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657600" cy="2886075" type="custom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Slide Background"/>
        <p:cNvGrpSpPr/>
        <p:nvPr/>
      </p:nvGrpSpPr>
      <p:grpSpPr>
        <a:xfrm>
          <a:off x="0" y="0"/>
          <a:ext cx="3657600" cy="2886075"/>
          <a:chOff x="0" y="0"/>
          <a:chExt cx="3657600" cy="2886075"/>
        </a:xfrm>
      </p:grpSpPr>
      <p:grpSp>
        <p:nvGrpSpPr>
          <p:cNvPr id="2" name="Splat Group"/>
          <p:cNvGrpSpPr/>
          <p:nvPr/>
        </p:nvGrpSpPr>
        <p:grpSpPr>
          <a:xfrm>
            <a:off x="0" y="0"/>
            <a:ext cx="3657600" cy="2886075"/>
            <a:chOff x="0" y="0"/>
            <a:chExt cx="3657600" cy="2886075"/>
          </a:xfrm>
        </p:grpSpPr>
        <p:sp>
          <p:nvSpPr>
            <p:cNvPr id="3" name="Splat Background"/>
            <p:cNvSpPr>
              <a:spLocks noGrp="1"/>
            </p:cNvSpPr>
            <p:nvPr/>
          </p:nvSpPr>
          <p:spPr>
            <a:xfrm>
              <a:off x="0" y="0"/>
              <a:ext cx="3657600" cy="2886075"/>
            </a:xfrm>
            <a:prstGeom prst="rect">
              <a:avLst/>
            </a:prstGeom>
            <a:solidFill>
              <a:srgbClr val="4E4E4E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Splat 4"/>
            <p:cNvSpPr>
              <a:spLocks noGrp="1"/>
            </p:cNvSpPr>
            <p:nvPr/>
          </p:nvSpPr>
          <p:spPr>
            <a:xfrm rot="10179602">
              <a:off x="441430" y="1353626"/>
              <a:ext cx="51911" cy="12978"/>
            </a:xfrm>
            <a:prstGeom prst="ellipse">
              <a:avLst/>
            </a:prstGeom>
            <a:gradFill>
              <a:gsLst>
                <a:gs pos="0">
                  <a:srgbClr val="C5C5C5">
                    <a:alpha val="19849"/>
                  </a:srgbClr>
                </a:gs>
                <a:gs pos="14286">
                  <a:srgbClr val="C5C5C5">
                    <a:alpha val="18402"/>
                  </a:srgbClr>
                </a:gs>
                <a:gs pos="28571">
                  <a:srgbClr val="C5C5C5">
                    <a:alpha val="14607"/>
                  </a:srgbClr>
                </a:gs>
                <a:gs pos="42857">
                  <a:srgbClr val="C5C5C5">
                    <a:alpha val="9839"/>
                  </a:srgbClr>
                </a:gs>
                <a:gs pos="57143">
                  <a:srgbClr val="C5C5C5">
                    <a:alpha val="5577"/>
                  </a:srgbClr>
                </a:gs>
                <a:gs pos="71429">
                  <a:srgbClr val="C5C5C5">
                    <a:alpha val="2651"/>
                  </a:srgbClr>
                </a:gs>
                <a:gs pos="85714">
                  <a:srgbClr val="C5C5C5">
                    <a:alpha val="1057"/>
                  </a:srgbClr>
                </a:gs>
                <a:gs pos="100000">
                  <a:srgbClr val="C5C5C5">
                    <a:alpha val="3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Splat 5"/>
            <p:cNvSpPr>
              <a:spLocks noGrp="1"/>
            </p:cNvSpPr>
            <p:nvPr/>
          </p:nvSpPr>
          <p:spPr>
            <a:xfrm rot="7312858">
              <a:off x="560888" y="1272650"/>
              <a:ext cx="46133" cy="11533"/>
            </a:xfrm>
            <a:prstGeom prst="ellipse">
              <a:avLst/>
            </a:prstGeom>
            <a:gradFill>
              <a:gsLst>
                <a:gs pos="0">
                  <a:srgbClr val="E2E2E2">
                    <a:alpha val="20869"/>
                  </a:srgbClr>
                </a:gs>
                <a:gs pos="14286">
                  <a:srgbClr val="E2E2E2">
                    <a:alpha val="19356"/>
                  </a:srgbClr>
                </a:gs>
                <a:gs pos="28571">
                  <a:srgbClr val="E2E2E2">
                    <a:alpha val="15383"/>
                  </a:srgbClr>
                </a:gs>
                <a:gs pos="42857">
                  <a:srgbClr val="E2E2E2">
                    <a:alpha val="10377"/>
                  </a:srgbClr>
                </a:gs>
                <a:gs pos="57143">
                  <a:srgbClr val="E2E2E2">
                    <a:alpha val="5890"/>
                  </a:srgbClr>
                </a:gs>
                <a:gs pos="71429">
                  <a:srgbClr val="E2E2E2">
                    <a:alpha val="2802"/>
                  </a:srgbClr>
                </a:gs>
                <a:gs pos="85714">
                  <a:srgbClr val="E2E2E2">
                    <a:alpha val="1117"/>
                  </a:srgbClr>
                </a:gs>
                <a:gs pos="100000">
                  <a:srgbClr val="E2E2E2">
                    <a:alpha val="3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Splat 6"/>
            <p:cNvSpPr>
              <a:spLocks noGrp="1"/>
            </p:cNvSpPr>
            <p:nvPr/>
          </p:nvSpPr>
          <p:spPr>
            <a:xfrm rot="7675526">
              <a:off x="1626196" y="615820"/>
              <a:ext cx="41574" cy="10394"/>
            </a:xfrm>
            <a:prstGeom prst="ellipse">
              <a:avLst/>
            </a:prstGeom>
            <a:gradFill>
              <a:gsLst>
                <a:gs pos="0">
                  <a:srgbClr val="F2F2F3">
                    <a:alpha val="21664"/>
                  </a:srgbClr>
                </a:gs>
                <a:gs pos="14286">
                  <a:srgbClr val="F2F2F3">
                    <a:alpha val="20102"/>
                  </a:srgbClr>
                </a:gs>
                <a:gs pos="28571">
                  <a:srgbClr val="F2F2F3">
                    <a:alpha val="15991"/>
                  </a:srgbClr>
                </a:gs>
                <a:gs pos="42857">
                  <a:srgbClr val="F2F2F3">
                    <a:alpha val="10800"/>
                  </a:srgbClr>
                </a:gs>
                <a:gs pos="57143">
                  <a:srgbClr val="F2F2F3">
                    <a:alpha val="6137"/>
                  </a:srgbClr>
                </a:gs>
                <a:gs pos="71429">
                  <a:srgbClr val="F2F2F3">
                    <a:alpha val="2921"/>
                  </a:srgbClr>
                </a:gs>
                <a:gs pos="85714">
                  <a:srgbClr val="F2F2F3">
                    <a:alpha val="1165"/>
                  </a:srgbClr>
                </a:gs>
                <a:gs pos="100000">
                  <a:srgbClr val="F2F2F3">
                    <a:alpha val="3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Splat 7"/>
            <p:cNvSpPr>
              <a:spLocks noGrp="1"/>
            </p:cNvSpPr>
            <p:nvPr/>
          </p:nvSpPr>
          <p:spPr>
            <a:xfrm rot="7630724">
              <a:off x="1367310" y="1831239"/>
              <a:ext cx="546198" cy="27225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Splat 8"/>
            <p:cNvSpPr>
              <a:spLocks noGrp="1"/>
            </p:cNvSpPr>
            <p:nvPr/>
          </p:nvSpPr>
          <p:spPr>
            <a:xfrm rot="5235158">
              <a:off x="1256989" y="1878259"/>
              <a:ext cx="54614" cy="13653"/>
            </a:xfrm>
            <a:prstGeom prst="ellipse">
              <a:avLst/>
            </a:prstGeom>
            <a:gradFill>
              <a:gsLst>
                <a:gs pos="0">
                  <a:srgbClr val="C2C2C2">
                    <a:alpha val="19368"/>
                  </a:srgbClr>
                </a:gs>
                <a:gs pos="14286">
                  <a:srgbClr val="C2C2C2">
                    <a:alpha val="17952"/>
                  </a:srgbClr>
                </a:gs>
                <a:gs pos="28571">
                  <a:srgbClr val="C2C2C2">
                    <a:alpha val="14241"/>
                  </a:srgbClr>
                </a:gs>
                <a:gs pos="42857">
                  <a:srgbClr val="C2C2C2">
                    <a:alpha val="9586"/>
                  </a:srgbClr>
                </a:gs>
                <a:gs pos="57143">
                  <a:srgbClr val="C2C2C2">
                    <a:alpha val="5431"/>
                  </a:srgbClr>
                </a:gs>
                <a:gs pos="71429">
                  <a:srgbClr val="C2C2C2">
                    <a:alpha val="2580"/>
                  </a:srgbClr>
                </a:gs>
                <a:gs pos="85714">
                  <a:srgbClr val="C2C2C2">
                    <a:alpha val="1028"/>
                  </a:srgbClr>
                </a:gs>
                <a:gs pos="100000">
                  <a:srgbClr val="C2C2C2">
                    <a:alpha val="3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Splat 9"/>
            <p:cNvSpPr>
              <a:spLocks noGrp="1"/>
            </p:cNvSpPr>
            <p:nvPr/>
          </p:nvSpPr>
          <p:spPr>
            <a:xfrm rot="6461974">
              <a:off x="1126629" y="1945774"/>
              <a:ext cx="57253" cy="14313"/>
            </a:xfrm>
            <a:prstGeom prst="ellipse">
              <a:avLst/>
            </a:prstGeom>
            <a:gradFill>
              <a:gsLst>
                <a:gs pos="0">
                  <a:srgbClr val="9F9F9F">
                    <a:alpha val="18895"/>
                  </a:srgbClr>
                </a:gs>
                <a:gs pos="14286">
                  <a:srgbClr val="9F9F9F">
                    <a:alpha val="17510"/>
                  </a:srgbClr>
                </a:gs>
                <a:gs pos="28571">
                  <a:srgbClr val="9F9F9F">
                    <a:alpha val="13883"/>
                  </a:srgbClr>
                </a:gs>
                <a:gs pos="42857">
                  <a:srgbClr val="9F9F9F">
                    <a:alpha val="9338"/>
                  </a:srgbClr>
                </a:gs>
                <a:gs pos="57143">
                  <a:srgbClr val="9F9F9F">
                    <a:alpha val="5287"/>
                  </a:srgbClr>
                </a:gs>
                <a:gs pos="71429">
                  <a:srgbClr val="9F9F9F">
                    <a:alpha val="2511"/>
                  </a:srgbClr>
                </a:gs>
                <a:gs pos="85714">
                  <a:srgbClr val="9F9F9F">
                    <a:alpha val="1000"/>
                  </a:srgbClr>
                </a:gs>
                <a:gs pos="100000">
                  <a:srgbClr val="9F9F9F">
                    <a:alpha val="3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Splat 10"/>
            <p:cNvSpPr>
              <a:spLocks noGrp="1"/>
            </p:cNvSpPr>
            <p:nvPr/>
          </p:nvSpPr>
          <p:spPr>
            <a:xfrm rot="6519197">
              <a:off x="2760164" y="1242115"/>
              <a:ext cx="37730" cy="9432"/>
            </a:xfrm>
            <a:prstGeom prst="ellipse">
              <a:avLst/>
            </a:prstGeom>
            <a:gradFill>
              <a:gsLst>
                <a:gs pos="0">
                  <a:srgbClr val="EFEFEF">
                    <a:alpha val="22328"/>
                  </a:srgbClr>
                </a:gs>
                <a:gs pos="14286">
                  <a:srgbClr val="EFEFEF">
                    <a:alpha val="20725"/>
                  </a:srgbClr>
                </a:gs>
                <a:gs pos="28571">
                  <a:srgbClr val="EFEFEF">
                    <a:alpha val="16500"/>
                  </a:srgbClr>
                </a:gs>
                <a:gs pos="42857">
                  <a:srgbClr val="EFEFEF">
                    <a:alpha val="11155"/>
                  </a:srgbClr>
                </a:gs>
                <a:gs pos="57143">
                  <a:srgbClr val="EFEFEF">
                    <a:alpha val="6344"/>
                  </a:srgbClr>
                </a:gs>
                <a:gs pos="71429">
                  <a:srgbClr val="EFEFEF">
                    <a:alpha val="3021"/>
                  </a:srgbClr>
                </a:gs>
                <a:gs pos="85714">
                  <a:srgbClr val="EFEFEF">
                    <a:alpha val="1206"/>
                  </a:srgbClr>
                </a:gs>
                <a:gs pos="100000">
                  <a:srgbClr val="EFEFEF">
                    <a:alpha val="4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Splat 11"/>
            <p:cNvSpPr>
              <a:spLocks noGrp="1"/>
            </p:cNvSpPr>
            <p:nvPr/>
          </p:nvSpPr>
          <p:spPr>
            <a:xfrm rot="4801568">
              <a:off x="1276926" y="1909046"/>
              <a:ext cx="43529" cy="10882"/>
            </a:xfrm>
            <a:prstGeom prst="ellipse">
              <a:avLst/>
            </a:prstGeom>
            <a:gradFill>
              <a:gsLst>
                <a:gs pos="0">
                  <a:srgbClr val="EAEAEA">
                    <a:alpha val="21324"/>
                  </a:srgbClr>
                </a:gs>
                <a:gs pos="14286">
                  <a:srgbClr val="EAEAEA">
                    <a:alpha val="19783"/>
                  </a:srgbClr>
                </a:gs>
                <a:gs pos="28571">
                  <a:srgbClr val="EAEAEA">
                    <a:alpha val="15731"/>
                  </a:srgbClr>
                </a:gs>
                <a:gs pos="42857">
                  <a:srgbClr val="EAEAEA">
                    <a:alpha val="10619"/>
                  </a:srgbClr>
                </a:gs>
                <a:gs pos="57143">
                  <a:srgbClr val="EAEAEA">
                    <a:alpha val="6031"/>
                  </a:srgbClr>
                </a:gs>
                <a:gs pos="71429">
                  <a:srgbClr val="EAEAEA">
                    <a:alpha val="2870"/>
                  </a:srgbClr>
                </a:gs>
                <a:gs pos="85714">
                  <a:srgbClr val="EAEAEA">
                    <a:alpha val="1145"/>
                  </a:srgbClr>
                </a:gs>
                <a:gs pos="100000">
                  <a:srgbClr val="EAEAEA">
                    <a:alpha val="3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Splat 12"/>
            <p:cNvSpPr>
              <a:spLocks noGrp="1"/>
            </p:cNvSpPr>
            <p:nvPr/>
          </p:nvSpPr>
          <p:spPr>
            <a:xfrm rot="-9189884">
              <a:off x="1765016" y="1315397"/>
              <a:ext cx="232489" cy="4071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Splat 13"/>
            <p:cNvSpPr>
              <a:spLocks noGrp="1"/>
            </p:cNvSpPr>
            <p:nvPr/>
          </p:nvSpPr>
          <p:spPr>
            <a:xfrm rot="6845454">
              <a:off x="999844" y="574384"/>
              <a:ext cx="218839" cy="4912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Splat 14"/>
            <p:cNvSpPr>
              <a:spLocks noGrp="1"/>
            </p:cNvSpPr>
            <p:nvPr/>
          </p:nvSpPr>
          <p:spPr>
            <a:xfrm rot="2807515">
              <a:off x="743399" y="1288950"/>
              <a:ext cx="216924" cy="4978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Splat 15"/>
            <p:cNvSpPr>
              <a:spLocks noGrp="1"/>
            </p:cNvSpPr>
            <p:nvPr/>
          </p:nvSpPr>
          <p:spPr>
            <a:xfrm rot="8253944">
              <a:off x="3372771" y="593917"/>
              <a:ext cx="40778" cy="10194"/>
            </a:xfrm>
            <a:prstGeom prst="ellipse">
              <a:avLst/>
            </a:prstGeom>
            <a:gradFill>
              <a:gsLst>
                <a:gs pos="0">
                  <a:srgbClr val="E8E8E8">
                    <a:alpha val="21802"/>
                  </a:srgbClr>
                </a:gs>
                <a:gs pos="14286">
                  <a:srgbClr val="E8E8E8">
                    <a:alpha val="20231"/>
                  </a:srgbClr>
                </a:gs>
                <a:gs pos="28571">
                  <a:srgbClr val="E8E8E8">
                    <a:alpha val="16097"/>
                  </a:srgbClr>
                </a:gs>
                <a:gs pos="42857">
                  <a:srgbClr val="E8E8E8">
                    <a:alpha val="10874"/>
                  </a:srgbClr>
                </a:gs>
                <a:gs pos="57143">
                  <a:srgbClr val="E8E8E8">
                    <a:alpha val="6180"/>
                  </a:srgbClr>
                </a:gs>
                <a:gs pos="71429">
                  <a:srgbClr val="E8E8E8">
                    <a:alpha val="2942"/>
                  </a:srgbClr>
                </a:gs>
                <a:gs pos="85714">
                  <a:srgbClr val="E8E8E8">
                    <a:alpha val="1174"/>
                  </a:srgbClr>
                </a:gs>
                <a:gs pos="100000">
                  <a:srgbClr val="E8E8E8">
                    <a:alpha val="3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Splat 16"/>
            <p:cNvSpPr>
              <a:spLocks noGrp="1"/>
            </p:cNvSpPr>
            <p:nvPr/>
          </p:nvSpPr>
          <p:spPr>
            <a:xfrm rot="4437342">
              <a:off x="3342501" y="1114162"/>
              <a:ext cx="52693" cy="13173"/>
            </a:xfrm>
            <a:prstGeom prst="ellipse">
              <a:avLst/>
            </a:prstGeom>
            <a:gradFill>
              <a:gsLst>
                <a:gs pos="0">
                  <a:srgbClr val="D0D0D0">
                    <a:alpha val="19711"/>
                  </a:srgbClr>
                </a:gs>
                <a:gs pos="14286">
                  <a:srgbClr val="D0D0D0">
                    <a:alpha val="18272"/>
                  </a:srgbClr>
                </a:gs>
                <a:gs pos="28571">
                  <a:srgbClr val="D0D0D0">
                    <a:alpha val="14501"/>
                  </a:srgbClr>
                </a:gs>
                <a:gs pos="42857">
                  <a:srgbClr val="D0D0D0">
                    <a:alpha val="9766"/>
                  </a:srgbClr>
                </a:gs>
                <a:gs pos="57143">
                  <a:srgbClr val="D0D0D0">
                    <a:alpha val="5535"/>
                  </a:srgbClr>
                </a:gs>
                <a:gs pos="71429">
                  <a:srgbClr val="D0D0D0">
                    <a:alpha val="2630"/>
                  </a:srgbClr>
                </a:gs>
                <a:gs pos="85714">
                  <a:srgbClr val="D0D0D0">
                    <a:alpha val="1048"/>
                  </a:srgbClr>
                </a:gs>
                <a:gs pos="100000">
                  <a:srgbClr val="D0D0D0">
                    <a:alpha val="3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Splat 17"/>
            <p:cNvSpPr>
              <a:spLocks noGrp="1"/>
            </p:cNvSpPr>
            <p:nvPr/>
          </p:nvSpPr>
          <p:spPr>
            <a:xfrm rot="6038964">
              <a:off x="2053254" y="1140106"/>
              <a:ext cx="150945" cy="5262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Splat 18"/>
            <p:cNvSpPr>
              <a:spLocks noGrp="1"/>
            </p:cNvSpPr>
            <p:nvPr/>
          </p:nvSpPr>
          <p:spPr>
            <a:xfrm rot="9302787">
              <a:off x="1359583" y="1724834"/>
              <a:ext cx="44651" cy="11163"/>
            </a:xfrm>
            <a:prstGeom prst="ellipse">
              <a:avLst/>
            </a:prstGeom>
            <a:gradFill>
              <a:gsLst>
                <a:gs pos="0">
                  <a:srgbClr val="E0E0E0">
                    <a:alpha val="21128"/>
                  </a:srgbClr>
                </a:gs>
                <a:gs pos="14286">
                  <a:srgbClr val="E0E0E0">
                    <a:alpha val="19600"/>
                  </a:srgbClr>
                </a:gs>
                <a:gs pos="28571">
                  <a:srgbClr val="E0E0E0">
                    <a:alpha val="15581"/>
                  </a:srgbClr>
                </a:gs>
                <a:gs pos="42857">
                  <a:srgbClr val="E0E0E0">
                    <a:alpha val="10515"/>
                  </a:srgbClr>
                </a:gs>
                <a:gs pos="57143">
                  <a:srgbClr val="E0E0E0">
                    <a:alpha val="5970"/>
                  </a:srgbClr>
                </a:gs>
                <a:gs pos="71429">
                  <a:srgbClr val="E0E0E0">
                    <a:alpha val="2841"/>
                  </a:srgbClr>
                </a:gs>
                <a:gs pos="85714">
                  <a:srgbClr val="E0E0E0">
                    <a:alpha val="1133"/>
                  </a:srgbClr>
                </a:gs>
                <a:gs pos="100000">
                  <a:srgbClr val="E0E0E0">
                    <a:alpha val="3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Splat 19"/>
            <p:cNvSpPr>
              <a:spLocks noGrp="1"/>
            </p:cNvSpPr>
            <p:nvPr/>
          </p:nvSpPr>
          <p:spPr>
            <a:xfrm rot="7320186">
              <a:off x="2759280" y="1973688"/>
              <a:ext cx="48160" cy="12040"/>
            </a:xfrm>
            <a:prstGeom prst="ellipse">
              <a:avLst/>
            </a:prstGeom>
            <a:gradFill>
              <a:gsLst>
                <a:gs pos="0">
                  <a:srgbClr val="E4E4E3">
                    <a:alpha val="20513"/>
                  </a:srgbClr>
                </a:gs>
                <a:gs pos="14286">
                  <a:srgbClr val="E4E4E3">
                    <a:alpha val="19023"/>
                  </a:srgbClr>
                </a:gs>
                <a:gs pos="28571">
                  <a:srgbClr val="E4E4E3">
                    <a:alpha val="15112"/>
                  </a:srgbClr>
                </a:gs>
                <a:gs pos="42857">
                  <a:srgbClr val="E4E4E3">
                    <a:alpha val="10189"/>
                  </a:srgbClr>
                </a:gs>
                <a:gs pos="57143">
                  <a:srgbClr val="E4E4E3">
                    <a:alpha val="5781"/>
                  </a:srgbClr>
                </a:gs>
                <a:gs pos="71429">
                  <a:srgbClr val="E4E4E3">
                    <a:alpha val="2749"/>
                  </a:srgbClr>
                </a:gs>
                <a:gs pos="85714">
                  <a:srgbClr val="E4E4E3">
                    <a:alpha val="1096"/>
                  </a:srgbClr>
                </a:gs>
                <a:gs pos="100000">
                  <a:srgbClr val="E4E4E3">
                    <a:alpha val="3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Splat 20"/>
            <p:cNvSpPr>
              <a:spLocks noGrp="1"/>
            </p:cNvSpPr>
            <p:nvPr/>
          </p:nvSpPr>
          <p:spPr>
            <a:xfrm rot="4779635">
              <a:off x="2773555" y="1042770"/>
              <a:ext cx="55141" cy="13785"/>
            </a:xfrm>
            <a:prstGeom prst="ellipse">
              <a:avLst/>
            </a:prstGeom>
            <a:gradFill>
              <a:gsLst>
                <a:gs pos="0">
                  <a:srgbClr val="C0C0C0">
                    <a:alpha val="19274"/>
                  </a:srgbClr>
                </a:gs>
                <a:gs pos="14286">
                  <a:srgbClr val="C0C0C0">
                    <a:alpha val="17864"/>
                  </a:srgbClr>
                </a:gs>
                <a:gs pos="28571">
                  <a:srgbClr val="C0C0C0">
                    <a:alpha val="14170"/>
                  </a:srgbClr>
                </a:gs>
                <a:gs pos="42857">
                  <a:srgbClr val="C0C0C0">
                    <a:alpha val="9536"/>
                  </a:srgbClr>
                </a:gs>
                <a:gs pos="57143">
                  <a:srgbClr val="C0C0C0">
                    <a:alpha val="5402"/>
                  </a:srgbClr>
                </a:gs>
                <a:gs pos="71429">
                  <a:srgbClr val="C0C0C0">
                    <a:alpha val="2566"/>
                  </a:srgbClr>
                </a:gs>
                <a:gs pos="85714">
                  <a:srgbClr val="C0C0C0">
                    <a:alpha val="1023"/>
                  </a:srgbClr>
                </a:gs>
                <a:gs pos="100000">
                  <a:srgbClr val="C0C0C0">
                    <a:alpha val="3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Splat 21"/>
            <p:cNvSpPr>
              <a:spLocks noGrp="1"/>
            </p:cNvSpPr>
            <p:nvPr/>
          </p:nvSpPr>
          <p:spPr>
            <a:xfrm rot="3971716">
              <a:off x="1589714" y="1781361"/>
              <a:ext cx="53025" cy="13256"/>
            </a:xfrm>
            <a:prstGeom prst="ellipse">
              <a:avLst/>
            </a:prstGeom>
            <a:gradFill>
              <a:gsLst>
                <a:gs pos="0">
                  <a:srgbClr val="D3D3D3">
                    <a:alpha val="19652"/>
                  </a:srgbClr>
                </a:gs>
                <a:gs pos="14286">
                  <a:srgbClr val="D3D3D3">
                    <a:alpha val="18217"/>
                  </a:srgbClr>
                </a:gs>
                <a:gs pos="28571">
                  <a:srgbClr val="D3D3D3">
                    <a:alpha val="14456"/>
                  </a:srgbClr>
                </a:gs>
                <a:gs pos="42857">
                  <a:srgbClr val="D3D3D3">
                    <a:alpha val="9735"/>
                  </a:srgbClr>
                </a:gs>
                <a:gs pos="57143">
                  <a:srgbClr val="D3D3D3">
                    <a:alpha val="5517"/>
                  </a:srgbClr>
                </a:gs>
                <a:gs pos="71429">
                  <a:srgbClr val="D3D3D3">
                    <a:alpha val="2621"/>
                  </a:srgbClr>
                </a:gs>
                <a:gs pos="85714">
                  <a:srgbClr val="D3D3D3">
                    <a:alpha val="1045"/>
                  </a:srgbClr>
                </a:gs>
                <a:gs pos="100000">
                  <a:srgbClr val="D3D3D3">
                    <a:alpha val="3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Splat 22"/>
            <p:cNvSpPr>
              <a:spLocks noGrp="1"/>
            </p:cNvSpPr>
            <p:nvPr/>
          </p:nvSpPr>
          <p:spPr>
            <a:xfrm rot="4803966">
              <a:off x="1271381" y="1899681"/>
              <a:ext cx="51332" cy="12833"/>
            </a:xfrm>
            <a:prstGeom prst="ellipse">
              <a:avLst/>
            </a:prstGeom>
            <a:gradFill>
              <a:gsLst>
                <a:gs pos="0">
                  <a:srgbClr val="E3E3E3">
                    <a:alpha val="19952"/>
                  </a:srgbClr>
                </a:gs>
                <a:gs pos="14286">
                  <a:srgbClr val="E3E3E3">
                    <a:alpha val="18498"/>
                  </a:srgbClr>
                </a:gs>
                <a:gs pos="28571">
                  <a:srgbClr val="E3E3E3">
                    <a:alpha val="14685"/>
                  </a:srgbClr>
                </a:gs>
                <a:gs pos="42857">
                  <a:srgbClr val="E3E3E3">
                    <a:alpha val="9893"/>
                  </a:srgbClr>
                </a:gs>
                <a:gs pos="57143">
                  <a:srgbClr val="E3E3E3">
                    <a:alpha val="5609"/>
                  </a:srgbClr>
                </a:gs>
                <a:gs pos="71429">
                  <a:srgbClr val="E3E3E3">
                    <a:alpha val="2666"/>
                  </a:srgbClr>
                </a:gs>
                <a:gs pos="85714">
                  <a:srgbClr val="E3E3E3">
                    <a:alpha val="1063"/>
                  </a:srgbClr>
                </a:gs>
                <a:gs pos="100000">
                  <a:srgbClr val="E3E3E3">
                    <a:alpha val="3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Splat 23"/>
            <p:cNvSpPr>
              <a:spLocks noGrp="1"/>
            </p:cNvSpPr>
            <p:nvPr/>
          </p:nvSpPr>
          <p:spPr>
            <a:xfrm rot="-8826920">
              <a:off x="1244648" y="623504"/>
              <a:ext cx="230317" cy="3782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Splat 24"/>
            <p:cNvSpPr>
              <a:spLocks noGrp="1"/>
            </p:cNvSpPr>
            <p:nvPr/>
          </p:nvSpPr>
          <p:spPr>
            <a:xfrm rot="7486008">
              <a:off x="3008900" y="1138829"/>
              <a:ext cx="698536" cy="22341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Splat 25"/>
            <p:cNvSpPr>
              <a:spLocks noGrp="1"/>
            </p:cNvSpPr>
            <p:nvPr/>
          </p:nvSpPr>
          <p:spPr>
            <a:xfrm rot="3523072">
              <a:off x="1264661" y="1278668"/>
              <a:ext cx="61602" cy="15400"/>
            </a:xfrm>
            <a:prstGeom prst="ellipse">
              <a:avLst/>
            </a:prstGeom>
            <a:gradFill>
              <a:gsLst>
                <a:gs pos="0">
                  <a:srgbClr val="9E9F9F">
                    <a:alpha val="18110"/>
                  </a:srgbClr>
                </a:gs>
                <a:gs pos="14286">
                  <a:srgbClr val="9E9F9F">
                    <a:alpha val="16776"/>
                  </a:srgbClr>
                </a:gs>
                <a:gs pos="28571">
                  <a:srgbClr val="9E9F9F">
                    <a:alpha val="13288"/>
                  </a:srgbClr>
                </a:gs>
                <a:gs pos="42857">
                  <a:srgbClr val="9E9F9F">
                    <a:alpha val="8928"/>
                  </a:srgbClr>
                </a:gs>
                <a:gs pos="57143">
                  <a:srgbClr val="9E9F9F">
                    <a:alpha val="5050"/>
                  </a:srgbClr>
                </a:gs>
                <a:gs pos="71429">
                  <a:srgbClr val="9E9F9F">
                    <a:alpha val="2397"/>
                  </a:srgbClr>
                </a:gs>
                <a:gs pos="85714">
                  <a:srgbClr val="9E9F9F">
                    <a:alpha val="955"/>
                  </a:srgbClr>
                </a:gs>
                <a:gs pos="100000">
                  <a:srgbClr val="9E9F9F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Splat 26"/>
            <p:cNvSpPr>
              <a:spLocks noGrp="1"/>
            </p:cNvSpPr>
            <p:nvPr/>
          </p:nvSpPr>
          <p:spPr>
            <a:xfrm rot="7999587">
              <a:off x="1581245" y="1994843"/>
              <a:ext cx="40529" cy="10132"/>
            </a:xfrm>
            <a:prstGeom prst="ellipse">
              <a:avLst/>
            </a:prstGeom>
            <a:gradFill>
              <a:gsLst>
                <a:gs pos="0">
                  <a:srgbClr val="EBEBEB">
                    <a:alpha val="21845"/>
                  </a:srgbClr>
                </a:gs>
                <a:gs pos="14286">
                  <a:srgbClr val="EBEBEB">
                    <a:alpha val="20271"/>
                  </a:srgbClr>
                </a:gs>
                <a:gs pos="28571">
                  <a:srgbClr val="EBEBEB">
                    <a:alpha val="16130"/>
                  </a:srgbClr>
                </a:gs>
                <a:gs pos="42857">
                  <a:srgbClr val="EBEBEB">
                    <a:alpha val="10897"/>
                  </a:srgbClr>
                </a:gs>
                <a:gs pos="57143">
                  <a:srgbClr val="EBEBEB">
                    <a:alpha val="6193"/>
                  </a:srgbClr>
                </a:gs>
                <a:gs pos="71429">
                  <a:srgbClr val="EBEBEB">
                    <a:alpha val="2948"/>
                  </a:srgbClr>
                </a:gs>
                <a:gs pos="85714">
                  <a:srgbClr val="EBEBEB">
                    <a:alpha val="1176"/>
                  </a:srgbClr>
                </a:gs>
                <a:gs pos="100000">
                  <a:srgbClr val="EBEBEB">
                    <a:alpha val="3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Splat 27"/>
            <p:cNvSpPr>
              <a:spLocks noGrp="1"/>
            </p:cNvSpPr>
            <p:nvPr/>
          </p:nvSpPr>
          <p:spPr>
            <a:xfrm rot="9648645">
              <a:off x="3291443" y="640383"/>
              <a:ext cx="47460" cy="11865"/>
            </a:xfrm>
            <a:prstGeom prst="ellipse">
              <a:avLst/>
            </a:prstGeom>
            <a:gradFill>
              <a:gsLst>
                <a:gs pos="0">
                  <a:srgbClr val="DBDBDB">
                    <a:alpha val="20636"/>
                  </a:srgbClr>
                </a:gs>
                <a:gs pos="14286">
                  <a:srgbClr val="DBDBDB">
                    <a:alpha val="19138"/>
                  </a:srgbClr>
                </a:gs>
                <a:gs pos="28571">
                  <a:srgbClr val="DBDBDB">
                    <a:alpha val="15206"/>
                  </a:srgbClr>
                </a:gs>
                <a:gs pos="42857">
                  <a:srgbClr val="DBDBDB">
                    <a:alpha val="10254"/>
                  </a:srgbClr>
                </a:gs>
                <a:gs pos="57143">
                  <a:srgbClr val="DBDBDB">
                    <a:alpha val="5819"/>
                  </a:srgbClr>
                </a:gs>
                <a:gs pos="71429">
                  <a:srgbClr val="DBDBDB">
                    <a:alpha val="2767"/>
                  </a:srgbClr>
                </a:gs>
                <a:gs pos="85714">
                  <a:srgbClr val="DBDBDB">
                    <a:alpha val="1103"/>
                  </a:srgbClr>
                </a:gs>
                <a:gs pos="100000">
                  <a:srgbClr val="DBDBDB">
                    <a:alpha val="3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Splat 28"/>
            <p:cNvSpPr>
              <a:spLocks noGrp="1"/>
            </p:cNvSpPr>
            <p:nvPr/>
          </p:nvSpPr>
          <p:spPr>
            <a:xfrm rot="8750934">
              <a:off x="1243601" y="1738789"/>
              <a:ext cx="231452" cy="3324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Splat 29"/>
            <p:cNvSpPr>
              <a:spLocks noGrp="1"/>
            </p:cNvSpPr>
            <p:nvPr/>
          </p:nvSpPr>
          <p:spPr>
            <a:xfrm rot="-8521283">
              <a:off x="803667" y="1999733"/>
              <a:ext cx="54387" cy="13597"/>
            </a:xfrm>
            <a:prstGeom prst="ellipse">
              <a:avLst/>
            </a:prstGeom>
            <a:gradFill>
              <a:gsLst>
                <a:gs pos="0">
                  <a:srgbClr val="C7C7C7">
                    <a:alpha val="19409"/>
                  </a:srgbClr>
                </a:gs>
                <a:gs pos="14286">
                  <a:srgbClr val="C7C7C7">
                    <a:alpha val="17990"/>
                  </a:srgbClr>
                </a:gs>
                <a:gs pos="28571">
                  <a:srgbClr val="C7C7C7">
                    <a:alpha val="14272"/>
                  </a:srgbClr>
                </a:gs>
                <a:gs pos="42857">
                  <a:srgbClr val="C7C7C7">
                    <a:alpha val="9607"/>
                  </a:srgbClr>
                </a:gs>
                <a:gs pos="57143">
                  <a:srgbClr val="C7C7C7">
                    <a:alpha val="5443"/>
                  </a:srgbClr>
                </a:gs>
                <a:gs pos="71429">
                  <a:srgbClr val="C7C7C7">
                    <a:alpha val="2586"/>
                  </a:srgbClr>
                </a:gs>
                <a:gs pos="85714">
                  <a:srgbClr val="C7C7C7">
                    <a:alpha val="1031"/>
                  </a:srgbClr>
                </a:gs>
                <a:gs pos="100000">
                  <a:srgbClr val="C7C7C7">
                    <a:alpha val="3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Splat 30"/>
            <p:cNvSpPr>
              <a:spLocks noGrp="1"/>
            </p:cNvSpPr>
            <p:nvPr/>
          </p:nvSpPr>
          <p:spPr>
            <a:xfrm rot="3907175">
              <a:off x="769058" y="1955380"/>
              <a:ext cx="46675" cy="11669"/>
            </a:xfrm>
            <a:prstGeom prst="ellipse">
              <a:avLst/>
            </a:prstGeom>
            <a:gradFill>
              <a:gsLst>
                <a:gs pos="0">
                  <a:srgbClr val="E4E4E4">
                    <a:alpha val="20774"/>
                  </a:srgbClr>
                </a:gs>
                <a:gs pos="14286">
                  <a:srgbClr val="E4E4E4">
                    <a:alpha val="19267"/>
                  </a:srgbClr>
                </a:gs>
                <a:gs pos="28571">
                  <a:srgbClr val="E4E4E4">
                    <a:alpha val="15311"/>
                  </a:srgbClr>
                </a:gs>
                <a:gs pos="42857">
                  <a:srgbClr val="E4E4E4">
                    <a:alpha val="10327"/>
                  </a:srgbClr>
                </a:gs>
                <a:gs pos="57143">
                  <a:srgbClr val="E4E4E4">
                    <a:alpha val="5861"/>
                  </a:srgbClr>
                </a:gs>
                <a:gs pos="71429">
                  <a:srgbClr val="E4E4E4">
                    <a:alpha val="2788"/>
                  </a:srgbClr>
                </a:gs>
                <a:gs pos="85714">
                  <a:srgbClr val="E4E4E4">
                    <a:alpha val="1112"/>
                  </a:srgbClr>
                </a:gs>
                <a:gs pos="100000">
                  <a:srgbClr val="E4E4E4">
                    <a:alpha val="3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Splat 31"/>
            <p:cNvSpPr>
              <a:spLocks noGrp="1"/>
            </p:cNvSpPr>
            <p:nvPr/>
          </p:nvSpPr>
          <p:spPr>
            <a:xfrm rot="5428797">
              <a:off x="844576" y="1748903"/>
              <a:ext cx="664554" cy="2240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Splat 32"/>
            <p:cNvSpPr>
              <a:spLocks noGrp="1"/>
            </p:cNvSpPr>
            <p:nvPr/>
          </p:nvSpPr>
          <p:spPr>
            <a:xfrm rot="5717948">
              <a:off x="751024" y="1831273"/>
              <a:ext cx="44764" cy="11191"/>
            </a:xfrm>
            <a:prstGeom prst="ellipse">
              <a:avLst/>
            </a:prstGeom>
            <a:gradFill>
              <a:gsLst>
                <a:gs pos="0">
                  <a:srgbClr val="F5F5F5">
                    <a:alpha val="21108"/>
                  </a:srgbClr>
                </a:gs>
                <a:gs pos="14286">
                  <a:srgbClr val="F5F5F5">
                    <a:alpha val="19581"/>
                  </a:srgbClr>
                </a:gs>
                <a:gs pos="28571">
                  <a:srgbClr val="F5F5F5">
                    <a:alpha val="15566"/>
                  </a:srgbClr>
                </a:gs>
                <a:gs pos="42857">
                  <a:srgbClr val="F5F5F5">
                    <a:alpha val="10505"/>
                  </a:srgbClr>
                </a:gs>
                <a:gs pos="57143">
                  <a:srgbClr val="F5F5F5">
                    <a:alpha val="5964"/>
                  </a:srgbClr>
                </a:gs>
                <a:gs pos="71429">
                  <a:srgbClr val="F5F5F5">
                    <a:alpha val="2838"/>
                  </a:srgbClr>
                </a:gs>
                <a:gs pos="85714">
                  <a:srgbClr val="F5F5F5">
                    <a:alpha val="1132"/>
                  </a:srgbClr>
                </a:gs>
                <a:gs pos="100000">
                  <a:srgbClr val="F5F5F5">
                    <a:alpha val="3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Splat 33"/>
            <p:cNvSpPr>
              <a:spLocks noGrp="1"/>
            </p:cNvSpPr>
            <p:nvPr/>
          </p:nvSpPr>
          <p:spPr>
            <a:xfrm rot="7541669">
              <a:off x="2799932" y="2491015"/>
              <a:ext cx="533865" cy="107480"/>
            </a:xfrm>
            <a:prstGeom prst="ellipse">
              <a:avLst/>
            </a:prstGeom>
            <a:gradFill>
              <a:gsLst>
                <a:gs pos="0">
                  <a:srgbClr val="BFC0BF">
                    <a:alpha val="23819"/>
                  </a:srgbClr>
                </a:gs>
                <a:gs pos="14286">
                  <a:srgbClr val="BFC0BF">
                    <a:alpha val="22124"/>
                  </a:srgbClr>
                </a:gs>
                <a:gs pos="28571">
                  <a:srgbClr val="BFC0BF">
                    <a:alpha val="17647"/>
                  </a:srgbClr>
                </a:gs>
                <a:gs pos="42857">
                  <a:srgbClr val="BFC0BF">
                    <a:alpha val="11957"/>
                  </a:srgbClr>
                </a:gs>
                <a:gs pos="57143">
                  <a:srgbClr val="BFC0BF">
                    <a:alpha val="6813"/>
                  </a:srgbClr>
                </a:gs>
                <a:gs pos="71429">
                  <a:srgbClr val="BFC0BF">
                    <a:alpha val="3249"/>
                  </a:srgbClr>
                </a:gs>
                <a:gs pos="85714">
                  <a:srgbClr val="BFC0BF">
                    <a:alpha val="1298"/>
                  </a:srgbClr>
                </a:gs>
                <a:gs pos="100000">
                  <a:srgbClr val="BFC0BF">
                    <a:alpha val="4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Splat 34"/>
            <p:cNvSpPr>
              <a:spLocks noGrp="1"/>
            </p:cNvSpPr>
            <p:nvPr/>
          </p:nvSpPr>
          <p:spPr>
            <a:xfrm rot="-9270161">
              <a:off x="3427761" y="1517921"/>
              <a:ext cx="57987" cy="14497"/>
            </a:xfrm>
            <a:prstGeom prst="ellipse">
              <a:avLst/>
            </a:prstGeom>
            <a:gradFill>
              <a:gsLst>
                <a:gs pos="0">
                  <a:srgbClr val="BEBEBE">
                    <a:alpha val="18763"/>
                  </a:srgbClr>
                </a:gs>
                <a:gs pos="14286">
                  <a:srgbClr val="BEBEBE">
                    <a:alpha val="17386"/>
                  </a:srgbClr>
                </a:gs>
                <a:gs pos="28571">
                  <a:srgbClr val="BEBEBE">
                    <a:alpha val="13783"/>
                  </a:srgbClr>
                </a:gs>
                <a:gs pos="42857">
                  <a:srgbClr val="BEBEBE">
                    <a:alpha val="9269"/>
                  </a:srgbClr>
                </a:gs>
                <a:gs pos="57143">
                  <a:srgbClr val="BEBEBE">
                    <a:alpha val="5247"/>
                  </a:srgbClr>
                </a:gs>
                <a:gs pos="71429">
                  <a:srgbClr val="BEBEBE">
                    <a:alpha val="2491"/>
                  </a:srgbClr>
                </a:gs>
                <a:gs pos="85714">
                  <a:srgbClr val="BEBEBE">
                    <a:alpha val="993"/>
                  </a:srgbClr>
                </a:gs>
                <a:gs pos="100000">
                  <a:srgbClr val="BEBEBE">
                    <a:alpha val="3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Splat 35"/>
            <p:cNvSpPr>
              <a:spLocks noGrp="1"/>
            </p:cNvSpPr>
            <p:nvPr/>
          </p:nvSpPr>
          <p:spPr>
            <a:xfrm rot="-8681406">
              <a:off x="3190239" y="1480530"/>
              <a:ext cx="578875" cy="10080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Splat 36"/>
            <p:cNvSpPr>
              <a:spLocks noGrp="1"/>
            </p:cNvSpPr>
            <p:nvPr/>
          </p:nvSpPr>
          <p:spPr>
            <a:xfrm rot="4520117">
              <a:off x="218322" y="1228478"/>
              <a:ext cx="54107" cy="13527"/>
            </a:xfrm>
            <a:prstGeom prst="ellipse">
              <a:avLst/>
            </a:prstGeom>
            <a:gradFill>
              <a:gsLst>
                <a:gs pos="0">
                  <a:srgbClr val="DFDFDF">
                    <a:alpha val="19459"/>
                  </a:srgbClr>
                </a:gs>
                <a:gs pos="14286">
                  <a:srgbClr val="DFDFDF">
                    <a:alpha val="18036"/>
                  </a:srgbClr>
                </a:gs>
                <a:gs pos="28571">
                  <a:srgbClr val="DFDFDF">
                    <a:alpha val="14310"/>
                  </a:srgbClr>
                </a:gs>
                <a:gs pos="42857">
                  <a:srgbClr val="DFDFDF">
                    <a:alpha val="9633"/>
                  </a:srgbClr>
                </a:gs>
                <a:gs pos="57143">
                  <a:srgbClr val="DFDFDF">
                    <a:alpha val="5458"/>
                  </a:srgbClr>
                </a:gs>
                <a:gs pos="71429">
                  <a:srgbClr val="DFDFDF">
                    <a:alpha val="2593"/>
                  </a:srgbClr>
                </a:gs>
                <a:gs pos="85714">
                  <a:srgbClr val="DFDFDF">
                    <a:alpha val="1034"/>
                  </a:srgbClr>
                </a:gs>
                <a:gs pos="100000">
                  <a:srgbClr val="DFDFDF">
                    <a:alpha val="3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Splat 37"/>
            <p:cNvSpPr>
              <a:spLocks noGrp="1"/>
            </p:cNvSpPr>
            <p:nvPr/>
          </p:nvSpPr>
          <p:spPr>
            <a:xfrm rot="-10169391">
              <a:off x="3058279" y="1326886"/>
              <a:ext cx="213105" cy="4189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Splat 38"/>
            <p:cNvSpPr>
              <a:spLocks noGrp="1"/>
            </p:cNvSpPr>
            <p:nvPr/>
          </p:nvSpPr>
          <p:spPr>
            <a:xfrm rot="6948993">
              <a:off x="1985529" y="1223473"/>
              <a:ext cx="243895" cy="3449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Splat 39"/>
            <p:cNvSpPr>
              <a:spLocks noGrp="1"/>
            </p:cNvSpPr>
            <p:nvPr/>
          </p:nvSpPr>
          <p:spPr>
            <a:xfrm rot="4518858">
              <a:off x="3146803" y="1077730"/>
              <a:ext cx="460659" cy="11418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Splat 40"/>
            <p:cNvSpPr>
              <a:spLocks noGrp="1"/>
            </p:cNvSpPr>
            <p:nvPr/>
          </p:nvSpPr>
          <p:spPr>
            <a:xfrm rot="5400000">
              <a:off x="1603170" y="1113203"/>
              <a:ext cx="38414" cy="38414"/>
            </a:xfrm>
            <a:prstGeom prst="ellipse">
              <a:avLst/>
            </a:prstGeom>
            <a:gradFill>
              <a:gsLst>
                <a:gs pos="0">
                  <a:srgbClr val="F5F5F5">
                    <a:alpha val="19441"/>
                  </a:srgbClr>
                </a:gs>
                <a:gs pos="14286">
                  <a:srgbClr val="F5F5F5">
                    <a:alpha val="18020"/>
                  </a:srgbClr>
                </a:gs>
                <a:gs pos="28571">
                  <a:srgbClr val="F5F5F5">
                    <a:alpha val="14296"/>
                  </a:srgbClr>
                </a:gs>
                <a:gs pos="42857">
                  <a:srgbClr val="F5F5F5">
                    <a:alpha val="9624"/>
                  </a:srgbClr>
                </a:gs>
                <a:gs pos="57143">
                  <a:srgbClr val="F5F5F5">
                    <a:alpha val="5453"/>
                  </a:srgbClr>
                </a:gs>
                <a:gs pos="71429">
                  <a:srgbClr val="F5F5F5">
                    <a:alpha val="2591"/>
                  </a:srgbClr>
                </a:gs>
                <a:gs pos="85714">
                  <a:srgbClr val="F5F5F5">
                    <a:alpha val="1033"/>
                  </a:srgbClr>
                </a:gs>
                <a:gs pos="100000">
                  <a:srgbClr val="F5F5F5">
                    <a:alpha val="3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Splat 41"/>
            <p:cNvSpPr>
              <a:spLocks noGrp="1"/>
            </p:cNvSpPr>
            <p:nvPr/>
          </p:nvSpPr>
          <p:spPr>
            <a:xfrm rot="-10142574">
              <a:off x="2444884" y="1315748"/>
              <a:ext cx="225153" cy="5033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Splat 42"/>
            <p:cNvSpPr>
              <a:spLocks noGrp="1"/>
            </p:cNvSpPr>
            <p:nvPr/>
          </p:nvSpPr>
          <p:spPr>
            <a:xfrm rot="10024677">
              <a:off x="1893846" y="1736704"/>
              <a:ext cx="63908" cy="15977"/>
            </a:xfrm>
            <a:prstGeom prst="ellipse">
              <a:avLst/>
            </a:prstGeom>
            <a:gradFill>
              <a:gsLst>
                <a:gs pos="0">
                  <a:srgbClr val="B1B1B1">
                    <a:alpha val="17691"/>
                  </a:srgbClr>
                </a:gs>
                <a:gs pos="14286">
                  <a:srgbClr val="B1B1B1">
                    <a:alpha val="16384"/>
                  </a:srgbClr>
                </a:gs>
                <a:gs pos="28571">
                  <a:srgbClr val="B1B1B1">
                    <a:alpha val="12972"/>
                  </a:srgbClr>
                </a:gs>
                <a:gs pos="42857">
                  <a:srgbClr val="B1B1B1">
                    <a:alpha val="8710"/>
                  </a:srgbClr>
                </a:gs>
                <a:gs pos="57143">
                  <a:srgbClr val="B1B1B1">
                    <a:alpha val="4924"/>
                  </a:srgbClr>
                </a:gs>
                <a:gs pos="71429">
                  <a:srgbClr val="B1B1B1">
                    <a:alpha val="2336"/>
                  </a:srgbClr>
                </a:gs>
                <a:gs pos="85714">
                  <a:srgbClr val="B1B1B1">
                    <a:alpha val="930"/>
                  </a:srgbClr>
                </a:gs>
                <a:gs pos="100000">
                  <a:srgbClr val="B1B1B1">
                    <a:alpha val="3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Splat 43"/>
            <p:cNvSpPr>
              <a:spLocks noGrp="1"/>
            </p:cNvSpPr>
            <p:nvPr/>
          </p:nvSpPr>
          <p:spPr>
            <a:xfrm rot="6653518">
              <a:off x="3402152" y="535266"/>
              <a:ext cx="55997" cy="13999"/>
            </a:xfrm>
            <a:prstGeom prst="ellipse">
              <a:avLst/>
            </a:prstGeom>
            <a:gradFill>
              <a:gsLst>
                <a:gs pos="0">
                  <a:srgbClr val="CFCFCF">
                    <a:alpha val="19121"/>
                  </a:srgbClr>
                </a:gs>
                <a:gs pos="14286">
                  <a:srgbClr val="CFCFCF">
                    <a:alpha val="17720"/>
                  </a:srgbClr>
                </a:gs>
                <a:gs pos="28571">
                  <a:srgbClr val="CFCFCF">
                    <a:alpha val="14053"/>
                  </a:srgbClr>
                </a:gs>
                <a:gs pos="42857">
                  <a:srgbClr val="CFCFCF">
                    <a:alpha val="9456"/>
                  </a:srgbClr>
                </a:gs>
                <a:gs pos="57143">
                  <a:srgbClr val="CFCFCF">
                    <a:alpha val="5355"/>
                  </a:srgbClr>
                </a:gs>
                <a:gs pos="71429">
                  <a:srgbClr val="CFCFCF">
                    <a:alpha val="2544"/>
                  </a:srgbClr>
                </a:gs>
                <a:gs pos="85714">
                  <a:srgbClr val="CFCFCF">
                    <a:alpha val="1014"/>
                  </a:srgbClr>
                </a:gs>
                <a:gs pos="100000">
                  <a:srgbClr val="CFCFCF">
                    <a:alpha val="3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Splat 44"/>
            <p:cNvSpPr>
              <a:spLocks noGrp="1"/>
            </p:cNvSpPr>
            <p:nvPr/>
          </p:nvSpPr>
          <p:spPr>
            <a:xfrm rot="-10350363">
              <a:off x="1923292" y="1334359"/>
              <a:ext cx="64891" cy="16223"/>
            </a:xfrm>
            <a:prstGeom prst="ellipse">
              <a:avLst/>
            </a:prstGeom>
            <a:gradFill>
              <a:gsLst>
                <a:gs pos="0">
                  <a:srgbClr val="CFCFCF">
                    <a:alpha val="17511"/>
                  </a:srgbClr>
                </a:gs>
                <a:gs pos="14286">
                  <a:srgbClr val="CFCFCF">
                    <a:alpha val="16217"/>
                  </a:srgbClr>
                </a:gs>
                <a:gs pos="28571">
                  <a:srgbClr val="CFCFCF">
                    <a:alpha val="12836"/>
                  </a:srgbClr>
                </a:gs>
                <a:gs pos="42857">
                  <a:srgbClr val="CFCFCF">
                    <a:alpha val="8617"/>
                  </a:srgbClr>
                </a:gs>
                <a:gs pos="57143">
                  <a:srgbClr val="CFCFCF">
                    <a:alpha val="4871"/>
                  </a:srgbClr>
                </a:gs>
                <a:gs pos="71429">
                  <a:srgbClr val="CFCFCF">
                    <a:alpha val="2310"/>
                  </a:srgbClr>
                </a:gs>
                <a:gs pos="85714">
                  <a:srgbClr val="CFCFCF">
                    <a:alpha val="920"/>
                  </a:srgbClr>
                </a:gs>
                <a:gs pos="100000">
                  <a:srgbClr val="CFCFCF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Splat 45"/>
            <p:cNvSpPr>
              <a:spLocks noGrp="1"/>
            </p:cNvSpPr>
            <p:nvPr/>
          </p:nvSpPr>
          <p:spPr>
            <a:xfrm rot="4038236">
              <a:off x="2391739" y="2411359"/>
              <a:ext cx="272062" cy="4529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Splat 46"/>
            <p:cNvSpPr>
              <a:spLocks noGrp="1"/>
            </p:cNvSpPr>
            <p:nvPr/>
          </p:nvSpPr>
          <p:spPr>
            <a:xfrm rot="5547967">
              <a:off x="2194338" y="1866724"/>
              <a:ext cx="64512" cy="16128"/>
            </a:xfrm>
            <a:prstGeom prst="ellipse">
              <a:avLst/>
            </a:prstGeom>
            <a:gradFill>
              <a:gsLst>
                <a:gs pos="0">
                  <a:srgbClr val="ADADAD">
                    <a:alpha val="17581"/>
                  </a:srgbClr>
                </a:gs>
                <a:gs pos="14286">
                  <a:srgbClr val="ADADAD">
                    <a:alpha val="16282"/>
                  </a:srgbClr>
                </a:gs>
                <a:gs pos="28571">
                  <a:srgbClr val="ADADAD">
                    <a:alpha val="12889"/>
                  </a:srgbClr>
                </a:gs>
                <a:gs pos="42857">
                  <a:srgbClr val="ADADAD">
                    <a:alpha val="8653"/>
                  </a:srgbClr>
                </a:gs>
                <a:gs pos="57143">
                  <a:srgbClr val="ADADAD">
                    <a:alpha val="4891"/>
                  </a:srgbClr>
                </a:gs>
                <a:gs pos="71429">
                  <a:srgbClr val="ADADAD">
                    <a:alpha val="2320"/>
                  </a:srgbClr>
                </a:gs>
                <a:gs pos="85714">
                  <a:srgbClr val="ADADAD">
                    <a:alpha val="924"/>
                  </a:srgbClr>
                </a:gs>
                <a:gs pos="100000">
                  <a:srgbClr val="ADADAD">
                    <a:alpha val="3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Splat 47"/>
            <p:cNvSpPr>
              <a:spLocks noGrp="1"/>
            </p:cNvSpPr>
            <p:nvPr/>
          </p:nvSpPr>
          <p:spPr>
            <a:xfrm rot="9327081">
              <a:off x="1993862" y="1334304"/>
              <a:ext cx="50525" cy="12631"/>
            </a:xfrm>
            <a:prstGeom prst="ellipse">
              <a:avLst/>
            </a:prstGeom>
            <a:gradFill>
              <a:gsLst>
                <a:gs pos="0">
                  <a:srgbClr val="E7E7E7">
                    <a:alpha val="20095"/>
                  </a:srgbClr>
                </a:gs>
                <a:gs pos="14286">
                  <a:srgbClr val="E7E7E7">
                    <a:alpha val="18632"/>
                  </a:srgbClr>
                </a:gs>
                <a:gs pos="28571">
                  <a:srgbClr val="E7E7E7">
                    <a:alpha val="14794"/>
                  </a:srgbClr>
                </a:gs>
                <a:gs pos="42857">
                  <a:srgbClr val="E7E7E7">
                    <a:alpha val="9968"/>
                  </a:srgbClr>
                </a:gs>
                <a:gs pos="57143">
                  <a:srgbClr val="E7E7E7">
                    <a:alpha val="5653"/>
                  </a:srgbClr>
                </a:gs>
                <a:gs pos="71429">
                  <a:srgbClr val="E7E7E7">
                    <a:alpha val="2687"/>
                  </a:srgbClr>
                </a:gs>
                <a:gs pos="85714">
                  <a:srgbClr val="E7E7E7">
                    <a:alpha val="1071"/>
                  </a:srgbClr>
                </a:gs>
                <a:gs pos="100000">
                  <a:srgbClr val="E7E7E7">
                    <a:alpha val="3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Splat 48"/>
            <p:cNvSpPr>
              <a:spLocks noGrp="1"/>
            </p:cNvSpPr>
            <p:nvPr/>
          </p:nvSpPr>
          <p:spPr>
            <a:xfrm rot="3605830">
              <a:off x="1776798" y="1269700"/>
              <a:ext cx="46089" cy="11522"/>
            </a:xfrm>
            <a:prstGeom prst="ellipse">
              <a:avLst/>
            </a:prstGeom>
            <a:gradFill>
              <a:gsLst>
                <a:gs pos="0">
                  <a:srgbClr val="E8E8E8">
                    <a:alpha val="20877"/>
                  </a:srgbClr>
                </a:gs>
                <a:gs pos="14286">
                  <a:srgbClr val="E8E8E8">
                    <a:alpha val="19364"/>
                  </a:srgbClr>
                </a:gs>
                <a:gs pos="28571">
                  <a:srgbClr val="E8E8E8">
                    <a:alpha val="15389"/>
                  </a:srgbClr>
                </a:gs>
                <a:gs pos="42857">
                  <a:srgbClr val="E8E8E8">
                    <a:alpha val="10382"/>
                  </a:srgbClr>
                </a:gs>
                <a:gs pos="57143">
                  <a:srgbClr val="E8E8E8">
                    <a:alpha val="5893"/>
                  </a:srgbClr>
                </a:gs>
                <a:gs pos="71429">
                  <a:srgbClr val="E8E8E8">
                    <a:alpha val="2803"/>
                  </a:srgbClr>
                </a:gs>
                <a:gs pos="85714">
                  <a:srgbClr val="E8E8E8">
                    <a:alpha val="1118"/>
                  </a:srgbClr>
                </a:gs>
                <a:gs pos="100000">
                  <a:srgbClr val="E8E8E8">
                    <a:alpha val="3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Splat 49"/>
            <p:cNvSpPr>
              <a:spLocks noGrp="1"/>
            </p:cNvSpPr>
            <p:nvPr/>
          </p:nvSpPr>
          <p:spPr>
            <a:xfrm rot="9542930">
              <a:off x="1977421" y="1069237"/>
              <a:ext cx="64930" cy="16232"/>
            </a:xfrm>
            <a:prstGeom prst="ellipse">
              <a:avLst/>
            </a:prstGeom>
            <a:gradFill>
              <a:gsLst>
                <a:gs pos="0">
                  <a:srgbClr val="A2A2A2">
                    <a:alpha val="17504"/>
                  </a:srgbClr>
                </a:gs>
                <a:gs pos="14286">
                  <a:srgbClr val="A2A2A2">
                    <a:alpha val="16210"/>
                  </a:srgbClr>
                </a:gs>
                <a:gs pos="28571">
                  <a:srgbClr val="A2A2A2">
                    <a:alpha val="12831"/>
                  </a:srgbClr>
                </a:gs>
                <a:gs pos="42857">
                  <a:srgbClr val="A2A2A2">
                    <a:alpha val="8613"/>
                  </a:srgbClr>
                </a:gs>
                <a:gs pos="57143">
                  <a:srgbClr val="A2A2A2">
                    <a:alpha val="4868"/>
                  </a:srgbClr>
                </a:gs>
                <a:gs pos="71429">
                  <a:srgbClr val="A2A2A2">
                    <a:alpha val="2309"/>
                  </a:srgbClr>
                </a:gs>
                <a:gs pos="85714">
                  <a:srgbClr val="A2A2A2">
                    <a:alpha val="920"/>
                  </a:srgbClr>
                </a:gs>
                <a:gs pos="100000">
                  <a:srgbClr val="A2A2A2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Splat 50"/>
            <p:cNvSpPr>
              <a:spLocks noGrp="1"/>
            </p:cNvSpPr>
            <p:nvPr/>
          </p:nvSpPr>
          <p:spPr>
            <a:xfrm rot="3328350">
              <a:off x="2125867" y="2630179"/>
              <a:ext cx="60039" cy="15010"/>
            </a:xfrm>
            <a:prstGeom prst="ellipse">
              <a:avLst/>
            </a:prstGeom>
            <a:gradFill>
              <a:gsLst>
                <a:gs pos="0">
                  <a:srgbClr val="BBBBBB">
                    <a:alpha val="18393"/>
                  </a:srgbClr>
                </a:gs>
                <a:gs pos="14286">
                  <a:srgbClr val="BBBBBB">
                    <a:alpha val="17040"/>
                  </a:srgbClr>
                </a:gs>
                <a:gs pos="28571">
                  <a:srgbClr val="BBBBBB">
                    <a:alpha val="13502"/>
                  </a:srgbClr>
                </a:gs>
                <a:gs pos="42857">
                  <a:srgbClr val="BBBBBB">
                    <a:alpha val="9076"/>
                  </a:srgbClr>
                </a:gs>
                <a:gs pos="57143">
                  <a:srgbClr val="BBBBBB">
                    <a:alpha val="5135"/>
                  </a:srgbClr>
                </a:gs>
                <a:gs pos="71429">
                  <a:srgbClr val="BBBBBB">
                    <a:alpha val="2438"/>
                  </a:srgbClr>
                </a:gs>
                <a:gs pos="85714">
                  <a:srgbClr val="BBBBBB">
                    <a:alpha val="971"/>
                  </a:srgbClr>
                </a:gs>
                <a:gs pos="100000">
                  <a:srgbClr val="BBBBBB">
                    <a:alpha val="3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Splat 51"/>
            <p:cNvSpPr>
              <a:spLocks noGrp="1"/>
            </p:cNvSpPr>
            <p:nvPr/>
          </p:nvSpPr>
          <p:spPr>
            <a:xfrm rot="-10790134">
              <a:off x="869140" y="660788"/>
              <a:ext cx="50019" cy="12505"/>
            </a:xfrm>
            <a:prstGeom prst="ellipse">
              <a:avLst/>
            </a:prstGeom>
            <a:gradFill>
              <a:gsLst>
                <a:gs pos="0">
                  <a:srgbClr val="FBFBFB">
                    <a:alpha val="20185"/>
                  </a:srgbClr>
                </a:gs>
                <a:gs pos="14286">
                  <a:srgbClr val="FBFBFB">
                    <a:alpha val="18716"/>
                  </a:srgbClr>
                </a:gs>
                <a:gs pos="28571">
                  <a:srgbClr val="FBFBFB">
                    <a:alpha val="14862"/>
                  </a:srgbClr>
                </a:gs>
                <a:gs pos="42857">
                  <a:srgbClr val="FBFBFB">
                    <a:alpha val="10016"/>
                  </a:srgbClr>
                </a:gs>
                <a:gs pos="57143">
                  <a:srgbClr val="FBFBFB">
                    <a:alpha val="5680"/>
                  </a:srgbClr>
                </a:gs>
                <a:gs pos="71429">
                  <a:srgbClr val="FBFBFB">
                    <a:alpha val="2700"/>
                  </a:srgbClr>
                </a:gs>
                <a:gs pos="85714">
                  <a:srgbClr val="FBFBFB">
                    <a:alpha val="1077"/>
                  </a:srgbClr>
                </a:gs>
                <a:gs pos="100000">
                  <a:srgbClr val="FBFBFB">
                    <a:alpha val="3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Splat 52"/>
            <p:cNvSpPr>
              <a:spLocks noGrp="1"/>
            </p:cNvSpPr>
            <p:nvPr/>
          </p:nvSpPr>
          <p:spPr>
            <a:xfrm rot="5319554">
              <a:off x="3417490" y="379619"/>
              <a:ext cx="65366" cy="16341"/>
            </a:xfrm>
            <a:prstGeom prst="ellipse">
              <a:avLst/>
            </a:prstGeom>
            <a:gradFill>
              <a:gsLst>
                <a:gs pos="0">
                  <a:srgbClr val="919191">
                    <a:alpha val="17424"/>
                  </a:srgbClr>
                </a:gs>
                <a:gs pos="14286">
                  <a:srgbClr val="919191">
                    <a:alpha val="16136"/>
                  </a:srgbClr>
                </a:gs>
                <a:gs pos="28571">
                  <a:srgbClr val="919191">
                    <a:alpha val="12771"/>
                  </a:srgbClr>
                </a:gs>
                <a:gs pos="42857">
                  <a:srgbClr val="919191">
                    <a:alpha val="8572"/>
                  </a:srgbClr>
                </a:gs>
                <a:gs pos="57143">
                  <a:srgbClr val="919191">
                    <a:alpha val="4845"/>
                  </a:srgbClr>
                </a:gs>
                <a:gs pos="71429">
                  <a:srgbClr val="919191">
                    <a:alpha val="2298"/>
                  </a:srgbClr>
                </a:gs>
                <a:gs pos="85714">
                  <a:srgbClr val="919191">
                    <a:alpha val="915"/>
                  </a:srgbClr>
                </a:gs>
                <a:gs pos="100000">
                  <a:srgbClr val="919191">
                    <a:alpha val="3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Splat 53"/>
            <p:cNvSpPr>
              <a:spLocks noGrp="1"/>
            </p:cNvSpPr>
            <p:nvPr/>
          </p:nvSpPr>
          <p:spPr>
            <a:xfrm rot="-10127223">
              <a:off x="1481034" y="1707601"/>
              <a:ext cx="48809" cy="12202"/>
            </a:xfrm>
            <a:prstGeom prst="ellipse">
              <a:avLst/>
            </a:prstGeom>
            <a:gradFill>
              <a:gsLst>
                <a:gs pos="0">
                  <a:srgbClr val="E2E2E2">
                    <a:alpha val="20398"/>
                  </a:srgbClr>
                </a:gs>
                <a:gs pos="14286">
                  <a:srgbClr val="E2E2E2">
                    <a:alpha val="18916"/>
                  </a:srgbClr>
                </a:gs>
                <a:gs pos="28571">
                  <a:srgbClr val="E2E2E2">
                    <a:alpha val="15025"/>
                  </a:srgbClr>
                </a:gs>
                <a:gs pos="42857">
                  <a:srgbClr val="E2E2E2">
                    <a:alpha val="10128"/>
                  </a:srgbClr>
                </a:gs>
                <a:gs pos="57143">
                  <a:srgbClr val="E2E2E2">
                    <a:alpha val="5746"/>
                  </a:srgbClr>
                </a:gs>
                <a:gs pos="71429">
                  <a:srgbClr val="E2E2E2">
                    <a:alpha val="2732"/>
                  </a:srgbClr>
                </a:gs>
                <a:gs pos="85714">
                  <a:srgbClr val="E2E2E2">
                    <a:alpha val="1089"/>
                  </a:srgbClr>
                </a:gs>
                <a:gs pos="100000">
                  <a:srgbClr val="E2E2E2">
                    <a:alpha val="3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Splat 54"/>
            <p:cNvSpPr>
              <a:spLocks noGrp="1"/>
            </p:cNvSpPr>
            <p:nvPr/>
          </p:nvSpPr>
          <p:spPr>
            <a:xfrm rot="5400000">
              <a:off x="2520625" y="1912501"/>
              <a:ext cx="41429" cy="41429"/>
            </a:xfrm>
            <a:prstGeom prst="ellipse">
              <a:avLst/>
            </a:prstGeom>
            <a:gradFill>
              <a:gsLst>
                <a:gs pos="0">
                  <a:srgbClr val="E6E6E6">
                    <a:alpha val="18682"/>
                  </a:srgbClr>
                </a:gs>
                <a:gs pos="14286">
                  <a:srgbClr val="E6E6E6">
                    <a:alpha val="17310"/>
                  </a:srgbClr>
                </a:gs>
                <a:gs pos="28571">
                  <a:srgbClr val="E6E6E6">
                    <a:alpha val="13721"/>
                  </a:srgbClr>
                </a:gs>
                <a:gs pos="42857">
                  <a:srgbClr val="E6E6E6">
                    <a:alpha val="9226"/>
                  </a:srgbClr>
                </a:gs>
                <a:gs pos="57143">
                  <a:srgbClr val="E6E6E6">
                    <a:alpha val="5222"/>
                  </a:srgbClr>
                </a:gs>
                <a:gs pos="71429">
                  <a:srgbClr val="E6E6E6">
                    <a:alpha val="2479"/>
                  </a:srgbClr>
                </a:gs>
                <a:gs pos="85714">
                  <a:srgbClr val="E6E6E6">
                    <a:alpha val="988"/>
                  </a:srgbClr>
                </a:gs>
                <a:gs pos="100000">
                  <a:srgbClr val="E6E6E6">
                    <a:alpha val="3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Splat 55"/>
            <p:cNvSpPr>
              <a:spLocks noGrp="1"/>
            </p:cNvSpPr>
            <p:nvPr/>
          </p:nvSpPr>
          <p:spPr>
            <a:xfrm rot="-9955846">
              <a:off x="3147969" y="999466"/>
              <a:ext cx="217807" cy="7886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Splat 56"/>
            <p:cNvSpPr>
              <a:spLocks noGrp="1"/>
            </p:cNvSpPr>
            <p:nvPr/>
          </p:nvSpPr>
          <p:spPr>
            <a:xfrm rot="-10252883">
              <a:off x="650995" y="1891233"/>
              <a:ext cx="624030" cy="35885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Splat 57"/>
            <p:cNvSpPr>
              <a:spLocks noGrp="1"/>
            </p:cNvSpPr>
            <p:nvPr/>
          </p:nvSpPr>
          <p:spPr>
            <a:xfrm rot="-8559334">
              <a:off x="1762107" y="1988265"/>
              <a:ext cx="255493" cy="3147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Splat 58"/>
            <p:cNvSpPr>
              <a:spLocks noGrp="1"/>
            </p:cNvSpPr>
            <p:nvPr/>
          </p:nvSpPr>
          <p:spPr>
            <a:xfrm rot="4492423">
              <a:off x="1788974" y="1894784"/>
              <a:ext cx="66169" cy="16542"/>
            </a:xfrm>
            <a:prstGeom prst="ellipse">
              <a:avLst/>
            </a:prstGeom>
            <a:gradFill>
              <a:gsLst>
                <a:gs pos="0">
                  <a:srgbClr val="A7A7A7">
                    <a:alpha val="17277"/>
                  </a:srgbClr>
                </a:gs>
                <a:gs pos="14286">
                  <a:srgbClr val="A7A7A7">
                    <a:alpha val="15998"/>
                  </a:srgbClr>
                </a:gs>
                <a:gs pos="28571">
                  <a:srgbClr val="A7A7A7">
                    <a:alpha val="12660"/>
                  </a:srgbClr>
                </a:gs>
                <a:gs pos="42857">
                  <a:srgbClr val="A7A7A7">
                    <a:alpha val="8496"/>
                  </a:srgbClr>
                </a:gs>
                <a:gs pos="57143">
                  <a:srgbClr val="A7A7A7">
                    <a:alpha val="4801"/>
                  </a:srgbClr>
                </a:gs>
                <a:gs pos="71429">
                  <a:srgbClr val="A7A7A7">
                    <a:alpha val="2277"/>
                  </a:srgbClr>
                </a:gs>
                <a:gs pos="85714">
                  <a:srgbClr val="A7A7A7">
                    <a:alpha val="906"/>
                  </a:srgbClr>
                </a:gs>
                <a:gs pos="100000">
                  <a:srgbClr val="A7A7A7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Splat 59"/>
            <p:cNvSpPr>
              <a:spLocks noGrp="1"/>
            </p:cNvSpPr>
            <p:nvPr/>
          </p:nvSpPr>
          <p:spPr>
            <a:xfrm rot="5433762">
              <a:off x="3079364" y="276451"/>
              <a:ext cx="66189" cy="16547"/>
            </a:xfrm>
            <a:prstGeom prst="ellipse">
              <a:avLst/>
            </a:prstGeom>
            <a:gradFill>
              <a:gsLst>
                <a:gs pos="0">
                  <a:srgbClr val="8C8C8C">
                    <a:alpha val="17274"/>
                  </a:srgbClr>
                </a:gs>
                <a:gs pos="14286">
                  <a:srgbClr val="8C8C8C">
                    <a:alpha val="15995"/>
                  </a:srgbClr>
                </a:gs>
                <a:gs pos="28571">
                  <a:srgbClr val="8C8C8C">
                    <a:alpha val="12657"/>
                  </a:srgbClr>
                </a:gs>
                <a:gs pos="42857">
                  <a:srgbClr val="8C8C8C">
                    <a:alpha val="8494"/>
                  </a:srgbClr>
                </a:gs>
                <a:gs pos="57143">
                  <a:srgbClr val="8C8C8C">
                    <a:alpha val="4800"/>
                  </a:srgbClr>
                </a:gs>
                <a:gs pos="71429">
                  <a:srgbClr val="8C8C8C">
                    <a:alpha val="2276"/>
                  </a:srgbClr>
                </a:gs>
                <a:gs pos="85714">
                  <a:srgbClr val="8C8C8C">
                    <a:alpha val="906"/>
                  </a:srgbClr>
                </a:gs>
                <a:gs pos="100000">
                  <a:srgbClr val="8C8C8C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Splat 60"/>
            <p:cNvSpPr>
              <a:spLocks noGrp="1"/>
            </p:cNvSpPr>
            <p:nvPr/>
          </p:nvSpPr>
          <p:spPr>
            <a:xfrm rot="6291019">
              <a:off x="3556435" y="1876091"/>
              <a:ext cx="64433" cy="16108"/>
            </a:xfrm>
            <a:prstGeom prst="ellipse">
              <a:avLst/>
            </a:prstGeom>
            <a:gradFill>
              <a:gsLst>
                <a:gs pos="0">
                  <a:srgbClr val="A1A1A1">
                    <a:alpha val="17595"/>
                  </a:srgbClr>
                </a:gs>
                <a:gs pos="14286">
                  <a:srgbClr val="A1A1A1">
                    <a:alpha val="16295"/>
                  </a:srgbClr>
                </a:gs>
                <a:gs pos="28571">
                  <a:srgbClr val="A1A1A1">
                    <a:alpha val="12899"/>
                  </a:srgbClr>
                </a:gs>
                <a:gs pos="42857">
                  <a:srgbClr val="A1A1A1">
                    <a:alpha val="8661"/>
                  </a:srgbClr>
                </a:gs>
                <a:gs pos="57143">
                  <a:srgbClr val="A1A1A1">
                    <a:alpha val="4896"/>
                  </a:srgbClr>
                </a:gs>
                <a:gs pos="71429">
                  <a:srgbClr val="A1A1A1">
                    <a:alpha val="2322"/>
                  </a:srgbClr>
                </a:gs>
                <a:gs pos="85714">
                  <a:srgbClr val="A1A1A1">
                    <a:alpha val="925"/>
                  </a:srgbClr>
                </a:gs>
                <a:gs pos="100000">
                  <a:srgbClr val="A1A1A1">
                    <a:alpha val="3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Splat 61"/>
            <p:cNvSpPr>
              <a:spLocks noGrp="1"/>
            </p:cNvSpPr>
            <p:nvPr/>
          </p:nvSpPr>
          <p:spPr>
            <a:xfrm rot="-9598172">
              <a:off x="721119" y="1344175"/>
              <a:ext cx="305034" cy="4203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Splat 62"/>
            <p:cNvSpPr>
              <a:spLocks noGrp="1"/>
            </p:cNvSpPr>
            <p:nvPr/>
          </p:nvSpPr>
          <p:spPr>
            <a:xfrm rot="6245230">
              <a:off x="2644824" y="486323"/>
              <a:ext cx="66676" cy="16669"/>
            </a:xfrm>
            <a:prstGeom prst="ellipse">
              <a:avLst/>
            </a:prstGeom>
            <a:gradFill>
              <a:gsLst>
                <a:gs pos="0">
                  <a:srgbClr val="A5A5A5">
                    <a:alpha val="17185"/>
                  </a:srgbClr>
                </a:gs>
                <a:gs pos="14286">
                  <a:srgbClr val="A5A5A5">
                    <a:alpha val="15912"/>
                  </a:srgbClr>
                </a:gs>
                <a:gs pos="28571">
                  <a:srgbClr val="A5A5A5">
                    <a:alpha val="12590"/>
                  </a:srgbClr>
                </a:gs>
                <a:gs pos="42857">
                  <a:srgbClr val="A5A5A5">
                    <a:alpha val="8448"/>
                  </a:srgbClr>
                </a:gs>
                <a:gs pos="57143">
                  <a:srgbClr val="A5A5A5">
                    <a:alpha val="4773"/>
                  </a:srgbClr>
                </a:gs>
                <a:gs pos="71429">
                  <a:srgbClr val="A5A5A5">
                    <a:alpha val="2263"/>
                  </a:srgbClr>
                </a:gs>
                <a:gs pos="85714">
                  <a:srgbClr val="A5A5A5">
                    <a:alpha val="901"/>
                  </a:srgbClr>
                </a:gs>
                <a:gs pos="100000">
                  <a:srgbClr val="A5A5A5">
                    <a:alpha val="3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Splat 63"/>
            <p:cNvSpPr>
              <a:spLocks noGrp="1"/>
            </p:cNvSpPr>
            <p:nvPr/>
          </p:nvSpPr>
          <p:spPr>
            <a:xfrm rot="6632175">
              <a:off x="2401845" y="1725515"/>
              <a:ext cx="56024" cy="14006"/>
            </a:xfrm>
            <a:prstGeom prst="ellipse">
              <a:avLst/>
            </a:prstGeom>
            <a:gradFill>
              <a:gsLst>
                <a:gs pos="0">
                  <a:srgbClr val="D1D1D1">
                    <a:alpha val="19116"/>
                  </a:srgbClr>
                </a:gs>
                <a:gs pos="14286">
                  <a:srgbClr val="D1D1D1">
                    <a:alpha val="17716"/>
                  </a:srgbClr>
                </a:gs>
                <a:gs pos="28571">
                  <a:srgbClr val="D1D1D1">
                    <a:alpha val="14050"/>
                  </a:srgbClr>
                </a:gs>
                <a:gs pos="42857">
                  <a:srgbClr val="D1D1D1">
                    <a:alpha val="9454"/>
                  </a:srgbClr>
                </a:gs>
                <a:gs pos="57143">
                  <a:srgbClr val="D1D1D1">
                    <a:alpha val="5354"/>
                  </a:srgbClr>
                </a:gs>
                <a:gs pos="71429">
                  <a:srgbClr val="D1D1D1">
                    <a:alpha val="2543"/>
                  </a:srgbClr>
                </a:gs>
                <a:gs pos="85714">
                  <a:srgbClr val="D1D1D1">
                    <a:alpha val="1013"/>
                  </a:srgbClr>
                </a:gs>
                <a:gs pos="100000">
                  <a:srgbClr val="D1D1D1">
                    <a:alpha val="3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Splat 64"/>
            <p:cNvSpPr>
              <a:spLocks noGrp="1"/>
            </p:cNvSpPr>
            <p:nvPr/>
          </p:nvSpPr>
          <p:spPr>
            <a:xfrm rot="4277243">
              <a:off x="2038823" y="1081625"/>
              <a:ext cx="167337" cy="5693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Splat 65"/>
            <p:cNvSpPr>
              <a:spLocks noGrp="1"/>
            </p:cNvSpPr>
            <p:nvPr/>
          </p:nvSpPr>
          <p:spPr>
            <a:xfrm rot="2850937">
              <a:off x="2159087" y="1774593"/>
              <a:ext cx="537086" cy="32496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Splat 66"/>
            <p:cNvSpPr>
              <a:spLocks noGrp="1"/>
            </p:cNvSpPr>
            <p:nvPr/>
          </p:nvSpPr>
          <p:spPr>
            <a:xfrm rot="6559468">
              <a:off x="1571450" y="545633"/>
              <a:ext cx="215384" cy="2709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Splat 67"/>
            <p:cNvSpPr>
              <a:spLocks noGrp="1"/>
            </p:cNvSpPr>
            <p:nvPr/>
          </p:nvSpPr>
          <p:spPr>
            <a:xfrm rot="-8698975">
              <a:off x="2620084" y="2013316"/>
              <a:ext cx="68329" cy="17082"/>
            </a:xfrm>
            <a:prstGeom prst="ellipse">
              <a:avLst/>
            </a:prstGeom>
            <a:gradFill>
              <a:gsLst>
                <a:gs pos="0">
                  <a:srgbClr val="E0E0E0">
                    <a:alpha val="16881"/>
                  </a:srgbClr>
                </a:gs>
                <a:gs pos="14286">
                  <a:srgbClr val="E0E0E0">
                    <a:alpha val="15628"/>
                  </a:srgbClr>
                </a:gs>
                <a:gs pos="28571">
                  <a:srgbClr val="E0E0E0">
                    <a:alpha val="12361"/>
                  </a:srgbClr>
                </a:gs>
                <a:gs pos="42857">
                  <a:srgbClr val="E0E0E0">
                    <a:alpha val="8291"/>
                  </a:srgbClr>
                </a:gs>
                <a:gs pos="57143">
                  <a:srgbClr val="E0E0E0">
                    <a:alpha val="4682"/>
                  </a:srgbClr>
                </a:gs>
                <a:gs pos="71429">
                  <a:srgbClr val="E0E0E0">
                    <a:alpha val="2220"/>
                  </a:srgbClr>
                </a:gs>
                <a:gs pos="85714">
                  <a:srgbClr val="E0E0E0">
                    <a:alpha val="884"/>
                  </a:srgbClr>
                </a:gs>
                <a:gs pos="100000">
                  <a:srgbClr val="E0E0E0">
                    <a:alpha val="2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Splat 68"/>
            <p:cNvSpPr>
              <a:spLocks noGrp="1"/>
            </p:cNvSpPr>
            <p:nvPr/>
          </p:nvSpPr>
          <p:spPr>
            <a:xfrm rot="5842528">
              <a:off x="666875" y="496301"/>
              <a:ext cx="195017" cy="2986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Splat 69"/>
            <p:cNvSpPr>
              <a:spLocks noGrp="1"/>
            </p:cNvSpPr>
            <p:nvPr/>
          </p:nvSpPr>
          <p:spPr>
            <a:xfrm rot="3866975">
              <a:off x="2482537" y="1281637"/>
              <a:ext cx="59849" cy="14962"/>
            </a:xfrm>
            <a:prstGeom prst="ellipse">
              <a:avLst/>
            </a:prstGeom>
            <a:gradFill>
              <a:gsLst>
                <a:gs pos="0">
                  <a:srgbClr val="D3D3D3">
                    <a:alpha val="18428"/>
                  </a:srgbClr>
                </a:gs>
                <a:gs pos="14286">
                  <a:srgbClr val="D3D3D3">
                    <a:alpha val="17073"/>
                  </a:srgbClr>
                </a:gs>
                <a:gs pos="28571">
                  <a:srgbClr val="D3D3D3">
                    <a:alpha val="13528"/>
                  </a:srgbClr>
                </a:gs>
                <a:gs pos="42857">
                  <a:srgbClr val="D3D3D3">
                    <a:alpha val="9094"/>
                  </a:srgbClr>
                </a:gs>
                <a:gs pos="57143">
                  <a:srgbClr val="D3D3D3">
                    <a:alpha val="5146"/>
                  </a:srgbClr>
                </a:gs>
                <a:gs pos="71429">
                  <a:srgbClr val="D3D3D3">
                    <a:alpha val="2443"/>
                  </a:srgbClr>
                </a:gs>
                <a:gs pos="85714">
                  <a:srgbClr val="D3D3D3">
                    <a:alpha val="973"/>
                  </a:srgbClr>
                </a:gs>
                <a:gs pos="100000">
                  <a:srgbClr val="D3D3D3">
                    <a:alpha val="3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Splat 70"/>
            <p:cNvSpPr>
              <a:spLocks noGrp="1"/>
            </p:cNvSpPr>
            <p:nvPr/>
          </p:nvSpPr>
          <p:spPr>
            <a:xfrm rot="7383860">
              <a:off x="2062120" y="1282255"/>
              <a:ext cx="51995" cy="12999"/>
            </a:xfrm>
            <a:prstGeom prst="ellipse">
              <a:avLst/>
            </a:prstGeom>
            <a:gradFill>
              <a:gsLst>
                <a:gs pos="0">
                  <a:srgbClr val="E0E0E0">
                    <a:alpha val="19835"/>
                  </a:srgbClr>
                </a:gs>
                <a:gs pos="14286">
                  <a:srgbClr val="E0E0E0">
                    <a:alpha val="18388"/>
                  </a:srgbClr>
                </a:gs>
                <a:gs pos="28571">
                  <a:srgbClr val="E0E0E0">
                    <a:alpha val="14595"/>
                  </a:srgbClr>
                </a:gs>
                <a:gs pos="42857">
                  <a:srgbClr val="E0E0E0">
                    <a:alpha val="9831"/>
                  </a:srgbClr>
                </a:gs>
                <a:gs pos="57143">
                  <a:srgbClr val="E0E0E0">
                    <a:alpha val="5573"/>
                  </a:srgbClr>
                </a:gs>
                <a:gs pos="71429">
                  <a:srgbClr val="E0E0E0">
                    <a:alpha val="2648"/>
                  </a:srgbClr>
                </a:gs>
                <a:gs pos="85714">
                  <a:srgbClr val="E0E0E0">
                    <a:alpha val="1056"/>
                  </a:srgbClr>
                </a:gs>
                <a:gs pos="100000">
                  <a:srgbClr val="E0E0E0">
                    <a:alpha val="3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Splat 71"/>
            <p:cNvSpPr>
              <a:spLocks noGrp="1"/>
            </p:cNvSpPr>
            <p:nvPr/>
          </p:nvSpPr>
          <p:spPr>
            <a:xfrm rot="5179213">
              <a:off x="2120744" y="1816847"/>
              <a:ext cx="229374" cy="2369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Splat 72"/>
            <p:cNvSpPr>
              <a:spLocks noGrp="1"/>
            </p:cNvSpPr>
            <p:nvPr/>
          </p:nvSpPr>
          <p:spPr>
            <a:xfrm rot="6719730">
              <a:off x="173198" y="1101331"/>
              <a:ext cx="172714" cy="2980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Splat 73"/>
            <p:cNvSpPr>
              <a:spLocks noGrp="1"/>
            </p:cNvSpPr>
            <p:nvPr/>
          </p:nvSpPr>
          <p:spPr>
            <a:xfrm rot="10137560">
              <a:off x="1894971" y="1954265"/>
              <a:ext cx="226075" cy="7892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Splat 74"/>
            <p:cNvSpPr>
              <a:spLocks noGrp="1"/>
            </p:cNvSpPr>
            <p:nvPr/>
          </p:nvSpPr>
          <p:spPr>
            <a:xfrm rot="5646405">
              <a:off x="588211" y="1161086"/>
              <a:ext cx="59582" cy="14895"/>
            </a:xfrm>
            <a:prstGeom prst="ellipse">
              <a:avLst/>
            </a:prstGeom>
            <a:gradFill>
              <a:gsLst>
                <a:gs pos="0">
                  <a:srgbClr val="ECECEC">
                    <a:alpha val="18476"/>
                  </a:srgbClr>
                </a:gs>
                <a:gs pos="14286">
                  <a:srgbClr val="ECECEC">
                    <a:alpha val="17118"/>
                  </a:srgbClr>
                </a:gs>
                <a:gs pos="28571">
                  <a:srgbClr val="ECECEC">
                    <a:alpha val="13565"/>
                  </a:srgbClr>
                </a:gs>
                <a:gs pos="42857">
                  <a:srgbClr val="ECECEC">
                    <a:alpha val="9119"/>
                  </a:srgbClr>
                </a:gs>
                <a:gs pos="57143">
                  <a:srgbClr val="ECECEC">
                    <a:alpha val="5160"/>
                  </a:srgbClr>
                </a:gs>
                <a:gs pos="71429">
                  <a:srgbClr val="ECECEC">
                    <a:alpha val="2450"/>
                  </a:srgbClr>
                </a:gs>
                <a:gs pos="85714">
                  <a:srgbClr val="ECECEC">
                    <a:alpha val="976"/>
                  </a:srgbClr>
                </a:gs>
                <a:gs pos="100000">
                  <a:srgbClr val="ECECEC">
                    <a:alpha val="3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Splat 75"/>
            <p:cNvSpPr>
              <a:spLocks noGrp="1"/>
            </p:cNvSpPr>
            <p:nvPr/>
          </p:nvSpPr>
          <p:spPr>
            <a:xfrm rot="3456855">
              <a:off x="2104787" y="1705017"/>
              <a:ext cx="195460" cy="2909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Splat 76"/>
            <p:cNvSpPr>
              <a:spLocks noGrp="1"/>
            </p:cNvSpPr>
            <p:nvPr/>
          </p:nvSpPr>
          <p:spPr>
            <a:xfrm rot="5232539">
              <a:off x="2765828" y="1848600"/>
              <a:ext cx="64891" cy="16223"/>
            </a:xfrm>
            <a:prstGeom prst="ellipse">
              <a:avLst/>
            </a:prstGeom>
            <a:gradFill>
              <a:gsLst>
                <a:gs pos="0">
                  <a:srgbClr val="D9D9D9">
                    <a:alpha val="17511"/>
                  </a:srgbClr>
                </a:gs>
                <a:gs pos="14286">
                  <a:srgbClr val="D9D9D9">
                    <a:alpha val="16217"/>
                  </a:srgbClr>
                </a:gs>
                <a:gs pos="28571">
                  <a:srgbClr val="D9D9D9">
                    <a:alpha val="12836"/>
                  </a:srgbClr>
                </a:gs>
                <a:gs pos="42857">
                  <a:srgbClr val="D9D9D9">
                    <a:alpha val="8617"/>
                  </a:srgbClr>
                </a:gs>
                <a:gs pos="57143">
                  <a:srgbClr val="D9D9D9">
                    <a:alpha val="4871"/>
                  </a:srgbClr>
                </a:gs>
                <a:gs pos="71429">
                  <a:srgbClr val="D9D9D9">
                    <a:alpha val="2310"/>
                  </a:srgbClr>
                </a:gs>
                <a:gs pos="85714">
                  <a:srgbClr val="D9D9D9">
                    <a:alpha val="920"/>
                  </a:srgbClr>
                </a:gs>
                <a:gs pos="100000">
                  <a:srgbClr val="D9D9D9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Splat 77"/>
            <p:cNvSpPr>
              <a:spLocks noGrp="1"/>
            </p:cNvSpPr>
            <p:nvPr/>
          </p:nvSpPr>
          <p:spPr>
            <a:xfrm rot="-9919806">
              <a:off x="2633917" y="1642458"/>
              <a:ext cx="67149" cy="16787"/>
            </a:xfrm>
            <a:prstGeom prst="ellipse">
              <a:avLst/>
            </a:prstGeom>
            <a:gradFill>
              <a:gsLst>
                <a:gs pos="0">
                  <a:srgbClr val="545454">
                    <a:alpha val="17098"/>
                  </a:srgbClr>
                </a:gs>
                <a:gs pos="14286">
                  <a:srgbClr val="545454">
                    <a:alpha val="15831"/>
                  </a:srgbClr>
                </a:gs>
                <a:gs pos="28571">
                  <a:srgbClr val="545454">
                    <a:alpha val="12525"/>
                  </a:srgbClr>
                </a:gs>
                <a:gs pos="42857">
                  <a:srgbClr val="545454">
                    <a:alpha val="8403"/>
                  </a:srgbClr>
                </a:gs>
                <a:gs pos="57143">
                  <a:srgbClr val="545454">
                    <a:alpha val="4747"/>
                  </a:srgbClr>
                </a:gs>
                <a:gs pos="71429">
                  <a:srgbClr val="545454">
                    <a:alpha val="2251"/>
                  </a:srgbClr>
                </a:gs>
                <a:gs pos="85714">
                  <a:srgbClr val="545454">
                    <a:alpha val="896"/>
                  </a:srgbClr>
                </a:gs>
                <a:gs pos="100000">
                  <a:srgbClr val="545454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Splat 78"/>
            <p:cNvSpPr>
              <a:spLocks noGrp="1"/>
            </p:cNvSpPr>
            <p:nvPr/>
          </p:nvSpPr>
          <p:spPr>
            <a:xfrm rot="-9566321">
              <a:off x="2438169" y="2000936"/>
              <a:ext cx="250578" cy="3682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Splat 79"/>
            <p:cNvSpPr>
              <a:spLocks noGrp="1"/>
            </p:cNvSpPr>
            <p:nvPr/>
          </p:nvSpPr>
          <p:spPr>
            <a:xfrm rot="10746253">
              <a:off x="2567890" y="1640044"/>
              <a:ext cx="61976" cy="15494"/>
            </a:xfrm>
            <a:prstGeom prst="ellipse">
              <a:avLst/>
            </a:prstGeom>
            <a:gradFill>
              <a:gsLst>
                <a:gs pos="0">
                  <a:srgbClr val="CFCFCF">
                    <a:alpha val="18042"/>
                  </a:srgbClr>
                </a:gs>
                <a:gs pos="14286">
                  <a:srgbClr val="CFCFCF">
                    <a:alpha val="16713"/>
                  </a:srgbClr>
                </a:gs>
                <a:gs pos="28571">
                  <a:srgbClr val="CFCFCF">
                    <a:alpha val="13237"/>
                  </a:srgbClr>
                </a:gs>
                <a:gs pos="42857">
                  <a:srgbClr val="CFCFCF">
                    <a:alpha val="8893"/>
                  </a:srgbClr>
                </a:gs>
                <a:gs pos="57143">
                  <a:srgbClr val="CFCFCF">
                    <a:alpha val="5030"/>
                  </a:srgbClr>
                </a:gs>
                <a:gs pos="71429">
                  <a:srgbClr val="CFCFCF">
                    <a:alpha val="2387"/>
                  </a:srgbClr>
                </a:gs>
                <a:gs pos="85714">
                  <a:srgbClr val="CFCFCF">
                    <a:alpha val="951"/>
                  </a:srgbClr>
                </a:gs>
                <a:gs pos="100000">
                  <a:srgbClr val="CFCFCF">
                    <a:alpha val="3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Splat 80"/>
            <p:cNvSpPr>
              <a:spLocks noGrp="1"/>
            </p:cNvSpPr>
            <p:nvPr/>
          </p:nvSpPr>
          <p:spPr>
            <a:xfrm rot="9644145">
              <a:off x="478805" y="668626"/>
              <a:ext cx="67191" cy="16798"/>
            </a:xfrm>
            <a:prstGeom prst="ellipse">
              <a:avLst/>
            </a:prstGeom>
            <a:gradFill>
              <a:gsLst>
                <a:gs pos="0">
                  <a:srgbClr val="ACACAC">
                    <a:alpha val="17090"/>
                  </a:srgbClr>
                </a:gs>
                <a:gs pos="14286">
                  <a:srgbClr val="ACACAC">
                    <a:alpha val="15824"/>
                  </a:srgbClr>
                </a:gs>
                <a:gs pos="28571">
                  <a:srgbClr val="ACACAC">
                    <a:alpha val="12519"/>
                  </a:srgbClr>
                </a:gs>
                <a:gs pos="42857">
                  <a:srgbClr val="ACACAC">
                    <a:alpha val="8399"/>
                  </a:srgbClr>
                </a:gs>
                <a:gs pos="57143">
                  <a:srgbClr val="ACACAC">
                    <a:alpha val="4745"/>
                  </a:srgbClr>
                </a:gs>
                <a:gs pos="71429">
                  <a:srgbClr val="ACACAC">
                    <a:alpha val="2250"/>
                  </a:srgbClr>
                </a:gs>
                <a:gs pos="85714">
                  <a:srgbClr val="ACACAC">
                    <a:alpha val="896"/>
                  </a:srgbClr>
                </a:gs>
                <a:gs pos="100000">
                  <a:srgbClr val="ACACAC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Splat 81"/>
            <p:cNvSpPr>
              <a:spLocks noGrp="1"/>
            </p:cNvSpPr>
            <p:nvPr/>
          </p:nvSpPr>
          <p:spPr>
            <a:xfrm rot="-9384355">
              <a:off x="954484" y="1031291"/>
              <a:ext cx="201194" cy="4425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Splat 82"/>
            <p:cNvSpPr>
              <a:spLocks noGrp="1"/>
            </p:cNvSpPr>
            <p:nvPr/>
          </p:nvSpPr>
          <p:spPr>
            <a:xfrm rot="-10260555">
              <a:off x="1878544" y="1725683"/>
              <a:ext cx="75013" cy="4035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Splat 83"/>
            <p:cNvSpPr>
              <a:spLocks noGrp="1"/>
            </p:cNvSpPr>
            <p:nvPr/>
          </p:nvSpPr>
          <p:spPr>
            <a:xfrm rot="7313540">
              <a:off x="1627508" y="599886"/>
              <a:ext cx="60177" cy="15044"/>
            </a:xfrm>
            <a:prstGeom prst="ellipse">
              <a:avLst/>
            </a:prstGeom>
            <a:gradFill>
              <a:gsLst>
                <a:gs pos="0">
                  <a:srgbClr val="CECECE">
                    <a:alpha val="18368"/>
                  </a:srgbClr>
                </a:gs>
                <a:gs pos="14286">
                  <a:srgbClr val="CECECE">
                    <a:alpha val="17017"/>
                  </a:srgbClr>
                </a:gs>
                <a:gs pos="28571">
                  <a:srgbClr val="CECECE">
                    <a:alpha val="13484"/>
                  </a:srgbClr>
                </a:gs>
                <a:gs pos="42857">
                  <a:srgbClr val="CECECE">
                    <a:alpha val="9063"/>
                  </a:srgbClr>
                </a:gs>
                <a:gs pos="57143">
                  <a:srgbClr val="CECECE">
                    <a:alpha val="5128"/>
                  </a:srgbClr>
                </a:gs>
                <a:gs pos="71429">
                  <a:srgbClr val="CECECE">
                    <a:alpha val="2434"/>
                  </a:srgbClr>
                </a:gs>
                <a:gs pos="85714">
                  <a:srgbClr val="CECECE">
                    <a:alpha val="970"/>
                  </a:srgbClr>
                </a:gs>
                <a:gs pos="100000">
                  <a:srgbClr val="CECECE">
                    <a:alpha val="3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Splat 84"/>
            <p:cNvSpPr>
              <a:spLocks noGrp="1"/>
            </p:cNvSpPr>
            <p:nvPr/>
          </p:nvSpPr>
          <p:spPr>
            <a:xfrm rot="-10348736">
              <a:off x="979020" y="1668559"/>
              <a:ext cx="63582" cy="15896"/>
            </a:xfrm>
            <a:prstGeom prst="ellipse">
              <a:avLst/>
            </a:prstGeom>
            <a:gradFill>
              <a:gsLst>
                <a:gs pos="0">
                  <a:srgbClr val="CACACA">
                    <a:alpha val="17750"/>
                  </a:srgbClr>
                </a:gs>
                <a:gs pos="14286">
                  <a:srgbClr val="CACACA">
                    <a:alpha val="16440"/>
                  </a:srgbClr>
                </a:gs>
                <a:gs pos="28571">
                  <a:srgbClr val="CACACA">
                    <a:alpha val="13016"/>
                  </a:srgbClr>
                </a:gs>
                <a:gs pos="42857">
                  <a:srgbClr val="CACACA">
                    <a:alpha val="8741"/>
                  </a:srgbClr>
                </a:gs>
                <a:gs pos="57143">
                  <a:srgbClr val="CACACA">
                    <a:alpha val="4942"/>
                  </a:srgbClr>
                </a:gs>
                <a:gs pos="71429">
                  <a:srgbClr val="CACACA">
                    <a:alpha val="2345"/>
                  </a:srgbClr>
                </a:gs>
                <a:gs pos="85714">
                  <a:srgbClr val="CACACA">
                    <a:alpha val="934"/>
                  </a:srgbClr>
                </a:gs>
                <a:gs pos="100000">
                  <a:srgbClr val="CACACA">
                    <a:alpha val="3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Splat 85"/>
            <p:cNvSpPr>
              <a:spLocks noGrp="1"/>
            </p:cNvSpPr>
            <p:nvPr/>
          </p:nvSpPr>
          <p:spPr>
            <a:xfrm rot="3955996">
              <a:off x="1180351" y="537271"/>
              <a:ext cx="193887" cy="2625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Splat 86"/>
            <p:cNvSpPr>
              <a:spLocks noGrp="1"/>
            </p:cNvSpPr>
            <p:nvPr/>
          </p:nvSpPr>
          <p:spPr>
            <a:xfrm rot="-8346436">
              <a:off x="1795930" y="620198"/>
              <a:ext cx="226576" cy="2863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Splat 87"/>
            <p:cNvSpPr>
              <a:spLocks noGrp="1"/>
            </p:cNvSpPr>
            <p:nvPr/>
          </p:nvSpPr>
          <p:spPr>
            <a:xfrm rot="3667746">
              <a:off x="1728246" y="570783"/>
              <a:ext cx="233204" cy="2788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Splat 88"/>
            <p:cNvSpPr>
              <a:spLocks noGrp="1"/>
            </p:cNvSpPr>
            <p:nvPr/>
          </p:nvSpPr>
          <p:spPr>
            <a:xfrm rot="4260986">
              <a:off x="2483139" y="1943581"/>
              <a:ext cx="228818" cy="2782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Splat 89"/>
            <p:cNvSpPr>
              <a:spLocks noGrp="1"/>
            </p:cNvSpPr>
            <p:nvPr/>
          </p:nvSpPr>
          <p:spPr>
            <a:xfrm rot="8186389">
              <a:off x="1001903" y="1799203"/>
              <a:ext cx="66708" cy="16677"/>
            </a:xfrm>
            <a:prstGeom prst="ellipse">
              <a:avLst/>
            </a:prstGeom>
            <a:gradFill>
              <a:gsLst>
                <a:gs pos="0">
                  <a:srgbClr val="C3C3C3">
                    <a:alpha val="17179"/>
                  </a:srgbClr>
                </a:gs>
                <a:gs pos="14286">
                  <a:srgbClr val="C3C3C3">
                    <a:alpha val="15906"/>
                  </a:srgbClr>
                </a:gs>
                <a:gs pos="28571">
                  <a:srgbClr val="C3C3C3">
                    <a:alpha val="12586"/>
                  </a:srgbClr>
                </a:gs>
                <a:gs pos="42857">
                  <a:srgbClr val="C3C3C3">
                    <a:alpha val="8445"/>
                  </a:srgbClr>
                </a:gs>
                <a:gs pos="57143">
                  <a:srgbClr val="C3C3C3">
                    <a:alpha val="4771"/>
                  </a:srgbClr>
                </a:gs>
                <a:gs pos="71429">
                  <a:srgbClr val="C3C3C3">
                    <a:alpha val="2262"/>
                  </a:srgbClr>
                </a:gs>
                <a:gs pos="85714">
                  <a:srgbClr val="C3C3C3">
                    <a:alpha val="901"/>
                  </a:srgbClr>
                </a:gs>
                <a:gs pos="100000">
                  <a:srgbClr val="C3C3C3">
                    <a:alpha val="3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Splat 90"/>
            <p:cNvSpPr>
              <a:spLocks noGrp="1"/>
            </p:cNvSpPr>
            <p:nvPr/>
          </p:nvSpPr>
          <p:spPr>
            <a:xfrm rot="5400000">
              <a:off x="3132128" y="376526"/>
              <a:ext cx="27099" cy="27099"/>
            </a:xfrm>
            <a:prstGeom prst="ellipse">
              <a:avLst/>
            </a:prstGeom>
            <a:gradFill>
              <a:gsLst>
                <a:gs pos="0">
                  <a:srgbClr val="CECECE">
                    <a:alpha val="19442"/>
                  </a:srgbClr>
                </a:gs>
                <a:gs pos="14286">
                  <a:srgbClr val="CECECE">
                    <a:alpha val="18021"/>
                  </a:srgbClr>
                </a:gs>
                <a:gs pos="28571">
                  <a:srgbClr val="CECECE">
                    <a:alpha val="14297"/>
                  </a:srgbClr>
                </a:gs>
                <a:gs pos="42857">
                  <a:srgbClr val="CECECE">
                    <a:alpha val="9625"/>
                  </a:srgbClr>
                </a:gs>
                <a:gs pos="57143">
                  <a:srgbClr val="CECECE">
                    <a:alpha val="5453"/>
                  </a:srgbClr>
                </a:gs>
                <a:gs pos="71429">
                  <a:srgbClr val="CECECE">
                    <a:alpha val="2591"/>
                  </a:srgbClr>
                </a:gs>
                <a:gs pos="85714">
                  <a:srgbClr val="CECECE">
                    <a:alpha val="1033"/>
                  </a:srgbClr>
                </a:gs>
                <a:gs pos="100000">
                  <a:srgbClr val="CECECE">
                    <a:alpha val="3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Splat 91"/>
            <p:cNvSpPr>
              <a:spLocks noGrp="1"/>
            </p:cNvSpPr>
            <p:nvPr/>
          </p:nvSpPr>
          <p:spPr>
            <a:xfrm rot="10118492">
              <a:off x="3105115" y="638176"/>
              <a:ext cx="260372" cy="51666"/>
            </a:xfrm>
            <a:prstGeom prst="ellipse">
              <a:avLst/>
            </a:prstGeom>
            <a:gradFill>
              <a:gsLst>
                <a:gs pos="0">
                  <a:srgbClr val="ADABAB">
                    <a:alpha val="7658"/>
                  </a:srgbClr>
                </a:gs>
                <a:gs pos="14286">
                  <a:srgbClr val="ADABAB">
                    <a:alpha val="7061"/>
                  </a:srgbClr>
                </a:gs>
                <a:gs pos="28571">
                  <a:srgbClr val="ADABAB">
                    <a:alpha val="5527"/>
                  </a:srgbClr>
                </a:gs>
                <a:gs pos="42857">
                  <a:srgbClr val="ADABAB">
                    <a:alpha val="3661"/>
                  </a:srgbClr>
                </a:gs>
                <a:gs pos="57143">
                  <a:srgbClr val="ADABAB">
                    <a:alpha val="2045"/>
                  </a:srgbClr>
                </a:gs>
                <a:gs pos="71429">
                  <a:srgbClr val="ADABAB">
                    <a:alpha val="963"/>
                  </a:srgbClr>
                </a:gs>
                <a:gs pos="85714">
                  <a:srgbClr val="ADABAB">
                    <a:alpha val="382"/>
                  </a:srgbClr>
                </a:gs>
                <a:gs pos="100000">
                  <a:srgbClr val="ADABAB">
                    <a:alpha val="1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Splat 92"/>
            <p:cNvSpPr>
              <a:spLocks noGrp="1"/>
            </p:cNvSpPr>
            <p:nvPr/>
          </p:nvSpPr>
          <p:spPr>
            <a:xfrm rot="5400000">
              <a:off x="2108299" y="1979103"/>
              <a:ext cx="56694" cy="56694"/>
            </a:xfrm>
            <a:prstGeom prst="ellipse">
              <a:avLst/>
            </a:prstGeom>
            <a:gradFill>
              <a:gsLst>
                <a:gs pos="0">
                  <a:srgbClr val="DFDFDF">
                    <a:alpha val="14725"/>
                  </a:srgbClr>
                </a:gs>
                <a:gs pos="14286">
                  <a:srgbClr val="DFDFDF">
                    <a:alpha val="13620"/>
                  </a:srgbClr>
                </a:gs>
                <a:gs pos="28571">
                  <a:srgbClr val="DFDFDF">
                    <a:alpha val="10746"/>
                  </a:srgbClr>
                </a:gs>
                <a:gs pos="42857">
                  <a:srgbClr val="DFDFDF">
                    <a:alpha val="7185"/>
                  </a:srgbClr>
                </a:gs>
                <a:gs pos="57143">
                  <a:srgbClr val="DFDFDF">
                    <a:alpha val="4047"/>
                  </a:srgbClr>
                </a:gs>
                <a:gs pos="71429">
                  <a:srgbClr val="DFDFDF">
                    <a:alpha val="1915"/>
                  </a:srgbClr>
                </a:gs>
                <a:gs pos="85714">
                  <a:srgbClr val="DFDFDF">
                    <a:alpha val="762"/>
                  </a:srgbClr>
                </a:gs>
                <a:gs pos="100000">
                  <a:srgbClr val="DFDFDF">
                    <a:alpha val="2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Splat 93"/>
            <p:cNvSpPr>
              <a:spLocks noGrp="1"/>
            </p:cNvSpPr>
            <p:nvPr/>
          </p:nvSpPr>
          <p:spPr>
            <a:xfrm rot="10247521">
              <a:off x="347386" y="1341474"/>
              <a:ext cx="222356" cy="2963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Splat 94"/>
            <p:cNvSpPr>
              <a:spLocks noGrp="1"/>
            </p:cNvSpPr>
            <p:nvPr/>
          </p:nvSpPr>
          <p:spPr>
            <a:xfrm rot="4689691">
              <a:off x="1163474" y="2592909"/>
              <a:ext cx="68461" cy="17162"/>
            </a:xfrm>
            <a:prstGeom prst="ellipse">
              <a:avLst/>
            </a:prstGeom>
            <a:gradFill>
              <a:gsLst>
                <a:gs pos="0">
                  <a:srgbClr val="AAAAAA">
                    <a:alpha val="16822"/>
                  </a:srgbClr>
                </a:gs>
                <a:gs pos="14286">
                  <a:srgbClr val="AAAAAA">
                    <a:alpha val="15573"/>
                  </a:srgbClr>
                </a:gs>
                <a:gs pos="28571">
                  <a:srgbClr val="AAAAAA">
                    <a:alpha val="12317"/>
                  </a:srgbClr>
                </a:gs>
                <a:gs pos="42857">
                  <a:srgbClr val="AAAAAA">
                    <a:alpha val="8260"/>
                  </a:srgbClr>
                </a:gs>
                <a:gs pos="57143">
                  <a:srgbClr val="AAAAAA">
                    <a:alpha val="4665"/>
                  </a:srgbClr>
                </a:gs>
                <a:gs pos="71429">
                  <a:srgbClr val="AAAAAA">
                    <a:alpha val="2211"/>
                  </a:srgbClr>
                </a:gs>
                <a:gs pos="85714">
                  <a:srgbClr val="AAAAAA">
                    <a:alpha val="880"/>
                  </a:srgbClr>
                </a:gs>
                <a:gs pos="100000">
                  <a:srgbClr val="AAAAAA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Splat 95"/>
            <p:cNvSpPr>
              <a:spLocks noGrp="1"/>
            </p:cNvSpPr>
            <p:nvPr/>
          </p:nvSpPr>
          <p:spPr>
            <a:xfrm rot="10362105">
              <a:off x="1148146" y="848595"/>
              <a:ext cx="608887" cy="438477"/>
            </a:xfrm>
            <a:prstGeom prst="ellipse">
              <a:avLst/>
            </a:prstGeom>
            <a:gradFill>
              <a:gsLst>
                <a:gs pos="0">
                  <a:srgbClr val="030007">
                    <a:alpha val="32968"/>
                  </a:srgbClr>
                </a:gs>
                <a:gs pos="14286">
                  <a:srgbClr val="030007">
                    <a:alpha val="30764"/>
                  </a:srgbClr>
                </a:gs>
                <a:gs pos="28571">
                  <a:srgbClr val="030007">
                    <a:alpha val="24833"/>
                  </a:srgbClr>
                </a:gs>
                <a:gs pos="42857">
                  <a:srgbClr val="030007">
                    <a:alpha val="17075"/>
                  </a:srgbClr>
                </a:gs>
                <a:gs pos="57143">
                  <a:srgbClr val="030007">
                    <a:alpha val="9855"/>
                  </a:srgbClr>
                </a:gs>
                <a:gs pos="71429">
                  <a:srgbClr val="030007">
                    <a:alpha val="4740"/>
                  </a:srgbClr>
                </a:gs>
                <a:gs pos="85714">
                  <a:srgbClr val="030007">
                    <a:alpha val="1902"/>
                  </a:srgbClr>
                </a:gs>
                <a:gs pos="100000">
                  <a:srgbClr val="03000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Splat 96"/>
            <p:cNvSpPr>
              <a:spLocks noGrp="1"/>
            </p:cNvSpPr>
            <p:nvPr/>
          </p:nvSpPr>
          <p:spPr>
            <a:xfrm rot="9996804">
              <a:off x="956459" y="2321783"/>
              <a:ext cx="280665" cy="15449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Splat 97"/>
            <p:cNvSpPr>
              <a:spLocks noGrp="1"/>
            </p:cNvSpPr>
            <p:nvPr/>
          </p:nvSpPr>
          <p:spPr>
            <a:xfrm rot="7607176">
              <a:off x="721477" y="426974"/>
              <a:ext cx="183679" cy="2535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Splat 98"/>
            <p:cNvSpPr>
              <a:spLocks noGrp="1"/>
            </p:cNvSpPr>
            <p:nvPr/>
          </p:nvSpPr>
          <p:spPr>
            <a:xfrm rot="4715789">
              <a:off x="1136077" y="1800314"/>
              <a:ext cx="54736" cy="13684"/>
            </a:xfrm>
            <a:prstGeom prst="ellipse">
              <a:avLst/>
            </a:prstGeom>
            <a:gradFill>
              <a:gsLst>
                <a:gs pos="0">
                  <a:srgbClr val="E5E5E5">
                    <a:alpha val="19346"/>
                  </a:srgbClr>
                </a:gs>
                <a:gs pos="14286">
                  <a:srgbClr val="E5E5E5">
                    <a:alpha val="17931"/>
                  </a:srgbClr>
                </a:gs>
                <a:gs pos="28571">
                  <a:srgbClr val="E5E5E5">
                    <a:alpha val="14225"/>
                  </a:srgbClr>
                </a:gs>
                <a:gs pos="42857">
                  <a:srgbClr val="E5E5E5">
                    <a:alpha val="9574"/>
                  </a:srgbClr>
                </a:gs>
                <a:gs pos="57143">
                  <a:srgbClr val="E5E5E5">
                    <a:alpha val="5424"/>
                  </a:srgbClr>
                </a:gs>
                <a:gs pos="71429">
                  <a:srgbClr val="E5E5E5">
                    <a:alpha val="2577"/>
                  </a:srgbClr>
                </a:gs>
                <a:gs pos="85714">
                  <a:srgbClr val="E5E5E5">
                    <a:alpha val="1027"/>
                  </a:srgbClr>
                </a:gs>
                <a:gs pos="100000">
                  <a:srgbClr val="E5E5E5">
                    <a:alpha val="3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Splat 99"/>
            <p:cNvSpPr>
              <a:spLocks noGrp="1"/>
            </p:cNvSpPr>
            <p:nvPr/>
          </p:nvSpPr>
          <p:spPr>
            <a:xfrm rot="9960872">
              <a:off x="2148787" y="409680"/>
              <a:ext cx="65424" cy="16356"/>
            </a:xfrm>
            <a:prstGeom prst="ellipse">
              <a:avLst/>
            </a:prstGeom>
            <a:gradFill>
              <a:gsLst>
                <a:gs pos="0">
                  <a:srgbClr val="D5D5D5">
                    <a:alpha val="17414"/>
                  </a:srgbClr>
                </a:gs>
                <a:gs pos="14286">
                  <a:srgbClr val="D5D5D5">
                    <a:alpha val="16126"/>
                  </a:srgbClr>
                </a:gs>
                <a:gs pos="28571">
                  <a:srgbClr val="D5D5D5">
                    <a:alpha val="12763"/>
                  </a:srgbClr>
                </a:gs>
                <a:gs pos="42857">
                  <a:srgbClr val="D5D5D5">
                    <a:alpha val="8567"/>
                  </a:srgbClr>
                </a:gs>
                <a:gs pos="57143">
                  <a:srgbClr val="D5D5D5">
                    <a:alpha val="4841"/>
                  </a:srgbClr>
                </a:gs>
                <a:gs pos="71429">
                  <a:srgbClr val="D5D5D5">
                    <a:alpha val="2296"/>
                  </a:srgbClr>
                </a:gs>
                <a:gs pos="85714">
                  <a:srgbClr val="D5D5D5">
                    <a:alpha val="914"/>
                  </a:srgbClr>
                </a:gs>
                <a:gs pos="100000">
                  <a:srgbClr val="D5D5D5">
                    <a:alpha val="3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Splat 100"/>
            <p:cNvSpPr>
              <a:spLocks noGrp="1"/>
            </p:cNvSpPr>
            <p:nvPr/>
          </p:nvSpPr>
          <p:spPr>
            <a:xfrm rot="8559267">
              <a:off x="2142896" y="1991658"/>
              <a:ext cx="62339" cy="15585"/>
            </a:xfrm>
            <a:prstGeom prst="ellipse">
              <a:avLst/>
            </a:prstGeom>
            <a:gradFill>
              <a:gsLst>
                <a:gs pos="0">
                  <a:srgbClr val="CACACA">
                    <a:alpha val="17976"/>
                  </a:srgbClr>
                </a:gs>
                <a:gs pos="14286">
                  <a:srgbClr val="CACACA">
                    <a:alpha val="16651"/>
                  </a:srgbClr>
                </a:gs>
                <a:gs pos="28571">
                  <a:srgbClr val="CACACA">
                    <a:alpha val="13187"/>
                  </a:srgbClr>
                </a:gs>
                <a:gs pos="42857">
                  <a:srgbClr val="CACACA">
                    <a:alpha val="8859"/>
                  </a:srgbClr>
                </a:gs>
                <a:gs pos="57143">
                  <a:srgbClr val="CACACA">
                    <a:alpha val="5010"/>
                  </a:srgbClr>
                </a:gs>
                <a:gs pos="71429">
                  <a:srgbClr val="CACACA">
                    <a:alpha val="2377"/>
                  </a:srgbClr>
                </a:gs>
                <a:gs pos="85714">
                  <a:srgbClr val="CACACA">
                    <a:alpha val="947"/>
                  </a:srgbClr>
                </a:gs>
                <a:gs pos="100000">
                  <a:srgbClr val="CACACA">
                    <a:alpha val="3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Splat 101"/>
            <p:cNvSpPr>
              <a:spLocks noGrp="1"/>
            </p:cNvSpPr>
            <p:nvPr/>
          </p:nvSpPr>
          <p:spPr>
            <a:xfrm rot="10477143">
              <a:off x="235877" y="653108"/>
              <a:ext cx="399698" cy="8996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Splat 102"/>
            <p:cNvSpPr>
              <a:spLocks noGrp="1"/>
            </p:cNvSpPr>
            <p:nvPr/>
          </p:nvSpPr>
          <p:spPr>
            <a:xfrm rot="5400000">
              <a:off x="1898795" y="1754986"/>
              <a:ext cx="33106" cy="33106"/>
            </a:xfrm>
            <a:prstGeom prst="ellipse">
              <a:avLst/>
            </a:prstGeom>
            <a:gradFill>
              <a:gsLst>
                <a:gs pos="0">
                  <a:srgbClr val="787878">
                    <a:alpha val="17269"/>
                  </a:srgbClr>
                </a:gs>
                <a:gs pos="14286">
                  <a:srgbClr val="787878">
                    <a:alpha val="15991"/>
                  </a:srgbClr>
                </a:gs>
                <a:gs pos="28571">
                  <a:srgbClr val="787878">
                    <a:alpha val="12654"/>
                  </a:srgbClr>
                </a:gs>
                <a:gs pos="42857">
                  <a:srgbClr val="787878">
                    <a:alpha val="8492"/>
                  </a:srgbClr>
                </a:gs>
                <a:gs pos="57143">
                  <a:srgbClr val="787878">
                    <a:alpha val="4798"/>
                  </a:srgbClr>
                </a:gs>
                <a:gs pos="71429">
                  <a:srgbClr val="787878">
                    <a:alpha val="2275"/>
                  </a:srgbClr>
                </a:gs>
                <a:gs pos="85714">
                  <a:srgbClr val="787878">
                    <a:alpha val="906"/>
                  </a:srgbClr>
                </a:gs>
                <a:gs pos="100000">
                  <a:srgbClr val="787878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Splat 103"/>
            <p:cNvSpPr>
              <a:spLocks noGrp="1"/>
            </p:cNvSpPr>
            <p:nvPr/>
          </p:nvSpPr>
          <p:spPr>
            <a:xfrm rot="-9804369">
              <a:off x="3381085" y="1494386"/>
              <a:ext cx="64004" cy="16001"/>
            </a:xfrm>
            <a:prstGeom prst="ellipse">
              <a:avLst/>
            </a:prstGeom>
            <a:gradFill>
              <a:gsLst>
                <a:gs pos="0">
                  <a:srgbClr val="BFBFBF">
                    <a:alpha val="17673"/>
                  </a:srgbClr>
                </a:gs>
                <a:gs pos="14286">
                  <a:srgbClr val="BFBFBF">
                    <a:alpha val="16368"/>
                  </a:srgbClr>
                </a:gs>
                <a:gs pos="28571">
                  <a:srgbClr val="BFBFBF">
                    <a:alpha val="12958"/>
                  </a:srgbClr>
                </a:gs>
                <a:gs pos="42857">
                  <a:srgbClr val="BFBFBF">
                    <a:alpha val="8701"/>
                  </a:srgbClr>
                </a:gs>
                <a:gs pos="57143">
                  <a:srgbClr val="BFBFBF">
                    <a:alpha val="4919"/>
                  </a:srgbClr>
                </a:gs>
                <a:gs pos="71429">
                  <a:srgbClr val="BFBFBF">
                    <a:alpha val="2333"/>
                  </a:srgbClr>
                </a:gs>
                <a:gs pos="85714">
                  <a:srgbClr val="BFBFBF">
                    <a:alpha val="929"/>
                  </a:srgbClr>
                </a:gs>
                <a:gs pos="100000">
                  <a:srgbClr val="BFBFBF">
                    <a:alpha val="3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Splat 104"/>
            <p:cNvSpPr>
              <a:spLocks noGrp="1"/>
            </p:cNvSpPr>
            <p:nvPr/>
          </p:nvSpPr>
          <p:spPr>
            <a:xfrm rot="4263344">
              <a:off x="2416002" y="1891346"/>
              <a:ext cx="123703" cy="4975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Splat 105"/>
            <p:cNvSpPr>
              <a:spLocks noGrp="1"/>
            </p:cNvSpPr>
            <p:nvPr/>
          </p:nvSpPr>
          <p:spPr>
            <a:xfrm rot="5032460">
              <a:off x="2976744" y="1798513"/>
              <a:ext cx="67186" cy="16797"/>
            </a:xfrm>
            <a:prstGeom prst="ellipse">
              <a:avLst/>
            </a:prstGeom>
            <a:gradFill>
              <a:gsLst>
                <a:gs pos="0">
                  <a:srgbClr val="A2A2A2">
                    <a:alpha val="17091"/>
                  </a:srgbClr>
                </a:gs>
                <a:gs pos="14286">
                  <a:srgbClr val="A2A2A2">
                    <a:alpha val="15824"/>
                  </a:srgbClr>
                </a:gs>
                <a:gs pos="28571">
                  <a:srgbClr val="A2A2A2">
                    <a:alpha val="12519"/>
                  </a:srgbClr>
                </a:gs>
                <a:gs pos="42857">
                  <a:srgbClr val="A2A2A2">
                    <a:alpha val="8399"/>
                  </a:srgbClr>
                </a:gs>
                <a:gs pos="57143">
                  <a:srgbClr val="A2A2A2">
                    <a:alpha val="4745"/>
                  </a:srgbClr>
                </a:gs>
                <a:gs pos="71429">
                  <a:srgbClr val="A2A2A2">
                    <a:alpha val="2250"/>
                  </a:srgbClr>
                </a:gs>
                <a:gs pos="85714">
                  <a:srgbClr val="A2A2A2">
                    <a:alpha val="896"/>
                  </a:srgbClr>
                </a:gs>
                <a:gs pos="100000">
                  <a:srgbClr val="A2A2A2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Splat 106"/>
            <p:cNvSpPr>
              <a:spLocks noGrp="1"/>
            </p:cNvSpPr>
            <p:nvPr/>
          </p:nvSpPr>
          <p:spPr>
            <a:xfrm rot="8193302">
              <a:off x="2620052" y="1277412"/>
              <a:ext cx="224546" cy="3252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Splat 107"/>
            <p:cNvSpPr>
              <a:spLocks noGrp="1"/>
            </p:cNvSpPr>
            <p:nvPr/>
          </p:nvSpPr>
          <p:spPr>
            <a:xfrm rot="10368892">
              <a:off x="885679" y="640652"/>
              <a:ext cx="56816" cy="14204"/>
            </a:xfrm>
            <a:prstGeom prst="ellipse">
              <a:avLst/>
            </a:prstGeom>
            <a:gradFill>
              <a:gsLst>
                <a:gs pos="0">
                  <a:srgbClr val="535252">
                    <a:alpha val="18974"/>
                  </a:srgbClr>
                </a:gs>
                <a:gs pos="14286">
                  <a:srgbClr val="535252">
                    <a:alpha val="17583"/>
                  </a:srgbClr>
                </a:gs>
                <a:gs pos="28571">
                  <a:srgbClr val="535252">
                    <a:alpha val="13942"/>
                  </a:srgbClr>
                </a:gs>
                <a:gs pos="42857">
                  <a:srgbClr val="535252">
                    <a:alpha val="9379"/>
                  </a:srgbClr>
                </a:gs>
                <a:gs pos="57143">
                  <a:srgbClr val="535252">
                    <a:alpha val="5311"/>
                  </a:srgbClr>
                </a:gs>
                <a:gs pos="71429">
                  <a:srgbClr val="535252">
                    <a:alpha val="2522"/>
                  </a:srgbClr>
                </a:gs>
                <a:gs pos="85714">
                  <a:srgbClr val="535252">
                    <a:alpha val="1005"/>
                  </a:srgbClr>
                </a:gs>
                <a:gs pos="100000">
                  <a:srgbClr val="535252">
                    <a:alpha val="3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Splat 108"/>
            <p:cNvSpPr>
              <a:spLocks noGrp="1"/>
            </p:cNvSpPr>
            <p:nvPr/>
          </p:nvSpPr>
          <p:spPr>
            <a:xfrm rot="9113156">
              <a:off x="416364" y="2284077"/>
              <a:ext cx="68461" cy="17237"/>
            </a:xfrm>
            <a:prstGeom prst="ellipse">
              <a:avLst/>
            </a:prstGeom>
            <a:gradFill>
              <a:gsLst>
                <a:gs pos="0">
                  <a:srgbClr val="A4A4A5">
                    <a:alpha val="16766"/>
                  </a:srgbClr>
                </a:gs>
                <a:gs pos="14286">
                  <a:srgbClr val="A4A4A5">
                    <a:alpha val="15522"/>
                  </a:srgbClr>
                </a:gs>
                <a:gs pos="28571">
                  <a:srgbClr val="A4A4A5">
                    <a:alpha val="12275"/>
                  </a:srgbClr>
                </a:gs>
                <a:gs pos="42857">
                  <a:srgbClr val="A4A4A5">
                    <a:alpha val="8232"/>
                  </a:srgbClr>
                </a:gs>
                <a:gs pos="57143">
                  <a:srgbClr val="A4A4A5">
                    <a:alpha val="4648"/>
                  </a:srgbClr>
                </a:gs>
                <a:gs pos="71429">
                  <a:srgbClr val="A4A4A5">
                    <a:alpha val="2203"/>
                  </a:srgbClr>
                </a:gs>
                <a:gs pos="85714">
                  <a:srgbClr val="A4A4A5">
                    <a:alpha val="877"/>
                  </a:srgbClr>
                </a:gs>
                <a:gs pos="100000">
                  <a:srgbClr val="A4A4A5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Splat 109"/>
            <p:cNvSpPr>
              <a:spLocks noGrp="1"/>
            </p:cNvSpPr>
            <p:nvPr/>
          </p:nvSpPr>
          <p:spPr>
            <a:xfrm rot="2783846">
              <a:off x="2318934" y="1187224"/>
              <a:ext cx="426052" cy="4599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Splat 110"/>
            <p:cNvSpPr>
              <a:spLocks noGrp="1"/>
            </p:cNvSpPr>
            <p:nvPr/>
          </p:nvSpPr>
          <p:spPr>
            <a:xfrm rot="9780793">
              <a:off x="1775561" y="1000853"/>
              <a:ext cx="265132" cy="5151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Splat 111"/>
            <p:cNvSpPr>
              <a:spLocks noGrp="1"/>
            </p:cNvSpPr>
            <p:nvPr/>
          </p:nvSpPr>
          <p:spPr>
            <a:xfrm rot="-10256548">
              <a:off x="2600558" y="1989326"/>
              <a:ext cx="154373" cy="7983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Splat 112"/>
            <p:cNvSpPr>
              <a:spLocks noGrp="1"/>
            </p:cNvSpPr>
            <p:nvPr/>
          </p:nvSpPr>
          <p:spPr>
            <a:xfrm rot="9973091">
              <a:off x="1491468" y="2051047"/>
              <a:ext cx="68461" cy="17364"/>
            </a:xfrm>
            <a:prstGeom prst="ellipse">
              <a:avLst/>
            </a:prstGeom>
            <a:gradFill>
              <a:gsLst>
                <a:gs pos="0">
                  <a:srgbClr val="5C5C5C">
                    <a:alpha val="16673"/>
                  </a:srgbClr>
                </a:gs>
                <a:gs pos="14286">
                  <a:srgbClr val="5C5C5C">
                    <a:alpha val="15434"/>
                  </a:srgbClr>
                </a:gs>
                <a:gs pos="28571">
                  <a:srgbClr val="5C5C5C">
                    <a:alpha val="12205"/>
                  </a:srgbClr>
                </a:gs>
                <a:gs pos="42857">
                  <a:srgbClr val="5C5C5C">
                    <a:alpha val="8183"/>
                  </a:srgbClr>
                </a:gs>
                <a:gs pos="57143">
                  <a:srgbClr val="5C5C5C">
                    <a:alpha val="4621"/>
                  </a:srgbClr>
                </a:gs>
                <a:gs pos="71429">
                  <a:srgbClr val="5C5C5C">
                    <a:alpha val="2190"/>
                  </a:srgbClr>
                </a:gs>
                <a:gs pos="85714">
                  <a:srgbClr val="5C5C5C">
                    <a:alpha val="872"/>
                  </a:srgbClr>
                </a:gs>
                <a:gs pos="100000">
                  <a:srgbClr val="5C5C5C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Splat 113"/>
            <p:cNvSpPr>
              <a:spLocks noGrp="1"/>
            </p:cNvSpPr>
            <p:nvPr/>
          </p:nvSpPr>
          <p:spPr>
            <a:xfrm rot="-8805393">
              <a:off x="2674533" y="1681265"/>
              <a:ext cx="56924" cy="14231"/>
            </a:xfrm>
            <a:prstGeom prst="ellipse">
              <a:avLst/>
            </a:prstGeom>
            <a:gradFill>
              <a:gsLst>
                <a:gs pos="0">
                  <a:srgbClr val="DCDCDC">
                    <a:alpha val="18954"/>
                  </a:srgbClr>
                </a:gs>
                <a:gs pos="14286">
                  <a:srgbClr val="DCDCDC">
                    <a:alpha val="17565"/>
                  </a:srgbClr>
                </a:gs>
                <a:gs pos="28571">
                  <a:srgbClr val="DCDCDC">
                    <a:alpha val="13927"/>
                  </a:srgbClr>
                </a:gs>
                <a:gs pos="42857">
                  <a:srgbClr val="DCDCDC">
                    <a:alpha val="9369"/>
                  </a:srgbClr>
                </a:gs>
                <a:gs pos="57143">
                  <a:srgbClr val="DCDCDC">
                    <a:alpha val="5305"/>
                  </a:srgbClr>
                </a:gs>
                <a:gs pos="71429">
                  <a:srgbClr val="DCDCDC">
                    <a:alpha val="2519"/>
                  </a:srgbClr>
                </a:gs>
                <a:gs pos="85714">
                  <a:srgbClr val="DCDCDC">
                    <a:alpha val="1004"/>
                  </a:srgbClr>
                </a:gs>
                <a:gs pos="100000">
                  <a:srgbClr val="DCDCDC">
                    <a:alpha val="3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Splat 114"/>
            <p:cNvSpPr>
              <a:spLocks noGrp="1"/>
            </p:cNvSpPr>
            <p:nvPr/>
          </p:nvSpPr>
          <p:spPr>
            <a:xfrm rot="9476492">
              <a:off x="1972776" y="2008713"/>
              <a:ext cx="294097" cy="2828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Splat 115"/>
            <p:cNvSpPr>
              <a:spLocks noGrp="1"/>
            </p:cNvSpPr>
            <p:nvPr/>
          </p:nvSpPr>
          <p:spPr>
            <a:xfrm rot="10684852">
              <a:off x="1441257" y="676710"/>
              <a:ext cx="68461" cy="17441"/>
            </a:xfrm>
            <a:prstGeom prst="ellipse">
              <a:avLst/>
            </a:prstGeom>
            <a:gradFill>
              <a:gsLst>
                <a:gs pos="0">
                  <a:srgbClr val="ABABAB">
                    <a:alpha val="16616"/>
                  </a:srgbClr>
                </a:gs>
                <a:gs pos="14286">
                  <a:srgbClr val="ABABAB">
                    <a:alpha val="15382"/>
                  </a:srgbClr>
                </a:gs>
                <a:gs pos="28571">
                  <a:srgbClr val="ABABAB">
                    <a:alpha val="12162"/>
                  </a:srgbClr>
                </a:gs>
                <a:gs pos="42857">
                  <a:srgbClr val="ABABAB">
                    <a:alpha val="8154"/>
                  </a:srgbClr>
                </a:gs>
                <a:gs pos="57143">
                  <a:srgbClr val="ABABAB">
                    <a:alpha val="4604"/>
                  </a:srgbClr>
                </a:gs>
                <a:gs pos="71429">
                  <a:srgbClr val="ABABAB">
                    <a:alpha val="2182"/>
                  </a:srgbClr>
                </a:gs>
                <a:gs pos="85714">
                  <a:srgbClr val="ABABAB">
                    <a:alpha val="869"/>
                  </a:srgbClr>
                </a:gs>
                <a:gs pos="100000">
                  <a:srgbClr val="ABABAB">
                    <a:alpha val="2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Splat 116"/>
            <p:cNvSpPr>
              <a:spLocks noGrp="1"/>
            </p:cNvSpPr>
            <p:nvPr/>
          </p:nvSpPr>
          <p:spPr>
            <a:xfrm rot="8789281">
              <a:off x="2052960" y="1945187"/>
              <a:ext cx="204609" cy="8322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Splat 117"/>
            <p:cNvSpPr>
              <a:spLocks noGrp="1"/>
            </p:cNvSpPr>
            <p:nvPr/>
          </p:nvSpPr>
          <p:spPr>
            <a:xfrm rot="7948280">
              <a:off x="3054794" y="261328"/>
              <a:ext cx="68244" cy="17061"/>
            </a:xfrm>
            <a:prstGeom prst="ellipse">
              <a:avLst/>
            </a:prstGeom>
            <a:gradFill>
              <a:gsLst>
                <a:gs pos="0">
                  <a:srgbClr val="838383">
                    <a:alpha val="16896"/>
                  </a:srgbClr>
                </a:gs>
                <a:gs pos="14286">
                  <a:srgbClr val="838383">
                    <a:alpha val="15643"/>
                  </a:srgbClr>
                </a:gs>
                <a:gs pos="28571">
                  <a:srgbClr val="838383">
                    <a:alpha val="12373"/>
                  </a:srgbClr>
                </a:gs>
                <a:gs pos="42857">
                  <a:srgbClr val="838383">
                    <a:alpha val="8299"/>
                  </a:srgbClr>
                </a:gs>
                <a:gs pos="57143">
                  <a:srgbClr val="838383">
                    <a:alpha val="4687"/>
                  </a:srgbClr>
                </a:gs>
                <a:gs pos="71429">
                  <a:srgbClr val="838383">
                    <a:alpha val="2222"/>
                  </a:srgbClr>
                </a:gs>
                <a:gs pos="85714">
                  <a:srgbClr val="838383">
                    <a:alpha val="885"/>
                  </a:srgbClr>
                </a:gs>
                <a:gs pos="100000">
                  <a:srgbClr val="838383">
                    <a:alpha val="2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Splat 118"/>
            <p:cNvSpPr>
              <a:spLocks noGrp="1"/>
            </p:cNvSpPr>
            <p:nvPr/>
          </p:nvSpPr>
          <p:spPr>
            <a:xfrm rot="6793239">
              <a:off x="1821560" y="1115627"/>
              <a:ext cx="392094" cy="102709"/>
            </a:xfrm>
            <a:prstGeom prst="ellipse">
              <a:avLst/>
            </a:prstGeom>
            <a:gradFill>
              <a:gsLst>
                <a:gs pos="0">
                  <a:srgbClr val="F2F2F2">
                    <a:alpha val="29360"/>
                  </a:srgbClr>
                </a:gs>
                <a:gs pos="14286">
                  <a:srgbClr val="F2F2F2">
                    <a:alpha val="27346"/>
                  </a:srgbClr>
                </a:gs>
                <a:gs pos="28571">
                  <a:srgbClr val="F2F2F2">
                    <a:alpha val="21967"/>
                  </a:srgbClr>
                </a:gs>
                <a:gs pos="42857">
                  <a:srgbClr val="F2F2F2">
                    <a:alpha val="15015"/>
                  </a:srgbClr>
                </a:gs>
                <a:gs pos="57143">
                  <a:srgbClr val="F2F2F2">
                    <a:alpha val="8621"/>
                  </a:srgbClr>
                </a:gs>
                <a:gs pos="71429">
                  <a:srgbClr val="F2F2F2">
                    <a:alpha val="4132"/>
                  </a:srgbClr>
                </a:gs>
                <a:gs pos="85714">
                  <a:srgbClr val="F2F2F2">
                    <a:alpha val="1655"/>
                  </a:srgbClr>
                </a:gs>
                <a:gs pos="100000">
                  <a:srgbClr val="F2F2F2">
                    <a:alpha val="5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Splat 119"/>
            <p:cNvSpPr>
              <a:spLocks noGrp="1"/>
            </p:cNvSpPr>
            <p:nvPr/>
          </p:nvSpPr>
          <p:spPr>
            <a:xfrm rot="9499970">
              <a:off x="679878" y="1268363"/>
              <a:ext cx="591869" cy="23193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Splat 120"/>
            <p:cNvSpPr>
              <a:spLocks noGrp="1"/>
            </p:cNvSpPr>
            <p:nvPr/>
          </p:nvSpPr>
          <p:spPr>
            <a:xfrm rot="5400000">
              <a:off x="2494360" y="1115882"/>
              <a:ext cx="34041" cy="34041"/>
            </a:xfrm>
            <a:prstGeom prst="ellipse">
              <a:avLst/>
            </a:prstGeom>
            <a:gradFill>
              <a:gsLst>
                <a:gs pos="0">
                  <a:srgbClr val="C3C3C3">
                    <a:alpha val="16926"/>
                  </a:srgbClr>
                </a:gs>
                <a:gs pos="14286">
                  <a:srgbClr val="C3C3C3">
                    <a:alpha val="15671"/>
                  </a:srgbClr>
                </a:gs>
                <a:gs pos="28571">
                  <a:srgbClr val="C3C3C3">
                    <a:alpha val="12396"/>
                  </a:srgbClr>
                </a:gs>
                <a:gs pos="42857">
                  <a:srgbClr val="C3C3C3">
                    <a:alpha val="8314"/>
                  </a:srgbClr>
                </a:gs>
                <a:gs pos="57143">
                  <a:srgbClr val="C3C3C3">
                    <a:alpha val="4696"/>
                  </a:srgbClr>
                </a:gs>
                <a:gs pos="71429">
                  <a:srgbClr val="C3C3C3">
                    <a:alpha val="2226"/>
                  </a:srgbClr>
                </a:gs>
                <a:gs pos="85714">
                  <a:srgbClr val="C3C3C3">
                    <a:alpha val="886"/>
                  </a:srgbClr>
                </a:gs>
                <a:gs pos="100000">
                  <a:srgbClr val="C3C3C3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Splat 121"/>
            <p:cNvSpPr>
              <a:spLocks noGrp="1"/>
            </p:cNvSpPr>
            <p:nvPr/>
          </p:nvSpPr>
          <p:spPr>
            <a:xfrm rot="8100896">
              <a:off x="748698" y="1063035"/>
              <a:ext cx="220962" cy="4679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Splat 122"/>
            <p:cNvSpPr>
              <a:spLocks noGrp="1"/>
            </p:cNvSpPr>
            <p:nvPr/>
          </p:nvSpPr>
          <p:spPr>
            <a:xfrm rot="7586683">
              <a:off x="2335056" y="960095"/>
              <a:ext cx="336777" cy="138830"/>
            </a:xfrm>
            <a:prstGeom prst="ellipse">
              <a:avLst/>
            </a:prstGeom>
            <a:gradFill>
              <a:gsLst>
                <a:gs pos="0">
                  <a:srgbClr val="FFFFFF">
                    <a:alpha val="30090"/>
                  </a:srgbClr>
                </a:gs>
                <a:gs pos="14286">
                  <a:srgbClr val="FFFFFF">
                    <a:alpha val="28036"/>
                  </a:srgbClr>
                </a:gs>
                <a:gs pos="28571">
                  <a:srgbClr val="FFFFFF">
                    <a:alpha val="22544"/>
                  </a:srgbClr>
                </a:gs>
                <a:gs pos="42857">
                  <a:srgbClr val="FFFFFF">
                    <a:alpha val="15427"/>
                  </a:srgbClr>
                </a:gs>
                <a:gs pos="57143">
                  <a:srgbClr val="FFFFFF">
                    <a:alpha val="8867"/>
                  </a:srgbClr>
                </a:gs>
                <a:gs pos="71429">
                  <a:srgbClr val="FFFFFF">
                    <a:alpha val="4253"/>
                  </a:srgbClr>
                </a:gs>
                <a:gs pos="85714">
                  <a:srgbClr val="FFFFFF">
                    <a:alpha val="1704"/>
                  </a:srgbClr>
                </a:gs>
                <a:gs pos="100000">
                  <a:srgbClr val="FFFFFF">
                    <a:alpha val="5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Splat 123"/>
            <p:cNvSpPr>
              <a:spLocks noGrp="1"/>
            </p:cNvSpPr>
            <p:nvPr/>
          </p:nvSpPr>
          <p:spPr>
            <a:xfrm rot="5400000">
              <a:off x="1576534" y="1969118"/>
              <a:ext cx="44838" cy="44838"/>
            </a:xfrm>
            <a:prstGeom prst="ellipse">
              <a:avLst/>
            </a:prstGeom>
            <a:gradFill>
              <a:gsLst>
                <a:gs pos="0">
                  <a:srgbClr val="EEEEEE">
                    <a:alpha val="17815"/>
                  </a:srgbClr>
                </a:gs>
                <a:gs pos="14286">
                  <a:srgbClr val="EEEEEE">
                    <a:alpha val="16500"/>
                  </a:srgbClr>
                </a:gs>
                <a:gs pos="28571">
                  <a:srgbClr val="EEEEEE">
                    <a:alpha val="13065"/>
                  </a:srgbClr>
                </a:gs>
                <a:gs pos="42857">
                  <a:srgbClr val="EEEEEE">
                    <a:alpha val="8775"/>
                  </a:srgbClr>
                </a:gs>
                <a:gs pos="57143">
                  <a:srgbClr val="EEEEEE">
                    <a:alpha val="4961"/>
                  </a:srgbClr>
                </a:gs>
                <a:gs pos="71429">
                  <a:srgbClr val="EEEEEE">
                    <a:alpha val="2354"/>
                  </a:srgbClr>
                </a:gs>
                <a:gs pos="85714">
                  <a:srgbClr val="EEEEEE">
                    <a:alpha val="937"/>
                  </a:srgbClr>
                </a:gs>
                <a:gs pos="100000">
                  <a:srgbClr val="EEEEEE">
                    <a:alpha val="3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Splat 124"/>
            <p:cNvSpPr>
              <a:spLocks noGrp="1"/>
            </p:cNvSpPr>
            <p:nvPr/>
          </p:nvSpPr>
          <p:spPr>
            <a:xfrm rot="-10405387">
              <a:off x="3203872" y="69850"/>
              <a:ext cx="438657" cy="407526"/>
            </a:xfrm>
            <a:prstGeom prst="ellipse">
              <a:avLst/>
            </a:prstGeom>
            <a:gradFill>
              <a:gsLst>
                <a:gs pos="0">
                  <a:srgbClr val="9D9D9D">
                    <a:alpha val="5944"/>
                  </a:srgbClr>
                </a:gs>
                <a:gs pos="14286">
                  <a:srgbClr val="9D9D9D">
                    <a:alpha val="5477"/>
                  </a:srgbClr>
                </a:gs>
                <a:gs pos="28571">
                  <a:srgbClr val="9D9D9D">
                    <a:alpha val="4279"/>
                  </a:srgbClr>
                </a:gs>
                <a:gs pos="42857">
                  <a:srgbClr val="9D9D9D">
                    <a:alpha val="2828"/>
                  </a:srgbClr>
                </a:gs>
                <a:gs pos="57143">
                  <a:srgbClr val="9D9D9D">
                    <a:alpha val="1577"/>
                  </a:srgbClr>
                </a:gs>
                <a:gs pos="71429">
                  <a:srgbClr val="9D9D9D">
                    <a:alpha val="741"/>
                  </a:srgbClr>
                </a:gs>
                <a:gs pos="85714">
                  <a:srgbClr val="9D9D9D">
                    <a:alpha val="294"/>
                  </a:srgbClr>
                </a:gs>
                <a:gs pos="100000">
                  <a:srgbClr val="9D9D9D">
                    <a:alpha val="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Splat 125"/>
            <p:cNvSpPr>
              <a:spLocks noGrp="1"/>
            </p:cNvSpPr>
            <p:nvPr/>
          </p:nvSpPr>
          <p:spPr>
            <a:xfrm rot="9605217">
              <a:off x="1523845" y="2018332"/>
              <a:ext cx="62121" cy="15530"/>
            </a:xfrm>
            <a:prstGeom prst="ellipse">
              <a:avLst/>
            </a:prstGeom>
            <a:gradFill>
              <a:gsLst>
                <a:gs pos="0">
                  <a:srgbClr val="D3D3D3">
                    <a:alpha val="18016"/>
                  </a:srgbClr>
                </a:gs>
                <a:gs pos="14286">
                  <a:srgbClr val="D3D3D3">
                    <a:alpha val="16688"/>
                  </a:srgbClr>
                </a:gs>
                <a:gs pos="28571">
                  <a:srgbClr val="D3D3D3">
                    <a:alpha val="13217"/>
                  </a:srgbClr>
                </a:gs>
                <a:gs pos="42857">
                  <a:srgbClr val="D3D3D3">
                    <a:alpha val="8879"/>
                  </a:srgbClr>
                </a:gs>
                <a:gs pos="57143">
                  <a:srgbClr val="D3D3D3">
                    <a:alpha val="5022"/>
                  </a:srgbClr>
                </a:gs>
                <a:gs pos="71429">
                  <a:srgbClr val="D3D3D3">
                    <a:alpha val="2383"/>
                  </a:srgbClr>
                </a:gs>
                <a:gs pos="85714">
                  <a:srgbClr val="D3D3D3">
                    <a:alpha val="949"/>
                  </a:srgbClr>
                </a:gs>
                <a:gs pos="100000">
                  <a:srgbClr val="D3D3D3">
                    <a:alpha val="3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Splat 126"/>
            <p:cNvSpPr>
              <a:spLocks noGrp="1"/>
            </p:cNvSpPr>
            <p:nvPr/>
          </p:nvSpPr>
          <p:spPr>
            <a:xfrm rot="6575247">
              <a:off x="762290" y="1776649"/>
              <a:ext cx="58100" cy="14525"/>
            </a:xfrm>
            <a:prstGeom prst="ellipse">
              <a:avLst/>
            </a:prstGeom>
            <a:gradFill>
              <a:gsLst>
                <a:gs pos="0">
                  <a:srgbClr val="E9E9E9">
                    <a:alpha val="18743"/>
                  </a:srgbClr>
                </a:gs>
                <a:gs pos="14286">
                  <a:srgbClr val="E9E9E9">
                    <a:alpha val="17367"/>
                  </a:srgbClr>
                </a:gs>
                <a:gs pos="28571">
                  <a:srgbClr val="E9E9E9">
                    <a:alpha val="13767"/>
                  </a:srgbClr>
                </a:gs>
                <a:gs pos="42857">
                  <a:srgbClr val="E9E9E9">
                    <a:alpha val="9258"/>
                  </a:srgbClr>
                </a:gs>
                <a:gs pos="57143">
                  <a:srgbClr val="E9E9E9">
                    <a:alpha val="5241"/>
                  </a:srgbClr>
                </a:gs>
                <a:gs pos="71429">
                  <a:srgbClr val="E9E9E9">
                    <a:alpha val="2488"/>
                  </a:srgbClr>
                </a:gs>
                <a:gs pos="85714">
                  <a:srgbClr val="E9E9E9">
                    <a:alpha val="992"/>
                  </a:srgbClr>
                </a:gs>
                <a:gs pos="100000">
                  <a:srgbClr val="E9E9E9">
                    <a:alpha val="3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Splat 127"/>
            <p:cNvSpPr>
              <a:spLocks noGrp="1"/>
            </p:cNvSpPr>
            <p:nvPr/>
          </p:nvSpPr>
          <p:spPr>
            <a:xfrm rot="5400000">
              <a:off x="1374613" y="1199902"/>
              <a:ext cx="34923" cy="34923"/>
            </a:xfrm>
            <a:prstGeom prst="ellipse">
              <a:avLst/>
            </a:prstGeom>
            <a:gradFill>
              <a:gsLst>
                <a:gs pos="0">
                  <a:srgbClr val="A1A1A1">
                    <a:alpha val="16601"/>
                  </a:srgbClr>
                </a:gs>
                <a:gs pos="14286">
                  <a:srgbClr val="A1A1A1">
                    <a:alpha val="15367"/>
                  </a:srgbClr>
                </a:gs>
                <a:gs pos="28571">
                  <a:srgbClr val="A1A1A1">
                    <a:alpha val="12151"/>
                  </a:srgbClr>
                </a:gs>
                <a:gs pos="42857">
                  <a:srgbClr val="A1A1A1">
                    <a:alpha val="8146"/>
                  </a:srgbClr>
                </a:gs>
                <a:gs pos="57143">
                  <a:srgbClr val="A1A1A1">
                    <a:alpha val="4599"/>
                  </a:srgbClr>
                </a:gs>
                <a:gs pos="71429">
                  <a:srgbClr val="A1A1A1">
                    <a:alpha val="2180"/>
                  </a:srgbClr>
                </a:gs>
                <a:gs pos="85714">
                  <a:srgbClr val="A1A1A1">
                    <a:alpha val="868"/>
                  </a:srgbClr>
                </a:gs>
                <a:gs pos="100000">
                  <a:srgbClr val="A1A1A1">
                    <a:alpha val="2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Splat 128"/>
            <p:cNvSpPr>
              <a:spLocks noGrp="1"/>
            </p:cNvSpPr>
            <p:nvPr/>
          </p:nvSpPr>
          <p:spPr>
            <a:xfrm rot="6403699">
              <a:off x="1162581" y="2582890"/>
              <a:ext cx="197119" cy="3913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Splat 129"/>
            <p:cNvSpPr>
              <a:spLocks noGrp="1"/>
            </p:cNvSpPr>
            <p:nvPr/>
          </p:nvSpPr>
          <p:spPr>
            <a:xfrm rot="5268240">
              <a:off x="1994689" y="608035"/>
              <a:ext cx="68461" cy="17509"/>
            </a:xfrm>
            <a:prstGeom prst="ellipse">
              <a:avLst/>
            </a:prstGeom>
            <a:gradFill>
              <a:gsLst>
                <a:gs pos="0">
                  <a:srgbClr val="9A9A9A">
                    <a:alpha val="16565"/>
                  </a:srgbClr>
                </a:gs>
                <a:gs pos="14286">
                  <a:srgbClr val="9A9A9A">
                    <a:alpha val="15334"/>
                  </a:srgbClr>
                </a:gs>
                <a:gs pos="28571">
                  <a:srgbClr val="9A9A9A">
                    <a:alpha val="12124"/>
                  </a:srgbClr>
                </a:gs>
                <a:gs pos="42857">
                  <a:srgbClr val="9A9A9A">
                    <a:alpha val="8128"/>
                  </a:srgbClr>
                </a:gs>
                <a:gs pos="57143">
                  <a:srgbClr val="9A9A9A">
                    <a:alpha val="4589"/>
                  </a:srgbClr>
                </a:gs>
                <a:gs pos="71429">
                  <a:srgbClr val="9A9A9A">
                    <a:alpha val="2175"/>
                  </a:srgbClr>
                </a:gs>
                <a:gs pos="85714">
                  <a:srgbClr val="9A9A9A">
                    <a:alpha val="866"/>
                  </a:srgbClr>
                </a:gs>
                <a:gs pos="100000">
                  <a:srgbClr val="9A9A9A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Splat 130"/>
            <p:cNvSpPr>
              <a:spLocks noGrp="1"/>
            </p:cNvSpPr>
            <p:nvPr/>
          </p:nvSpPr>
          <p:spPr>
            <a:xfrm rot="-10541601">
              <a:off x="1994305" y="2040837"/>
              <a:ext cx="66096" cy="16524"/>
            </a:xfrm>
            <a:prstGeom prst="ellipse">
              <a:avLst/>
            </a:prstGeom>
            <a:gradFill>
              <a:gsLst>
                <a:gs pos="0">
                  <a:srgbClr val="BCBCBC">
                    <a:alpha val="17291"/>
                  </a:srgbClr>
                </a:gs>
                <a:gs pos="14286">
                  <a:srgbClr val="BCBCBC">
                    <a:alpha val="16011"/>
                  </a:srgbClr>
                </a:gs>
                <a:gs pos="28571">
                  <a:srgbClr val="BCBCBC">
                    <a:alpha val="12670"/>
                  </a:srgbClr>
                </a:gs>
                <a:gs pos="42857">
                  <a:srgbClr val="BCBCBC">
                    <a:alpha val="8503"/>
                  </a:srgbClr>
                </a:gs>
                <a:gs pos="57143">
                  <a:srgbClr val="BCBCBC">
                    <a:alpha val="4805"/>
                  </a:srgbClr>
                </a:gs>
                <a:gs pos="71429">
                  <a:srgbClr val="BCBCBC">
                    <a:alpha val="2279"/>
                  </a:srgbClr>
                </a:gs>
                <a:gs pos="85714">
                  <a:srgbClr val="BCBCBC">
                    <a:alpha val="907"/>
                  </a:srgbClr>
                </a:gs>
                <a:gs pos="100000">
                  <a:srgbClr val="BCBCBC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Splat 131"/>
            <p:cNvSpPr>
              <a:spLocks noGrp="1"/>
            </p:cNvSpPr>
            <p:nvPr/>
          </p:nvSpPr>
          <p:spPr>
            <a:xfrm rot="5868583">
              <a:off x="2635960" y="1886163"/>
              <a:ext cx="68461" cy="17713"/>
            </a:xfrm>
            <a:prstGeom prst="ellipse">
              <a:avLst/>
            </a:prstGeom>
            <a:gradFill>
              <a:gsLst>
                <a:gs pos="0">
                  <a:srgbClr val="90908F">
                    <a:alpha val="16415"/>
                  </a:srgbClr>
                </a:gs>
                <a:gs pos="14286">
                  <a:srgbClr val="90908F">
                    <a:alpha val="15194"/>
                  </a:srgbClr>
                </a:gs>
                <a:gs pos="28571">
                  <a:srgbClr val="90908F">
                    <a:alpha val="12011"/>
                  </a:srgbClr>
                </a:gs>
                <a:gs pos="42857">
                  <a:srgbClr val="90908F">
                    <a:alpha val="8050"/>
                  </a:srgbClr>
                </a:gs>
                <a:gs pos="57143">
                  <a:srgbClr val="90908F">
                    <a:alpha val="4544"/>
                  </a:srgbClr>
                </a:gs>
                <a:gs pos="71429">
                  <a:srgbClr val="90908F">
                    <a:alpha val="2153"/>
                  </a:srgbClr>
                </a:gs>
                <a:gs pos="85714">
                  <a:srgbClr val="90908F">
                    <a:alpha val="857"/>
                  </a:srgbClr>
                </a:gs>
                <a:gs pos="100000">
                  <a:srgbClr val="90908F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Splat 132"/>
            <p:cNvSpPr>
              <a:spLocks noGrp="1"/>
            </p:cNvSpPr>
            <p:nvPr/>
          </p:nvSpPr>
          <p:spPr>
            <a:xfrm rot="4449818">
              <a:off x="2187438" y="1736861"/>
              <a:ext cx="57263" cy="14316"/>
            </a:xfrm>
            <a:prstGeom prst="ellipse">
              <a:avLst/>
            </a:prstGeom>
            <a:gradFill>
              <a:gsLst>
                <a:gs pos="0">
                  <a:srgbClr val="CDCDCD">
                    <a:alpha val="18894"/>
                  </a:srgbClr>
                </a:gs>
                <a:gs pos="14286">
                  <a:srgbClr val="CDCDCD">
                    <a:alpha val="17508"/>
                  </a:srgbClr>
                </a:gs>
                <a:gs pos="28571">
                  <a:srgbClr val="CDCDCD">
                    <a:alpha val="13881"/>
                  </a:srgbClr>
                </a:gs>
                <a:gs pos="42857">
                  <a:srgbClr val="CDCDCD">
                    <a:alpha val="9337"/>
                  </a:srgbClr>
                </a:gs>
                <a:gs pos="57143">
                  <a:srgbClr val="CDCDCD">
                    <a:alpha val="5287"/>
                  </a:srgbClr>
                </a:gs>
                <a:gs pos="71429">
                  <a:srgbClr val="CDCDCD">
                    <a:alpha val="2510"/>
                  </a:srgbClr>
                </a:gs>
                <a:gs pos="85714">
                  <a:srgbClr val="CDCDCD">
                    <a:alpha val="1000"/>
                  </a:srgbClr>
                </a:gs>
                <a:gs pos="100000">
                  <a:srgbClr val="CDCDCD">
                    <a:alpha val="3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Splat 133"/>
            <p:cNvSpPr>
              <a:spLocks noGrp="1"/>
            </p:cNvSpPr>
            <p:nvPr/>
          </p:nvSpPr>
          <p:spPr>
            <a:xfrm rot="3946557">
              <a:off x="2414417" y="552758"/>
              <a:ext cx="162824" cy="7638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Splat 134"/>
            <p:cNvSpPr>
              <a:spLocks noGrp="1"/>
            </p:cNvSpPr>
            <p:nvPr/>
          </p:nvSpPr>
          <p:spPr>
            <a:xfrm rot="3103005">
              <a:off x="1565523" y="2226208"/>
              <a:ext cx="577071" cy="18503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Splat 135"/>
            <p:cNvSpPr>
              <a:spLocks noGrp="1"/>
            </p:cNvSpPr>
            <p:nvPr/>
          </p:nvSpPr>
          <p:spPr>
            <a:xfrm rot="6296066">
              <a:off x="2469109" y="1791921"/>
              <a:ext cx="68461" cy="17708"/>
            </a:xfrm>
            <a:prstGeom prst="ellipse">
              <a:avLst/>
            </a:prstGeom>
            <a:gradFill>
              <a:gsLst>
                <a:gs pos="0">
                  <a:srgbClr val="B6B6B6">
                    <a:alpha val="16418"/>
                  </a:srgbClr>
                </a:gs>
                <a:gs pos="14286">
                  <a:srgbClr val="B6B6B6">
                    <a:alpha val="15197"/>
                  </a:srgbClr>
                </a:gs>
                <a:gs pos="28571">
                  <a:srgbClr val="B6B6B6">
                    <a:alpha val="12014"/>
                  </a:srgbClr>
                </a:gs>
                <a:gs pos="42857">
                  <a:srgbClr val="B6B6B6">
                    <a:alpha val="8052"/>
                  </a:srgbClr>
                </a:gs>
                <a:gs pos="57143">
                  <a:srgbClr val="B6B6B6">
                    <a:alpha val="4545"/>
                  </a:srgbClr>
                </a:gs>
                <a:gs pos="71429">
                  <a:srgbClr val="B6B6B6">
                    <a:alpha val="2154"/>
                  </a:srgbClr>
                </a:gs>
                <a:gs pos="85714">
                  <a:srgbClr val="B6B6B6">
                    <a:alpha val="857"/>
                  </a:srgbClr>
                </a:gs>
                <a:gs pos="100000">
                  <a:srgbClr val="B6B6B6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Splat 136"/>
            <p:cNvSpPr>
              <a:spLocks noGrp="1"/>
            </p:cNvSpPr>
            <p:nvPr/>
          </p:nvSpPr>
          <p:spPr>
            <a:xfrm rot="6655469">
              <a:off x="1280181" y="1798649"/>
              <a:ext cx="68461" cy="17289"/>
            </a:xfrm>
            <a:prstGeom prst="ellipse">
              <a:avLst/>
            </a:prstGeom>
            <a:gradFill>
              <a:gsLst>
                <a:gs pos="0">
                  <a:srgbClr val="D5D5D5">
                    <a:alpha val="16728"/>
                  </a:srgbClr>
                </a:gs>
                <a:gs pos="14286">
                  <a:srgbClr val="D5D5D5">
                    <a:alpha val="15486"/>
                  </a:srgbClr>
                </a:gs>
                <a:gs pos="28571">
                  <a:srgbClr val="D5D5D5">
                    <a:alpha val="12246"/>
                  </a:srgbClr>
                </a:gs>
                <a:gs pos="42857">
                  <a:srgbClr val="D5D5D5">
                    <a:alpha val="8212"/>
                  </a:srgbClr>
                </a:gs>
                <a:gs pos="57143">
                  <a:srgbClr val="D5D5D5">
                    <a:alpha val="4637"/>
                  </a:srgbClr>
                </a:gs>
                <a:gs pos="71429">
                  <a:srgbClr val="D5D5D5">
                    <a:alpha val="2198"/>
                  </a:srgbClr>
                </a:gs>
                <a:gs pos="85714">
                  <a:srgbClr val="D5D5D5">
                    <a:alpha val="875"/>
                  </a:srgbClr>
                </a:gs>
                <a:gs pos="100000">
                  <a:srgbClr val="D5D5D5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Splat 137"/>
            <p:cNvSpPr>
              <a:spLocks noGrp="1"/>
            </p:cNvSpPr>
            <p:nvPr/>
          </p:nvSpPr>
          <p:spPr>
            <a:xfrm rot="9716611">
              <a:off x="2086256" y="2000647"/>
              <a:ext cx="61802" cy="15451"/>
            </a:xfrm>
            <a:prstGeom prst="ellipse">
              <a:avLst/>
            </a:prstGeom>
            <a:gradFill>
              <a:gsLst>
                <a:gs pos="0">
                  <a:srgbClr val="E7E7E7">
                    <a:alpha val="18074"/>
                  </a:srgbClr>
                </a:gs>
                <a:gs pos="14286">
                  <a:srgbClr val="E7E7E7">
                    <a:alpha val="16742"/>
                  </a:srgbClr>
                </a:gs>
                <a:gs pos="28571">
                  <a:srgbClr val="E7E7E7">
                    <a:alpha val="13261"/>
                  </a:srgbClr>
                </a:gs>
                <a:gs pos="42857">
                  <a:srgbClr val="E7E7E7">
                    <a:alpha val="8909"/>
                  </a:srgbClr>
                </a:gs>
                <a:gs pos="57143">
                  <a:srgbClr val="E7E7E7">
                    <a:alpha val="5039"/>
                  </a:srgbClr>
                </a:gs>
                <a:gs pos="71429">
                  <a:srgbClr val="E7E7E7">
                    <a:alpha val="2391"/>
                  </a:srgbClr>
                </a:gs>
                <a:gs pos="85714">
                  <a:srgbClr val="E7E7E7">
                    <a:alpha val="953"/>
                  </a:srgbClr>
                </a:gs>
                <a:gs pos="100000">
                  <a:srgbClr val="E7E7E7">
                    <a:alpha val="3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Splat 138"/>
            <p:cNvSpPr>
              <a:spLocks noGrp="1"/>
            </p:cNvSpPr>
            <p:nvPr/>
          </p:nvSpPr>
          <p:spPr>
            <a:xfrm rot="6149725">
              <a:off x="2652595" y="371747"/>
              <a:ext cx="63823" cy="15956"/>
            </a:xfrm>
            <a:prstGeom prst="ellipse">
              <a:avLst/>
            </a:prstGeom>
            <a:gradFill>
              <a:gsLst>
                <a:gs pos="0">
                  <a:srgbClr val="CACACA">
                    <a:alpha val="17706"/>
                  </a:srgbClr>
                </a:gs>
                <a:gs pos="14286">
                  <a:srgbClr val="CACACA">
                    <a:alpha val="16399"/>
                  </a:srgbClr>
                </a:gs>
                <a:gs pos="28571">
                  <a:srgbClr val="CACACA">
                    <a:alpha val="12983"/>
                  </a:srgbClr>
                </a:gs>
                <a:gs pos="42857">
                  <a:srgbClr val="CACACA">
                    <a:alpha val="8718"/>
                  </a:srgbClr>
                </a:gs>
                <a:gs pos="57143">
                  <a:srgbClr val="CACACA">
                    <a:alpha val="4929"/>
                  </a:srgbClr>
                </a:gs>
                <a:gs pos="71429">
                  <a:srgbClr val="CACACA">
                    <a:alpha val="2338"/>
                  </a:srgbClr>
                </a:gs>
                <a:gs pos="85714">
                  <a:srgbClr val="CACACA">
                    <a:alpha val="931"/>
                  </a:srgbClr>
                </a:gs>
                <a:gs pos="100000">
                  <a:srgbClr val="CACACA">
                    <a:alpha val="3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Splat 139"/>
            <p:cNvSpPr>
              <a:spLocks noGrp="1"/>
            </p:cNvSpPr>
            <p:nvPr/>
          </p:nvSpPr>
          <p:spPr>
            <a:xfrm rot="6170621">
              <a:off x="1300993" y="1837864"/>
              <a:ext cx="68461" cy="17686"/>
            </a:xfrm>
            <a:prstGeom prst="ellipse">
              <a:avLst/>
            </a:prstGeom>
            <a:gradFill>
              <a:gsLst>
                <a:gs pos="0">
                  <a:srgbClr val="C3C3C3">
                    <a:alpha val="16434"/>
                  </a:srgbClr>
                </a:gs>
                <a:gs pos="14286">
                  <a:srgbClr val="C3C3C3">
                    <a:alpha val="15212"/>
                  </a:srgbClr>
                </a:gs>
                <a:gs pos="28571">
                  <a:srgbClr val="C3C3C3">
                    <a:alpha val="12026"/>
                  </a:srgbClr>
                </a:gs>
                <a:gs pos="42857">
                  <a:srgbClr val="C3C3C3">
                    <a:alpha val="8061"/>
                  </a:srgbClr>
                </a:gs>
                <a:gs pos="57143">
                  <a:srgbClr val="C3C3C3">
                    <a:alpha val="4550"/>
                  </a:srgbClr>
                </a:gs>
                <a:gs pos="71429">
                  <a:srgbClr val="C3C3C3">
                    <a:alpha val="2156"/>
                  </a:srgbClr>
                </a:gs>
                <a:gs pos="85714">
                  <a:srgbClr val="C3C3C3">
                    <a:alpha val="858"/>
                  </a:srgbClr>
                </a:gs>
                <a:gs pos="100000">
                  <a:srgbClr val="C3C3C3">
                    <a:alpha val="2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Splat 140"/>
            <p:cNvSpPr>
              <a:spLocks noGrp="1"/>
            </p:cNvSpPr>
            <p:nvPr/>
          </p:nvSpPr>
          <p:spPr>
            <a:xfrm rot="4740256">
              <a:off x="1046429" y="2451825"/>
              <a:ext cx="381819" cy="9862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Splat 141"/>
            <p:cNvSpPr>
              <a:spLocks noGrp="1"/>
            </p:cNvSpPr>
            <p:nvPr/>
          </p:nvSpPr>
          <p:spPr>
            <a:xfrm rot="3263936">
              <a:off x="739591" y="2579760"/>
              <a:ext cx="543413" cy="37879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Splat 142"/>
            <p:cNvSpPr>
              <a:spLocks noGrp="1"/>
            </p:cNvSpPr>
            <p:nvPr/>
          </p:nvSpPr>
          <p:spPr>
            <a:xfrm rot="7249470">
              <a:off x="2686913" y="2479914"/>
              <a:ext cx="68461" cy="17188"/>
            </a:xfrm>
            <a:prstGeom prst="ellipse">
              <a:avLst/>
            </a:prstGeom>
            <a:gradFill>
              <a:gsLst>
                <a:gs pos="0">
                  <a:srgbClr val="BEBEBE">
                    <a:alpha val="16802"/>
                  </a:srgbClr>
                </a:gs>
                <a:gs pos="14286">
                  <a:srgbClr val="BEBEBE">
                    <a:alpha val="15555"/>
                  </a:srgbClr>
                </a:gs>
                <a:gs pos="28571">
                  <a:srgbClr val="BEBEBE">
                    <a:alpha val="12302"/>
                  </a:srgbClr>
                </a:gs>
                <a:gs pos="42857">
                  <a:srgbClr val="BEBEBE">
                    <a:alpha val="8250"/>
                  </a:srgbClr>
                </a:gs>
                <a:gs pos="57143">
                  <a:srgbClr val="BEBEBE">
                    <a:alpha val="4659"/>
                  </a:srgbClr>
                </a:gs>
                <a:gs pos="71429">
                  <a:srgbClr val="BEBEBE">
                    <a:alpha val="2209"/>
                  </a:srgbClr>
                </a:gs>
                <a:gs pos="85714">
                  <a:srgbClr val="BEBEBE">
                    <a:alpha val="879"/>
                  </a:srgbClr>
                </a:gs>
                <a:gs pos="100000">
                  <a:srgbClr val="BEBEBE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Splat 143"/>
            <p:cNvSpPr>
              <a:spLocks noGrp="1"/>
            </p:cNvSpPr>
            <p:nvPr/>
          </p:nvSpPr>
          <p:spPr>
            <a:xfrm rot="7848715">
              <a:off x="3258071" y="2513774"/>
              <a:ext cx="413876" cy="171912"/>
            </a:xfrm>
            <a:prstGeom prst="ellipse">
              <a:avLst/>
            </a:prstGeom>
            <a:gradFill>
              <a:gsLst>
                <a:gs pos="0">
                  <a:srgbClr val="E4E5E5">
                    <a:alpha val="29723"/>
                  </a:srgbClr>
                </a:gs>
                <a:gs pos="14286">
                  <a:srgbClr val="E4E5E5">
                    <a:alpha val="27689"/>
                  </a:srgbClr>
                </a:gs>
                <a:gs pos="28571">
                  <a:srgbClr val="E4E5E5">
                    <a:alpha val="22254"/>
                  </a:srgbClr>
                </a:gs>
                <a:gs pos="42857">
                  <a:srgbClr val="E4E5E5">
                    <a:alpha val="15220"/>
                  </a:srgbClr>
                </a:gs>
                <a:gs pos="57143">
                  <a:srgbClr val="E4E5E5">
                    <a:alpha val="8743"/>
                  </a:srgbClr>
                </a:gs>
                <a:gs pos="71429">
                  <a:srgbClr val="E4E5E5">
                    <a:alpha val="4192"/>
                  </a:srgbClr>
                </a:gs>
                <a:gs pos="85714">
                  <a:srgbClr val="E4E5E5">
                    <a:alpha val="1679"/>
                  </a:srgbClr>
                </a:gs>
                <a:gs pos="100000">
                  <a:srgbClr val="E4E5E5">
                    <a:alpha val="5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Splat 144"/>
            <p:cNvSpPr>
              <a:spLocks noGrp="1"/>
            </p:cNvSpPr>
            <p:nvPr/>
          </p:nvSpPr>
          <p:spPr>
            <a:xfrm rot="6633704">
              <a:off x="2186415" y="1936943"/>
              <a:ext cx="68461" cy="17183"/>
            </a:xfrm>
            <a:prstGeom prst="ellipse">
              <a:avLst/>
            </a:prstGeom>
            <a:gradFill>
              <a:gsLst>
                <a:gs pos="0">
                  <a:srgbClr val="B0B0B0">
                    <a:alpha val="16807"/>
                  </a:srgbClr>
                </a:gs>
                <a:gs pos="14286">
                  <a:srgbClr val="B0B0B0">
                    <a:alpha val="15559"/>
                  </a:srgbClr>
                </a:gs>
                <a:gs pos="28571">
                  <a:srgbClr val="B0B0B0">
                    <a:alpha val="12306"/>
                  </a:srgbClr>
                </a:gs>
                <a:gs pos="42857">
                  <a:srgbClr val="B0B0B0">
                    <a:alpha val="8252"/>
                  </a:srgbClr>
                </a:gs>
                <a:gs pos="57143">
                  <a:srgbClr val="B0B0B0">
                    <a:alpha val="4660"/>
                  </a:srgbClr>
                </a:gs>
                <a:gs pos="71429">
                  <a:srgbClr val="B0B0B0">
                    <a:alpha val="2209"/>
                  </a:srgbClr>
                </a:gs>
                <a:gs pos="85714">
                  <a:srgbClr val="B0B0B0">
                    <a:alpha val="879"/>
                  </a:srgbClr>
                </a:gs>
                <a:gs pos="100000">
                  <a:srgbClr val="B0B0B0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Splat 145"/>
            <p:cNvSpPr>
              <a:spLocks noGrp="1"/>
            </p:cNvSpPr>
            <p:nvPr/>
          </p:nvSpPr>
          <p:spPr>
            <a:xfrm rot="9610787">
              <a:off x="960841" y="1998916"/>
              <a:ext cx="192811" cy="5688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Splat 146"/>
            <p:cNvSpPr>
              <a:spLocks noGrp="1"/>
            </p:cNvSpPr>
            <p:nvPr/>
          </p:nvSpPr>
          <p:spPr>
            <a:xfrm rot="-10375221">
              <a:off x="1803087" y="489685"/>
              <a:ext cx="283646" cy="3057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Splat 147"/>
            <p:cNvSpPr>
              <a:spLocks noGrp="1"/>
            </p:cNvSpPr>
            <p:nvPr/>
          </p:nvSpPr>
          <p:spPr>
            <a:xfrm rot="3226900">
              <a:off x="2004101" y="387786"/>
              <a:ext cx="358788" cy="143097"/>
            </a:xfrm>
            <a:prstGeom prst="ellipse">
              <a:avLst/>
            </a:prstGeom>
            <a:gradFill>
              <a:gsLst>
                <a:gs pos="0">
                  <a:srgbClr val="F8F9F8">
                    <a:alpha val="30114"/>
                  </a:srgbClr>
                </a:gs>
                <a:gs pos="14286">
                  <a:srgbClr val="F8F9F8">
                    <a:alpha val="28059"/>
                  </a:srgbClr>
                </a:gs>
                <a:gs pos="28571">
                  <a:srgbClr val="F8F9F8">
                    <a:alpha val="22562"/>
                  </a:srgbClr>
                </a:gs>
                <a:gs pos="42857">
                  <a:srgbClr val="F8F9F8">
                    <a:alpha val="15441"/>
                  </a:srgbClr>
                </a:gs>
                <a:gs pos="57143">
                  <a:srgbClr val="F8F9F8">
                    <a:alpha val="8875"/>
                  </a:srgbClr>
                </a:gs>
                <a:gs pos="71429">
                  <a:srgbClr val="F8F9F8">
                    <a:alpha val="4257"/>
                  </a:srgbClr>
                </a:gs>
                <a:gs pos="85714">
                  <a:srgbClr val="F8F9F8">
                    <a:alpha val="1705"/>
                  </a:srgbClr>
                </a:gs>
                <a:gs pos="100000">
                  <a:srgbClr val="F8F9F8">
                    <a:alpha val="5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Splat 148"/>
            <p:cNvSpPr>
              <a:spLocks noGrp="1"/>
            </p:cNvSpPr>
            <p:nvPr/>
          </p:nvSpPr>
          <p:spPr>
            <a:xfrm rot="10529920">
              <a:off x="929517" y="2470812"/>
              <a:ext cx="68461" cy="17802"/>
            </a:xfrm>
            <a:prstGeom prst="ellipse">
              <a:avLst/>
            </a:prstGeom>
            <a:gradFill>
              <a:gsLst>
                <a:gs pos="0">
                  <a:srgbClr val="A4A4A5">
                    <a:alpha val="16349"/>
                  </a:srgbClr>
                </a:gs>
                <a:gs pos="14286">
                  <a:srgbClr val="A4A4A5">
                    <a:alpha val="15132"/>
                  </a:srgbClr>
                </a:gs>
                <a:gs pos="28571">
                  <a:srgbClr val="A4A4A5">
                    <a:alpha val="11961"/>
                  </a:srgbClr>
                </a:gs>
                <a:gs pos="42857">
                  <a:srgbClr val="A4A4A5">
                    <a:alpha val="8016"/>
                  </a:srgbClr>
                </a:gs>
                <a:gs pos="57143">
                  <a:srgbClr val="A4A4A5">
                    <a:alpha val="4525"/>
                  </a:srgbClr>
                </a:gs>
                <a:gs pos="71429">
                  <a:srgbClr val="A4A4A5">
                    <a:alpha val="2144"/>
                  </a:srgbClr>
                </a:gs>
                <a:gs pos="85714">
                  <a:srgbClr val="A4A4A5">
                    <a:alpha val="853"/>
                  </a:srgbClr>
                </a:gs>
                <a:gs pos="100000">
                  <a:srgbClr val="A4A4A5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Splat 149"/>
            <p:cNvSpPr>
              <a:spLocks noGrp="1"/>
            </p:cNvSpPr>
            <p:nvPr/>
          </p:nvSpPr>
          <p:spPr>
            <a:xfrm rot="-8669162">
              <a:off x="2069197" y="498697"/>
              <a:ext cx="68461" cy="17787"/>
            </a:xfrm>
            <a:prstGeom prst="ellipse">
              <a:avLst/>
            </a:prstGeom>
            <a:gradFill>
              <a:gsLst>
                <a:gs pos="0">
                  <a:srgbClr val="999999">
                    <a:alpha val="16360"/>
                  </a:srgbClr>
                </a:gs>
                <a:gs pos="14286">
                  <a:srgbClr val="999999">
                    <a:alpha val="15143"/>
                  </a:srgbClr>
                </a:gs>
                <a:gs pos="28571">
                  <a:srgbClr val="999999">
                    <a:alpha val="11970"/>
                  </a:srgbClr>
                </a:gs>
                <a:gs pos="42857">
                  <a:srgbClr val="999999">
                    <a:alpha val="8022"/>
                  </a:srgbClr>
                </a:gs>
                <a:gs pos="57143">
                  <a:srgbClr val="999999">
                    <a:alpha val="4528"/>
                  </a:srgbClr>
                </a:gs>
                <a:gs pos="71429">
                  <a:srgbClr val="999999">
                    <a:alpha val="2146"/>
                  </a:srgbClr>
                </a:gs>
                <a:gs pos="85714">
                  <a:srgbClr val="999999">
                    <a:alpha val="854"/>
                  </a:srgbClr>
                </a:gs>
                <a:gs pos="100000">
                  <a:srgbClr val="999999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Splat 150"/>
            <p:cNvSpPr>
              <a:spLocks noGrp="1"/>
            </p:cNvSpPr>
            <p:nvPr/>
          </p:nvSpPr>
          <p:spPr>
            <a:xfrm rot="5352545">
              <a:off x="1032662" y="1802303"/>
              <a:ext cx="232845" cy="7948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Splat 151"/>
            <p:cNvSpPr>
              <a:spLocks noGrp="1"/>
            </p:cNvSpPr>
            <p:nvPr/>
          </p:nvSpPr>
          <p:spPr>
            <a:xfrm rot="6762403">
              <a:off x="2146159" y="2513703"/>
              <a:ext cx="573485" cy="458047"/>
            </a:xfrm>
            <a:prstGeom prst="ellipse">
              <a:avLst/>
            </a:prstGeom>
            <a:gradFill>
              <a:gsLst>
                <a:gs pos="0">
                  <a:srgbClr val="2D2927">
                    <a:alpha val="24204"/>
                  </a:srgbClr>
                </a:gs>
                <a:gs pos="14286">
                  <a:srgbClr val="2D2927">
                    <a:alpha val="22486"/>
                  </a:srgbClr>
                </a:gs>
                <a:gs pos="28571">
                  <a:srgbClr val="2D2927">
                    <a:alpha val="17944"/>
                  </a:srgbClr>
                </a:gs>
                <a:gs pos="42857">
                  <a:srgbClr val="2D2927">
                    <a:alpha val="12166"/>
                  </a:srgbClr>
                </a:gs>
                <a:gs pos="57143">
                  <a:srgbClr val="2D2927">
                    <a:alpha val="6936"/>
                  </a:srgbClr>
                </a:gs>
                <a:gs pos="71429">
                  <a:srgbClr val="2D2927">
                    <a:alpha val="3309"/>
                  </a:srgbClr>
                </a:gs>
                <a:gs pos="85714">
                  <a:srgbClr val="2D2927">
                    <a:alpha val="1322"/>
                  </a:srgbClr>
                </a:gs>
                <a:gs pos="100000">
                  <a:srgbClr val="2D2927">
                    <a:alpha val="4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Splat 152"/>
            <p:cNvSpPr>
              <a:spLocks noGrp="1"/>
            </p:cNvSpPr>
            <p:nvPr/>
          </p:nvSpPr>
          <p:spPr>
            <a:xfrm rot="9931523">
              <a:off x="977099" y="1065025"/>
              <a:ext cx="65791" cy="16448"/>
            </a:xfrm>
            <a:prstGeom prst="ellipse">
              <a:avLst/>
            </a:prstGeom>
            <a:gradFill>
              <a:gsLst>
                <a:gs pos="0">
                  <a:srgbClr val="DFDFDF">
                    <a:alpha val="17347"/>
                  </a:srgbClr>
                </a:gs>
                <a:gs pos="14286">
                  <a:srgbClr val="DFDFDF">
                    <a:alpha val="16063"/>
                  </a:srgbClr>
                </a:gs>
                <a:gs pos="28571">
                  <a:srgbClr val="DFDFDF">
                    <a:alpha val="12712"/>
                  </a:srgbClr>
                </a:gs>
                <a:gs pos="42857">
                  <a:srgbClr val="DFDFDF">
                    <a:alpha val="8532"/>
                  </a:srgbClr>
                </a:gs>
                <a:gs pos="57143">
                  <a:srgbClr val="DFDFDF">
                    <a:alpha val="4821"/>
                  </a:srgbClr>
                </a:gs>
                <a:gs pos="71429">
                  <a:srgbClr val="DFDFDF">
                    <a:alpha val="2287"/>
                  </a:srgbClr>
                </a:gs>
                <a:gs pos="85714">
                  <a:srgbClr val="DFDFDF">
                    <a:alpha val="910"/>
                  </a:srgbClr>
                </a:gs>
                <a:gs pos="100000">
                  <a:srgbClr val="DFDFDF">
                    <a:alpha val="3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Splat 153"/>
            <p:cNvSpPr>
              <a:spLocks noGrp="1"/>
            </p:cNvSpPr>
            <p:nvPr/>
          </p:nvSpPr>
          <p:spPr>
            <a:xfrm rot="7177153">
              <a:off x="2624186" y="1694034"/>
              <a:ext cx="64553" cy="16138"/>
            </a:xfrm>
            <a:prstGeom prst="ellipse">
              <a:avLst/>
            </a:prstGeom>
            <a:gradFill>
              <a:gsLst>
                <a:gs pos="0">
                  <a:srgbClr val="C8C8C8">
                    <a:alpha val="17573"/>
                  </a:srgbClr>
                </a:gs>
                <a:gs pos="14286">
                  <a:srgbClr val="C8C8C8">
                    <a:alpha val="16275"/>
                  </a:srgbClr>
                </a:gs>
                <a:gs pos="28571">
                  <a:srgbClr val="C8C8C8">
                    <a:alpha val="12883"/>
                  </a:srgbClr>
                </a:gs>
                <a:gs pos="42857">
                  <a:srgbClr val="C8C8C8">
                    <a:alpha val="8649"/>
                  </a:srgbClr>
                </a:gs>
                <a:gs pos="57143">
                  <a:srgbClr val="C8C8C8">
                    <a:alpha val="4889"/>
                  </a:srgbClr>
                </a:gs>
                <a:gs pos="71429">
                  <a:srgbClr val="C8C8C8">
                    <a:alpha val="2319"/>
                  </a:srgbClr>
                </a:gs>
                <a:gs pos="85714">
                  <a:srgbClr val="C8C8C8">
                    <a:alpha val="924"/>
                  </a:srgbClr>
                </a:gs>
                <a:gs pos="100000">
                  <a:srgbClr val="C8C8C8">
                    <a:alpha val="3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Splat 154"/>
            <p:cNvSpPr>
              <a:spLocks noGrp="1"/>
            </p:cNvSpPr>
            <p:nvPr/>
          </p:nvSpPr>
          <p:spPr>
            <a:xfrm rot="-10332134">
              <a:off x="1828130" y="1331956"/>
              <a:ext cx="215933" cy="4094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Splat 155"/>
            <p:cNvSpPr>
              <a:spLocks noGrp="1"/>
            </p:cNvSpPr>
            <p:nvPr/>
          </p:nvSpPr>
          <p:spPr>
            <a:xfrm rot="7762379">
              <a:off x="3090947" y="1583486"/>
              <a:ext cx="68339" cy="17085"/>
            </a:xfrm>
            <a:prstGeom prst="ellipse">
              <a:avLst/>
            </a:prstGeom>
            <a:gradFill>
              <a:gsLst>
                <a:gs pos="0">
                  <a:srgbClr val="C7C7C8">
                    <a:alpha val="16879"/>
                  </a:srgbClr>
                </a:gs>
                <a:gs pos="14286">
                  <a:srgbClr val="C7C7C8">
                    <a:alpha val="15627"/>
                  </a:srgbClr>
                </a:gs>
                <a:gs pos="28571">
                  <a:srgbClr val="C7C7C8">
                    <a:alpha val="12360"/>
                  </a:srgbClr>
                </a:gs>
                <a:gs pos="42857">
                  <a:srgbClr val="C7C7C8">
                    <a:alpha val="8290"/>
                  </a:srgbClr>
                </a:gs>
                <a:gs pos="57143">
                  <a:srgbClr val="C7C7C8">
                    <a:alpha val="4682"/>
                  </a:srgbClr>
                </a:gs>
                <a:gs pos="71429">
                  <a:srgbClr val="C7C7C8">
                    <a:alpha val="2220"/>
                  </a:srgbClr>
                </a:gs>
                <a:gs pos="85714">
                  <a:srgbClr val="C7C7C8">
                    <a:alpha val="884"/>
                  </a:srgbClr>
                </a:gs>
                <a:gs pos="100000">
                  <a:srgbClr val="C7C7C8">
                    <a:alpha val="2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Splat 156"/>
            <p:cNvSpPr>
              <a:spLocks noGrp="1"/>
            </p:cNvSpPr>
            <p:nvPr/>
          </p:nvSpPr>
          <p:spPr>
            <a:xfrm rot="-10067772">
              <a:off x="2553708" y="1283768"/>
              <a:ext cx="68461" cy="17553"/>
            </a:xfrm>
            <a:prstGeom prst="ellipse">
              <a:avLst/>
            </a:prstGeom>
            <a:gradFill>
              <a:gsLst>
                <a:gs pos="0">
                  <a:srgbClr val="D2D2D2">
                    <a:alpha val="16533"/>
                  </a:srgbClr>
                </a:gs>
                <a:gs pos="14286">
                  <a:srgbClr val="D2D2D2">
                    <a:alpha val="15304"/>
                  </a:srgbClr>
                </a:gs>
                <a:gs pos="28571">
                  <a:srgbClr val="D2D2D2">
                    <a:alpha val="12100"/>
                  </a:srgbClr>
                </a:gs>
                <a:gs pos="42857">
                  <a:srgbClr val="D2D2D2">
                    <a:alpha val="8111"/>
                  </a:srgbClr>
                </a:gs>
                <a:gs pos="57143">
                  <a:srgbClr val="D2D2D2">
                    <a:alpha val="4579"/>
                  </a:srgbClr>
                </a:gs>
                <a:gs pos="71429">
                  <a:srgbClr val="D2D2D2">
                    <a:alpha val="2170"/>
                  </a:srgbClr>
                </a:gs>
                <a:gs pos="85714">
                  <a:srgbClr val="D2D2D2">
                    <a:alpha val="864"/>
                  </a:srgbClr>
                </a:gs>
                <a:gs pos="100000">
                  <a:srgbClr val="D2D2D2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Splat 157"/>
            <p:cNvSpPr>
              <a:spLocks noGrp="1"/>
            </p:cNvSpPr>
            <p:nvPr/>
          </p:nvSpPr>
          <p:spPr>
            <a:xfrm rot="10023016">
              <a:off x="2158096" y="2285155"/>
              <a:ext cx="238928" cy="5309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Splat 158"/>
            <p:cNvSpPr>
              <a:spLocks noGrp="1"/>
            </p:cNvSpPr>
            <p:nvPr/>
          </p:nvSpPr>
          <p:spPr>
            <a:xfrm rot="5400000">
              <a:off x="605531" y="2538868"/>
              <a:ext cx="45277" cy="45277"/>
            </a:xfrm>
            <a:prstGeom prst="ellipse">
              <a:avLst/>
            </a:prstGeom>
            <a:gradFill>
              <a:gsLst>
                <a:gs pos="0">
                  <a:srgbClr val="D7D7D8">
                    <a:alpha val="17702"/>
                  </a:srgbClr>
                </a:gs>
                <a:gs pos="14286">
                  <a:srgbClr val="D7D7D8">
                    <a:alpha val="16395"/>
                  </a:srgbClr>
                </a:gs>
                <a:gs pos="28571">
                  <a:srgbClr val="D7D7D8">
                    <a:alpha val="12980"/>
                  </a:srgbClr>
                </a:gs>
                <a:gs pos="42857">
                  <a:srgbClr val="D7D7D8">
                    <a:alpha val="8716"/>
                  </a:srgbClr>
                </a:gs>
                <a:gs pos="57143">
                  <a:srgbClr val="D7D7D8">
                    <a:alpha val="4928"/>
                  </a:srgbClr>
                </a:gs>
                <a:gs pos="71429">
                  <a:srgbClr val="D7D7D8">
                    <a:alpha val="2338"/>
                  </a:srgbClr>
                </a:gs>
                <a:gs pos="85714">
                  <a:srgbClr val="D7D7D8">
                    <a:alpha val="931"/>
                  </a:srgbClr>
                </a:gs>
                <a:gs pos="100000">
                  <a:srgbClr val="D7D7D8">
                    <a:alpha val="3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Splat 159"/>
            <p:cNvSpPr>
              <a:spLocks noGrp="1"/>
            </p:cNvSpPr>
            <p:nvPr/>
          </p:nvSpPr>
          <p:spPr>
            <a:xfrm rot="9170207">
              <a:off x="1260145" y="1066093"/>
              <a:ext cx="238148" cy="4305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Splat 160"/>
            <p:cNvSpPr>
              <a:spLocks noGrp="1"/>
            </p:cNvSpPr>
            <p:nvPr/>
          </p:nvSpPr>
          <p:spPr>
            <a:xfrm rot="4867234">
              <a:off x="1854456" y="1846446"/>
              <a:ext cx="183685" cy="73064"/>
            </a:xfrm>
            <a:prstGeom prst="ellipse">
              <a:avLst/>
            </a:prstGeom>
            <a:gradFill>
              <a:gsLst>
                <a:gs pos="0">
                  <a:srgbClr val="F4F4F4">
                    <a:alpha val="27080"/>
                  </a:srgbClr>
                </a:gs>
                <a:gs pos="14286">
                  <a:srgbClr val="F4F4F4">
                    <a:alpha val="25193"/>
                  </a:srgbClr>
                </a:gs>
                <a:gs pos="28571">
                  <a:srgbClr val="F4F4F4">
                    <a:alpha val="20178"/>
                  </a:srgbClr>
                </a:gs>
                <a:gs pos="42857">
                  <a:srgbClr val="F4F4F4">
                    <a:alpha val="13742"/>
                  </a:srgbClr>
                </a:gs>
                <a:gs pos="57143">
                  <a:srgbClr val="F4F4F4">
                    <a:alpha val="7865"/>
                  </a:srgbClr>
                </a:gs>
                <a:gs pos="71429">
                  <a:srgbClr val="F4F4F4">
                    <a:alpha val="3762"/>
                  </a:srgbClr>
                </a:gs>
                <a:gs pos="85714">
                  <a:srgbClr val="F4F4F4">
                    <a:alpha val="1505"/>
                  </a:srgbClr>
                </a:gs>
                <a:gs pos="100000">
                  <a:srgbClr val="F4F4F4">
                    <a:alpha val="5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Splat 161"/>
            <p:cNvSpPr>
              <a:spLocks noGrp="1"/>
            </p:cNvSpPr>
            <p:nvPr/>
          </p:nvSpPr>
          <p:spPr>
            <a:xfrm rot="5497222">
              <a:off x="2994638" y="1182920"/>
              <a:ext cx="68461" cy="17547"/>
            </a:xfrm>
            <a:prstGeom prst="ellipse">
              <a:avLst/>
            </a:prstGeom>
            <a:gradFill>
              <a:gsLst>
                <a:gs pos="0">
                  <a:srgbClr val="B9B9B9">
                    <a:alpha val="16537"/>
                  </a:srgbClr>
                </a:gs>
                <a:gs pos="14286">
                  <a:srgbClr val="B9B9B9">
                    <a:alpha val="15308"/>
                  </a:srgbClr>
                </a:gs>
                <a:gs pos="28571">
                  <a:srgbClr val="B9B9B9">
                    <a:alpha val="12103"/>
                  </a:srgbClr>
                </a:gs>
                <a:gs pos="42857">
                  <a:srgbClr val="B9B9B9">
                    <a:alpha val="8114"/>
                  </a:srgbClr>
                </a:gs>
                <a:gs pos="57143">
                  <a:srgbClr val="B9B9B9">
                    <a:alpha val="4581"/>
                  </a:srgbClr>
                </a:gs>
                <a:gs pos="71429">
                  <a:srgbClr val="B9B9B9">
                    <a:alpha val="2171"/>
                  </a:srgbClr>
                </a:gs>
                <a:gs pos="85714">
                  <a:srgbClr val="B9B9B9">
                    <a:alpha val="864"/>
                  </a:srgbClr>
                </a:gs>
                <a:gs pos="100000">
                  <a:srgbClr val="B9B9B9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Splat 162"/>
            <p:cNvSpPr>
              <a:spLocks noGrp="1"/>
            </p:cNvSpPr>
            <p:nvPr/>
          </p:nvSpPr>
          <p:spPr>
            <a:xfrm rot="9391779">
              <a:off x="234173" y="2234928"/>
              <a:ext cx="189455" cy="2581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Splat 163"/>
            <p:cNvSpPr>
              <a:spLocks noGrp="1"/>
            </p:cNvSpPr>
            <p:nvPr/>
          </p:nvSpPr>
          <p:spPr>
            <a:xfrm rot="10376601">
              <a:off x="854855" y="654198"/>
              <a:ext cx="274469" cy="4939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Splat 164"/>
            <p:cNvSpPr>
              <a:spLocks noGrp="1"/>
            </p:cNvSpPr>
            <p:nvPr/>
          </p:nvSpPr>
          <p:spPr>
            <a:xfrm rot="10683294">
              <a:off x="3146369" y="2316970"/>
              <a:ext cx="519506" cy="6991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Splat 165"/>
            <p:cNvSpPr>
              <a:spLocks noGrp="1"/>
            </p:cNvSpPr>
            <p:nvPr/>
          </p:nvSpPr>
          <p:spPr>
            <a:xfrm rot="2744250">
              <a:off x="546709" y="2380247"/>
              <a:ext cx="68461" cy="17996"/>
            </a:xfrm>
            <a:prstGeom prst="ellipse">
              <a:avLst/>
            </a:prstGeom>
            <a:gradFill>
              <a:gsLst>
                <a:gs pos="0">
                  <a:srgbClr val="7F7F7F">
                    <a:alpha val="16205"/>
                  </a:srgbClr>
                </a:gs>
                <a:gs pos="14286">
                  <a:srgbClr val="7F7F7F">
                    <a:alpha val="14998"/>
                  </a:srgbClr>
                </a:gs>
                <a:gs pos="28571">
                  <a:srgbClr val="7F7F7F">
                    <a:alpha val="11853"/>
                  </a:srgbClr>
                </a:gs>
                <a:gs pos="42857">
                  <a:srgbClr val="7F7F7F">
                    <a:alpha val="7942"/>
                  </a:srgbClr>
                </a:gs>
                <a:gs pos="57143">
                  <a:srgbClr val="7F7F7F">
                    <a:alpha val="4482"/>
                  </a:srgbClr>
                </a:gs>
                <a:gs pos="71429">
                  <a:srgbClr val="7F7F7F">
                    <a:alpha val="2124"/>
                  </a:srgbClr>
                </a:gs>
                <a:gs pos="85714">
                  <a:srgbClr val="7F7F7F">
                    <a:alpha val="845"/>
                  </a:srgbClr>
                </a:gs>
                <a:gs pos="100000">
                  <a:srgbClr val="7F7F7F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Splat 166"/>
            <p:cNvSpPr>
              <a:spLocks noGrp="1"/>
            </p:cNvSpPr>
            <p:nvPr/>
          </p:nvSpPr>
          <p:spPr>
            <a:xfrm rot="5508705">
              <a:off x="170194" y="1177894"/>
              <a:ext cx="135856" cy="1015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Splat 167"/>
            <p:cNvSpPr>
              <a:spLocks noGrp="1"/>
            </p:cNvSpPr>
            <p:nvPr/>
          </p:nvSpPr>
          <p:spPr>
            <a:xfrm rot="10333373">
              <a:off x="999113" y="2042418"/>
              <a:ext cx="61568" cy="15392"/>
            </a:xfrm>
            <a:prstGeom prst="ellipse">
              <a:avLst/>
            </a:prstGeom>
            <a:gradFill>
              <a:gsLst>
                <a:gs pos="0">
                  <a:srgbClr val="D2D2D2">
                    <a:alpha val="18116"/>
                  </a:srgbClr>
                </a:gs>
                <a:gs pos="14286">
                  <a:srgbClr val="D2D2D2">
                    <a:alpha val="16782"/>
                  </a:srgbClr>
                </a:gs>
                <a:gs pos="28571">
                  <a:srgbClr val="D2D2D2">
                    <a:alpha val="13293"/>
                  </a:srgbClr>
                </a:gs>
                <a:gs pos="42857">
                  <a:srgbClr val="D2D2D2">
                    <a:alpha val="8931"/>
                  </a:srgbClr>
                </a:gs>
                <a:gs pos="57143">
                  <a:srgbClr val="D2D2D2">
                    <a:alpha val="5052"/>
                  </a:srgbClr>
                </a:gs>
                <a:gs pos="71429">
                  <a:srgbClr val="D2D2D2">
                    <a:alpha val="2397"/>
                  </a:srgbClr>
                </a:gs>
                <a:gs pos="85714">
                  <a:srgbClr val="D2D2D2">
                    <a:alpha val="955"/>
                  </a:srgbClr>
                </a:gs>
                <a:gs pos="100000">
                  <a:srgbClr val="D2D2D2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Splat 168"/>
            <p:cNvSpPr>
              <a:spLocks noGrp="1"/>
            </p:cNvSpPr>
            <p:nvPr/>
          </p:nvSpPr>
          <p:spPr>
            <a:xfrm rot="3241931">
              <a:off x="1631856" y="2442056"/>
              <a:ext cx="68461" cy="17637"/>
            </a:xfrm>
            <a:prstGeom prst="ellipse">
              <a:avLst/>
            </a:prstGeom>
            <a:gradFill>
              <a:gsLst>
                <a:gs pos="0">
                  <a:srgbClr val="5E5E5E">
                    <a:alpha val="16471"/>
                  </a:srgbClr>
                </a:gs>
                <a:gs pos="14286">
                  <a:srgbClr val="5E5E5E">
                    <a:alpha val="15246"/>
                  </a:srgbClr>
                </a:gs>
                <a:gs pos="28571">
                  <a:srgbClr val="5E5E5E">
                    <a:alpha val="12053"/>
                  </a:srgbClr>
                </a:gs>
                <a:gs pos="42857">
                  <a:srgbClr val="5E5E5E">
                    <a:alpha val="8080"/>
                  </a:srgbClr>
                </a:gs>
                <a:gs pos="57143">
                  <a:srgbClr val="5E5E5E">
                    <a:alpha val="4561"/>
                  </a:srgbClr>
                </a:gs>
                <a:gs pos="71429">
                  <a:srgbClr val="5E5E5E">
                    <a:alpha val="2161"/>
                  </a:srgbClr>
                </a:gs>
                <a:gs pos="85714">
                  <a:srgbClr val="5E5E5E">
                    <a:alpha val="860"/>
                  </a:srgbClr>
                </a:gs>
                <a:gs pos="100000">
                  <a:srgbClr val="5E5E5E">
                    <a:alpha val="2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Splat 169"/>
            <p:cNvSpPr>
              <a:spLocks noGrp="1"/>
            </p:cNvSpPr>
            <p:nvPr/>
          </p:nvSpPr>
          <p:spPr>
            <a:xfrm rot="3082360">
              <a:off x="2730576" y="1803735"/>
              <a:ext cx="68461" cy="18019"/>
            </a:xfrm>
            <a:prstGeom prst="ellipse">
              <a:avLst/>
            </a:prstGeom>
            <a:gradFill>
              <a:gsLst>
                <a:gs pos="0">
                  <a:srgbClr val="CBCBCB">
                    <a:alpha val="16188"/>
                  </a:srgbClr>
                </a:gs>
                <a:gs pos="14286">
                  <a:srgbClr val="CBCBCB">
                    <a:alpha val="14982"/>
                  </a:srgbClr>
                </a:gs>
                <a:gs pos="28571">
                  <a:srgbClr val="CBCBCB">
                    <a:alpha val="11840"/>
                  </a:srgbClr>
                </a:gs>
                <a:gs pos="42857">
                  <a:srgbClr val="CBCBCB">
                    <a:alpha val="7934"/>
                  </a:srgbClr>
                </a:gs>
                <a:gs pos="57143">
                  <a:srgbClr val="CBCBCB">
                    <a:alpha val="4477"/>
                  </a:srgbClr>
                </a:gs>
                <a:gs pos="71429">
                  <a:srgbClr val="CBCBCB">
                    <a:alpha val="2121"/>
                  </a:srgbClr>
                </a:gs>
                <a:gs pos="85714">
                  <a:srgbClr val="CBCBCB">
                    <a:alpha val="844"/>
                  </a:srgbClr>
                </a:gs>
                <a:gs pos="100000">
                  <a:srgbClr val="CBCBCB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Splat 170"/>
            <p:cNvSpPr>
              <a:spLocks noGrp="1"/>
            </p:cNvSpPr>
            <p:nvPr/>
          </p:nvSpPr>
          <p:spPr>
            <a:xfrm rot="4436086">
              <a:off x="1792168" y="1895733"/>
              <a:ext cx="68461" cy="17865"/>
            </a:xfrm>
            <a:prstGeom prst="ellipse">
              <a:avLst/>
            </a:prstGeom>
            <a:gradFill>
              <a:gsLst>
                <a:gs pos="0">
                  <a:srgbClr val="A1A1A1">
                    <a:alpha val="16302"/>
                  </a:srgbClr>
                </a:gs>
                <a:gs pos="14286">
                  <a:srgbClr val="A1A1A1">
                    <a:alpha val="15089"/>
                  </a:srgbClr>
                </a:gs>
                <a:gs pos="28571">
                  <a:srgbClr val="A1A1A1">
                    <a:alpha val="11926"/>
                  </a:srgbClr>
                </a:gs>
                <a:gs pos="42857">
                  <a:srgbClr val="A1A1A1">
                    <a:alpha val="7992"/>
                  </a:srgbClr>
                </a:gs>
                <a:gs pos="57143">
                  <a:srgbClr val="A1A1A1">
                    <a:alpha val="4511"/>
                  </a:srgbClr>
                </a:gs>
                <a:gs pos="71429">
                  <a:srgbClr val="A1A1A1">
                    <a:alpha val="2137"/>
                  </a:srgbClr>
                </a:gs>
                <a:gs pos="85714">
                  <a:srgbClr val="A1A1A1">
                    <a:alpha val="851"/>
                  </a:srgbClr>
                </a:gs>
                <a:gs pos="100000">
                  <a:srgbClr val="A1A1A1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Splat 171"/>
            <p:cNvSpPr>
              <a:spLocks noGrp="1"/>
            </p:cNvSpPr>
            <p:nvPr/>
          </p:nvSpPr>
          <p:spPr>
            <a:xfrm rot="-8915355">
              <a:off x="471649" y="1941638"/>
              <a:ext cx="68461" cy="17687"/>
            </a:xfrm>
            <a:prstGeom prst="ellipse">
              <a:avLst/>
            </a:prstGeom>
            <a:gradFill>
              <a:gsLst>
                <a:gs pos="0">
                  <a:srgbClr val="767676">
                    <a:alpha val="16434"/>
                  </a:srgbClr>
                </a:gs>
                <a:gs pos="14286">
                  <a:srgbClr val="767676">
                    <a:alpha val="15212"/>
                  </a:srgbClr>
                </a:gs>
                <a:gs pos="28571">
                  <a:srgbClr val="767676">
                    <a:alpha val="12026"/>
                  </a:srgbClr>
                </a:gs>
                <a:gs pos="42857">
                  <a:srgbClr val="767676">
                    <a:alpha val="8060"/>
                  </a:srgbClr>
                </a:gs>
                <a:gs pos="57143">
                  <a:srgbClr val="767676">
                    <a:alpha val="4550"/>
                  </a:srgbClr>
                </a:gs>
                <a:gs pos="71429">
                  <a:srgbClr val="767676">
                    <a:alpha val="2156"/>
                  </a:srgbClr>
                </a:gs>
                <a:gs pos="85714">
                  <a:srgbClr val="767676">
                    <a:alpha val="858"/>
                  </a:srgbClr>
                </a:gs>
                <a:gs pos="100000">
                  <a:srgbClr val="767676">
                    <a:alpha val="2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Splat 172"/>
            <p:cNvSpPr>
              <a:spLocks noGrp="1"/>
            </p:cNvSpPr>
            <p:nvPr/>
          </p:nvSpPr>
          <p:spPr>
            <a:xfrm rot="-10559262">
              <a:off x="847469" y="2032945"/>
              <a:ext cx="225256" cy="3291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Splat 173"/>
            <p:cNvSpPr>
              <a:spLocks noGrp="1"/>
            </p:cNvSpPr>
            <p:nvPr/>
          </p:nvSpPr>
          <p:spPr>
            <a:xfrm rot="7297020">
              <a:off x="1850253" y="354364"/>
              <a:ext cx="68461" cy="17967"/>
            </a:xfrm>
            <a:prstGeom prst="ellipse">
              <a:avLst/>
            </a:prstGeom>
            <a:gradFill>
              <a:gsLst>
                <a:gs pos="0">
                  <a:srgbClr val="969797">
                    <a:alpha val="16226"/>
                  </a:srgbClr>
                </a:gs>
                <a:gs pos="14286">
                  <a:srgbClr val="969797">
                    <a:alpha val="15018"/>
                  </a:srgbClr>
                </a:gs>
                <a:gs pos="28571">
                  <a:srgbClr val="969797">
                    <a:alpha val="11869"/>
                  </a:srgbClr>
                </a:gs>
                <a:gs pos="42857">
                  <a:srgbClr val="969797">
                    <a:alpha val="7953"/>
                  </a:srgbClr>
                </a:gs>
                <a:gs pos="57143">
                  <a:srgbClr val="969797">
                    <a:alpha val="4488"/>
                  </a:srgbClr>
                </a:gs>
                <a:gs pos="71429">
                  <a:srgbClr val="969797">
                    <a:alpha val="2127"/>
                  </a:srgbClr>
                </a:gs>
                <a:gs pos="85714">
                  <a:srgbClr val="969797">
                    <a:alpha val="846"/>
                  </a:srgbClr>
                </a:gs>
                <a:gs pos="100000">
                  <a:srgbClr val="969797">
                    <a:alpha val="2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Splat 174"/>
            <p:cNvSpPr>
              <a:spLocks noGrp="1"/>
            </p:cNvSpPr>
            <p:nvPr/>
          </p:nvSpPr>
          <p:spPr>
            <a:xfrm rot="6461759">
              <a:off x="3534863" y="1888189"/>
              <a:ext cx="68461" cy="17999"/>
            </a:xfrm>
            <a:prstGeom prst="ellipse">
              <a:avLst/>
            </a:prstGeom>
            <a:gradFill>
              <a:gsLst>
                <a:gs pos="0">
                  <a:srgbClr val="9A9A9A">
                    <a:alpha val="16202"/>
                  </a:srgbClr>
                </a:gs>
                <a:gs pos="14286">
                  <a:srgbClr val="9A9A9A">
                    <a:alpha val="14996"/>
                  </a:srgbClr>
                </a:gs>
                <a:gs pos="28571">
                  <a:srgbClr val="9A9A9A">
                    <a:alpha val="11852"/>
                  </a:srgbClr>
                </a:gs>
                <a:gs pos="42857">
                  <a:srgbClr val="9A9A9A">
                    <a:alpha val="7941"/>
                  </a:srgbClr>
                </a:gs>
                <a:gs pos="57143">
                  <a:srgbClr val="9A9A9A">
                    <a:alpha val="4481"/>
                  </a:srgbClr>
                </a:gs>
                <a:gs pos="71429">
                  <a:srgbClr val="9A9A9A">
                    <a:alpha val="2123"/>
                  </a:srgbClr>
                </a:gs>
                <a:gs pos="85714">
                  <a:srgbClr val="9A9A9A">
                    <a:alpha val="845"/>
                  </a:srgbClr>
                </a:gs>
                <a:gs pos="100000">
                  <a:srgbClr val="9A9A9A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Splat 175"/>
            <p:cNvSpPr>
              <a:spLocks noGrp="1"/>
            </p:cNvSpPr>
            <p:nvPr/>
          </p:nvSpPr>
          <p:spPr>
            <a:xfrm rot="9179796">
              <a:off x="273624" y="2650961"/>
              <a:ext cx="552647" cy="11864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Splat 176"/>
            <p:cNvSpPr>
              <a:spLocks noGrp="1"/>
            </p:cNvSpPr>
            <p:nvPr/>
          </p:nvSpPr>
          <p:spPr>
            <a:xfrm rot="10236999">
              <a:off x="2549708" y="626831"/>
              <a:ext cx="230395" cy="6021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Splat 177"/>
            <p:cNvSpPr>
              <a:spLocks noGrp="1"/>
            </p:cNvSpPr>
            <p:nvPr/>
          </p:nvSpPr>
          <p:spPr>
            <a:xfrm rot="10070393">
              <a:off x="2535517" y="490472"/>
              <a:ext cx="175001" cy="3302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Splat 178"/>
            <p:cNvSpPr>
              <a:spLocks noGrp="1"/>
            </p:cNvSpPr>
            <p:nvPr/>
          </p:nvSpPr>
          <p:spPr>
            <a:xfrm rot="5297407">
              <a:off x="1959864" y="503155"/>
              <a:ext cx="223379" cy="10374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Splat 179"/>
            <p:cNvSpPr>
              <a:spLocks noGrp="1"/>
            </p:cNvSpPr>
            <p:nvPr/>
          </p:nvSpPr>
          <p:spPr>
            <a:xfrm rot="10760185">
              <a:off x="294695" y="1959798"/>
              <a:ext cx="267786" cy="11628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Splat 180"/>
            <p:cNvSpPr>
              <a:spLocks noGrp="1"/>
            </p:cNvSpPr>
            <p:nvPr/>
          </p:nvSpPr>
          <p:spPr>
            <a:xfrm rot="-10447410">
              <a:off x="395223" y="1744535"/>
              <a:ext cx="68461" cy="17873"/>
            </a:xfrm>
            <a:prstGeom prst="ellipse">
              <a:avLst/>
            </a:prstGeom>
            <a:gradFill>
              <a:gsLst>
                <a:gs pos="0">
                  <a:srgbClr val="BDBDBD">
                    <a:alpha val="16296"/>
                  </a:srgbClr>
                </a:gs>
                <a:gs pos="14286">
                  <a:srgbClr val="BDBDBD">
                    <a:alpha val="15083"/>
                  </a:srgbClr>
                </a:gs>
                <a:gs pos="28571">
                  <a:srgbClr val="BDBDBD">
                    <a:alpha val="11922"/>
                  </a:srgbClr>
                </a:gs>
                <a:gs pos="42857">
                  <a:srgbClr val="BDBDBD">
                    <a:alpha val="7990"/>
                  </a:srgbClr>
                </a:gs>
                <a:gs pos="57143">
                  <a:srgbClr val="BDBDBD">
                    <a:alpha val="4509"/>
                  </a:srgbClr>
                </a:gs>
                <a:gs pos="71429">
                  <a:srgbClr val="BDBDBD">
                    <a:alpha val="2137"/>
                  </a:srgbClr>
                </a:gs>
                <a:gs pos="85714">
                  <a:srgbClr val="BDBDBD">
                    <a:alpha val="850"/>
                  </a:srgbClr>
                </a:gs>
                <a:gs pos="100000">
                  <a:srgbClr val="BDBDBD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Splat 181"/>
            <p:cNvSpPr>
              <a:spLocks noGrp="1"/>
            </p:cNvSpPr>
            <p:nvPr/>
          </p:nvSpPr>
          <p:spPr>
            <a:xfrm rot="-8867632">
              <a:off x="1863720" y="1970333"/>
              <a:ext cx="68461" cy="17998"/>
            </a:xfrm>
            <a:prstGeom prst="ellipse">
              <a:avLst/>
            </a:prstGeom>
            <a:gradFill>
              <a:gsLst>
                <a:gs pos="0">
                  <a:srgbClr val="BDBDBD">
                    <a:alpha val="16203"/>
                  </a:srgbClr>
                </a:gs>
                <a:gs pos="14286">
                  <a:srgbClr val="BDBDBD">
                    <a:alpha val="14997"/>
                  </a:srgbClr>
                </a:gs>
                <a:gs pos="28571">
                  <a:srgbClr val="BDBDBD">
                    <a:alpha val="11852"/>
                  </a:srgbClr>
                </a:gs>
                <a:gs pos="42857">
                  <a:srgbClr val="BDBDBD">
                    <a:alpha val="7942"/>
                  </a:srgbClr>
                </a:gs>
                <a:gs pos="57143">
                  <a:srgbClr val="BDBDBD">
                    <a:alpha val="4482"/>
                  </a:srgbClr>
                </a:gs>
                <a:gs pos="71429">
                  <a:srgbClr val="BDBDBD">
                    <a:alpha val="2123"/>
                  </a:srgbClr>
                </a:gs>
                <a:gs pos="85714">
                  <a:srgbClr val="BDBDBD">
                    <a:alpha val="845"/>
                  </a:srgbClr>
                </a:gs>
                <a:gs pos="100000">
                  <a:srgbClr val="BDBDBD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Splat 182"/>
            <p:cNvSpPr>
              <a:spLocks noGrp="1"/>
            </p:cNvSpPr>
            <p:nvPr/>
          </p:nvSpPr>
          <p:spPr>
            <a:xfrm rot="4267442">
              <a:off x="3392280" y="1712619"/>
              <a:ext cx="68461" cy="18108"/>
            </a:xfrm>
            <a:prstGeom prst="ellipse">
              <a:avLst/>
            </a:prstGeom>
            <a:gradFill>
              <a:gsLst>
                <a:gs pos="0">
                  <a:srgbClr val="ABABAB">
                    <a:alpha val="16122"/>
                  </a:srgbClr>
                </a:gs>
                <a:gs pos="14286">
                  <a:srgbClr val="ABABAB">
                    <a:alpha val="14921"/>
                  </a:srgbClr>
                </a:gs>
                <a:gs pos="28571">
                  <a:srgbClr val="ABABAB">
                    <a:alpha val="11791"/>
                  </a:srgbClr>
                </a:gs>
                <a:gs pos="42857">
                  <a:srgbClr val="ABABAB">
                    <a:alpha val="7900"/>
                  </a:srgbClr>
                </a:gs>
                <a:gs pos="57143">
                  <a:srgbClr val="ABABAB">
                    <a:alpha val="4458"/>
                  </a:srgbClr>
                </a:gs>
                <a:gs pos="71429">
                  <a:srgbClr val="ABABAB">
                    <a:alpha val="2112"/>
                  </a:srgbClr>
                </a:gs>
                <a:gs pos="85714">
                  <a:srgbClr val="ABABAB">
                    <a:alpha val="840"/>
                  </a:srgbClr>
                </a:gs>
                <a:gs pos="100000">
                  <a:srgbClr val="ABABAB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Splat 183"/>
            <p:cNvSpPr>
              <a:spLocks noGrp="1"/>
            </p:cNvSpPr>
            <p:nvPr/>
          </p:nvSpPr>
          <p:spPr>
            <a:xfrm rot="9343321">
              <a:off x="1039800" y="2011130"/>
              <a:ext cx="68461" cy="18055"/>
            </a:xfrm>
            <a:prstGeom prst="ellipse">
              <a:avLst/>
            </a:prstGeom>
            <a:gradFill>
              <a:gsLst>
                <a:gs pos="0">
                  <a:srgbClr val="A7A7A7">
                    <a:alpha val="16161"/>
                  </a:srgbClr>
                </a:gs>
                <a:gs pos="14286">
                  <a:srgbClr val="A7A7A7">
                    <a:alpha val="14957"/>
                  </a:srgbClr>
                </a:gs>
                <a:gs pos="28571">
                  <a:srgbClr val="A7A7A7">
                    <a:alpha val="11821"/>
                  </a:srgbClr>
                </a:gs>
                <a:gs pos="42857">
                  <a:srgbClr val="A7A7A7">
                    <a:alpha val="7920"/>
                  </a:srgbClr>
                </a:gs>
                <a:gs pos="57143">
                  <a:srgbClr val="A7A7A7">
                    <a:alpha val="4469"/>
                  </a:srgbClr>
                </a:gs>
                <a:gs pos="71429">
                  <a:srgbClr val="A7A7A7">
                    <a:alpha val="2117"/>
                  </a:srgbClr>
                </a:gs>
                <a:gs pos="85714">
                  <a:srgbClr val="A7A7A7">
                    <a:alpha val="843"/>
                  </a:srgbClr>
                </a:gs>
                <a:gs pos="100000">
                  <a:srgbClr val="A7A7A7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Splat 184"/>
            <p:cNvSpPr>
              <a:spLocks noGrp="1"/>
            </p:cNvSpPr>
            <p:nvPr/>
          </p:nvSpPr>
          <p:spPr>
            <a:xfrm rot="2950591">
              <a:off x="901737" y="2619871"/>
              <a:ext cx="68461" cy="18121"/>
            </a:xfrm>
            <a:prstGeom prst="ellipse">
              <a:avLst/>
            </a:prstGeom>
            <a:gradFill>
              <a:gsLst>
                <a:gs pos="0">
                  <a:srgbClr val="959595">
                    <a:alpha val="16112"/>
                  </a:srgbClr>
                </a:gs>
                <a:gs pos="14286">
                  <a:srgbClr val="959595">
                    <a:alpha val="14912"/>
                  </a:srgbClr>
                </a:gs>
                <a:gs pos="28571">
                  <a:srgbClr val="959595">
                    <a:alpha val="11784"/>
                  </a:srgbClr>
                </a:gs>
                <a:gs pos="42857">
                  <a:srgbClr val="959595">
                    <a:alpha val="7895"/>
                  </a:srgbClr>
                </a:gs>
                <a:gs pos="57143">
                  <a:srgbClr val="959595">
                    <a:alpha val="4455"/>
                  </a:srgbClr>
                </a:gs>
                <a:gs pos="71429">
                  <a:srgbClr val="959595">
                    <a:alpha val="2110"/>
                  </a:srgbClr>
                </a:gs>
                <a:gs pos="85714">
                  <a:srgbClr val="959595">
                    <a:alpha val="840"/>
                  </a:srgbClr>
                </a:gs>
                <a:gs pos="100000">
                  <a:srgbClr val="959595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Splat 185"/>
            <p:cNvSpPr>
              <a:spLocks noGrp="1"/>
            </p:cNvSpPr>
            <p:nvPr/>
          </p:nvSpPr>
          <p:spPr>
            <a:xfrm rot="8001944">
              <a:off x="810584" y="1086109"/>
              <a:ext cx="68461" cy="18058"/>
            </a:xfrm>
            <a:prstGeom prst="ellipse">
              <a:avLst/>
            </a:prstGeom>
            <a:gradFill>
              <a:gsLst>
                <a:gs pos="0">
                  <a:srgbClr val="B2B2B2">
                    <a:alpha val="16159"/>
                  </a:srgbClr>
                </a:gs>
                <a:gs pos="14286">
                  <a:srgbClr val="B2B2B2">
                    <a:alpha val="14955"/>
                  </a:srgbClr>
                </a:gs>
                <a:gs pos="28571">
                  <a:srgbClr val="B2B2B2">
                    <a:alpha val="11819"/>
                  </a:srgbClr>
                </a:gs>
                <a:gs pos="42857">
                  <a:srgbClr val="B2B2B2">
                    <a:alpha val="7919"/>
                  </a:srgbClr>
                </a:gs>
                <a:gs pos="57143">
                  <a:srgbClr val="B2B2B2">
                    <a:alpha val="4468"/>
                  </a:srgbClr>
                </a:gs>
                <a:gs pos="71429">
                  <a:srgbClr val="B2B2B2">
                    <a:alpha val="2117"/>
                  </a:srgbClr>
                </a:gs>
                <a:gs pos="85714">
                  <a:srgbClr val="B2B2B2">
                    <a:alpha val="843"/>
                  </a:srgbClr>
                </a:gs>
                <a:gs pos="100000">
                  <a:srgbClr val="B2B2B2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Splat 186"/>
            <p:cNvSpPr>
              <a:spLocks noGrp="1"/>
            </p:cNvSpPr>
            <p:nvPr/>
          </p:nvSpPr>
          <p:spPr>
            <a:xfrm rot="10688979">
              <a:off x="2159716" y="571500"/>
              <a:ext cx="68461" cy="18078"/>
            </a:xfrm>
            <a:prstGeom prst="ellipse">
              <a:avLst/>
            </a:prstGeom>
            <a:gradFill>
              <a:gsLst>
                <a:gs pos="0">
                  <a:srgbClr val="777777">
                    <a:alpha val="16144"/>
                  </a:srgbClr>
                </a:gs>
                <a:gs pos="14286">
                  <a:srgbClr val="777777">
                    <a:alpha val="14941"/>
                  </a:srgbClr>
                </a:gs>
                <a:gs pos="28571">
                  <a:srgbClr val="777777">
                    <a:alpha val="11808"/>
                  </a:srgbClr>
                </a:gs>
                <a:gs pos="42857">
                  <a:srgbClr val="777777">
                    <a:alpha val="7911"/>
                  </a:srgbClr>
                </a:gs>
                <a:gs pos="57143">
                  <a:srgbClr val="777777">
                    <a:alpha val="4464"/>
                  </a:srgbClr>
                </a:gs>
                <a:gs pos="71429">
                  <a:srgbClr val="777777">
                    <a:alpha val="2115"/>
                  </a:srgbClr>
                </a:gs>
                <a:gs pos="85714">
                  <a:srgbClr val="777777">
                    <a:alpha val="842"/>
                  </a:srgbClr>
                </a:gs>
                <a:gs pos="100000">
                  <a:srgbClr val="777777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Splat 187"/>
            <p:cNvSpPr>
              <a:spLocks noGrp="1"/>
            </p:cNvSpPr>
            <p:nvPr/>
          </p:nvSpPr>
          <p:spPr>
            <a:xfrm rot="6429259">
              <a:off x="164316" y="1786729"/>
              <a:ext cx="195541" cy="49782"/>
            </a:xfrm>
            <a:prstGeom prst="ellipse">
              <a:avLst/>
            </a:prstGeom>
            <a:gradFill>
              <a:gsLst>
                <a:gs pos="0">
                  <a:srgbClr val="F2F2F1">
                    <a:alpha val="32968"/>
                  </a:srgbClr>
                </a:gs>
                <a:gs pos="14286">
                  <a:srgbClr val="F2F2F1">
                    <a:alpha val="30764"/>
                  </a:srgbClr>
                </a:gs>
                <a:gs pos="28571">
                  <a:srgbClr val="F2F2F1">
                    <a:alpha val="24833"/>
                  </a:srgbClr>
                </a:gs>
                <a:gs pos="42857">
                  <a:srgbClr val="F2F2F1">
                    <a:alpha val="17075"/>
                  </a:srgbClr>
                </a:gs>
                <a:gs pos="57143">
                  <a:srgbClr val="F2F2F1">
                    <a:alpha val="9855"/>
                  </a:srgbClr>
                </a:gs>
                <a:gs pos="71429">
                  <a:srgbClr val="F2F2F1">
                    <a:alpha val="4740"/>
                  </a:srgbClr>
                </a:gs>
                <a:gs pos="85714">
                  <a:srgbClr val="F2F2F1">
                    <a:alpha val="1902"/>
                  </a:srgbClr>
                </a:gs>
                <a:gs pos="100000">
                  <a:srgbClr val="F2F2F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Splat 188"/>
            <p:cNvSpPr>
              <a:spLocks noGrp="1"/>
            </p:cNvSpPr>
            <p:nvPr/>
          </p:nvSpPr>
          <p:spPr>
            <a:xfrm rot="-9660883">
              <a:off x="1866877" y="1264478"/>
              <a:ext cx="201431" cy="11611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Splat 189"/>
            <p:cNvSpPr>
              <a:spLocks noGrp="1"/>
            </p:cNvSpPr>
            <p:nvPr/>
          </p:nvSpPr>
          <p:spPr>
            <a:xfrm rot="3422278">
              <a:off x="996991" y="433946"/>
              <a:ext cx="208832" cy="3487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Splat 190"/>
            <p:cNvSpPr>
              <a:spLocks noGrp="1"/>
            </p:cNvSpPr>
            <p:nvPr/>
          </p:nvSpPr>
          <p:spPr>
            <a:xfrm rot="4776232">
              <a:off x="1696151" y="1839621"/>
              <a:ext cx="271878" cy="8838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Splat 191"/>
            <p:cNvSpPr>
              <a:spLocks noGrp="1"/>
            </p:cNvSpPr>
            <p:nvPr/>
          </p:nvSpPr>
          <p:spPr>
            <a:xfrm rot="4175410">
              <a:off x="2001661" y="293285"/>
              <a:ext cx="68461" cy="18056"/>
            </a:xfrm>
            <a:prstGeom prst="ellipse">
              <a:avLst/>
            </a:prstGeom>
            <a:gradFill>
              <a:gsLst>
                <a:gs pos="0">
                  <a:srgbClr val="848484">
                    <a:alpha val="16161"/>
                  </a:srgbClr>
                </a:gs>
                <a:gs pos="14286">
                  <a:srgbClr val="848484">
                    <a:alpha val="14957"/>
                  </a:srgbClr>
                </a:gs>
                <a:gs pos="28571">
                  <a:srgbClr val="848484">
                    <a:alpha val="11820"/>
                  </a:srgbClr>
                </a:gs>
                <a:gs pos="42857">
                  <a:srgbClr val="848484">
                    <a:alpha val="7920"/>
                  </a:srgbClr>
                </a:gs>
                <a:gs pos="57143">
                  <a:srgbClr val="848484">
                    <a:alpha val="4469"/>
                  </a:srgbClr>
                </a:gs>
                <a:gs pos="71429">
                  <a:srgbClr val="848484">
                    <a:alpha val="2117"/>
                  </a:srgbClr>
                </a:gs>
                <a:gs pos="85714">
                  <a:srgbClr val="848484">
                    <a:alpha val="843"/>
                  </a:srgbClr>
                </a:gs>
                <a:gs pos="100000">
                  <a:srgbClr val="848484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Splat 192"/>
            <p:cNvSpPr>
              <a:spLocks noGrp="1"/>
            </p:cNvSpPr>
            <p:nvPr/>
          </p:nvSpPr>
          <p:spPr>
            <a:xfrm rot="10334594">
              <a:off x="976714" y="2676135"/>
              <a:ext cx="278950" cy="6584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Splat 193"/>
            <p:cNvSpPr>
              <a:spLocks noGrp="1"/>
            </p:cNvSpPr>
            <p:nvPr/>
          </p:nvSpPr>
          <p:spPr>
            <a:xfrm rot="-8354677">
              <a:off x="366268" y="2365721"/>
              <a:ext cx="68461" cy="18223"/>
            </a:xfrm>
            <a:prstGeom prst="ellipse">
              <a:avLst/>
            </a:prstGeom>
            <a:gradFill>
              <a:gsLst>
                <a:gs pos="0">
                  <a:srgbClr val="6B6B6B">
                    <a:alpha val="16036"/>
                  </a:srgbClr>
                </a:gs>
                <a:gs pos="14286">
                  <a:srgbClr val="6B6B6B">
                    <a:alpha val="14841"/>
                  </a:srgbClr>
                </a:gs>
                <a:gs pos="28571">
                  <a:srgbClr val="6B6B6B">
                    <a:alpha val="11727"/>
                  </a:srgbClr>
                </a:gs>
                <a:gs pos="42857">
                  <a:srgbClr val="6B6B6B">
                    <a:alpha val="7856"/>
                  </a:srgbClr>
                </a:gs>
                <a:gs pos="57143">
                  <a:srgbClr val="6B6B6B">
                    <a:alpha val="4432"/>
                  </a:srgbClr>
                </a:gs>
                <a:gs pos="71429">
                  <a:srgbClr val="6B6B6B">
                    <a:alpha val="2100"/>
                  </a:srgbClr>
                </a:gs>
                <a:gs pos="85714">
                  <a:srgbClr val="6B6B6B">
                    <a:alpha val="836"/>
                  </a:srgbClr>
                </a:gs>
                <a:gs pos="100000">
                  <a:srgbClr val="6B6B6B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Splat 194"/>
            <p:cNvSpPr>
              <a:spLocks noGrp="1"/>
            </p:cNvSpPr>
            <p:nvPr/>
          </p:nvSpPr>
          <p:spPr>
            <a:xfrm rot="-9485037">
              <a:off x="2402370" y="2591753"/>
              <a:ext cx="68461" cy="18067"/>
            </a:xfrm>
            <a:prstGeom prst="ellipse">
              <a:avLst/>
            </a:prstGeom>
            <a:gradFill>
              <a:gsLst>
                <a:gs pos="0">
                  <a:srgbClr val="7C7C7B">
                    <a:alpha val="16152"/>
                  </a:srgbClr>
                </a:gs>
                <a:gs pos="14286">
                  <a:srgbClr val="7C7C7B">
                    <a:alpha val="14949"/>
                  </a:srgbClr>
                </a:gs>
                <a:gs pos="28571">
                  <a:srgbClr val="7C7C7B">
                    <a:alpha val="11814"/>
                  </a:srgbClr>
                </a:gs>
                <a:gs pos="42857">
                  <a:srgbClr val="7C7C7B">
                    <a:alpha val="7915"/>
                  </a:srgbClr>
                </a:gs>
                <a:gs pos="57143">
                  <a:srgbClr val="7C7C7B">
                    <a:alpha val="4466"/>
                  </a:srgbClr>
                </a:gs>
                <a:gs pos="71429">
                  <a:srgbClr val="7C7C7B">
                    <a:alpha val="2116"/>
                  </a:srgbClr>
                </a:gs>
                <a:gs pos="85714">
                  <a:srgbClr val="7C7C7B">
                    <a:alpha val="842"/>
                  </a:srgbClr>
                </a:gs>
                <a:gs pos="100000">
                  <a:srgbClr val="7C7C7B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Splat 195"/>
            <p:cNvSpPr>
              <a:spLocks noGrp="1"/>
            </p:cNvSpPr>
            <p:nvPr/>
          </p:nvSpPr>
          <p:spPr>
            <a:xfrm rot="-8219334">
              <a:off x="2958484" y="608011"/>
              <a:ext cx="68461" cy="18211"/>
            </a:xfrm>
            <a:prstGeom prst="ellipse">
              <a:avLst/>
            </a:prstGeom>
            <a:gradFill>
              <a:gsLst>
                <a:gs pos="0">
                  <a:srgbClr val="454545">
                    <a:alpha val="16045"/>
                  </a:srgbClr>
                </a:gs>
                <a:gs pos="14286">
                  <a:srgbClr val="454545">
                    <a:alpha val="14849"/>
                  </a:srgbClr>
                </a:gs>
                <a:gs pos="28571">
                  <a:srgbClr val="454545">
                    <a:alpha val="11734"/>
                  </a:srgbClr>
                </a:gs>
                <a:gs pos="42857">
                  <a:srgbClr val="454545">
                    <a:alpha val="7860"/>
                  </a:srgbClr>
                </a:gs>
                <a:gs pos="57143">
                  <a:srgbClr val="454545">
                    <a:alpha val="4435"/>
                  </a:srgbClr>
                </a:gs>
                <a:gs pos="71429">
                  <a:srgbClr val="454545">
                    <a:alpha val="2101"/>
                  </a:srgbClr>
                </a:gs>
                <a:gs pos="85714">
                  <a:srgbClr val="454545">
                    <a:alpha val="836"/>
                  </a:srgbClr>
                </a:gs>
                <a:gs pos="100000">
                  <a:srgbClr val="454545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Splat 196"/>
            <p:cNvSpPr>
              <a:spLocks noGrp="1"/>
            </p:cNvSpPr>
            <p:nvPr/>
          </p:nvSpPr>
          <p:spPr>
            <a:xfrm rot="10647801">
              <a:off x="1471072" y="668056"/>
              <a:ext cx="68461" cy="18220"/>
            </a:xfrm>
            <a:prstGeom prst="ellipse">
              <a:avLst/>
            </a:prstGeom>
            <a:gradFill>
              <a:gsLst>
                <a:gs pos="0">
                  <a:srgbClr val="AAA9A9">
                    <a:alpha val="16039"/>
                  </a:srgbClr>
                </a:gs>
                <a:gs pos="14286">
                  <a:srgbClr val="AAA9A9">
                    <a:alpha val="14843"/>
                  </a:srgbClr>
                </a:gs>
                <a:gs pos="28571">
                  <a:srgbClr val="AAA9A9">
                    <a:alpha val="11729"/>
                  </a:srgbClr>
                </a:gs>
                <a:gs pos="42857">
                  <a:srgbClr val="AAA9A9">
                    <a:alpha val="7857"/>
                  </a:srgbClr>
                </a:gs>
                <a:gs pos="57143">
                  <a:srgbClr val="AAA9A9">
                    <a:alpha val="4433"/>
                  </a:srgbClr>
                </a:gs>
                <a:gs pos="71429">
                  <a:srgbClr val="AAA9A9">
                    <a:alpha val="2100"/>
                  </a:srgbClr>
                </a:gs>
                <a:gs pos="85714">
                  <a:srgbClr val="AAA9A9">
                    <a:alpha val="836"/>
                  </a:srgbClr>
                </a:gs>
                <a:gs pos="100000">
                  <a:srgbClr val="AAA9A9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Splat 197"/>
            <p:cNvSpPr>
              <a:spLocks noGrp="1"/>
            </p:cNvSpPr>
            <p:nvPr/>
          </p:nvSpPr>
          <p:spPr>
            <a:xfrm rot="10129401">
              <a:off x="1508843" y="2562209"/>
              <a:ext cx="68461" cy="17941"/>
            </a:xfrm>
            <a:prstGeom prst="ellipse">
              <a:avLst/>
            </a:prstGeom>
            <a:gradFill>
              <a:gsLst>
                <a:gs pos="0">
                  <a:srgbClr val="565656">
                    <a:alpha val="16246"/>
                  </a:srgbClr>
                </a:gs>
                <a:gs pos="14286">
                  <a:srgbClr val="565656">
                    <a:alpha val="15036"/>
                  </a:srgbClr>
                </a:gs>
                <a:gs pos="28571">
                  <a:srgbClr val="565656">
                    <a:alpha val="11884"/>
                  </a:srgbClr>
                </a:gs>
                <a:gs pos="42857">
                  <a:srgbClr val="565656">
                    <a:alpha val="7963"/>
                  </a:srgbClr>
                </a:gs>
                <a:gs pos="57143">
                  <a:srgbClr val="565656">
                    <a:alpha val="4494"/>
                  </a:srgbClr>
                </a:gs>
                <a:gs pos="71429">
                  <a:srgbClr val="565656">
                    <a:alpha val="2129"/>
                  </a:srgbClr>
                </a:gs>
                <a:gs pos="85714">
                  <a:srgbClr val="565656">
                    <a:alpha val="848"/>
                  </a:srgbClr>
                </a:gs>
                <a:gs pos="100000">
                  <a:srgbClr val="565656">
                    <a:alpha val="2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Splat 198"/>
            <p:cNvSpPr>
              <a:spLocks noGrp="1"/>
            </p:cNvSpPr>
            <p:nvPr/>
          </p:nvSpPr>
          <p:spPr>
            <a:xfrm rot="9425246">
              <a:off x="816701" y="391856"/>
              <a:ext cx="64590" cy="16147"/>
            </a:xfrm>
            <a:prstGeom prst="ellipse">
              <a:avLst/>
            </a:prstGeom>
            <a:gradFill>
              <a:gsLst>
                <a:gs pos="0">
                  <a:srgbClr val="CDCDCD">
                    <a:alpha val="17566"/>
                  </a:srgbClr>
                </a:gs>
                <a:gs pos="14286">
                  <a:srgbClr val="CDCDCD">
                    <a:alpha val="16268"/>
                  </a:srgbClr>
                </a:gs>
                <a:gs pos="28571">
                  <a:srgbClr val="CDCDCD">
                    <a:alpha val="12878"/>
                  </a:srgbClr>
                </a:gs>
                <a:gs pos="42857">
                  <a:srgbClr val="CDCDCD">
                    <a:alpha val="8646"/>
                  </a:srgbClr>
                </a:gs>
                <a:gs pos="57143">
                  <a:srgbClr val="CDCDCD">
                    <a:alpha val="4887"/>
                  </a:srgbClr>
                </a:gs>
                <a:gs pos="71429">
                  <a:srgbClr val="CDCDCD">
                    <a:alpha val="2318"/>
                  </a:srgbClr>
                </a:gs>
                <a:gs pos="85714">
                  <a:srgbClr val="CDCDCD">
                    <a:alpha val="923"/>
                  </a:srgbClr>
                </a:gs>
                <a:gs pos="100000">
                  <a:srgbClr val="CDCDCD">
                    <a:alpha val="3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Splat 199"/>
            <p:cNvSpPr>
              <a:spLocks noGrp="1"/>
            </p:cNvSpPr>
            <p:nvPr/>
          </p:nvSpPr>
          <p:spPr>
            <a:xfrm rot="-10298773">
              <a:off x="2477387" y="883153"/>
              <a:ext cx="319162" cy="14660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Splat 200"/>
            <p:cNvSpPr>
              <a:spLocks noGrp="1"/>
            </p:cNvSpPr>
            <p:nvPr/>
          </p:nvSpPr>
          <p:spPr>
            <a:xfrm rot="6890477">
              <a:off x="2919548" y="234854"/>
              <a:ext cx="443527" cy="3650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Splat 201"/>
            <p:cNvSpPr>
              <a:spLocks noGrp="1"/>
            </p:cNvSpPr>
            <p:nvPr/>
          </p:nvSpPr>
          <p:spPr>
            <a:xfrm rot="3826795">
              <a:off x="3340801" y="1851541"/>
              <a:ext cx="68461" cy="18304"/>
            </a:xfrm>
            <a:prstGeom prst="ellipse">
              <a:avLst/>
            </a:prstGeom>
            <a:gradFill>
              <a:gsLst>
                <a:gs pos="0">
                  <a:srgbClr val="AEAEAE">
                    <a:alpha val="15976"/>
                  </a:srgbClr>
                </a:gs>
                <a:gs pos="14286">
                  <a:srgbClr val="AEAEAE">
                    <a:alpha val="14785"/>
                  </a:srgbClr>
                </a:gs>
                <a:gs pos="28571">
                  <a:srgbClr val="AEAEAE">
                    <a:alpha val="11682"/>
                  </a:srgbClr>
                </a:gs>
                <a:gs pos="42857">
                  <a:srgbClr val="AEAEAE">
                    <a:alpha val="7825"/>
                  </a:srgbClr>
                </a:gs>
                <a:gs pos="57143">
                  <a:srgbClr val="AEAEAE">
                    <a:alpha val="4414"/>
                  </a:srgbClr>
                </a:gs>
                <a:gs pos="71429">
                  <a:srgbClr val="AEAEAE">
                    <a:alpha val="2091"/>
                  </a:srgbClr>
                </a:gs>
                <a:gs pos="85714">
                  <a:srgbClr val="AEAEAE">
                    <a:alpha val="832"/>
                  </a:srgbClr>
                </a:gs>
                <a:gs pos="100000">
                  <a:srgbClr val="AEAEAE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Splat 202"/>
            <p:cNvSpPr>
              <a:spLocks noGrp="1"/>
            </p:cNvSpPr>
            <p:nvPr/>
          </p:nvSpPr>
          <p:spPr>
            <a:xfrm rot="6089485">
              <a:off x="1292797" y="1848636"/>
              <a:ext cx="68461" cy="17799"/>
            </a:xfrm>
            <a:prstGeom prst="ellipse">
              <a:avLst/>
            </a:prstGeom>
            <a:gradFill>
              <a:gsLst>
                <a:gs pos="0">
                  <a:srgbClr val="D5D5D5">
                    <a:alpha val="16351"/>
                  </a:srgbClr>
                </a:gs>
                <a:gs pos="14286">
                  <a:srgbClr val="D5D5D5">
                    <a:alpha val="15134"/>
                  </a:srgbClr>
                </a:gs>
                <a:gs pos="28571">
                  <a:srgbClr val="D5D5D5">
                    <a:alpha val="11963"/>
                  </a:srgbClr>
                </a:gs>
                <a:gs pos="42857">
                  <a:srgbClr val="D5D5D5">
                    <a:alpha val="8018"/>
                  </a:srgbClr>
                </a:gs>
                <a:gs pos="57143">
                  <a:srgbClr val="D5D5D5">
                    <a:alpha val="4525"/>
                  </a:srgbClr>
                </a:gs>
                <a:gs pos="71429">
                  <a:srgbClr val="D5D5D5">
                    <a:alpha val="2144"/>
                  </a:srgbClr>
                </a:gs>
                <a:gs pos="85714">
                  <a:srgbClr val="D5D5D5">
                    <a:alpha val="853"/>
                  </a:srgbClr>
                </a:gs>
                <a:gs pos="100000">
                  <a:srgbClr val="D5D5D5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Splat 203"/>
            <p:cNvSpPr>
              <a:spLocks noGrp="1"/>
            </p:cNvSpPr>
            <p:nvPr/>
          </p:nvSpPr>
          <p:spPr>
            <a:xfrm rot="-10131958">
              <a:off x="485264" y="2589794"/>
              <a:ext cx="181674" cy="7839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Splat 204"/>
            <p:cNvSpPr>
              <a:spLocks noGrp="1"/>
            </p:cNvSpPr>
            <p:nvPr/>
          </p:nvSpPr>
          <p:spPr>
            <a:xfrm rot="3940734">
              <a:off x="163696" y="1255981"/>
              <a:ext cx="210457" cy="3615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Splat 205"/>
            <p:cNvSpPr>
              <a:spLocks noGrp="1"/>
            </p:cNvSpPr>
            <p:nvPr/>
          </p:nvSpPr>
          <p:spPr>
            <a:xfrm rot="9277215">
              <a:off x="1899519" y="1617413"/>
              <a:ext cx="68461" cy="18337"/>
            </a:xfrm>
            <a:prstGeom prst="ellipse">
              <a:avLst/>
            </a:prstGeom>
            <a:gradFill>
              <a:gsLst>
                <a:gs pos="0">
                  <a:srgbClr val="525252">
                    <a:alpha val="15951"/>
                  </a:srgbClr>
                </a:gs>
                <a:gs pos="14286">
                  <a:srgbClr val="525252">
                    <a:alpha val="14762"/>
                  </a:srgbClr>
                </a:gs>
                <a:gs pos="28571">
                  <a:srgbClr val="525252">
                    <a:alpha val="11663"/>
                  </a:srgbClr>
                </a:gs>
                <a:gs pos="42857">
                  <a:srgbClr val="525252">
                    <a:alpha val="7812"/>
                  </a:srgbClr>
                </a:gs>
                <a:gs pos="57143">
                  <a:srgbClr val="525252">
                    <a:alpha val="4407"/>
                  </a:srgbClr>
                </a:gs>
                <a:gs pos="71429">
                  <a:srgbClr val="525252">
                    <a:alpha val="2088"/>
                  </a:srgbClr>
                </a:gs>
                <a:gs pos="85714">
                  <a:srgbClr val="525252">
                    <a:alpha val="831"/>
                  </a:srgbClr>
                </a:gs>
                <a:gs pos="100000">
                  <a:srgbClr val="525252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Splat 206"/>
            <p:cNvSpPr>
              <a:spLocks noGrp="1"/>
            </p:cNvSpPr>
            <p:nvPr/>
          </p:nvSpPr>
          <p:spPr>
            <a:xfrm rot="9041924">
              <a:off x="2407574" y="496742"/>
              <a:ext cx="320427" cy="23543"/>
            </a:xfrm>
            <a:prstGeom prst="ellipse">
              <a:avLst/>
            </a:prstGeom>
            <a:gradFill>
              <a:gsLst>
                <a:gs pos="0">
                  <a:srgbClr val="F9FAFA">
                    <a:alpha val="22787"/>
                  </a:srgbClr>
                </a:gs>
                <a:gs pos="14286">
                  <a:srgbClr val="F9FAFA">
                    <a:alpha val="21155"/>
                  </a:srgbClr>
                </a:gs>
                <a:gs pos="28571">
                  <a:srgbClr val="F9FAFA">
                    <a:alpha val="16852"/>
                  </a:srgbClr>
                </a:gs>
                <a:gs pos="42857">
                  <a:srgbClr val="F9FAFA">
                    <a:alpha val="11401"/>
                  </a:srgbClr>
                </a:gs>
                <a:gs pos="57143">
                  <a:srgbClr val="F9FAFA">
                    <a:alpha val="6488"/>
                  </a:srgbClr>
                </a:gs>
                <a:gs pos="71429">
                  <a:srgbClr val="F9FAFA">
                    <a:alpha val="3091"/>
                  </a:srgbClr>
                </a:gs>
                <a:gs pos="85714">
                  <a:srgbClr val="F9FAFA">
                    <a:alpha val="1234"/>
                  </a:srgbClr>
                </a:gs>
                <a:gs pos="100000">
                  <a:srgbClr val="F9FAFA">
                    <a:alpha val="4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Splat 207"/>
            <p:cNvSpPr>
              <a:spLocks noGrp="1"/>
            </p:cNvSpPr>
            <p:nvPr/>
          </p:nvSpPr>
          <p:spPr>
            <a:xfrm rot="8052522">
              <a:off x="133516" y="2300602"/>
              <a:ext cx="211932" cy="2695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Splat 208"/>
            <p:cNvSpPr>
              <a:spLocks noGrp="1"/>
            </p:cNvSpPr>
            <p:nvPr/>
          </p:nvSpPr>
          <p:spPr>
            <a:xfrm rot="8429445">
              <a:off x="1439660" y="2343112"/>
              <a:ext cx="68461" cy="18373"/>
            </a:xfrm>
            <a:prstGeom prst="ellipse">
              <a:avLst/>
            </a:prstGeom>
            <a:gradFill>
              <a:gsLst>
                <a:gs pos="0">
                  <a:srgbClr val="8E8E8E">
                    <a:alpha val="15924"/>
                  </a:srgbClr>
                </a:gs>
                <a:gs pos="14286">
                  <a:srgbClr val="8E8E8E">
                    <a:alpha val="14736"/>
                  </a:srgbClr>
                </a:gs>
                <a:gs pos="28571">
                  <a:srgbClr val="8E8E8E">
                    <a:alpha val="11643"/>
                  </a:srgbClr>
                </a:gs>
                <a:gs pos="42857">
                  <a:srgbClr val="8E8E8E">
                    <a:alpha val="7798"/>
                  </a:srgbClr>
                </a:gs>
                <a:gs pos="57143">
                  <a:srgbClr val="8E8E8E">
                    <a:alpha val="4399"/>
                  </a:srgbClr>
                </a:gs>
                <a:gs pos="71429">
                  <a:srgbClr val="8E8E8E">
                    <a:alpha val="2084"/>
                  </a:srgbClr>
                </a:gs>
                <a:gs pos="85714">
                  <a:srgbClr val="8E8E8E">
                    <a:alpha val="829"/>
                  </a:srgbClr>
                </a:gs>
                <a:gs pos="100000">
                  <a:srgbClr val="8E8E8E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Splat 209"/>
            <p:cNvSpPr>
              <a:spLocks noGrp="1"/>
            </p:cNvSpPr>
            <p:nvPr/>
          </p:nvSpPr>
          <p:spPr>
            <a:xfrm rot="4475535">
              <a:off x="2581875" y="1160368"/>
              <a:ext cx="238067" cy="137776"/>
            </a:xfrm>
            <a:prstGeom prst="ellipse">
              <a:avLst/>
            </a:prstGeom>
            <a:gradFill>
              <a:gsLst>
                <a:gs pos="0">
                  <a:srgbClr val="FEFEFE">
                    <a:alpha val="32775"/>
                  </a:srgbClr>
                </a:gs>
                <a:gs pos="14286">
                  <a:srgbClr val="FEFEFE">
                    <a:alpha val="30581"/>
                  </a:srgbClr>
                </a:gs>
                <a:gs pos="28571">
                  <a:srgbClr val="FEFEFE">
                    <a:alpha val="24679"/>
                  </a:srgbClr>
                </a:gs>
                <a:gs pos="42857">
                  <a:srgbClr val="FEFEFE">
                    <a:alpha val="16964"/>
                  </a:srgbClr>
                </a:gs>
                <a:gs pos="57143">
                  <a:srgbClr val="FEFEFE">
                    <a:alpha val="9788"/>
                  </a:srgbClr>
                </a:gs>
                <a:gs pos="71429">
                  <a:srgbClr val="FEFEFE">
                    <a:alpha val="4707"/>
                  </a:srgbClr>
                </a:gs>
                <a:gs pos="85714">
                  <a:srgbClr val="FEFEFE">
                    <a:alpha val="1889"/>
                  </a:srgbClr>
                </a:gs>
                <a:gs pos="100000">
                  <a:srgbClr val="FEFEFE">
                    <a:alpha val="6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Splat 210"/>
            <p:cNvSpPr>
              <a:spLocks noGrp="1"/>
            </p:cNvSpPr>
            <p:nvPr/>
          </p:nvSpPr>
          <p:spPr>
            <a:xfrm rot="4552951">
              <a:off x="1152355" y="2469976"/>
              <a:ext cx="228595" cy="3798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Splat 211"/>
            <p:cNvSpPr>
              <a:spLocks noGrp="1"/>
            </p:cNvSpPr>
            <p:nvPr/>
          </p:nvSpPr>
          <p:spPr>
            <a:xfrm rot="6161477">
              <a:off x="670279" y="1791589"/>
              <a:ext cx="235988" cy="6882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Splat 212"/>
            <p:cNvSpPr>
              <a:spLocks noGrp="1"/>
            </p:cNvSpPr>
            <p:nvPr/>
          </p:nvSpPr>
          <p:spPr>
            <a:xfrm rot="4482305">
              <a:off x="3555489" y="2488425"/>
              <a:ext cx="68461" cy="18431"/>
            </a:xfrm>
            <a:prstGeom prst="ellipse">
              <a:avLst/>
            </a:prstGeom>
            <a:gradFill>
              <a:gsLst>
                <a:gs pos="0">
                  <a:srgbClr val="8C8B8B">
                    <a:alpha val="15881"/>
                  </a:srgbClr>
                </a:gs>
                <a:gs pos="14286">
                  <a:srgbClr val="8C8B8B">
                    <a:alpha val="14697"/>
                  </a:srgbClr>
                </a:gs>
                <a:gs pos="28571">
                  <a:srgbClr val="8C8B8B">
                    <a:alpha val="11611"/>
                  </a:srgbClr>
                </a:gs>
                <a:gs pos="42857">
                  <a:srgbClr val="8C8B8B">
                    <a:alpha val="7776"/>
                  </a:srgbClr>
                </a:gs>
                <a:gs pos="57143">
                  <a:srgbClr val="8C8B8B">
                    <a:alpha val="4387"/>
                  </a:srgbClr>
                </a:gs>
                <a:gs pos="71429">
                  <a:srgbClr val="8C8B8B">
                    <a:alpha val="2078"/>
                  </a:srgbClr>
                </a:gs>
                <a:gs pos="85714">
                  <a:srgbClr val="8C8B8B">
                    <a:alpha val="827"/>
                  </a:srgbClr>
                </a:gs>
                <a:gs pos="100000">
                  <a:srgbClr val="8C8B8B">
                    <a:alpha val="2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Splat 213"/>
            <p:cNvSpPr>
              <a:spLocks noGrp="1"/>
            </p:cNvSpPr>
            <p:nvPr/>
          </p:nvSpPr>
          <p:spPr>
            <a:xfrm rot="5473209">
              <a:off x="1468720" y="1236283"/>
              <a:ext cx="68461" cy="18295"/>
            </a:xfrm>
            <a:prstGeom prst="ellipse">
              <a:avLst/>
            </a:prstGeom>
            <a:gradFill>
              <a:gsLst>
                <a:gs pos="0">
                  <a:srgbClr val="B3B3B3">
                    <a:alpha val="15983"/>
                  </a:srgbClr>
                </a:gs>
                <a:gs pos="14286">
                  <a:srgbClr val="B3B3B3">
                    <a:alpha val="14791"/>
                  </a:srgbClr>
                </a:gs>
                <a:gs pos="28571">
                  <a:srgbClr val="B3B3B3">
                    <a:alpha val="11687"/>
                  </a:srgbClr>
                </a:gs>
                <a:gs pos="42857">
                  <a:srgbClr val="B3B3B3">
                    <a:alpha val="7828"/>
                  </a:srgbClr>
                </a:gs>
                <a:gs pos="57143">
                  <a:srgbClr val="B3B3B3">
                    <a:alpha val="4416"/>
                  </a:srgbClr>
                </a:gs>
                <a:gs pos="71429">
                  <a:srgbClr val="B3B3B3">
                    <a:alpha val="2092"/>
                  </a:srgbClr>
                </a:gs>
                <a:gs pos="85714">
                  <a:srgbClr val="B3B3B3">
                    <a:alpha val="833"/>
                  </a:srgbClr>
                </a:gs>
                <a:gs pos="100000">
                  <a:srgbClr val="B3B3B3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Splat 214"/>
            <p:cNvSpPr>
              <a:spLocks noGrp="1"/>
            </p:cNvSpPr>
            <p:nvPr/>
          </p:nvSpPr>
          <p:spPr>
            <a:xfrm rot="5114277">
              <a:off x="1527944" y="2394330"/>
              <a:ext cx="452370" cy="7513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Splat 215"/>
            <p:cNvSpPr>
              <a:spLocks noGrp="1"/>
            </p:cNvSpPr>
            <p:nvPr/>
          </p:nvSpPr>
          <p:spPr>
            <a:xfrm rot="7508689">
              <a:off x="1470736" y="2554798"/>
              <a:ext cx="216548" cy="6922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Splat 216"/>
            <p:cNvSpPr>
              <a:spLocks noGrp="1"/>
            </p:cNvSpPr>
            <p:nvPr/>
          </p:nvSpPr>
          <p:spPr>
            <a:xfrm rot="-10215513">
              <a:off x="1345042" y="655933"/>
              <a:ext cx="220169" cy="4513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Splat 217"/>
            <p:cNvSpPr>
              <a:spLocks noGrp="1"/>
            </p:cNvSpPr>
            <p:nvPr/>
          </p:nvSpPr>
          <p:spPr>
            <a:xfrm rot="5140723">
              <a:off x="2908138" y="408517"/>
              <a:ext cx="68461" cy="18064"/>
            </a:xfrm>
            <a:prstGeom prst="ellipse">
              <a:avLst/>
            </a:prstGeom>
            <a:gradFill>
              <a:gsLst>
                <a:gs pos="0">
                  <a:srgbClr val="C8C8C8">
                    <a:alpha val="16154"/>
                  </a:srgbClr>
                </a:gs>
                <a:gs pos="14286">
                  <a:srgbClr val="C8C8C8">
                    <a:alpha val="14951"/>
                  </a:srgbClr>
                </a:gs>
                <a:gs pos="28571">
                  <a:srgbClr val="C8C8C8">
                    <a:alpha val="11815"/>
                  </a:srgbClr>
                </a:gs>
                <a:gs pos="42857">
                  <a:srgbClr val="C8C8C8">
                    <a:alpha val="7916"/>
                  </a:srgbClr>
                </a:gs>
                <a:gs pos="57143">
                  <a:srgbClr val="C8C8C8">
                    <a:alpha val="4467"/>
                  </a:srgbClr>
                </a:gs>
                <a:gs pos="71429">
                  <a:srgbClr val="C8C8C8">
                    <a:alpha val="2116"/>
                  </a:srgbClr>
                </a:gs>
                <a:gs pos="85714">
                  <a:srgbClr val="C8C8C8">
                    <a:alpha val="842"/>
                  </a:srgbClr>
                </a:gs>
                <a:gs pos="100000">
                  <a:srgbClr val="C8C8C8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Splat 218"/>
            <p:cNvSpPr>
              <a:spLocks noGrp="1"/>
            </p:cNvSpPr>
            <p:nvPr/>
          </p:nvSpPr>
          <p:spPr>
            <a:xfrm rot="5400000">
              <a:off x="1499076" y="641414"/>
              <a:ext cx="36759" cy="36759"/>
            </a:xfrm>
            <a:prstGeom prst="ellipse">
              <a:avLst/>
            </a:prstGeom>
            <a:gradFill>
              <a:gsLst>
                <a:gs pos="0">
                  <a:srgbClr val="ABAAAA">
                    <a:alpha val="15920"/>
                  </a:srgbClr>
                </a:gs>
                <a:gs pos="14286">
                  <a:srgbClr val="ABAAAA">
                    <a:alpha val="14732"/>
                  </a:srgbClr>
                </a:gs>
                <a:gs pos="28571">
                  <a:srgbClr val="ABAAAA">
                    <a:alpha val="11639"/>
                  </a:srgbClr>
                </a:gs>
                <a:gs pos="42857">
                  <a:srgbClr val="ABAAAA">
                    <a:alpha val="7796"/>
                  </a:srgbClr>
                </a:gs>
                <a:gs pos="57143">
                  <a:srgbClr val="ABAAAA">
                    <a:alpha val="4398"/>
                  </a:srgbClr>
                </a:gs>
                <a:gs pos="71429">
                  <a:srgbClr val="ABAAAA">
                    <a:alpha val="2083"/>
                  </a:srgbClr>
                </a:gs>
                <a:gs pos="85714">
                  <a:srgbClr val="ABAAAA">
                    <a:alpha val="829"/>
                  </a:srgbClr>
                </a:gs>
                <a:gs pos="100000">
                  <a:srgbClr val="ABAAAA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Splat 219"/>
            <p:cNvSpPr>
              <a:spLocks noGrp="1"/>
            </p:cNvSpPr>
            <p:nvPr/>
          </p:nvSpPr>
          <p:spPr>
            <a:xfrm rot="-10432868">
              <a:off x="795319" y="1664079"/>
              <a:ext cx="387658" cy="87345"/>
            </a:xfrm>
            <a:prstGeom prst="ellipse">
              <a:avLst/>
            </a:prstGeom>
            <a:gradFill>
              <a:gsLst>
                <a:gs pos="0">
                  <a:srgbClr val="BEBDBC">
                    <a:alpha val="32968"/>
                  </a:srgbClr>
                </a:gs>
                <a:gs pos="14286">
                  <a:srgbClr val="BEBDBC">
                    <a:alpha val="30764"/>
                  </a:srgbClr>
                </a:gs>
                <a:gs pos="28571">
                  <a:srgbClr val="BEBDBC">
                    <a:alpha val="24833"/>
                  </a:srgbClr>
                </a:gs>
                <a:gs pos="42857">
                  <a:srgbClr val="BEBDBC">
                    <a:alpha val="17075"/>
                  </a:srgbClr>
                </a:gs>
                <a:gs pos="57143">
                  <a:srgbClr val="BEBDBC">
                    <a:alpha val="9855"/>
                  </a:srgbClr>
                </a:gs>
                <a:gs pos="71429">
                  <a:srgbClr val="BEBDBC">
                    <a:alpha val="4740"/>
                  </a:srgbClr>
                </a:gs>
                <a:gs pos="85714">
                  <a:srgbClr val="BEBDBC">
                    <a:alpha val="1902"/>
                  </a:srgbClr>
                </a:gs>
                <a:gs pos="100000">
                  <a:srgbClr val="BEBDB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Splat 220"/>
            <p:cNvSpPr>
              <a:spLocks noGrp="1"/>
            </p:cNvSpPr>
            <p:nvPr/>
          </p:nvSpPr>
          <p:spPr>
            <a:xfrm rot="8459669">
              <a:off x="293822" y="1125017"/>
              <a:ext cx="169474" cy="26984"/>
            </a:xfrm>
            <a:prstGeom prst="ellipse">
              <a:avLst/>
            </a:prstGeom>
            <a:gradFill>
              <a:gsLst>
                <a:gs pos="0">
                  <a:srgbClr val="E9E8E9">
                    <a:alpha val="24501"/>
                  </a:srgbClr>
                </a:gs>
                <a:gs pos="14286">
                  <a:srgbClr val="E9E8E9">
                    <a:alpha val="22765"/>
                  </a:srgbClr>
                </a:gs>
                <a:gs pos="28571">
                  <a:srgbClr val="E9E8E9">
                    <a:alpha val="18174"/>
                  </a:srgbClr>
                </a:gs>
                <a:gs pos="42857">
                  <a:srgbClr val="E9E8E9">
                    <a:alpha val="12327"/>
                  </a:srgbClr>
                </a:gs>
                <a:gs pos="57143">
                  <a:srgbClr val="E9E8E9">
                    <a:alpha val="7030"/>
                  </a:srgbClr>
                </a:gs>
                <a:gs pos="71429">
                  <a:srgbClr val="E9E8E9">
                    <a:alpha val="3355"/>
                  </a:srgbClr>
                </a:gs>
                <a:gs pos="85714">
                  <a:srgbClr val="E9E8E9">
                    <a:alpha val="1340"/>
                  </a:srgbClr>
                </a:gs>
                <a:gs pos="100000">
                  <a:srgbClr val="E9E8E9">
                    <a:alpha val="4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Splat 221"/>
            <p:cNvSpPr>
              <a:spLocks noGrp="1"/>
            </p:cNvSpPr>
            <p:nvPr/>
          </p:nvSpPr>
          <p:spPr>
            <a:xfrm rot="2885140">
              <a:off x="2711092" y="1793619"/>
              <a:ext cx="68461" cy="18301"/>
            </a:xfrm>
            <a:prstGeom prst="ellipse">
              <a:avLst/>
            </a:prstGeom>
            <a:gradFill>
              <a:gsLst>
                <a:gs pos="0">
                  <a:srgbClr val="B5B5B5">
                    <a:alpha val="15978"/>
                  </a:srgbClr>
                </a:gs>
                <a:gs pos="14286">
                  <a:srgbClr val="B5B5B5">
                    <a:alpha val="14787"/>
                  </a:srgbClr>
                </a:gs>
                <a:gs pos="28571">
                  <a:srgbClr val="B5B5B5">
                    <a:alpha val="11683"/>
                  </a:srgbClr>
                </a:gs>
                <a:gs pos="42857">
                  <a:srgbClr val="B5B5B5">
                    <a:alpha val="7826"/>
                  </a:srgbClr>
                </a:gs>
                <a:gs pos="57143">
                  <a:srgbClr val="B5B5B5">
                    <a:alpha val="4415"/>
                  </a:srgbClr>
                </a:gs>
                <a:gs pos="71429">
                  <a:srgbClr val="B5B5B5">
                    <a:alpha val="2092"/>
                  </a:srgbClr>
                </a:gs>
                <a:gs pos="85714">
                  <a:srgbClr val="B5B5B5">
                    <a:alpha val="832"/>
                  </a:srgbClr>
                </a:gs>
                <a:gs pos="100000">
                  <a:srgbClr val="B5B5B5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Splat 222"/>
            <p:cNvSpPr>
              <a:spLocks noGrp="1"/>
            </p:cNvSpPr>
            <p:nvPr/>
          </p:nvSpPr>
          <p:spPr>
            <a:xfrm rot="4548609">
              <a:off x="1173143" y="1861397"/>
              <a:ext cx="279046" cy="7870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Splat 223"/>
            <p:cNvSpPr>
              <a:spLocks noGrp="1"/>
            </p:cNvSpPr>
            <p:nvPr/>
          </p:nvSpPr>
          <p:spPr>
            <a:xfrm rot="5800340">
              <a:off x="1200926" y="2582350"/>
              <a:ext cx="68461" cy="18526"/>
            </a:xfrm>
            <a:prstGeom prst="ellipse">
              <a:avLst/>
            </a:prstGeom>
            <a:gradFill>
              <a:gsLst>
                <a:gs pos="0">
                  <a:srgbClr val="9F9F9F">
                    <a:alpha val="15810"/>
                  </a:srgbClr>
                </a:gs>
                <a:gs pos="14286">
                  <a:srgbClr val="9F9F9F">
                    <a:alpha val="14630"/>
                  </a:srgbClr>
                </a:gs>
                <a:gs pos="28571">
                  <a:srgbClr val="9F9F9F">
                    <a:alpha val="11557"/>
                  </a:srgbClr>
                </a:gs>
                <a:gs pos="42857">
                  <a:srgbClr val="9F9F9F">
                    <a:alpha val="7740"/>
                  </a:srgbClr>
                </a:gs>
                <a:gs pos="57143">
                  <a:srgbClr val="9F9F9F">
                    <a:alpha val="4366"/>
                  </a:srgbClr>
                </a:gs>
                <a:gs pos="71429">
                  <a:srgbClr val="9F9F9F">
                    <a:alpha val="2068"/>
                  </a:srgbClr>
                </a:gs>
                <a:gs pos="85714">
                  <a:srgbClr val="9F9F9F">
                    <a:alpha val="823"/>
                  </a:srgbClr>
                </a:gs>
                <a:gs pos="100000">
                  <a:srgbClr val="9F9F9F">
                    <a:alpha val="2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Splat 224"/>
            <p:cNvSpPr>
              <a:spLocks noGrp="1"/>
            </p:cNvSpPr>
            <p:nvPr/>
          </p:nvSpPr>
          <p:spPr>
            <a:xfrm rot="10127939">
              <a:off x="1894404" y="1983337"/>
              <a:ext cx="253274" cy="8799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Splat 225"/>
            <p:cNvSpPr>
              <a:spLocks noGrp="1"/>
            </p:cNvSpPr>
            <p:nvPr/>
          </p:nvSpPr>
          <p:spPr>
            <a:xfrm rot="4914654">
              <a:off x="2531169" y="400780"/>
              <a:ext cx="115978" cy="10181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Splat 226"/>
            <p:cNvSpPr>
              <a:spLocks noGrp="1"/>
            </p:cNvSpPr>
            <p:nvPr/>
          </p:nvSpPr>
          <p:spPr>
            <a:xfrm rot="5839629">
              <a:off x="2216846" y="1099215"/>
              <a:ext cx="263086" cy="3489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Splat 227"/>
            <p:cNvSpPr>
              <a:spLocks noGrp="1"/>
            </p:cNvSpPr>
            <p:nvPr/>
          </p:nvSpPr>
          <p:spPr>
            <a:xfrm rot="3993665">
              <a:off x="2673346" y="1241482"/>
              <a:ext cx="68461" cy="18551"/>
            </a:xfrm>
            <a:prstGeom prst="ellipse">
              <a:avLst/>
            </a:prstGeom>
            <a:gradFill>
              <a:gsLst>
                <a:gs pos="0">
                  <a:srgbClr val="CCCCCC">
                    <a:alpha val="15792"/>
                  </a:srgbClr>
                </a:gs>
                <a:gs pos="14286">
                  <a:srgbClr val="CCCCCC">
                    <a:alpha val="14613"/>
                  </a:srgbClr>
                </a:gs>
                <a:gs pos="28571">
                  <a:srgbClr val="CCCCCC">
                    <a:alpha val="11543"/>
                  </a:srgbClr>
                </a:gs>
                <a:gs pos="42857">
                  <a:srgbClr val="CCCCCC">
                    <a:alpha val="7730"/>
                  </a:srgbClr>
                </a:gs>
                <a:gs pos="57143">
                  <a:srgbClr val="CCCCCC">
                    <a:alpha val="4360"/>
                  </a:srgbClr>
                </a:gs>
                <a:gs pos="71429">
                  <a:srgbClr val="CCCCCC">
                    <a:alpha val="2065"/>
                  </a:srgbClr>
                </a:gs>
                <a:gs pos="85714">
                  <a:srgbClr val="CCCCCC">
                    <a:alpha val="822"/>
                  </a:srgbClr>
                </a:gs>
                <a:gs pos="100000">
                  <a:srgbClr val="CCCCCC">
                    <a:alpha val="2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Splat 228"/>
            <p:cNvSpPr>
              <a:spLocks noGrp="1"/>
            </p:cNvSpPr>
            <p:nvPr/>
          </p:nvSpPr>
          <p:spPr>
            <a:xfrm rot="4278964">
              <a:off x="1704976" y="2371019"/>
              <a:ext cx="323541" cy="9973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Splat 229"/>
            <p:cNvSpPr>
              <a:spLocks noGrp="1"/>
            </p:cNvSpPr>
            <p:nvPr/>
          </p:nvSpPr>
          <p:spPr>
            <a:xfrm rot="7253327">
              <a:off x="2078211" y="1520875"/>
              <a:ext cx="671277" cy="40146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Splat 230"/>
            <p:cNvSpPr>
              <a:spLocks noGrp="1"/>
            </p:cNvSpPr>
            <p:nvPr/>
          </p:nvSpPr>
          <p:spPr>
            <a:xfrm rot="-10656959">
              <a:off x="1728911" y="2532339"/>
              <a:ext cx="68461" cy="18024"/>
            </a:xfrm>
            <a:prstGeom prst="ellipse">
              <a:avLst/>
            </a:prstGeom>
            <a:gradFill>
              <a:gsLst>
                <a:gs pos="0">
                  <a:srgbClr val="B9B9B9">
                    <a:alpha val="16184"/>
                  </a:srgbClr>
                </a:gs>
                <a:gs pos="14286">
                  <a:srgbClr val="B9B9B9">
                    <a:alpha val="14978"/>
                  </a:srgbClr>
                </a:gs>
                <a:gs pos="28571">
                  <a:srgbClr val="B9B9B9">
                    <a:alpha val="11838"/>
                  </a:srgbClr>
                </a:gs>
                <a:gs pos="42857">
                  <a:srgbClr val="B9B9B9">
                    <a:alpha val="7932"/>
                  </a:srgbClr>
                </a:gs>
                <a:gs pos="57143">
                  <a:srgbClr val="B9B9B9">
                    <a:alpha val="4476"/>
                  </a:srgbClr>
                </a:gs>
                <a:gs pos="71429">
                  <a:srgbClr val="B9B9B9">
                    <a:alpha val="2121"/>
                  </a:srgbClr>
                </a:gs>
                <a:gs pos="85714">
                  <a:srgbClr val="B9B9B9">
                    <a:alpha val="844"/>
                  </a:srgbClr>
                </a:gs>
                <a:gs pos="100000">
                  <a:srgbClr val="B9B9B9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Splat 231"/>
            <p:cNvSpPr>
              <a:spLocks noGrp="1"/>
            </p:cNvSpPr>
            <p:nvPr/>
          </p:nvSpPr>
          <p:spPr>
            <a:xfrm rot="5400000">
              <a:off x="2535740" y="592375"/>
              <a:ext cx="48845" cy="48845"/>
            </a:xfrm>
            <a:prstGeom prst="ellipse">
              <a:avLst/>
            </a:prstGeom>
            <a:gradFill>
              <a:gsLst>
                <a:gs pos="0">
                  <a:srgbClr val="DFDFDF">
                    <a:alpha val="16783"/>
                  </a:srgbClr>
                </a:gs>
                <a:gs pos="14286">
                  <a:srgbClr val="DFDFDF">
                    <a:alpha val="15537"/>
                  </a:srgbClr>
                </a:gs>
                <a:gs pos="28571">
                  <a:srgbClr val="DFDFDF">
                    <a:alpha val="12288"/>
                  </a:srgbClr>
                </a:gs>
                <a:gs pos="42857">
                  <a:srgbClr val="DFDFDF">
                    <a:alpha val="8241"/>
                  </a:srgbClr>
                </a:gs>
                <a:gs pos="57143">
                  <a:srgbClr val="DFDFDF">
                    <a:alpha val="4654"/>
                  </a:srgbClr>
                </a:gs>
                <a:gs pos="71429">
                  <a:srgbClr val="DFDFDF">
                    <a:alpha val="2206"/>
                  </a:srgbClr>
                </a:gs>
                <a:gs pos="85714">
                  <a:srgbClr val="DFDFDF">
                    <a:alpha val="878"/>
                  </a:srgbClr>
                </a:gs>
                <a:gs pos="100000">
                  <a:srgbClr val="DFDFDF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Splat 232"/>
            <p:cNvSpPr>
              <a:spLocks noGrp="1"/>
            </p:cNvSpPr>
            <p:nvPr/>
          </p:nvSpPr>
          <p:spPr>
            <a:xfrm rot="8478724">
              <a:off x="1937123" y="1293901"/>
              <a:ext cx="213966" cy="4516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Splat 233"/>
            <p:cNvSpPr>
              <a:spLocks noGrp="1"/>
            </p:cNvSpPr>
            <p:nvPr/>
          </p:nvSpPr>
          <p:spPr>
            <a:xfrm rot="7208084">
              <a:off x="280160" y="402849"/>
              <a:ext cx="68461" cy="18647"/>
            </a:xfrm>
            <a:prstGeom prst="ellipse">
              <a:avLst/>
            </a:prstGeom>
            <a:gradFill>
              <a:gsLst>
                <a:gs pos="0">
                  <a:srgbClr val="BABABA">
                    <a:alpha val="15720"/>
                  </a:srgbClr>
                </a:gs>
                <a:gs pos="14286">
                  <a:srgbClr val="BABABA">
                    <a:alpha val="14546"/>
                  </a:srgbClr>
                </a:gs>
                <a:gs pos="28571">
                  <a:srgbClr val="BABABA">
                    <a:alpha val="11490"/>
                  </a:srgbClr>
                </a:gs>
                <a:gs pos="42857">
                  <a:srgbClr val="BABABA">
                    <a:alpha val="7693"/>
                  </a:srgbClr>
                </a:gs>
                <a:gs pos="57143">
                  <a:srgbClr val="BABABA">
                    <a:alpha val="4339"/>
                  </a:srgbClr>
                </a:gs>
                <a:gs pos="71429">
                  <a:srgbClr val="BABABA">
                    <a:alpha val="2055"/>
                  </a:srgbClr>
                </a:gs>
                <a:gs pos="85714">
                  <a:srgbClr val="BABABA">
                    <a:alpha val="818"/>
                  </a:srgbClr>
                </a:gs>
                <a:gs pos="100000">
                  <a:srgbClr val="BABABA">
                    <a:alpha val="2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Splat 234"/>
            <p:cNvSpPr>
              <a:spLocks noGrp="1"/>
            </p:cNvSpPr>
            <p:nvPr/>
          </p:nvSpPr>
          <p:spPr>
            <a:xfrm rot="-10756927">
              <a:off x="838860" y="1265632"/>
              <a:ext cx="232287" cy="11946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Splat 235"/>
            <p:cNvSpPr>
              <a:spLocks noGrp="1"/>
            </p:cNvSpPr>
            <p:nvPr/>
          </p:nvSpPr>
          <p:spPr>
            <a:xfrm rot="-9575697">
              <a:off x="3076253" y="1915703"/>
              <a:ext cx="293729" cy="17501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Splat 236"/>
            <p:cNvSpPr>
              <a:spLocks noGrp="1"/>
            </p:cNvSpPr>
            <p:nvPr/>
          </p:nvSpPr>
          <p:spPr>
            <a:xfrm rot="5400000">
              <a:off x="1106536" y="1722249"/>
              <a:ext cx="58766" cy="58766"/>
            </a:xfrm>
            <a:prstGeom prst="ellipse">
              <a:avLst/>
            </a:prstGeom>
            <a:gradFill>
              <a:gsLst>
                <a:gs pos="0">
                  <a:srgbClr val="D6D6D6">
                    <a:alpha val="14174"/>
                  </a:srgbClr>
                </a:gs>
                <a:gs pos="14286">
                  <a:srgbClr val="D6D6D6">
                    <a:alpha val="13106"/>
                  </a:srgbClr>
                </a:gs>
                <a:gs pos="28571">
                  <a:srgbClr val="D6D6D6">
                    <a:alpha val="10334"/>
                  </a:srgbClr>
                </a:gs>
                <a:gs pos="42857">
                  <a:srgbClr val="D6D6D6">
                    <a:alpha val="6905"/>
                  </a:srgbClr>
                </a:gs>
                <a:gs pos="57143">
                  <a:srgbClr val="D6D6D6">
                    <a:alpha val="3887"/>
                  </a:srgbClr>
                </a:gs>
                <a:gs pos="71429">
                  <a:srgbClr val="D6D6D6">
                    <a:alpha val="1839"/>
                  </a:srgbClr>
                </a:gs>
                <a:gs pos="85714">
                  <a:srgbClr val="D6D6D6">
                    <a:alpha val="731"/>
                  </a:srgbClr>
                </a:gs>
                <a:gs pos="100000">
                  <a:srgbClr val="D6D6D6">
                    <a:alpha val="2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" name="Splat 237"/>
            <p:cNvSpPr>
              <a:spLocks noGrp="1"/>
            </p:cNvSpPr>
            <p:nvPr/>
          </p:nvSpPr>
          <p:spPr>
            <a:xfrm rot="5640828">
              <a:off x="1974913" y="1826866"/>
              <a:ext cx="68461" cy="17289"/>
            </a:xfrm>
            <a:prstGeom prst="ellipse">
              <a:avLst/>
            </a:prstGeom>
            <a:gradFill>
              <a:gsLst>
                <a:gs pos="0">
                  <a:srgbClr val="D9D9D9">
                    <a:alpha val="16728"/>
                  </a:srgbClr>
                </a:gs>
                <a:gs pos="14286">
                  <a:srgbClr val="D9D9D9">
                    <a:alpha val="15486"/>
                  </a:srgbClr>
                </a:gs>
                <a:gs pos="28571">
                  <a:srgbClr val="D9D9D9">
                    <a:alpha val="12247"/>
                  </a:srgbClr>
                </a:gs>
                <a:gs pos="42857">
                  <a:srgbClr val="D9D9D9">
                    <a:alpha val="8212"/>
                  </a:srgbClr>
                </a:gs>
                <a:gs pos="57143">
                  <a:srgbClr val="D9D9D9">
                    <a:alpha val="4637"/>
                  </a:srgbClr>
                </a:gs>
                <a:gs pos="71429">
                  <a:srgbClr val="D9D9D9">
                    <a:alpha val="2198"/>
                  </a:srgbClr>
                </a:gs>
                <a:gs pos="85714">
                  <a:srgbClr val="D9D9D9">
                    <a:alpha val="875"/>
                  </a:srgbClr>
                </a:gs>
                <a:gs pos="100000">
                  <a:srgbClr val="D9D9D9">
                    <a:alpha val="2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" name="Splat 238"/>
            <p:cNvSpPr>
              <a:spLocks noGrp="1"/>
            </p:cNvSpPr>
            <p:nvPr/>
          </p:nvSpPr>
          <p:spPr>
            <a:xfrm rot="-9407599">
              <a:off x="1649826" y="2015415"/>
              <a:ext cx="505093" cy="5232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Splat 239"/>
            <p:cNvSpPr>
              <a:spLocks noGrp="1"/>
            </p:cNvSpPr>
            <p:nvPr/>
          </p:nvSpPr>
          <p:spPr>
            <a:xfrm rot="7638440">
              <a:off x="3048967" y="1595284"/>
              <a:ext cx="414857" cy="275764"/>
            </a:xfrm>
            <a:prstGeom prst="ellipse">
              <a:avLst/>
            </a:prstGeom>
            <a:gradFill>
              <a:gsLst>
                <a:gs pos="0">
                  <a:srgbClr val="FFFFFF">
                    <a:alpha val="32285"/>
                  </a:srgbClr>
                </a:gs>
                <a:gs pos="14286">
                  <a:srgbClr val="FFFFFF">
                    <a:alpha val="30116"/>
                  </a:srgbClr>
                </a:gs>
                <a:gs pos="28571">
                  <a:srgbClr val="FFFFFF">
                    <a:alpha val="24288"/>
                  </a:srgbClr>
                </a:gs>
                <a:gs pos="42857">
                  <a:srgbClr val="FFFFFF">
                    <a:alpha val="16681"/>
                  </a:srgbClr>
                </a:gs>
                <a:gs pos="57143">
                  <a:srgbClr val="FFFFFF">
                    <a:alpha val="9618"/>
                  </a:srgbClr>
                </a:gs>
                <a:gs pos="71429">
                  <a:srgbClr val="FFFFFF">
                    <a:alpha val="4623"/>
                  </a:srgbClr>
                </a:gs>
                <a:gs pos="85714">
                  <a:srgbClr val="FFFFFF">
                    <a:alpha val="1854"/>
                  </a:srgbClr>
                </a:gs>
                <a:gs pos="100000">
                  <a:srgbClr val="FFFFFF">
                    <a:alpha val="6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Splat 240"/>
            <p:cNvSpPr>
              <a:spLocks noGrp="1"/>
            </p:cNvSpPr>
            <p:nvPr/>
          </p:nvSpPr>
          <p:spPr>
            <a:xfrm rot="2814712">
              <a:off x="172727" y="2408799"/>
              <a:ext cx="550787" cy="5138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" name="Splat 241"/>
            <p:cNvSpPr>
              <a:spLocks noGrp="1"/>
            </p:cNvSpPr>
            <p:nvPr/>
          </p:nvSpPr>
          <p:spPr>
            <a:xfrm rot="-8175338">
              <a:off x="1735304" y="515216"/>
              <a:ext cx="423399" cy="140412"/>
            </a:xfrm>
            <a:prstGeom prst="ellipse">
              <a:avLst/>
            </a:prstGeom>
            <a:gradFill>
              <a:gsLst>
                <a:gs pos="0">
                  <a:srgbClr val="D0CFD0">
                    <a:alpha val="30002"/>
                  </a:srgbClr>
                </a:gs>
                <a:gs pos="14286">
                  <a:srgbClr val="D0CFD0">
                    <a:alpha val="27953"/>
                  </a:srgbClr>
                </a:gs>
                <a:gs pos="28571">
                  <a:srgbClr val="D0CFD0">
                    <a:alpha val="22474"/>
                  </a:srgbClr>
                </a:gs>
                <a:gs pos="42857">
                  <a:srgbClr val="D0CFD0">
                    <a:alpha val="15377"/>
                  </a:srgbClr>
                </a:gs>
                <a:gs pos="57143">
                  <a:srgbClr val="D0CFD0">
                    <a:alpha val="8837"/>
                  </a:srgbClr>
                </a:gs>
                <a:gs pos="71429">
                  <a:srgbClr val="D0CFD0">
                    <a:alpha val="4238"/>
                  </a:srgbClr>
                </a:gs>
                <a:gs pos="85714">
                  <a:srgbClr val="D0CFD0">
                    <a:alpha val="1698"/>
                  </a:srgbClr>
                </a:gs>
                <a:gs pos="100000">
                  <a:srgbClr val="D0CFD0">
                    <a:alpha val="5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Splat 242"/>
            <p:cNvSpPr>
              <a:spLocks noGrp="1"/>
            </p:cNvSpPr>
            <p:nvPr/>
          </p:nvSpPr>
          <p:spPr>
            <a:xfrm rot="4941450">
              <a:off x="701979" y="526872"/>
              <a:ext cx="170183" cy="57092"/>
            </a:xfrm>
            <a:prstGeom prst="ellipse">
              <a:avLst/>
            </a:prstGeom>
            <a:gradFill>
              <a:gsLst>
                <a:gs pos="0">
                  <a:srgbClr val="FEFEFE">
                    <a:alpha val="32968"/>
                  </a:srgbClr>
                </a:gs>
                <a:gs pos="14286">
                  <a:srgbClr val="FEFEFE">
                    <a:alpha val="30764"/>
                  </a:srgbClr>
                </a:gs>
                <a:gs pos="28571">
                  <a:srgbClr val="FEFEFE">
                    <a:alpha val="24833"/>
                  </a:srgbClr>
                </a:gs>
                <a:gs pos="42857">
                  <a:srgbClr val="FEFEFE">
                    <a:alpha val="17075"/>
                  </a:srgbClr>
                </a:gs>
                <a:gs pos="57143">
                  <a:srgbClr val="FEFEFE">
                    <a:alpha val="9855"/>
                  </a:srgbClr>
                </a:gs>
                <a:gs pos="71429">
                  <a:srgbClr val="FEFEFE">
                    <a:alpha val="4740"/>
                  </a:srgbClr>
                </a:gs>
                <a:gs pos="85714">
                  <a:srgbClr val="FEFEFE">
                    <a:alpha val="1902"/>
                  </a:srgbClr>
                </a:gs>
                <a:gs pos="100000">
                  <a:srgbClr val="FEFE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" name="Splat 243"/>
            <p:cNvSpPr>
              <a:spLocks noGrp="1"/>
            </p:cNvSpPr>
            <p:nvPr/>
          </p:nvSpPr>
          <p:spPr>
            <a:xfrm rot="10439012">
              <a:off x="3013683" y="1106662"/>
              <a:ext cx="377668" cy="168514"/>
            </a:xfrm>
            <a:prstGeom prst="ellipse">
              <a:avLst/>
            </a:prstGeom>
            <a:gradFill>
              <a:gsLst>
                <a:gs pos="0">
                  <a:srgbClr val="EFEFEF">
                    <a:alpha val="27969"/>
                  </a:srgbClr>
                </a:gs>
                <a:gs pos="14286">
                  <a:srgbClr val="EFEFEF">
                    <a:alpha val="26032"/>
                  </a:srgbClr>
                </a:gs>
                <a:gs pos="28571">
                  <a:srgbClr val="EFEFEF">
                    <a:alpha val="20874"/>
                  </a:srgbClr>
                </a:gs>
                <a:gs pos="42857">
                  <a:srgbClr val="EFEFEF">
                    <a:alpha val="14236"/>
                  </a:srgbClr>
                </a:gs>
                <a:gs pos="57143">
                  <a:srgbClr val="EFEFEF">
                    <a:alpha val="8157"/>
                  </a:srgbClr>
                </a:gs>
                <a:gs pos="71429">
                  <a:srgbClr val="EFEFEF">
                    <a:alpha val="3905"/>
                  </a:srgbClr>
                </a:gs>
                <a:gs pos="85714">
                  <a:srgbClr val="EFEFEF">
                    <a:alpha val="1563"/>
                  </a:srgbClr>
                </a:gs>
                <a:gs pos="100000">
                  <a:srgbClr val="EFEFEF">
                    <a:alpha val="5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Splat 244"/>
            <p:cNvSpPr>
              <a:spLocks noGrp="1"/>
            </p:cNvSpPr>
            <p:nvPr/>
          </p:nvSpPr>
          <p:spPr>
            <a:xfrm rot="7692168">
              <a:off x="2821258" y="248676"/>
              <a:ext cx="313951" cy="73801"/>
            </a:xfrm>
            <a:prstGeom prst="ellipse">
              <a:avLst/>
            </a:prstGeom>
            <a:gradFill>
              <a:gsLst>
                <a:gs pos="0">
                  <a:srgbClr val="FFFFFF">
                    <a:alpha val="26081"/>
                  </a:srgbClr>
                </a:gs>
                <a:gs pos="14286">
                  <a:srgbClr val="FFFFFF">
                    <a:alpha val="24252"/>
                  </a:srgbClr>
                </a:gs>
                <a:gs pos="28571">
                  <a:srgbClr val="FFFFFF">
                    <a:alpha val="19399"/>
                  </a:srgbClr>
                </a:gs>
                <a:gs pos="42857">
                  <a:srgbClr val="FFFFFF">
                    <a:alpha val="13191"/>
                  </a:srgbClr>
                </a:gs>
                <a:gs pos="57143">
                  <a:srgbClr val="FFFFFF">
                    <a:alpha val="7539"/>
                  </a:srgbClr>
                </a:gs>
                <a:gs pos="71429">
                  <a:srgbClr val="FFFFFF">
                    <a:alpha val="3603"/>
                  </a:srgbClr>
                </a:gs>
                <a:gs pos="85714">
                  <a:srgbClr val="FFFFFF">
                    <a:alpha val="1440"/>
                  </a:srgbClr>
                </a:gs>
                <a:gs pos="100000">
                  <a:srgbClr val="FFFFFF">
                    <a:alpha val="4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" name="Splat 245"/>
            <p:cNvSpPr>
              <a:spLocks noGrp="1"/>
            </p:cNvSpPr>
            <p:nvPr/>
          </p:nvSpPr>
          <p:spPr>
            <a:xfrm rot="6913625">
              <a:off x="3274516" y="1213565"/>
              <a:ext cx="164381" cy="5273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" name="Splat 246"/>
            <p:cNvSpPr>
              <a:spLocks noGrp="1"/>
            </p:cNvSpPr>
            <p:nvPr/>
          </p:nvSpPr>
          <p:spPr>
            <a:xfrm rot="10277140">
              <a:off x="800141" y="1949940"/>
              <a:ext cx="383520" cy="103889"/>
            </a:xfrm>
            <a:prstGeom prst="ellipse">
              <a:avLst/>
            </a:prstGeom>
            <a:gradFill>
              <a:gsLst>
                <a:gs pos="0">
                  <a:srgbClr val="F2F2F2">
                    <a:alpha val="32833"/>
                  </a:srgbClr>
                </a:gs>
                <a:gs pos="14286">
                  <a:srgbClr val="F2F2F2">
                    <a:alpha val="30636"/>
                  </a:srgbClr>
                </a:gs>
                <a:gs pos="28571">
                  <a:srgbClr val="F2F2F2">
                    <a:alpha val="24725"/>
                  </a:srgbClr>
                </a:gs>
                <a:gs pos="42857">
                  <a:srgbClr val="F2F2F2">
                    <a:alpha val="16997"/>
                  </a:srgbClr>
                </a:gs>
                <a:gs pos="57143">
                  <a:srgbClr val="F2F2F2">
                    <a:alpha val="9808"/>
                  </a:srgbClr>
                </a:gs>
                <a:gs pos="71429">
                  <a:srgbClr val="F2F2F2">
                    <a:alpha val="4717"/>
                  </a:srgbClr>
                </a:gs>
                <a:gs pos="85714">
                  <a:srgbClr val="F2F2F2">
                    <a:alpha val="1893"/>
                  </a:srgbClr>
                </a:gs>
                <a:gs pos="100000">
                  <a:srgbClr val="F2F2F2">
                    <a:alpha val="6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Splat 247"/>
            <p:cNvSpPr>
              <a:spLocks noGrp="1"/>
            </p:cNvSpPr>
            <p:nvPr/>
          </p:nvSpPr>
          <p:spPr>
            <a:xfrm rot="9180867">
              <a:off x="3202746" y="604812"/>
              <a:ext cx="267765" cy="4306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Splat 248"/>
            <p:cNvSpPr>
              <a:spLocks noGrp="1"/>
            </p:cNvSpPr>
            <p:nvPr/>
          </p:nvSpPr>
          <p:spPr>
            <a:xfrm rot="3603767">
              <a:off x="689454" y="1865429"/>
              <a:ext cx="262127" cy="12163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Splat 249"/>
            <p:cNvSpPr>
              <a:spLocks noGrp="1"/>
            </p:cNvSpPr>
            <p:nvPr/>
          </p:nvSpPr>
          <p:spPr>
            <a:xfrm rot="9921129">
              <a:off x="-20729" y="917358"/>
              <a:ext cx="745122" cy="176471"/>
            </a:xfrm>
            <a:prstGeom prst="ellipse">
              <a:avLst/>
            </a:prstGeom>
            <a:gradFill>
              <a:gsLst>
                <a:gs pos="0">
                  <a:srgbClr val="848484">
                    <a:alpha val="5983"/>
                  </a:srgbClr>
                </a:gs>
                <a:gs pos="14286">
                  <a:srgbClr val="848484">
                    <a:alpha val="5513"/>
                  </a:srgbClr>
                </a:gs>
                <a:gs pos="28571">
                  <a:srgbClr val="848484">
                    <a:alpha val="4307"/>
                  </a:srgbClr>
                </a:gs>
                <a:gs pos="42857">
                  <a:srgbClr val="848484">
                    <a:alpha val="2847"/>
                  </a:srgbClr>
                </a:gs>
                <a:gs pos="57143">
                  <a:srgbClr val="848484">
                    <a:alpha val="1588"/>
                  </a:srgbClr>
                </a:gs>
                <a:gs pos="71429">
                  <a:srgbClr val="848484">
                    <a:alpha val="746"/>
                  </a:srgbClr>
                </a:gs>
                <a:gs pos="85714">
                  <a:srgbClr val="848484">
                    <a:alpha val="296"/>
                  </a:srgbClr>
                </a:gs>
                <a:gs pos="100000">
                  <a:srgbClr val="848484">
                    <a:alpha val="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Splat 250"/>
            <p:cNvSpPr>
              <a:spLocks noGrp="1"/>
            </p:cNvSpPr>
            <p:nvPr/>
          </p:nvSpPr>
          <p:spPr>
            <a:xfrm rot="6491611">
              <a:off x="3116546" y="489015"/>
              <a:ext cx="58303" cy="14576"/>
            </a:xfrm>
            <a:prstGeom prst="ellipse">
              <a:avLst/>
            </a:prstGeom>
            <a:gradFill>
              <a:gsLst>
                <a:gs pos="0">
                  <a:srgbClr val="000000">
                    <a:alpha val="18706"/>
                  </a:srgbClr>
                </a:gs>
                <a:gs pos="14286">
                  <a:srgbClr val="000000">
                    <a:alpha val="17333"/>
                  </a:srgbClr>
                </a:gs>
                <a:gs pos="28571">
                  <a:srgbClr val="000000">
                    <a:alpha val="13739"/>
                  </a:srgbClr>
                </a:gs>
                <a:gs pos="42857">
                  <a:srgbClr val="000000">
                    <a:alpha val="9239"/>
                  </a:srgbClr>
                </a:gs>
                <a:gs pos="57143">
                  <a:srgbClr val="000000">
                    <a:alpha val="5230"/>
                  </a:srgbClr>
                </a:gs>
                <a:gs pos="71429">
                  <a:srgbClr val="000000">
                    <a:alpha val="2483"/>
                  </a:srgbClr>
                </a:gs>
                <a:gs pos="85714">
                  <a:srgbClr val="000000">
                    <a:alpha val="989"/>
                  </a:srgbClr>
                </a:gs>
                <a:gs pos="100000">
                  <a:srgbClr val="000000">
                    <a:alpha val="3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Splat 251"/>
            <p:cNvSpPr>
              <a:spLocks noGrp="1"/>
            </p:cNvSpPr>
            <p:nvPr/>
          </p:nvSpPr>
          <p:spPr>
            <a:xfrm rot="5908107">
              <a:off x="434024" y="2543636"/>
              <a:ext cx="109515" cy="30311"/>
            </a:xfrm>
            <a:prstGeom prst="ellipse">
              <a:avLst/>
            </a:prstGeom>
            <a:gradFill>
              <a:gsLst>
                <a:gs pos="0">
                  <a:srgbClr val="E1E1E1">
                    <a:alpha val="24796"/>
                  </a:srgbClr>
                </a:gs>
                <a:gs pos="14286">
                  <a:srgbClr val="E1E1E1">
                    <a:alpha val="23043"/>
                  </a:srgbClr>
                </a:gs>
                <a:gs pos="28571">
                  <a:srgbClr val="E1E1E1">
                    <a:alpha val="18402"/>
                  </a:srgbClr>
                </a:gs>
                <a:gs pos="42857">
                  <a:srgbClr val="E1E1E1">
                    <a:alpha val="12488"/>
                  </a:srgbClr>
                </a:gs>
                <a:gs pos="57143">
                  <a:srgbClr val="E1E1E1">
                    <a:alpha val="7125"/>
                  </a:srgbClr>
                </a:gs>
                <a:gs pos="71429">
                  <a:srgbClr val="E1E1E1">
                    <a:alpha val="3401"/>
                  </a:srgbClr>
                </a:gs>
                <a:gs pos="85714">
                  <a:srgbClr val="E1E1E1">
                    <a:alpha val="1359"/>
                  </a:srgbClr>
                </a:gs>
                <a:gs pos="100000">
                  <a:srgbClr val="E1E1E1">
                    <a:alpha val="4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Splat 252"/>
            <p:cNvSpPr>
              <a:spLocks noGrp="1"/>
            </p:cNvSpPr>
            <p:nvPr/>
          </p:nvSpPr>
          <p:spPr>
            <a:xfrm rot="-10459422">
              <a:off x="125567" y="1869542"/>
              <a:ext cx="418256" cy="3456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Splat 253"/>
            <p:cNvSpPr>
              <a:spLocks noGrp="1"/>
            </p:cNvSpPr>
            <p:nvPr/>
          </p:nvSpPr>
          <p:spPr>
            <a:xfrm rot="-10155270">
              <a:off x="2486018" y="1253270"/>
              <a:ext cx="268865" cy="9223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Splat 254"/>
            <p:cNvSpPr>
              <a:spLocks noGrp="1"/>
            </p:cNvSpPr>
            <p:nvPr/>
          </p:nvSpPr>
          <p:spPr>
            <a:xfrm rot="5099405">
              <a:off x="2922467" y="1193521"/>
              <a:ext cx="215571" cy="2927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Splat 255"/>
            <p:cNvSpPr>
              <a:spLocks noGrp="1"/>
            </p:cNvSpPr>
            <p:nvPr/>
          </p:nvSpPr>
          <p:spPr>
            <a:xfrm rot="8321766">
              <a:off x="964435" y="1132062"/>
              <a:ext cx="240157" cy="130153"/>
            </a:xfrm>
            <a:prstGeom prst="ellipse">
              <a:avLst/>
            </a:prstGeom>
            <a:gradFill>
              <a:gsLst>
                <a:gs pos="0">
                  <a:srgbClr val="E0E0DF">
                    <a:alpha val="32968"/>
                  </a:srgbClr>
                </a:gs>
                <a:gs pos="14286">
                  <a:srgbClr val="E0E0DF">
                    <a:alpha val="30764"/>
                  </a:srgbClr>
                </a:gs>
                <a:gs pos="28571">
                  <a:srgbClr val="E0E0DF">
                    <a:alpha val="24833"/>
                  </a:srgbClr>
                </a:gs>
                <a:gs pos="42857">
                  <a:srgbClr val="E0E0DF">
                    <a:alpha val="17075"/>
                  </a:srgbClr>
                </a:gs>
                <a:gs pos="57143">
                  <a:srgbClr val="E0E0DF">
                    <a:alpha val="9855"/>
                  </a:srgbClr>
                </a:gs>
                <a:gs pos="71429">
                  <a:srgbClr val="E0E0DF">
                    <a:alpha val="4740"/>
                  </a:srgbClr>
                </a:gs>
                <a:gs pos="85714">
                  <a:srgbClr val="E0E0DF">
                    <a:alpha val="1902"/>
                  </a:srgbClr>
                </a:gs>
                <a:gs pos="100000">
                  <a:srgbClr val="E0E0D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Splat 256"/>
            <p:cNvSpPr>
              <a:spLocks noGrp="1"/>
            </p:cNvSpPr>
            <p:nvPr/>
          </p:nvSpPr>
          <p:spPr>
            <a:xfrm rot="3578976">
              <a:off x="482702" y="1072246"/>
              <a:ext cx="211301" cy="4825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Splat 257"/>
            <p:cNvSpPr>
              <a:spLocks noGrp="1"/>
            </p:cNvSpPr>
            <p:nvPr/>
          </p:nvSpPr>
          <p:spPr>
            <a:xfrm rot="-9673176">
              <a:off x="2613863" y="2648521"/>
              <a:ext cx="331362" cy="9989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Splat 258"/>
            <p:cNvSpPr>
              <a:spLocks noGrp="1"/>
            </p:cNvSpPr>
            <p:nvPr/>
          </p:nvSpPr>
          <p:spPr>
            <a:xfrm rot="5857387">
              <a:off x="3193623" y="1504433"/>
              <a:ext cx="282295" cy="174176"/>
            </a:xfrm>
            <a:prstGeom prst="ellipse">
              <a:avLst/>
            </a:prstGeom>
            <a:gradFill>
              <a:gsLst>
                <a:gs pos="0">
                  <a:srgbClr val="E1E1E1">
                    <a:alpha val="19141"/>
                  </a:srgbClr>
                </a:gs>
                <a:gs pos="14286">
                  <a:srgbClr val="E1E1E1">
                    <a:alpha val="17739"/>
                  </a:srgbClr>
                </a:gs>
                <a:gs pos="28571">
                  <a:srgbClr val="E1E1E1">
                    <a:alpha val="14069"/>
                  </a:srgbClr>
                </a:gs>
                <a:gs pos="42857">
                  <a:srgbClr val="E1E1E1">
                    <a:alpha val="9467"/>
                  </a:srgbClr>
                </a:gs>
                <a:gs pos="57143">
                  <a:srgbClr val="E1E1E1">
                    <a:alpha val="5362"/>
                  </a:srgbClr>
                </a:gs>
                <a:gs pos="71429">
                  <a:srgbClr val="E1E1E1">
                    <a:alpha val="2547"/>
                  </a:srgbClr>
                </a:gs>
                <a:gs pos="85714">
                  <a:srgbClr val="E1E1E1">
                    <a:alpha val="1015"/>
                  </a:srgbClr>
                </a:gs>
                <a:gs pos="100000">
                  <a:srgbClr val="E1E1E1">
                    <a:alpha val="3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Splat 259"/>
            <p:cNvSpPr>
              <a:spLocks noGrp="1"/>
            </p:cNvSpPr>
            <p:nvPr/>
          </p:nvSpPr>
          <p:spPr>
            <a:xfrm rot="10211855">
              <a:off x="343999" y="651538"/>
              <a:ext cx="226130" cy="5220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Splat 260"/>
            <p:cNvSpPr>
              <a:spLocks noGrp="1"/>
            </p:cNvSpPr>
            <p:nvPr/>
          </p:nvSpPr>
          <p:spPr>
            <a:xfrm rot="6023969">
              <a:off x="1707784" y="2484699"/>
              <a:ext cx="442623" cy="9607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Splat 261"/>
            <p:cNvSpPr>
              <a:spLocks noGrp="1"/>
            </p:cNvSpPr>
            <p:nvPr/>
          </p:nvSpPr>
          <p:spPr>
            <a:xfrm rot="8025489">
              <a:off x="461323" y="612014"/>
              <a:ext cx="197028" cy="3738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Splat 262"/>
            <p:cNvSpPr>
              <a:spLocks noGrp="1"/>
            </p:cNvSpPr>
            <p:nvPr/>
          </p:nvSpPr>
          <p:spPr>
            <a:xfrm rot="-9372757">
              <a:off x="2394405" y="2306563"/>
              <a:ext cx="127847" cy="11982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Splat 263"/>
            <p:cNvSpPr>
              <a:spLocks noGrp="1"/>
            </p:cNvSpPr>
            <p:nvPr/>
          </p:nvSpPr>
          <p:spPr>
            <a:xfrm rot="4525871">
              <a:off x="1563569" y="432515"/>
              <a:ext cx="236735" cy="2029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Splat 264"/>
            <p:cNvSpPr>
              <a:spLocks noGrp="1"/>
            </p:cNvSpPr>
            <p:nvPr/>
          </p:nvSpPr>
          <p:spPr>
            <a:xfrm rot="5624970">
              <a:off x="2942800" y="1725142"/>
              <a:ext cx="377700" cy="3470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Splat 265"/>
            <p:cNvSpPr>
              <a:spLocks noGrp="1"/>
            </p:cNvSpPr>
            <p:nvPr/>
          </p:nvSpPr>
          <p:spPr>
            <a:xfrm rot="3565539">
              <a:off x="2147403" y="2488269"/>
              <a:ext cx="506572" cy="10908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Splat 266"/>
            <p:cNvSpPr>
              <a:spLocks noGrp="1"/>
            </p:cNvSpPr>
            <p:nvPr/>
          </p:nvSpPr>
          <p:spPr>
            <a:xfrm rot="9955287">
              <a:off x="886943" y="1700069"/>
              <a:ext cx="304843" cy="148398"/>
            </a:xfrm>
            <a:prstGeom prst="ellipse">
              <a:avLst/>
            </a:prstGeom>
            <a:gradFill>
              <a:gsLst>
                <a:gs pos="0">
                  <a:srgbClr val="F7F6F7">
                    <a:alpha val="28819"/>
                  </a:srgbClr>
                </a:gs>
                <a:gs pos="14286">
                  <a:srgbClr val="F7F6F7">
                    <a:alpha val="26835"/>
                  </a:srgbClr>
                </a:gs>
                <a:gs pos="28571">
                  <a:srgbClr val="F7F6F7">
                    <a:alpha val="21541"/>
                  </a:srgbClr>
                </a:gs>
                <a:gs pos="42857">
                  <a:srgbClr val="F7F6F7">
                    <a:alpha val="14711"/>
                  </a:srgbClr>
                </a:gs>
                <a:gs pos="57143">
                  <a:srgbClr val="F7F6F7">
                    <a:alpha val="8440"/>
                  </a:srgbClr>
                </a:gs>
                <a:gs pos="71429">
                  <a:srgbClr val="F7F6F7">
                    <a:alpha val="4043"/>
                  </a:srgbClr>
                </a:gs>
                <a:gs pos="85714">
                  <a:srgbClr val="F7F6F7">
                    <a:alpha val="1619"/>
                  </a:srgbClr>
                </a:gs>
                <a:gs pos="100000">
                  <a:srgbClr val="F7F6F7">
                    <a:alpha val="5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Splat 267"/>
            <p:cNvSpPr>
              <a:spLocks noGrp="1"/>
            </p:cNvSpPr>
            <p:nvPr/>
          </p:nvSpPr>
          <p:spPr>
            <a:xfrm rot="-8540756">
              <a:off x="3137731" y="143035"/>
              <a:ext cx="393744" cy="12687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" name="Splat 268"/>
            <p:cNvSpPr>
              <a:spLocks noGrp="1"/>
            </p:cNvSpPr>
            <p:nvPr/>
          </p:nvSpPr>
          <p:spPr>
            <a:xfrm rot="8877634">
              <a:off x="1176512" y="303498"/>
              <a:ext cx="339712" cy="83436"/>
            </a:xfrm>
            <a:prstGeom prst="ellipse">
              <a:avLst/>
            </a:prstGeom>
            <a:gradFill>
              <a:gsLst>
                <a:gs pos="0">
                  <a:srgbClr val="F1F1F1">
                    <a:alpha val="32968"/>
                  </a:srgbClr>
                </a:gs>
                <a:gs pos="14286">
                  <a:srgbClr val="F1F1F1">
                    <a:alpha val="30764"/>
                  </a:srgbClr>
                </a:gs>
                <a:gs pos="28571">
                  <a:srgbClr val="F1F1F1">
                    <a:alpha val="24833"/>
                  </a:srgbClr>
                </a:gs>
                <a:gs pos="42857">
                  <a:srgbClr val="F1F1F1">
                    <a:alpha val="17075"/>
                  </a:srgbClr>
                </a:gs>
                <a:gs pos="57143">
                  <a:srgbClr val="F1F1F1">
                    <a:alpha val="9855"/>
                  </a:srgbClr>
                </a:gs>
                <a:gs pos="71429">
                  <a:srgbClr val="F1F1F1">
                    <a:alpha val="4740"/>
                  </a:srgbClr>
                </a:gs>
                <a:gs pos="85714">
                  <a:srgbClr val="F1F1F1">
                    <a:alpha val="1902"/>
                  </a:srgbClr>
                </a:gs>
                <a:gs pos="100000">
                  <a:srgbClr val="F1F1F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" name="Splat 269"/>
            <p:cNvSpPr>
              <a:spLocks noGrp="1"/>
            </p:cNvSpPr>
            <p:nvPr/>
          </p:nvSpPr>
          <p:spPr>
            <a:xfrm rot="8641729">
              <a:off x="1194644" y="1743309"/>
              <a:ext cx="329524" cy="5515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" name="Splat 270"/>
            <p:cNvSpPr>
              <a:spLocks noGrp="1"/>
            </p:cNvSpPr>
            <p:nvPr/>
          </p:nvSpPr>
          <p:spPr>
            <a:xfrm rot="-8730159">
              <a:off x="1210744" y="580276"/>
              <a:ext cx="313509" cy="82434"/>
            </a:xfrm>
            <a:prstGeom prst="ellipse">
              <a:avLst/>
            </a:prstGeom>
            <a:gradFill>
              <a:gsLst>
                <a:gs pos="0">
                  <a:srgbClr val="FFFFFF">
                    <a:alpha val="30346"/>
                  </a:srgbClr>
                </a:gs>
                <a:gs pos="14286">
                  <a:srgbClr val="FFFFFF">
                    <a:alpha val="28279"/>
                  </a:srgbClr>
                </a:gs>
                <a:gs pos="28571">
                  <a:srgbClr val="FFFFFF">
                    <a:alpha val="22746"/>
                  </a:srgbClr>
                </a:gs>
                <a:gs pos="42857">
                  <a:srgbClr val="FFFFFF">
                    <a:alpha val="15572"/>
                  </a:srgbClr>
                </a:gs>
                <a:gs pos="57143">
                  <a:srgbClr val="FFFFFF">
                    <a:alpha val="8953"/>
                  </a:srgbClr>
                </a:gs>
                <a:gs pos="71429">
                  <a:srgbClr val="FFFFFF">
                    <a:alpha val="4296"/>
                  </a:srgbClr>
                </a:gs>
                <a:gs pos="85714">
                  <a:srgbClr val="FFFFFF">
                    <a:alpha val="1721"/>
                  </a:srgbClr>
                </a:gs>
                <a:gs pos="100000">
                  <a:srgbClr val="FFFFFF">
                    <a:alpha val="5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" name="Splat 271"/>
            <p:cNvSpPr>
              <a:spLocks noGrp="1"/>
            </p:cNvSpPr>
            <p:nvPr/>
          </p:nvSpPr>
          <p:spPr>
            <a:xfrm rot="3836808">
              <a:off x="3134627" y="1716088"/>
              <a:ext cx="404143" cy="4746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" name="Splat 272"/>
            <p:cNvSpPr>
              <a:spLocks noGrp="1"/>
            </p:cNvSpPr>
            <p:nvPr/>
          </p:nvSpPr>
          <p:spPr>
            <a:xfrm rot="7503737">
              <a:off x="1358223" y="2264741"/>
              <a:ext cx="320387" cy="265997"/>
            </a:xfrm>
            <a:prstGeom prst="ellipse">
              <a:avLst/>
            </a:prstGeom>
            <a:gradFill>
              <a:gsLst>
                <a:gs pos="0">
                  <a:srgbClr val="FBFBFB">
                    <a:alpha val="32968"/>
                  </a:srgbClr>
                </a:gs>
                <a:gs pos="14286">
                  <a:srgbClr val="FBFBFB">
                    <a:alpha val="30764"/>
                  </a:srgbClr>
                </a:gs>
                <a:gs pos="28571">
                  <a:srgbClr val="FBFBFB">
                    <a:alpha val="24833"/>
                  </a:srgbClr>
                </a:gs>
                <a:gs pos="42857">
                  <a:srgbClr val="FBFBFB">
                    <a:alpha val="17075"/>
                  </a:srgbClr>
                </a:gs>
                <a:gs pos="57143">
                  <a:srgbClr val="FBFBFB">
                    <a:alpha val="9855"/>
                  </a:srgbClr>
                </a:gs>
                <a:gs pos="71429">
                  <a:srgbClr val="FBFBFB">
                    <a:alpha val="4740"/>
                  </a:srgbClr>
                </a:gs>
                <a:gs pos="85714">
                  <a:srgbClr val="FBFBFB">
                    <a:alpha val="1902"/>
                  </a:srgbClr>
                </a:gs>
                <a:gs pos="100000">
                  <a:srgbClr val="FBFBF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" name="Splat 273"/>
            <p:cNvSpPr>
              <a:spLocks noGrp="1"/>
            </p:cNvSpPr>
            <p:nvPr/>
          </p:nvSpPr>
          <p:spPr>
            <a:xfrm rot="8762178">
              <a:off x="926087" y="1205633"/>
              <a:ext cx="289830" cy="12790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Splat 274"/>
            <p:cNvSpPr>
              <a:spLocks noGrp="1"/>
            </p:cNvSpPr>
            <p:nvPr/>
          </p:nvSpPr>
          <p:spPr>
            <a:xfrm rot="8066106">
              <a:off x="3218944" y="1293465"/>
              <a:ext cx="197129" cy="2718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" name="Splat 275"/>
            <p:cNvSpPr>
              <a:spLocks noGrp="1"/>
            </p:cNvSpPr>
            <p:nvPr/>
          </p:nvSpPr>
          <p:spPr>
            <a:xfrm rot="7921654">
              <a:off x="3001015" y="2401148"/>
              <a:ext cx="438605" cy="6643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" name="Splat 276"/>
            <p:cNvSpPr>
              <a:spLocks noGrp="1"/>
            </p:cNvSpPr>
            <p:nvPr/>
          </p:nvSpPr>
          <p:spPr>
            <a:xfrm rot="8329526">
              <a:off x="2378349" y="1672588"/>
              <a:ext cx="189773" cy="4148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" name="Splat 277"/>
            <p:cNvSpPr>
              <a:spLocks noGrp="1"/>
            </p:cNvSpPr>
            <p:nvPr/>
          </p:nvSpPr>
          <p:spPr>
            <a:xfrm rot="-9712813">
              <a:off x="3216945" y="2686624"/>
              <a:ext cx="229503" cy="6174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" name="Splat 278"/>
            <p:cNvSpPr>
              <a:spLocks noGrp="1"/>
            </p:cNvSpPr>
            <p:nvPr/>
          </p:nvSpPr>
          <p:spPr>
            <a:xfrm rot="-9623411">
              <a:off x="2111720" y="521519"/>
              <a:ext cx="125570" cy="20879"/>
            </a:xfrm>
            <a:prstGeom prst="ellipse">
              <a:avLst/>
            </a:prstGeom>
            <a:gradFill>
              <a:gsLst>
                <a:gs pos="0">
                  <a:srgbClr val="FEFEFE">
                    <a:alpha val="31378"/>
                  </a:srgbClr>
                </a:gs>
                <a:gs pos="14286">
                  <a:srgbClr val="FEFEFE">
                    <a:alpha val="29256"/>
                  </a:srgbClr>
                </a:gs>
                <a:gs pos="28571">
                  <a:srgbClr val="FEFEFE">
                    <a:alpha val="23565"/>
                  </a:srgbClr>
                </a:gs>
                <a:gs pos="42857">
                  <a:srgbClr val="FEFEFE">
                    <a:alpha val="16160"/>
                  </a:srgbClr>
                </a:gs>
                <a:gs pos="57143">
                  <a:srgbClr val="FEFEFE">
                    <a:alpha val="9305"/>
                  </a:srgbClr>
                </a:gs>
                <a:gs pos="71429">
                  <a:srgbClr val="FEFEFE">
                    <a:alpha val="4469"/>
                  </a:srgbClr>
                </a:gs>
                <a:gs pos="85714">
                  <a:srgbClr val="FEFEFE">
                    <a:alpha val="1792"/>
                  </a:srgbClr>
                </a:gs>
                <a:gs pos="100000">
                  <a:srgbClr val="FEFEFE">
                    <a:alpha val="6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" name="Splat 279"/>
            <p:cNvSpPr>
              <a:spLocks noGrp="1"/>
            </p:cNvSpPr>
            <p:nvPr/>
          </p:nvSpPr>
          <p:spPr>
            <a:xfrm rot="10554333">
              <a:off x="1277698" y="1319938"/>
              <a:ext cx="385289" cy="6428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" name="Splat 280"/>
            <p:cNvSpPr>
              <a:spLocks noGrp="1"/>
            </p:cNvSpPr>
            <p:nvPr/>
          </p:nvSpPr>
          <p:spPr>
            <a:xfrm rot="9612885">
              <a:off x="1569645" y="2625422"/>
              <a:ext cx="361542" cy="9621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" name="Splat 281"/>
            <p:cNvSpPr>
              <a:spLocks noGrp="1"/>
            </p:cNvSpPr>
            <p:nvPr/>
          </p:nvSpPr>
          <p:spPr>
            <a:xfrm rot="10029921">
              <a:off x="339957" y="1318529"/>
              <a:ext cx="216389" cy="5944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" name="Splat 282"/>
            <p:cNvSpPr>
              <a:spLocks noGrp="1"/>
            </p:cNvSpPr>
            <p:nvPr/>
          </p:nvSpPr>
          <p:spPr>
            <a:xfrm rot="4851122">
              <a:off x="862133" y="1110639"/>
              <a:ext cx="601897" cy="131740"/>
            </a:xfrm>
            <a:prstGeom prst="ellipse">
              <a:avLst/>
            </a:prstGeom>
            <a:gradFill>
              <a:gsLst>
                <a:gs pos="0">
                  <a:srgbClr val="1A1C1F">
                    <a:alpha val="31491"/>
                  </a:srgbClr>
                </a:gs>
                <a:gs pos="14286">
                  <a:srgbClr val="1A1C1F">
                    <a:alpha val="29363"/>
                  </a:srgbClr>
                </a:gs>
                <a:gs pos="28571">
                  <a:srgbClr val="1A1C1F">
                    <a:alpha val="23655"/>
                  </a:srgbClr>
                </a:gs>
                <a:gs pos="42857">
                  <a:srgbClr val="1A1C1F">
                    <a:alpha val="16225"/>
                  </a:srgbClr>
                </a:gs>
                <a:gs pos="57143">
                  <a:srgbClr val="1A1C1F">
                    <a:alpha val="9344"/>
                  </a:srgbClr>
                </a:gs>
                <a:gs pos="71429">
                  <a:srgbClr val="1A1C1F">
                    <a:alpha val="4488"/>
                  </a:srgbClr>
                </a:gs>
                <a:gs pos="85714">
                  <a:srgbClr val="1A1C1F">
                    <a:alpha val="1799"/>
                  </a:srgbClr>
                </a:gs>
                <a:gs pos="100000">
                  <a:srgbClr val="1A1C1F">
                    <a:alpha val="6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" name="Splat 283"/>
            <p:cNvSpPr>
              <a:spLocks noGrp="1"/>
            </p:cNvSpPr>
            <p:nvPr/>
          </p:nvSpPr>
          <p:spPr>
            <a:xfrm rot="7849203">
              <a:off x="2327488" y="2616380"/>
              <a:ext cx="310944" cy="3420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" name="Splat 284"/>
            <p:cNvSpPr>
              <a:spLocks noGrp="1"/>
            </p:cNvSpPr>
            <p:nvPr/>
          </p:nvSpPr>
          <p:spPr>
            <a:xfrm rot="-9683550">
              <a:off x="122829" y="2455553"/>
              <a:ext cx="559766" cy="2940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" name="Splat 285"/>
            <p:cNvSpPr>
              <a:spLocks noGrp="1"/>
            </p:cNvSpPr>
            <p:nvPr/>
          </p:nvSpPr>
          <p:spPr>
            <a:xfrm rot="5830455">
              <a:off x="2460821" y="2438407"/>
              <a:ext cx="392657" cy="9527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" name="Splat 286"/>
            <p:cNvSpPr>
              <a:spLocks noGrp="1"/>
            </p:cNvSpPr>
            <p:nvPr/>
          </p:nvSpPr>
          <p:spPr>
            <a:xfrm rot="-9987209">
              <a:off x="2024536" y="1701393"/>
              <a:ext cx="114906" cy="47714"/>
            </a:xfrm>
            <a:prstGeom prst="ellipse">
              <a:avLst/>
            </a:prstGeom>
            <a:gradFill>
              <a:gsLst>
                <a:gs pos="0">
                  <a:srgbClr val="EFF0EF">
                    <a:alpha val="32968"/>
                  </a:srgbClr>
                </a:gs>
                <a:gs pos="14286">
                  <a:srgbClr val="EFF0EF">
                    <a:alpha val="30764"/>
                  </a:srgbClr>
                </a:gs>
                <a:gs pos="28571">
                  <a:srgbClr val="EFF0EF">
                    <a:alpha val="24833"/>
                  </a:srgbClr>
                </a:gs>
                <a:gs pos="42857">
                  <a:srgbClr val="EFF0EF">
                    <a:alpha val="17075"/>
                  </a:srgbClr>
                </a:gs>
                <a:gs pos="57143">
                  <a:srgbClr val="EFF0EF">
                    <a:alpha val="9855"/>
                  </a:srgbClr>
                </a:gs>
                <a:gs pos="71429">
                  <a:srgbClr val="EFF0EF">
                    <a:alpha val="4740"/>
                  </a:srgbClr>
                </a:gs>
                <a:gs pos="85714">
                  <a:srgbClr val="EFF0EF">
                    <a:alpha val="1902"/>
                  </a:srgbClr>
                </a:gs>
                <a:gs pos="100000">
                  <a:srgbClr val="EFF0E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" name="Splat 287"/>
            <p:cNvSpPr>
              <a:spLocks noGrp="1"/>
            </p:cNvSpPr>
            <p:nvPr/>
          </p:nvSpPr>
          <p:spPr>
            <a:xfrm rot="-10156646">
              <a:off x="1363962" y="594909"/>
              <a:ext cx="265522" cy="118674"/>
            </a:xfrm>
            <a:prstGeom prst="ellipse">
              <a:avLst/>
            </a:prstGeom>
            <a:gradFill>
              <a:gsLst>
                <a:gs pos="0">
                  <a:srgbClr val="F4F5F5">
                    <a:alpha val="21026"/>
                  </a:srgbClr>
                </a:gs>
                <a:gs pos="14286">
                  <a:srgbClr val="F4F5F5">
                    <a:alpha val="19504"/>
                  </a:srgbClr>
                </a:gs>
                <a:gs pos="28571">
                  <a:srgbClr val="F4F5F5">
                    <a:alpha val="15503"/>
                  </a:srgbClr>
                </a:gs>
                <a:gs pos="42857">
                  <a:srgbClr val="F4F5F5">
                    <a:alpha val="10461"/>
                  </a:srgbClr>
                </a:gs>
                <a:gs pos="57143">
                  <a:srgbClr val="F4F5F5">
                    <a:alpha val="5939"/>
                  </a:srgbClr>
                </a:gs>
                <a:gs pos="71429">
                  <a:srgbClr val="F4F5F5">
                    <a:alpha val="2825"/>
                  </a:srgbClr>
                </a:gs>
                <a:gs pos="85714">
                  <a:srgbClr val="F4F5F5">
                    <a:alpha val="1127"/>
                  </a:srgbClr>
                </a:gs>
                <a:gs pos="100000">
                  <a:srgbClr val="F4F5F5">
                    <a:alpha val="3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Splat 288"/>
            <p:cNvSpPr>
              <a:spLocks noGrp="1"/>
            </p:cNvSpPr>
            <p:nvPr/>
          </p:nvSpPr>
          <p:spPr>
            <a:xfrm rot="10260054">
              <a:off x="3423539" y="2566434"/>
              <a:ext cx="233086" cy="161841"/>
            </a:xfrm>
            <a:prstGeom prst="ellipse">
              <a:avLst/>
            </a:prstGeom>
            <a:gradFill>
              <a:gsLst>
                <a:gs pos="0">
                  <a:srgbClr val="E4E5E5">
                    <a:alpha val="32968"/>
                  </a:srgbClr>
                </a:gs>
                <a:gs pos="14286">
                  <a:srgbClr val="E4E5E5">
                    <a:alpha val="30764"/>
                  </a:srgbClr>
                </a:gs>
                <a:gs pos="28571">
                  <a:srgbClr val="E4E5E5">
                    <a:alpha val="24833"/>
                  </a:srgbClr>
                </a:gs>
                <a:gs pos="42857">
                  <a:srgbClr val="E4E5E5">
                    <a:alpha val="17075"/>
                  </a:srgbClr>
                </a:gs>
                <a:gs pos="57143">
                  <a:srgbClr val="E4E5E5">
                    <a:alpha val="9855"/>
                  </a:srgbClr>
                </a:gs>
                <a:gs pos="71429">
                  <a:srgbClr val="E4E5E5">
                    <a:alpha val="4740"/>
                  </a:srgbClr>
                </a:gs>
                <a:gs pos="85714">
                  <a:srgbClr val="E4E5E5">
                    <a:alpha val="1902"/>
                  </a:srgbClr>
                </a:gs>
                <a:gs pos="100000">
                  <a:srgbClr val="E4E5E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" name="Splat 289"/>
            <p:cNvSpPr>
              <a:spLocks noGrp="1"/>
            </p:cNvSpPr>
            <p:nvPr/>
          </p:nvSpPr>
          <p:spPr>
            <a:xfrm rot="-8364369">
              <a:off x="1502644" y="306975"/>
              <a:ext cx="210566" cy="33233"/>
            </a:xfrm>
            <a:prstGeom prst="ellipse">
              <a:avLst/>
            </a:prstGeom>
            <a:gradFill>
              <a:gsLst>
                <a:gs pos="0">
                  <a:srgbClr val="FEFFFF">
                    <a:alpha val="32968"/>
                  </a:srgbClr>
                </a:gs>
                <a:gs pos="14286">
                  <a:srgbClr val="FEFFFF">
                    <a:alpha val="30764"/>
                  </a:srgbClr>
                </a:gs>
                <a:gs pos="28571">
                  <a:srgbClr val="FEFFFF">
                    <a:alpha val="24833"/>
                  </a:srgbClr>
                </a:gs>
                <a:gs pos="42857">
                  <a:srgbClr val="FEFFFF">
                    <a:alpha val="17075"/>
                  </a:srgbClr>
                </a:gs>
                <a:gs pos="57143">
                  <a:srgbClr val="FEFFFF">
                    <a:alpha val="9855"/>
                  </a:srgbClr>
                </a:gs>
                <a:gs pos="71429">
                  <a:srgbClr val="FEFFFF">
                    <a:alpha val="4740"/>
                  </a:srgbClr>
                </a:gs>
                <a:gs pos="85714">
                  <a:srgbClr val="FEFFFF">
                    <a:alpha val="1902"/>
                  </a:srgbClr>
                </a:gs>
                <a:gs pos="100000">
                  <a:srgbClr val="FE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" name="Splat 290"/>
            <p:cNvSpPr>
              <a:spLocks noGrp="1"/>
            </p:cNvSpPr>
            <p:nvPr/>
          </p:nvSpPr>
          <p:spPr>
            <a:xfrm rot="10182424">
              <a:off x="785937" y="1102671"/>
              <a:ext cx="355812" cy="263605"/>
            </a:xfrm>
            <a:prstGeom prst="ellipse">
              <a:avLst/>
            </a:prstGeom>
            <a:gradFill>
              <a:gsLst>
                <a:gs pos="0">
                  <a:srgbClr val="EDEDED">
                    <a:alpha val="32968"/>
                  </a:srgbClr>
                </a:gs>
                <a:gs pos="14286">
                  <a:srgbClr val="EDEDED">
                    <a:alpha val="30764"/>
                  </a:srgbClr>
                </a:gs>
                <a:gs pos="28571">
                  <a:srgbClr val="EDEDED">
                    <a:alpha val="24833"/>
                  </a:srgbClr>
                </a:gs>
                <a:gs pos="42857">
                  <a:srgbClr val="EDEDED">
                    <a:alpha val="17075"/>
                  </a:srgbClr>
                </a:gs>
                <a:gs pos="57143">
                  <a:srgbClr val="EDEDED">
                    <a:alpha val="9855"/>
                  </a:srgbClr>
                </a:gs>
                <a:gs pos="71429">
                  <a:srgbClr val="EDEDED">
                    <a:alpha val="4740"/>
                  </a:srgbClr>
                </a:gs>
                <a:gs pos="85714">
                  <a:srgbClr val="EDEDED">
                    <a:alpha val="1902"/>
                  </a:srgbClr>
                </a:gs>
                <a:gs pos="100000">
                  <a:srgbClr val="EDEDE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Splat 291"/>
            <p:cNvSpPr>
              <a:spLocks noGrp="1"/>
            </p:cNvSpPr>
            <p:nvPr/>
          </p:nvSpPr>
          <p:spPr>
            <a:xfrm rot="-9852801">
              <a:off x="1795470" y="963316"/>
              <a:ext cx="464777" cy="74142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2" name="Splat 292"/>
            <p:cNvSpPr>
              <a:spLocks noGrp="1"/>
            </p:cNvSpPr>
            <p:nvPr/>
          </p:nvSpPr>
          <p:spPr>
            <a:xfrm rot="6033739">
              <a:off x="1410056" y="336928"/>
              <a:ext cx="514004" cy="510307"/>
            </a:xfrm>
            <a:prstGeom prst="ellipse">
              <a:avLst/>
            </a:prstGeom>
            <a:gradFill>
              <a:gsLst>
                <a:gs pos="0">
                  <a:srgbClr val="999898">
                    <a:alpha val="1777"/>
                  </a:srgbClr>
                </a:gs>
                <a:gs pos="14286">
                  <a:srgbClr val="999898">
                    <a:alpha val="1634"/>
                  </a:srgbClr>
                </a:gs>
                <a:gs pos="28571">
                  <a:srgbClr val="999898">
                    <a:alpha val="1271"/>
                  </a:srgbClr>
                </a:gs>
                <a:gs pos="42857">
                  <a:srgbClr val="999898">
                    <a:alpha val="836"/>
                  </a:srgbClr>
                </a:gs>
                <a:gs pos="57143">
                  <a:srgbClr val="999898">
                    <a:alpha val="464"/>
                  </a:srgbClr>
                </a:gs>
                <a:gs pos="71429">
                  <a:srgbClr val="999898">
                    <a:alpha val="217"/>
                  </a:srgbClr>
                </a:gs>
                <a:gs pos="85714">
                  <a:srgbClr val="999898">
                    <a:alpha val="86"/>
                  </a:srgbClr>
                </a:gs>
                <a:gs pos="100000">
                  <a:srgbClr val="999898">
                    <a:alpha val="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Splat 293"/>
            <p:cNvSpPr>
              <a:spLocks noGrp="1"/>
            </p:cNvSpPr>
            <p:nvPr/>
          </p:nvSpPr>
          <p:spPr>
            <a:xfrm rot="-8479466">
              <a:off x="1793804" y="600091"/>
              <a:ext cx="302551" cy="75105"/>
            </a:xfrm>
            <a:prstGeom prst="ellipse">
              <a:avLst/>
            </a:prstGeom>
            <a:gradFill>
              <a:gsLst>
                <a:gs pos="0">
                  <a:srgbClr val="EBECEC">
                    <a:alpha val="32968"/>
                  </a:srgbClr>
                </a:gs>
                <a:gs pos="14286">
                  <a:srgbClr val="EBECEC">
                    <a:alpha val="30764"/>
                  </a:srgbClr>
                </a:gs>
                <a:gs pos="28571">
                  <a:srgbClr val="EBECEC">
                    <a:alpha val="24833"/>
                  </a:srgbClr>
                </a:gs>
                <a:gs pos="42857">
                  <a:srgbClr val="EBECEC">
                    <a:alpha val="17075"/>
                  </a:srgbClr>
                </a:gs>
                <a:gs pos="57143">
                  <a:srgbClr val="EBECEC">
                    <a:alpha val="9855"/>
                  </a:srgbClr>
                </a:gs>
                <a:gs pos="71429">
                  <a:srgbClr val="EBECEC">
                    <a:alpha val="4740"/>
                  </a:srgbClr>
                </a:gs>
                <a:gs pos="85714">
                  <a:srgbClr val="EBECEC">
                    <a:alpha val="1902"/>
                  </a:srgbClr>
                </a:gs>
                <a:gs pos="100000">
                  <a:srgbClr val="EBECE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4" name="Splat 294"/>
            <p:cNvSpPr>
              <a:spLocks noGrp="1"/>
            </p:cNvSpPr>
            <p:nvPr/>
          </p:nvSpPr>
          <p:spPr>
            <a:xfrm rot="4281843">
              <a:off x="1397927" y="2387748"/>
              <a:ext cx="312883" cy="70047"/>
            </a:xfrm>
            <a:prstGeom prst="ellipse">
              <a:avLst/>
            </a:prstGeom>
            <a:gradFill>
              <a:gsLst>
                <a:gs pos="0">
                  <a:srgbClr val="000202">
                    <a:alpha val="20598"/>
                  </a:srgbClr>
                </a:gs>
                <a:gs pos="14286">
                  <a:srgbClr val="000202">
                    <a:alpha val="19103"/>
                  </a:srgbClr>
                </a:gs>
                <a:gs pos="28571">
                  <a:srgbClr val="000202">
                    <a:alpha val="15176"/>
                  </a:srgbClr>
                </a:gs>
                <a:gs pos="42857">
                  <a:srgbClr val="000202">
                    <a:alpha val="10234"/>
                  </a:srgbClr>
                </a:gs>
                <a:gs pos="57143">
                  <a:srgbClr val="000202">
                    <a:alpha val="5807"/>
                  </a:srgbClr>
                </a:gs>
                <a:gs pos="71429">
                  <a:srgbClr val="000202">
                    <a:alpha val="2761"/>
                  </a:srgbClr>
                </a:gs>
                <a:gs pos="85714">
                  <a:srgbClr val="000202">
                    <a:alpha val="1101"/>
                  </a:srgbClr>
                </a:gs>
                <a:gs pos="100000">
                  <a:srgbClr val="000202">
                    <a:alpha val="3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Splat 295"/>
            <p:cNvSpPr>
              <a:spLocks noGrp="1"/>
            </p:cNvSpPr>
            <p:nvPr/>
          </p:nvSpPr>
          <p:spPr>
            <a:xfrm rot="7139688">
              <a:off x="1432082" y="1205984"/>
              <a:ext cx="330958" cy="13826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Splat 296"/>
            <p:cNvSpPr>
              <a:spLocks noGrp="1"/>
            </p:cNvSpPr>
            <p:nvPr/>
          </p:nvSpPr>
          <p:spPr>
            <a:xfrm rot="10133022">
              <a:off x="3000375" y="459465"/>
              <a:ext cx="501265" cy="196552"/>
            </a:xfrm>
            <a:prstGeom prst="ellipse">
              <a:avLst/>
            </a:prstGeom>
            <a:gradFill>
              <a:gsLst>
                <a:gs pos="0">
                  <a:srgbClr val="C8C9C9">
                    <a:alpha val="32968"/>
                  </a:srgbClr>
                </a:gs>
                <a:gs pos="14286">
                  <a:srgbClr val="C8C9C9">
                    <a:alpha val="30764"/>
                  </a:srgbClr>
                </a:gs>
                <a:gs pos="28571">
                  <a:srgbClr val="C8C9C9">
                    <a:alpha val="24833"/>
                  </a:srgbClr>
                </a:gs>
                <a:gs pos="42857">
                  <a:srgbClr val="C8C9C9">
                    <a:alpha val="17075"/>
                  </a:srgbClr>
                </a:gs>
                <a:gs pos="57143">
                  <a:srgbClr val="C8C9C9">
                    <a:alpha val="9855"/>
                  </a:srgbClr>
                </a:gs>
                <a:gs pos="71429">
                  <a:srgbClr val="C8C9C9">
                    <a:alpha val="4740"/>
                  </a:srgbClr>
                </a:gs>
                <a:gs pos="85714">
                  <a:srgbClr val="C8C9C9">
                    <a:alpha val="1902"/>
                  </a:srgbClr>
                </a:gs>
                <a:gs pos="100000">
                  <a:srgbClr val="C8C9C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Splat 297"/>
            <p:cNvSpPr>
              <a:spLocks noGrp="1"/>
            </p:cNvSpPr>
            <p:nvPr/>
          </p:nvSpPr>
          <p:spPr>
            <a:xfrm rot="9818571">
              <a:off x="891261" y="2334912"/>
              <a:ext cx="300443" cy="7075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8" name="Splat 298"/>
            <p:cNvSpPr>
              <a:spLocks noGrp="1"/>
            </p:cNvSpPr>
            <p:nvPr/>
          </p:nvSpPr>
          <p:spPr>
            <a:xfrm rot="10073879">
              <a:off x="3178455" y="1949771"/>
              <a:ext cx="379521" cy="13829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9" name="Splat 299"/>
            <p:cNvSpPr>
              <a:spLocks noGrp="1"/>
            </p:cNvSpPr>
            <p:nvPr/>
          </p:nvSpPr>
          <p:spPr>
            <a:xfrm rot="6725466">
              <a:off x="2692792" y="531800"/>
              <a:ext cx="210118" cy="5017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0" name="Splat 300"/>
            <p:cNvSpPr>
              <a:spLocks noGrp="1"/>
            </p:cNvSpPr>
            <p:nvPr/>
          </p:nvSpPr>
          <p:spPr>
            <a:xfrm rot="10732319">
              <a:off x="3118425" y="148567"/>
              <a:ext cx="279796" cy="117408"/>
            </a:xfrm>
            <a:prstGeom prst="ellipse">
              <a:avLst/>
            </a:prstGeom>
            <a:gradFill>
              <a:gsLst>
                <a:gs pos="0">
                  <a:srgbClr val="FEFEFD">
                    <a:alpha val="32968"/>
                  </a:srgbClr>
                </a:gs>
                <a:gs pos="14286">
                  <a:srgbClr val="FEFEFD">
                    <a:alpha val="30764"/>
                  </a:srgbClr>
                </a:gs>
                <a:gs pos="28571">
                  <a:srgbClr val="FEFEFD">
                    <a:alpha val="24833"/>
                  </a:srgbClr>
                </a:gs>
                <a:gs pos="42857">
                  <a:srgbClr val="FEFEFD">
                    <a:alpha val="17075"/>
                  </a:srgbClr>
                </a:gs>
                <a:gs pos="57143">
                  <a:srgbClr val="FEFEFD">
                    <a:alpha val="9855"/>
                  </a:srgbClr>
                </a:gs>
                <a:gs pos="71429">
                  <a:srgbClr val="FEFEFD">
                    <a:alpha val="4740"/>
                  </a:srgbClr>
                </a:gs>
                <a:gs pos="85714">
                  <a:srgbClr val="FEFEFD">
                    <a:alpha val="1902"/>
                  </a:srgbClr>
                </a:gs>
                <a:gs pos="100000">
                  <a:srgbClr val="FEFEF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1" name="Splat 301"/>
            <p:cNvSpPr>
              <a:spLocks noGrp="1"/>
            </p:cNvSpPr>
            <p:nvPr/>
          </p:nvSpPr>
          <p:spPr>
            <a:xfrm rot="-8329959">
              <a:off x="742961" y="1222195"/>
              <a:ext cx="261196" cy="12240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2" name="Splat 302"/>
            <p:cNvSpPr>
              <a:spLocks noGrp="1"/>
            </p:cNvSpPr>
            <p:nvPr/>
          </p:nvSpPr>
          <p:spPr>
            <a:xfrm rot="7475209">
              <a:off x="441626" y="2390606"/>
              <a:ext cx="34300" cy="2974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Splat 303"/>
            <p:cNvSpPr>
              <a:spLocks noGrp="1"/>
            </p:cNvSpPr>
            <p:nvPr/>
          </p:nvSpPr>
          <p:spPr>
            <a:xfrm rot="-10657557">
              <a:off x="1959736" y="410442"/>
              <a:ext cx="315195" cy="33501"/>
            </a:xfrm>
            <a:prstGeom prst="ellipse">
              <a:avLst/>
            </a:prstGeom>
            <a:gradFill>
              <a:gsLst>
                <a:gs pos="0">
                  <a:srgbClr val="FEFFFF">
                    <a:alpha val="31530"/>
                  </a:srgbClr>
                </a:gs>
                <a:gs pos="14286">
                  <a:srgbClr val="FEFFFF">
                    <a:alpha val="29399"/>
                  </a:srgbClr>
                </a:gs>
                <a:gs pos="28571">
                  <a:srgbClr val="FEFFFF">
                    <a:alpha val="23685"/>
                  </a:srgbClr>
                </a:gs>
                <a:gs pos="42857">
                  <a:srgbClr val="FEFFFF">
                    <a:alpha val="16247"/>
                  </a:srgbClr>
                </a:gs>
                <a:gs pos="57143">
                  <a:srgbClr val="FEFFFF">
                    <a:alpha val="9357"/>
                  </a:srgbClr>
                </a:gs>
                <a:gs pos="71429">
                  <a:srgbClr val="FEFFFF">
                    <a:alpha val="4494"/>
                  </a:srgbClr>
                </a:gs>
                <a:gs pos="85714">
                  <a:srgbClr val="FEFFFF">
                    <a:alpha val="1802"/>
                  </a:srgbClr>
                </a:gs>
                <a:gs pos="100000">
                  <a:srgbClr val="FEFFFF">
                    <a:alpha val="6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Splat 304"/>
            <p:cNvSpPr>
              <a:spLocks noGrp="1"/>
            </p:cNvSpPr>
            <p:nvPr/>
          </p:nvSpPr>
          <p:spPr>
            <a:xfrm rot="-9104194">
              <a:off x="992341" y="1687633"/>
              <a:ext cx="167794" cy="2981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Splat 305"/>
            <p:cNvSpPr>
              <a:spLocks noGrp="1"/>
            </p:cNvSpPr>
            <p:nvPr/>
          </p:nvSpPr>
          <p:spPr>
            <a:xfrm rot="8287781">
              <a:off x="3192957" y="1269633"/>
              <a:ext cx="198748" cy="70945"/>
            </a:xfrm>
            <a:prstGeom prst="ellipse">
              <a:avLst/>
            </a:prstGeom>
            <a:gradFill>
              <a:gsLst>
                <a:gs pos="0">
                  <a:srgbClr val="FFFFFF">
                    <a:alpha val="31555"/>
                  </a:srgbClr>
                </a:gs>
                <a:gs pos="14286">
                  <a:srgbClr val="FFFFFF">
                    <a:alpha val="29423"/>
                  </a:srgbClr>
                </a:gs>
                <a:gs pos="28571">
                  <a:srgbClr val="FFFFFF">
                    <a:alpha val="23705"/>
                  </a:srgbClr>
                </a:gs>
                <a:gs pos="42857">
                  <a:srgbClr val="FFFFFF">
                    <a:alpha val="16262"/>
                  </a:srgbClr>
                </a:gs>
                <a:gs pos="57143">
                  <a:srgbClr val="FFFFFF">
                    <a:alpha val="9366"/>
                  </a:srgbClr>
                </a:gs>
                <a:gs pos="71429">
                  <a:srgbClr val="FFFFFF">
                    <a:alpha val="4499"/>
                  </a:srgbClr>
                </a:gs>
                <a:gs pos="85714">
                  <a:srgbClr val="FFFFFF">
                    <a:alpha val="1804"/>
                  </a:srgbClr>
                </a:gs>
                <a:gs pos="100000">
                  <a:srgbClr val="FFFFFF">
                    <a:alpha val="6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Splat 306"/>
            <p:cNvSpPr>
              <a:spLocks noGrp="1"/>
            </p:cNvSpPr>
            <p:nvPr/>
          </p:nvSpPr>
          <p:spPr>
            <a:xfrm rot="3297802">
              <a:off x="-37473" y="2362922"/>
              <a:ext cx="556009" cy="512471"/>
            </a:xfrm>
            <a:prstGeom prst="ellipse">
              <a:avLst/>
            </a:prstGeom>
            <a:gradFill>
              <a:gsLst>
                <a:gs pos="0">
                  <a:srgbClr val="000600">
                    <a:alpha val="9434"/>
                  </a:srgbClr>
                </a:gs>
                <a:gs pos="14286">
                  <a:srgbClr val="000600">
                    <a:alpha val="8705"/>
                  </a:srgbClr>
                </a:gs>
                <a:gs pos="28571">
                  <a:srgbClr val="000600">
                    <a:alpha val="6827"/>
                  </a:srgbClr>
                </a:gs>
                <a:gs pos="42857">
                  <a:srgbClr val="000600">
                    <a:alpha val="4532"/>
                  </a:srgbClr>
                </a:gs>
                <a:gs pos="57143">
                  <a:srgbClr val="000600">
                    <a:alpha val="2537"/>
                  </a:srgbClr>
                </a:gs>
                <a:gs pos="71429">
                  <a:srgbClr val="000600">
                    <a:alpha val="1196"/>
                  </a:srgbClr>
                </a:gs>
                <a:gs pos="85714">
                  <a:srgbClr val="000600">
                    <a:alpha val="475"/>
                  </a:srgbClr>
                </a:gs>
                <a:gs pos="100000">
                  <a:srgbClr val="000600">
                    <a:alpha val="1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Splat 307"/>
            <p:cNvSpPr>
              <a:spLocks noGrp="1"/>
            </p:cNvSpPr>
            <p:nvPr/>
          </p:nvSpPr>
          <p:spPr>
            <a:xfrm rot="-9670936">
              <a:off x="854722" y="1021848"/>
              <a:ext cx="329076" cy="180336"/>
            </a:xfrm>
            <a:prstGeom prst="ellipse">
              <a:avLst/>
            </a:prstGeom>
            <a:gradFill>
              <a:gsLst>
                <a:gs pos="0">
                  <a:srgbClr val="F2F2F2">
                    <a:alpha val="32968"/>
                  </a:srgbClr>
                </a:gs>
                <a:gs pos="14286">
                  <a:srgbClr val="F2F2F2">
                    <a:alpha val="30764"/>
                  </a:srgbClr>
                </a:gs>
                <a:gs pos="28571">
                  <a:srgbClr val="F2F2F2">
                    <a:alpha val="24833"/>
                  </a:srgbClr>
                </a:gs>
                <a:gs pos="42857">
                  <a:srgbClr val="F2F2F2">
                    <a:alpha val="17075"/>
                  </a:srgbClr>
                </a:gs>
                <a:gs pos="57143">
                  <a:srgbClr val="F2F2F2">
                    <a:alpha val="9855"/>
                  </a:srgbClr>
                </a:gs>
                <a:gs pos="71429">
                  <a:srgbClr val="F2F2F2">
                    <a:alpha val="4740"/>
                  </a:srgbClr>
                </a:gs>
                <a:gs pos="85714">
                  <a:srgbClr val="F2F2F2">
                    <a:alpha val="1902"/>
                  </a:srgbClr>
                </a:gs>
                <a:gs pos="100000">
                  <a:srgbClr val="F2F2F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Splat 308"/>
            <p:cNvSpPr>
              <a:spLocks noGrp="1"/>
            </p:cNvSpPr>
            <p:nvPr/>
          </p:nvSpPr>
          <p:spPr>
            <a:xfrm rot="6806156">
              <a:off x="3057261" y="313476"/>
              <a:ext cx="513586" cy="167277"/>
            </a:xfrm>
            <a:prstGeom prst="ellipse">
              <a:avLst/>
            </a:prstGeom>
            <a:gradFill>
              <a:gsLst>
                <a:gs pos="0">
                  <a:srgbClr val="CFCECE">
                    <a:alpha val="31025"/>
                  </a:srgbClr>
                </a:gs>
                <a:gs pos="14286">
                  <a:srgbClr val="CFCECE">
                    <a:alpha val="28921"/>
                  </a:srgbClr>
                </a:gs>
                <a:gs pos="28571">
                  <a:srgbClr val="CFCECE">
                    <a:alpha val="23284"/>
                  </a:srgbClr>
                </a:gs>
                <a:gs pos="42857">
                  <a:srgbClr val="CFCECE">
                    <a:alpha val="15959"/>
                  </a:srgbClr>
                </a:gs>
                <a:gs pos="57143">
                  <a:srgbClr val="CFCECE">
                    <a:alpha val="9184"/>
                  </a:srgbClr>
                </a:gs>
                <a:gs pos="71429">
                  <a:srgbClr val="CFCECE">
                    <a:alpha val="4409"/>
                  </a:srgbClr>
                </a:gs>
                <a:gs pos="85714">
                  <a:srgbClr val="CFCECE">
                    <a:alpha val="1767"/>
                  </a:srgbClr>
                </a:gs>
                <a:gs pos="100000">
                  <a:srgbClr val="CFCECE">
                    <a:alpha val="5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Splat 309"/>
            <p:cNvSpPr>
              <a:spLocks noGrp="1"/>
            </p:cNvSpPr>
            <p:nvPr/>
          </p:nvSpPr>
          <p:spPr>
            <a:xfrm rot="7486885">
              <a:off x="1429149" y="1106426"/>
              <a:ext cx="651542" cy="7062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Splat 310"/>
            <p:cNvSpPr>
              <a:spLocks noGrp="1"/>
            </p:cNvSpPr>
            <p:nvPr/>
          </p:nvSpPr>
          <p:spPr>
            <a:xfrm rot="5667864">
              <a:off x="1572937" y="495462"/>
              <a:ext cx="263987" cy="2614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Splat 311"/>
            <p:cNvSpPr>
              <a:spLocks noGrp="1"/>
            </p:cNvSpPr>
            <p:nvPr/>
          </p:nvSpPr>
          <p:spPr>
            <a:xfrm rot="9610815">
              <a:off x="125392" y="318468"/>
              <a:ext cx="441750" cy="4495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Splat 312"/>
            <p:cNvSpPr>
              <a:spLocks noGrp="1"/>
            </p:cNvSpPr>
            <p:nvPr/>
          </p:nvSpPr>
          <p:spPr>
            <a:xfrm rot="9827057">
              <a:off x="2555743" y="1303505"/>
              <a:ext cx="180751" cy="6433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Splat 313"/>
            <p:cNvSpPr>
              <a:spLocks noGrp="1"/>
            </p:cNvSpPr>
            <p:nvPr/>
          </p:nvSpPr>
          <p:spPr>
            <a:xfrm rot="-10457803">
              <a:off x="868541" y="1659949"/>
              <a:ext cx="209227" cy="2133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Splat 314"/>
            <p:cNvSpPr>
              <a:spLocks noGrp="1"/>
            </p:cNvSpPr>
            <p:nvPr/>
          </p:nvSpPr>
          <p:spPr>
            <a:xfrm rot="-10057035">
              <a:off x="2206198" y="1819905"/>
              <a:ext cx="859960" cy="13209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Splat 315"/>
            <p:cNvSpPr>
              <a:spLocks noGrp="1"/>
            </p:cNvSpPr>
            <p:nvPr/>
          </p:nvSpPr>
          <p:spPr>
            <a:xfrm rot="3132675">
              <a:off x="2603351" y="1724807"/>
              <a:ext cx="309646" cy="3123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Splat 316"/>
            <p:cNvSpPr>
              <a:spLocks noGrp="1"/>
            </p:cNvSpPr>
            <p:nvPr/>
          </p:nvSpPr>
          <p:spPr>
            <a:xfrm rot="-10178057">
              <a:off x="1239735" y="1293709"/>
              <a:ext cx="328372" cy="8554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Splat 317"/>
            <p:cNvSpPr>
              <a:spLocks noGrp="1"/>
            </p:cNvSpPr>
            <p:nvPr/>
          </p:nvSpPr>
          <p:spPr>
            <a:xfrm rot="5400000">
              <a:off x="1914670" y="1318082"/>
              <a:ext cx="50604" cy="50604"/>
            </a:xfrm>
            <a:prstGeom prst="ellipse">
              <a:avLst/>
            </a:prstGeom>
            <a:gradFill>
              <a:gsLst>
                <a:gs pos="0">
                  <a:srgbClr val="7C7C7C">
                    <a:alpha val="16326"/>
                  </a:srgbClr>
                </a:gs>
                <a:gs pos="14286">
                  <a:srgbClr val="7C7C7C">
                    <a:alpha val="15111"/>
                  </a:srgbClr>
                </a:gs>
                <a:gs pos="28571">
                  <a:srgbClr val="7C7C7C">
                    <a:alpha val="11945"/>
                  </a:srgbClr>
                </a:gs>
                <a:gs pos="42857">
                  <a:srgbClr val="7C7C7C">
                    <a:alpha val="8005"/>
                  </a:srgbClr>
                </a:gs>
                <a:gs pos="57143">
                  <a:srgbClr val="7C7C7C">
                    <a:alpha val="4518"/>
                  </a:srgbClr>
                </a:gs>
                <a:gs pos="71429">
                  <a:srgbClr val="7C7C7C">
                    <a:alpha val="2141"/>
                  </a:srgbClr>
                </a:gs>
                <a:gs pos="85714">
                  <a:srgbClr val="7C7C7C">
                    <a:alpha val="852"/>
                  </a:srgbClr>
                </a:gs>
                <a:gs pos="100000">
                  <a:srgbClr val="7C7C7C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Splat 318"/>
            <p:cNvSpPr>
              <a:spLocks noGrp="1"/>
            </p:cNvSpPr>
            <p:nvPr/>
          </p:nvSpPr>
          <p:spPr>
            <a:xfrm rot="9942359">
              <a:off x="3042474" y="1002777"/>
              <a:ext cx="221453" cy="4794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Splat 319"/>
            <p:cNvSpPr>
              <a:spLocks noGrp="1"/>
            </p:cNvSpPr>
            <p:nvPr/>
          </p:nvSpPr>
          <p:spPr>
            <a:xfrm rot="-9209030">
              <a:off x="1430188" y="1730458"/>
              <a:ext cx="277340" cy="4161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Splat 320"/>
            <p:cNvSpPr>
              <a:spLocks noGrp="1"/>
            </p:cNvSpPr>
            <p:nvPr/>
          </p:nvSpPr>
          <p:spPr>
            <a:xfrm rot="3200078">
              <a:off x="2562866" y="1724907"/>
              <a:ext cx="379677" cy="5549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Splat 321"/>
            <p:cNvSpPr>
              <a:spLocks noGrp="1"/>
            </p:cNvSpPr>
            <p:nvPr/>
          </p:nvSpPr>
          <p:spPr>
            <a:xfrm rot="4776237">
              <a:off x="1669125" y="1184263"/>
              <a:ext cx="235525" cy="56602"/>
            </a:xfrm>
            <a:prstGeom prst="ellipse">
              <a:avLst/>
            </a:prstGeom>
            <a:gradFill>
              <a:gsLst>
                <a:gs pos="0">
                  <a:srgbClr val="DCDCDC">
                    <a:alpha val="32968"/>
                  </a:srgbClr>
                </a:gs>
                <a:gs pos="14286">
                  <a:srgbClr val="DCDCDC">
                    <a:alpha val="30764"/>
                  </a:srgbClr>
                </a:gs>
                <a:gs pos="28571">
                  <a:srgbClr val="DCDCDC">
                    <a:alpha val="24833"/>
                  </a:srgbClr>
                </a:gs>
                <a:gs pos="42857">
                  <a:srgbClr val="DCDCDC">
                    <a:alpha val="17075"/>
                  </a:srgbClr>
                </a:gs>
                <a:gs pos="57143">
                  <a:srgbClr val="DCDCDC">
                    <a:alpha val="9855"/>
                  </a:srgbClr>
                </a:gs>
                <a:gs pos="71429">
                  <a:srgbClr val="DCDCDC">
                    <a:alpha val="4740"/>
                  </a:srgbClr>
                </a:gs>
                <a:gs pos="85714">
                  <a:srgbClr val="DCDCDC">
                    <a:alpha val="1902"/>
                  </a:srgbClr>
                </a:gs>
                <a:gs pos="100000">
                  <a:srgbClr val="DCDCD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Splat 322"/>
            <p:cNvSpPr>
              <a:spLocks noGrp="1"/>
            </p:cNvSpPr>
            <p:nvPr/>
          </p:nvSpPr>
          <p:spPr>
            <a:xfrm rot="5650418">
              <a:off x="441600" y="1153099"/>
              <a:ext cx="704287" cy="57702"/>
            </a:xfrm>
            <a:prstGeom prst="ellipse">
              <a:avLst/>
            </a:prstGeom>
            <a:gradFill>
              <a:gsLst>
                <a:gs pos="0">
                  <a:srgbClr val="282624">
                    <a:alpha val="32968"/>
                  </a:srgbClr>
                </a:gs>
                <a:gs pos="14286">
                  <a:srgbClr val="282624">
                    <a:alpha val="30764"/>
                  </a:srgbClr>
                </a:gs>
                <a:gs pos="28571">
                  <a:srgbClr val="282624">
                    <a:alpha val="24833"/>
                  </a:srgbClr>
                </a:gs>
                <a:gs pos="42857">
                  <a:srgbClr val="282624">
                    <a:alpha val="17075"/>
                  </a:srgbClr>
                </a:gs>
                <a:gs pos="57143">
                  <a:srgbClr val="282624">
                    <a:alpha val="9855"/>
                  </a:srgbClr>
                </a:gs>
                <a:gs pos="71429">
                  <a:srgbClr val="282624">
                    <a:alpha val="4740"/>
                  </a:srgbClr>
                </a:gs>
                <a:gs pos="85714">
                  <a:srgbClr val="282624">
                    <a:alpha val="1902"/>
                  </a:srgbClr>
                </a:gs>
                <a:gs pos="100000">
                  <a:srgbClr val="28262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Splat 323"/>
            <p:cNvSpPr>
              <a:spLocks noGrp="1"/>
            </p:cNvSpPr>
            <p:nvPr/>
          </p:nvSpPr>
          <p:spPr>
            <a:xfrm rot="10495681">
              <a:off x="5228" y="899417"/>
              <a:ext cx="787859" cy="187745"/>
            </a:xfrm>
            <a:prstGeom prst="ellipse">
              <a:avLst/>
            </a:prstGeom>
            <a:gradFill>
              <a:gsLst>
                <a:gs pos="0">
                  <a:srgbClr val="727272">
                    <a:alpha val="10393"/>
                  </a:srgbClr>
                </a:gs>
                <a:gs pos="14286">
                  <a:srgbClr val="727272">
                    <a:alpha val="9594"/>
                  </a:srgbClr>
                </a:gs>
                <a:gs pos="28571">
                  <a:srgbClr val="727272">
                    <a:alpha val="7533"/>
                  </a:srgbClr>
                </a:gs>
                <a:gs pos="42857">
                  <a:srgbClr val="727272">
                    <a:alpha val="5007"/>
                  </a:srgbClr>
                </a:gs>
                <a:gs pos="57143">
                  <a:srgbClr val="727272">
                    <a:alpha val="2806"/>
                  </a:srgbClr>
                </a:gs>
                <a:gs pos="71429">
                  <a:srgbClr val="727272">
                    <a:alpha val="1323"/>
                  </a:srgbClr>
                </a:gs>
                <a:gs pos="85714">
                  <a:srgbClr val="727272">
                    <a:alpha val="525"/>
                  </a:srgbClr>
                </a:gs>
                <a:gs pos="100000">
                  <a:srgbClr val="727272">
                    <a:alpha val="1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Splat 324"/>
            <p:cNvSpPr>
              <a:spLocks noGrp="1"/>
            </p:cNvSpPr>
            <p:nvPr/>
          </p:nvSpPr>
          <p:spPr>
            <a:xfrm rot="5400000">
              <a:off x="865957" y="1999635"/>
              <a:ext cx="56655" cy="56655"/>
            </a:xfrm>
            <a:prstGeom prst="ellipse">
              <a:avLst/>
            </a:prstGeom>
            <a:gradFill>
              <a:gsLst>
                <a:gs pos="0">
                  <a:srgbClr val="D7D7D7">
                    <a:alpha val="14736"/>
                  </a:srgbClr>
                </a:gs>
                <a:gs pos="14286">
                  <a:srgbClr val="D7D7D7">
                    <a:alpha val="13629"/>
                  </a:srgbClr>
                </a:gs>
                <a:gs pos="28571">
                  <a:srgbClr val="D7D7D7">
                    <a:alpha val="10753"/>
                  </a:srgbClr>
                </a:gs>
                <a:gs pos="42857">
                  <a:srgbClr val="D7D7D7">
                    <a:alpha val="7191"/>
                  </a:srgbClr>
                </a:gs>
                <a:gs pos="57143">
                  <a:srgbClr val="D7D7D7">
                    <a:alpha val="4051"/>
                  </a:srgbClr>
                </a:gs>
                <a:gs pos="71429">
                  <a:srgbClr val="D7D7D7">
                    <a:alpha val="1917"/>
                  </a:srgbClr>
                </a:gs>
                <a:gs pos="85714">
                  <a:srgbClr val="D7D7D7">
                    <a:alpha val="762"/>
                  </a:srgbClr>
                </a:gs>
                <a:gs pos="100000">
                  <a:srgbClr val="D7D7D7">
                    <a:alpha val="2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Splat 325"/>
            <p:cNvSpPr>
              <a:spLocks noGrp="1"/>
            </p:cNvSpPr>
            <p:nvPr/>
          </p:nvSpPr>
          <p:spPr>
            <a:xfrm rot="10715435">
              <a:off x="1824842" y="1602876"/>
              <a:ext cx="376200" cy="9506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Splat 326"/>
            <p:cNvSpPr>
              <a:spLocks noGrp="1"/>
            </p:cNvSpPr>
            <p:nvPr/>
          </p:nvSpPr>
          <p:spPr>
            <a:xfrm rot="5400000">
              <a:off x="3274719" y="383927"/>
              <a:ext cx="56238" cy="56238"/>
            </a:xfrm>
            <a:prstGeom prst="ellipse">
              <a:avLst/>
            </a:prstGeom>
            <a:gradFill>
              <a:gsLst>
                <a:gs pos="0">
                  <a:srgbClr val="CBCBCB">
                    <a:alpha val="14846"/>
                  </a:srgbClr>
                </a:gs>
                <a:gs pos="14286">
                  <a:srgbClr val="CBCBCB">
                    <a:alpha val="13732"/>
                  </a:srgbClr>
                </a:gs>
                <a:gs pos="28571">
                  <a:srgbClr val="CBCBCB">
                    <a:alpha val="10836"/>
                  </a:srgbClr>
                </a:gs>
                <a:gs pos="42857">
                  <a:srgbClr val="CBCBCB">
                    <a:alpha val="7247"/>
                  </a:srgbClr>
                </a:gs>
                <a:gs pos="57143">
                  <a:srgbClr val="CBCBCB">
                    <a:alpha val="4083"/>
                  </a:srgbClr>
                </a:gs>
                <a:gs pos="71429">
                  <a:srgbClr val="CBCBCB">
                    <a:alpha val="1932"/>
                  </a:srgbClr>
                </a:gs>
                <a:gs pos="85714">
                  <a:srgbClr val="CBCBCB">
                    <a:alpha val="769"/>
                  </a:srgbClr>
                </a:gs>
                <a:gs pos="100000">
                  <a:srgbClr val="CBCBCB">
                    <a:alpha val="2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Splat 327"/>
            <p:cNvSpPr>
              <a:spLocks noGrp="1"/>
            </p:cNvSpPr>
            <p:nvPr/>
          </p:nvSpPr>
          <p:spPr>
            <a:xfrm rot="5400000">
              <a:off x="2000342" y="323327"/>
              <a:ext cx="57427" cy="57427"/>
            </a:xfrm>
            <a:prstGeom prst="ellipse">
              <a:avLst/>
            </a:prstGeom>
            <a:gradFill>
              <a:gsLst>
                <a:gs pos="0">
                  <a:srgbClr val="D4D4D4">
                    <a:alpha val="14531"/>
                  </a:srgbClr>
                </a:gs>
                <a:gs pos="14286">
                  <a:srgbClr val="D4D4D4">
                    <a:alpha val="13438"/>
                  </a:srgbClr>
                </a:gs>
                <a:gs pos="28571">
                  <a:srgbClr val="D4D4D4">
                    <a:alpha val="10600"/>
                  </a:srgbClr>
                </a:gs>
                <a:gs pos="42857">
                  <a:srgbClr val="D4D4D4">
                    <a:alpha val="7086"/>
                  </a:srgbClr>
                </a:gs>
                <a:gs pos="57143">
                  <a:srgbClr val="D4D4D4">
                    <a:alpha val="3991"/>
                  </a:srgbClr>
                </a:gs>
                <a:gs pos="71429">
                  <a:srgbClr val="D4D4D4">
                    <a:alpha val="1888"/>
                  </a:srgbClr>
                </a:gs>
                <a:gs pos="85714">
                  <a:srgbClr val="D4D4D4">
                    <a:alpha val="751"/>
                  </a:srgbClr>
                </a:gs>
                <a:gs pos="100000">
                  <a:srgbClr val="D4D4D4">
                    <a:alpha val="2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Splat 328"/>
            <p:cNvSpPr>
              <a:spLocks noGrp="1"/>
            </p:cNvSpPr>
            <p:nvPr/>
          </p:nvSpPr>
          <p:spPr>
            <a:xfrm rot="5400000">
              <a:off x="1980640" y="1820818"/>
              <a:ext cx="57645" cy="57645"/>
            </a:xfrm>
            <a:prstGeom prst="ellipse">
              <a:avLst/>
            </a:prstGeom>
            <a:gradFill>
              <a:gsLst>
                <a:gs pos="0">
                  <a:srgbClr val="DFDFDF">
                    <a:alpha val="14473"/>
                  </a:srgbClr>
                </a:gs>
                <a:gs pos="14286">
                  <a:srgbClr val="DFDFDF">
                    <a:alpha val="13384"/>
                  </a:srgbClr>
                </a:gs>
                <a:gs pos="28571">
                  <a:srgbClr val="DFDFDF">
                    <a:alpha val="10557"/>
                  </a:srgbClr>
                </a:gs>
                <a:gs pos="42857">
                  <a:srgbClr val="DFDFDF">
                    <a:alpha val="7057"/>
                  </a:srgbClr>
                </a:gs>
                <a:gs pos="57143">
                  <a:srgbClr val="DFDFDF">
                    <a:alpha val="3974"/>
                  </a:srgbClr>
                </a:gs>
                <a:gs pos="71429">
                  <a:srgbClr val="DFDFDF">
                    <a:alpha val="1880"/>
                  </a:srgbClr>
                </a:gs>
                <a:gs pos="85714">
                  <a:srgbClr val="DFDFDF">
                    <a:alpha val="748"/>
                  </a:srgbClr>
                </a:gs>
                <a:gs pos="100000">
                  <a:srgbClr val="DFDFDF">
                    <a:alpha val="2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Splat 329"/>
            <p:cNvSpPr>
              <a:spLocks noGrp="1"/>
            </p:cNvSpPr>
            <p:nvPr/>
          </p:nvSpPr>
          <p:spPr>
            <a:xfrm rot="6082230">
              <a:off x="501953" y="1148512"/>
              <a:ext cx="198162" cy="7034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Splat 330"/>
            <p:cNvSpPr>
              <a:spLocks noGrp="1"/>
            </p:cNvSpPr>
            <p:nvPr/>
          </p:nvSpPr>
          <p:spPr>
            <a:xfrm rot="5489308">
              <a:off x="1108196" y="1101811"/>
              <a:ext cx="379237" cy="82031"/>
            </a:xfrm>
            <a:prstGeom prst="ellipse">
              <a:avLst/>
            </a:prstGeom>
            <a:gradFill>
              <a:gsLst>
                <a:gs pos="0">
                  <a:srgbClr val="B3B2B3">
                    <a:alpha val="2963"/>
                  </a:srgbClr>
                </a:gs>
                <a:gs pos="14286">
                  <a:srgbClr val="B3B2B3">
                    <a:alpha val="2726"/>
                  </a:srgbClr>
                </a:gs>
                <a:gs pos="28571">
                  <a:srgbClr val="B3B2B3">
                    <a:alpha val="2123"/>
                  </a:srgbClr>
                </a:gs>
                <a:gs pos="42857">
                  <a:srgbClr val="B3B2B3">
                    <a:alpha val="1398"/>
                  </a:srgbClr>
                </a:gs>
                <a:gs pos="57143">
                  <a:srgbClr val="B3B2B3">
                    <a:alpha val="777"/>
                  </a:srgbClr>
                </a:gs>
                <a:gs pos="71429">
                  <a:srgbClr val="B3B2B3">
                    <a:alpha val="364"/>
                  </a:srgbClr>
                </a:gs>
                <a:gs pos="85714">
                  <a:srgbClr val="B3B2B3">
                    <a:alpha val="144"/>
                  </a:srgbClr>
                </a:gs>
                <a:gs pos="100000">
                  <a:srgbClr val="B3B2B3">
                    <a:alpha val="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Splat 331"/>
            <p:cNvSpPr>
              <a:spLocks noGrp="1"/>
            </p:cNvSpPr>
            <p:nvPr/>
          </p:nvSpPr>
          <p:spPr>
            <a:xfrm rot="3071683">
              <a:off x="2361041" y="397260"/>
              <a:ext cx="884715" cy="109433"/>
            </a:xfrm>
            <a:prstGeom prst="ellipse">
              <a:avLst/>
            </a:prstGeom>
            <a:gradFill>
              <a:gsLst>
                <a:gs pos="0">
                  <a:srgbClr val="BBBBBB">
                    <a:alpha val="3725"/>
                  </a:srgbClr>
                </a:gs>
                <a:gs pos="14286">
                  <a:srgbClr val="BBBBBB">
                    <a:alpha val="3429"/>
                  </a:srgbClr>
                </a:gs>
                <a:gs pos="28571">
                  <a:srgbClr val="BBBBBB">
                    <a:alpha val="2673"/>
                  </a:srgbClr>
                </a:gs>
                <a:gs pos="42857">
                  <a:srgbClr val="BBBBBB">
                    <a:alpha val="1761"/>
                  </a:srgbClr>
                </a:gs>
                <a:gs pos="57143">
                  <a:srgbClr val="BBBBBB">
                    <a:alpha val="980"/>
                  </a:srgbClr>
                </a:gs>
                <a:gs pos="71429">
                  <a:srgbClr val="BBBBBB">
                    <a:alpha val="460"/>
                  </a:srgbClr>
                </a:gs>
                <a:gs pos="85714">
                  <a:srgbClr val="BBBBBB">
                    <a:alpha val="182"/>
                  </a:srgbClr>
                </a:gs>
                <a:gs pos="100000">
                  <a:srgbClr val="BBBBBB">
                    <a:alpha val="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Splat 332"/>
            <p:cNvSpPr>
              <a:spLocks noGrp="1"/>
            </p:cNvSpPr>
            <p:nvPr/>
          </p:nvSpPr>
          <p:spPr>
            <a:xfrm rot="2732378">
              <a:off x="1026525" y="1296556"/>
              <a:ext cx="574340" cy="6270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Splat 333"/>
            <p:cNvSpPr>
              <a:spLocks noGrp="1"/>
            </p:cNvSpPr>
            <p:nvPr/>
          </p:nvSpPr>
          <p:spPr>
            <a:xfrm rot="5400000">
              <a:off x="914322" y="1716728"/>
              <a:ext cx="57622" cy="57622"/>
            </a:xfrm>
            <a:prstGeom prst="ellipse">
              <a:avLst/>
            </a:prstGeom>
            <a:gradFill>
              <a:gsLst>
                <a:gs pos="0">
                  <a:srgbClr val="CACACA">
                    <a:alpha val="14479"/>
                  </a:srgbClr>
                </a:gs>
                <a:gs pos="14286">
                  <a:srgbClr val="CACACA">
                    <a:alpha val="13390"/>
                  </a:srgbClr>
                </a:gs>
                <a:gs pos="28571">
                  <a:srgbClr val="CACACA">
                    <a:alpha val="10562"/>
                  </a:srgbClr>
                </a:gs>
                <a:gs pos="42857">
                  <a:srgbClr val="CACACA">
                    <a:alpha val="7060"/>
                  </a:srgbClr>
                </a:gs>
                <a:gs pos="57143">
                  <a:srgbClr val="CACACA">
                    <a:alpha val="3976"/>
                  </a:srgbClr>
                </a:gs>
                <a:gs pos="71429">
                  <a:srgbClr val="CACACA">
                    <a:alpha val="1881"/>
                  </a:srgbClr>
                </a:gs>
                <a:gs pos="85714">
                  <a:srgbClr val="CACACA">
                    <a:alpha val="748"/>
                  </a:srgbClr>
                </a:gs>
                <a:gs pos="100000">
                  <a:srgbClr val="CACACA">
                    <a:alpha val="2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Splat 334"/>
            <p:cNvSpPr>
              <a:spLocks noGrp="1"/>
            </p:cNvSpPr>
            <p:nvPr/>
          </p:nvSpPr>
          <p:spPr>
            <a:xfrm rot="-10704163">
              <a:off x="3068448" y="1269990"/>
              <a:ext cx="245282" cy="100986"/>
            </a:xfrm>
            <a:prstGeom prst="ellipse">
              <a:avLst/>
            </a:prstGeom>
            <a:gradFill>
              <a:gsLst>
                <a:gs pos="0">
                  <a:srgbClr val="F1F1F1">
                    <a:alpha val="32968"/>
                  </a:srgbClr>
                </a:gs>
                <a:gs pos="14286">
                  <a:srgbClr val="F1F1F1">
                    <a:alpha val="30764"/>
                  </a:srgbClr>
                </a:gs>
                <a:gs pos="28571">
                  <a:srgbClr val="F1F1F1">
                    <a:alpha val="24833"/>
                  </a:srgbClr>
                </a:gs>
                <a:gs pos="42857">
                  <a:srgbClr val="F1F1F1">
                    <a:alpha val="17075"/>
                  </a:srgbClr>
                </a:gs>
                <a:gs pos="57143">
                  <a:srgbClr val="F1F1F1">
                    <a:alpha val="9855"/>
                  </a:srgbClr>
                </a:gs>
                <a:gs pos="71429">
                  <a:srgbClr val="F1F1F1">
                    <a:alpha val="4740"/>
                  </a:srgbClr>
                </a:gs>
                <a:gs pos="85714">
                  <a:srgbClr val="F1F1F1">
                    <a:alpha val="1902"/>
                  </a:srgbClr>
                </a:gs>
                <a:gs pos="100000">
                  <a:srgbClr val="F1F1F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Splat 335"/>
            <p:cNvSpPr>
              <a:spLocks noGrp="1"/>
            </p:cNvSpPr>
            <p:nvPr/>
          </p:nvSpPr>
          <p:spPr>
            <a:xfrm rot="10611838">
              <a:off x="3073832" y="995067"/>
              <a:ext cx="237491" cy="4930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Splat 336"/>
            <p:cNvSpPr>
              <a:spLocks noGrp="1"/>
            </p:cNvSpPr>
            <p:nvPr/>
          </p:nvSpPr>
          <p:spPr>
            <a:xfrm rot="4668227">
              <a:off x="2892011" y="1175655"/>
              <a:ext cx="329885" cy="80672"/>
            </a:xfrm>
            <a:prstGeom prst="ellipse">
              <a:avLst/>
            </a:prstGeom>
            <a:gradFill>
              <a:gsLst>
                <a:gs pos="0">
                  <a:srgbClr val="FBFAFB">
                    <a:alpha val="28996"/>
                  </a:srgbClr>
                </a:gs>
                <a:gs pos="14286">
                  <a:srgbClr val="FBFAFB">
                    <a:alpha val="27002"/>
                  </a:srgbClr>
                </a:gs>
                <a:gs pos="28571">
                  <a:srgbClr val="FBFAFB">
                    <a:alpha val="21681"/>
                  </a:srgbClr>
                </a:gs>
                <a:gs pos="42857">
                  <a:srgbClr val="FBFAFB">
                    <a:alpha val="14810"/>
                  </a:srgbClr>
                </a:gs>
                <a:gs pos="57143">
                  <a:srgbClr val="FBFAFB">
                    <a:alpha val="8499"/>
                  </a:srgbClr>
                </a:gs>
                <a:gs pos="71429">
                  <a:srgbClr val="FBFAFB">
                    <a:alpha val="4072"/>
                  </a:srgbClr>
                </a:gs>
                <a:gs pos="85714">
                  <a:srgbClr val="FBFAFB">
                    <a:alpha val="1631"/>
                  </a:srgbClr>
                </a:gs>
                <a:gs pos="100000">
                  <a:srgbClr val="FBFAFB">
                    <a:alpha val="5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Splat 337"/>
            <p:cNvSpPr>
              <a:spLocks noGrp="1"/>
            </p:cNvSpPr>
            <p:nvPr/>
          </p:nvSpPr>
          <p:spPr>
            <a:xfrm rot="5400000">
              <a:off x="875044" y="2568871"/>
              <a:ext cx="58535" cy="58535"/>
            </a:xfrm>
            <a:prstGeom prst="ellipse">
              <a:avLst/>
            </a:prstGeom>
            <a:gradFill>
              <a:gsLst>
                <a:gs pos="0">
                  <a:srgbClr val="C3C3C3">
                    <a:alpha val="14236"/>
                  </a:srgbClr>
                </a:gs>
                <a:gs pos="14286">
                  <a:srgbClr val="C3C3C3">
                    <a:alpha val="13164"/>
                  </a:srgbClr>
                </a:gs>
                <a:gs pos="28571">
                  <a:srgbClr val="C3C3C3">
                    <a:alpha val="10380"/>
                  </a:srgbClr>
                </a:gs>
                <a:gs pos="42857">
                  <a:srgbClr val="C3C3C3">
                    <a:alpha val="6936"/>
                  </a:srgbClr>
                </a:gs>
                <a:gs pos="57143">
                  <a:srgbClr val="C3C3C3">
                    <a:alpha val="3905"/>
                  </a:srgbClr>
                </a:gs>
                <a:gs pos="71429">
                  <a:srgbClr val="C3C3C3">
                    <a:alpha val="1847"/>
                  </a:srgbClr>
                </a:gs>
                <a:gs pos="85714">
                  <a:srgbClr val="C3C3C3">
                    <a:alpha val="735"/>
                  </a:srgbClr>
                </a:gs>
                <a:gs pos="100000">
                  <a:srgbClr val="C3C3C3">
                    <a:alpha val="2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Splat 338"/>
            <p:cNvSpPr>
              <a:spLocks noGrp="1"/>
            </p:cNvSpPr>
            <p:nvPr/>
          </p:nvSpPr>
          <p:spPr>
            <a:xfrm rot="4197389">
              <a:off x="1670239" y="1891487"/>
              <a:ext cx="312772" cy="42845"/>
            </a:xfrm>
            <a:prstGeom prst="ellipse">
              <a:avLst/>
            </a:prstGeom>
            <a:gradFill>
              <a:gsLst>
                <a:gs pos="0">
                  <a:srgbClr val="FFFFFF">
                    <a:alpha val="18534"/>
                  </a:srgbClr>
                </a:gs>
                <a:gs pos="14286">
                  <a:srgbClr val="FFFFFF">
                    <a:alpha val="17172"/>
                  </a:srgbClr>
                </a:gs>
                <a:gs pos="28571">
                  <a:srgbClr val="FFFFFF">
                    <a:alpha val="13609"/>
                  </a:srgbClr>
                </a:gs>
                <a:gs pos="42857">
                  <a:srgbClr val="FFFFFF">
                    <a:alpha val="9149"/>
                  </a:srgbClr>
                </a:gs>
                <a:gs pos="57143">
                  <a:srgbClr val="FFFFFF">
                    <a:alpha val="5178"/>
                  </a:srgbClr>
                </a:gs>
                <a:gs pos="71429">
                  <a:srgbClr val="FFFFFF">
                    <a:alpha val="2458"/>
                  </a:srgbClr>
                </a:gs>
                <a:gs pos="85714">
                  <a:srgbClr val="FFFFFF">
                    <a:alpha val="979"/>
                  </a:srgbClr>
                </a:gs>
                <a:gs pos="100000">
                  <a:srgbClr val="FFFFFF">
                    <a:alpha val="3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Splat 339"/>
            <p:cNvSpPr>
              <a:spLocks noGrp="1"/>
            </p:cNvSpPr>
            <p:nvPr/>
          </p:nvSpPr>
          <p:spPr>
            <a:xfrm rot="5400000">
              <a:off x="2590198" y="1264872"/>
              <a:ext cx="58868" cy="58868"/>
            </a:xfrm>
            <a:prstGeom prst="ellipse">
              <a:avLst/>
            </a:prstGeom>
            <a:gradFill>
              <a:gsLst>
                <a:gs pos="0">
                  <a:srgbClr val="8B8B8B">
                    <a:alpha val="14147"/>
                  </a:srgbClr>
                </a:gs>
                <a:gs pos="14286">
                  <a:srgbClr val="8B8B8B">
                    <a:alpha val="13081"/>
                  </a:srgbClr>
                </a:gs>
                <a:gs pos="28571">
                  <a:srgbClr val="8B8B8B">
                    <a:alpha val="10314"/>
                  </a:srgbClr>
                </a:gs>
                <a:gs pos="42857">
                  <a:srgbClr val="8B8B8B">
                    <a:alpha val="6891"/>
                  </a:srgbClr>
                </a:gs>
                <a:gs pos="57143">
                  <a:srgbClr val="8B8B8B">
                    <a:alpha val="3879"/>
                  </a:srgbClr>
                </a:gs>
                <a:gs pos="71429">
                  <a:srgbClr val="8B8B8B">
                    <a:alpha val="1835"/>
                  </a:srgbClr>
                </a:gs>
                <a:gs pos="85714">
                  <a:srgbClr val="8B8B8B">
                    <a:alpha val="730"/>
                  </a:srgbClr>
                </a:gs>
                <a:gs pos="100000">
                  <a:srgbClr val="8B8B8B">
                    <a:alpha val="2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Splat 340"/>
            <p:cNvSpPr>
              <a:spLocks noGrp="1"/>
            </p:cNvSpPr>
            <p:nvPr/>
          </p:nvSpPr>
          <p:spPr>
            <a:xfrm rot="5400000">
              <a:off x="3143602" y="634113"/>
              <a:ext cx="59372" cy="59372"/>
            </a:xfrm>
            <a:prstGeom prst="ellipse">
              <a:avLst/>
            </a:prstGeom>
            <a:gradFill>
              <a:gsLst>
                <a:gs pos="0">
                  <a:srgbClr val="CACACA">
                    <a:alpha val="14012"/>
                  </a:srgbClr>
                </a:gs>
                <a:gs pos="14286">
                  <a:srgbClr val="CACACA">
                    <a:alpha val="12956"/>
                  </a:srgbClr>
                </a:gs>
                <a:gs pos="28571">
                  <a:srgbClr val="CACACA">
                    <a:alpha val="10213"/>
                  </a:srgbClr>
                </a:gs>
                <a:gs pos="42857">
                  <a:srgbClr val="CACACA">
                    <a:alpha val="6823"/>
                  </a:srgbClr>
                </a:gs>
                <a:gs pos="57143">
                  <a:srgbClr val="CACACA">
                    <a:alpha val="3840"/>
                  </a:srgbClr>
                </a:gs>
                <a:gs pos="71429">
                  <a:srgbClr val="CACACA">
                    <a:alpha val="1816"/>
                  </a:srgbClr>
                </a:gs>
                <a:gs pos="85714">
                  <a:srgbClr val="CACACA">
                    <a:alpha val="722"/>
                  </a:srgbClr>
                </a:gs>
                <a:gs pos="100000">
                  <a:srgbClr val="CACACA">
                    <a:alpha val="2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Splat 341"/>
            <p:cNvSpPr>
              <a:spLocks noGrp="1"/>
            </p:cNvSpPr>
            <p:nvPr/>
          </p:nvSpPr>
          <p:spPr>
            <a:xfrm rot="-8532168">
              <a:off x="225838" y="1302651"/>
              <a:ext cx="172314" cy="4079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2" name="Splat 342"/>
            <p:cNvSpPr>
              <a:spLocks noGrp="1"/>
            </p:cNvSpPr>
            <p:nvPr/>
          </p:nvSpPr>
          <p:spPr>
            <a:xfrm rot="6654911">
              <a:off x="1039383" y="1924836"/>
              <a:ext cx="215157" cy="2952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Splat 343"/>
            <p:cNvSpPr>
              <a:spLocks noGrp="1"/>
            </p:cNvSpPr>
            <p:nvPr/>
          </p:nvSpPr>
          <p:spPr>
            <a:xfrm rot="-10623501">
              <a:off x="821963" y="1660015"/>
              <a:ext cx="275467" cy="4196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Splat 344"/>
            <p:cNvSpPr>
              <a:spLocks noGrp="1"/>
            </p:cNvSpPr>
            <p:nvPr/>
          </p:nvSpPr>
          <p:spPr>
            <a:xfrm rot="9683709">
              <a:off x="1644647" y="260563"/>
              <a:ext cx="629378" cy="5222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5" name="Splat 345"/>
            <p:cNvSpPr>
              <a:spLocks noGrp="1"/>
            </p:cNvSpPr>
            <p:nvPr/>
          </p:nvSpPr>
          <p:spPr>
            <a:xfrm rot="8888402">
              <a:off x="2786375" y="167998"/>
              <a:ext cx="480882" cy="623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6" name="Splat 346"/>
            <p:cNvSpPr>
              <a:spLocks noGrp="1"/>
            </p:cNvSpPr>
            <p:nvPr/>
          </p:nvSpPr>
          <p:spPr>
            <a:xfrm rot="-10385621">
              <a:off x="1402589" y="1035886"/>
              <a:ext cx="156467" cy="5562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Splat 347"/>
            <p:cNvSpPr>
              <a:spLocks noGrp="1"/>
            </p:cNvSpPr>
            <p:nvPr/>
          </p:nvSpPr>
          <p:spPr>
            <a:xfrm rot="5400000">
              <a:off x="2693619" y="1245924"/>
              <a:ext cx="63688" cy="63688"/>
            </a:xfrm>
            <a:prstGeom prst="ellipse">
              <a:avLst/>
            </a:prstGeom>
            <a:gradFill>
              <a:gsLst>
                <a:gs pos="0">
                  <a:srgbClr val="D4D3D4">
                    <a:alpha val="12849"/>
                  </a:srgbClr>
                </a:gs>
                <a:gs pos="14286">
                  <a:srgbClr val="D4D3D4">
                    <a:alpha val="11874"/>
                  </a:srgbClr>
                </a:gs>
                <a:gs pos="28571">
                  <a:srgbClr val="D4D3D4">
                    <a:alpha val="9349"/>
                  </a:srgbClr>
                </a:gs>
                <a:gs pos="42857">
                  <a:srgbClr val="D4D3D4">
                    <a:alpha val="6235"/>
                  </a:srgbClr>
                </a:gs>
                <a:gs pos="57143">
                  <a:srgbClr val="D4D3D4">
                    <a:alpha val="3504"/>
                  </a:srgbClr>
                </a:gs>
                <a:gs pos="71429">
                  <a:srgbClr val="D4D3D4">
                    <a:alpha val="1656"/>
                  </a:srgbClr>
                </a:gs>
                <a:gs pos="85714">
                  <a:srgbClr val="D4D3D4">
                    <a:alpha val="658"/>
                  </a:srgbClr>
                </a:gs>
                <a:gs pos="100000">
                  <a:srgbClr val="D4D3D4">
                    <a:alpha val="2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Splat 348"/>
            <p:cNvSpPr>
              <a:spLocks noGrp="1"/>
            </p:cNvSpPr>
            <p:nvPr/>
          </p:nvSpPr>
          <p:spPr>
            <a:xfrm rot="7841574">
              <a:off x="1545200" y="258791"/>
              <a:ext cx="730413" cy="139144"/>
            </a:xfrm>
            <a:prstGeom prst="ellipse">
              <a:avLst/>
            </a:prstGeom>
            <a:gradFill>
              <a:gsLst>
                <a:gs pos="0">
                  <a:srgbClr val="000001">
                    <a:alpha val="3321"/>
                  </a:srgbClr>
                </a:gs>
                <a:gs pos="14286">
                  <a:srgbClr val="000001">
                    <a:alpha val="3056"/>
                  </a:srgbClr>
                </a:gs>
                <a:gs pos="28571">
                  <a:srgbClr val="000001">
                    <a:alpha val="2381"/>
                  </a:srgbClr>
                </a:gs>
                <a:gs pos="42857">
                  <a:srgbClr val="000001">
                    <a:alpha val="1568"/>
                  </a:srgbClr>
                </a:gs>
                <a:gs pos="57143">
                  <a:srgbClr val="000001">
                    <a:alpha val="872"/>
                  </a:srgbClr>
                </a:gs>
                <a:gs pos="71429">
                  <a:srgbClr val="000001">
                    <a:alpha val="409"/>
                  </a:srgbClr>
                </a:gs>
                <a:gs pos="85714">
                  <a:srgbClr val="000001">
                    <a:alpha val="162"/>
                  </a:srgbClr>
                </a:gs>
                <a:gs pos="100000">
                  <a:srgbClr val="000001">
                    <a:alpha val="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9" name="Splat 349"/>
            <p:cNvSpPr>
              <a:spLocks noGrp="1"/>
            </p:cNvSpPr>
            <p:nvPr/>
          </p:nvSpPr>
          <p:spPr>
            <a:xfrm rot="7181106">
              <a:off x="2909719" y="448086"/>
              <a:ext cx="500991" cy="5190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Splat 350"/>
            <p:cNvSpPr>
              <a:spLocks noGrp="1"/>
            </p:cNvSpPr>
            <p:nvPr/>
          </p:nvSpPr>
          <p:spPr>
            <a:xfrm rot="9669723">
              <a:off x="164492" y="936885"/>
              <a:ext cx="548629" cy="103591"/>
            </a:xfrm>
            <a:prstGeom prst="ellipse">
              <a:avLst/>
            </a:prstGeom>
            <a:gradFill>
              <a:gsLst>
                <a:gs pos="0">
                  <a:srgbClr val="000005">
                    <a:alpha val="22155"/>
                  </a:srgbClr>
                </a:gs>
                <a:gs pos="14286">
                  <a:srgbClr val="000005">
                    <a:alpha val="20562"/>
                  </a:srgbClr>
                </a:gs>
                <a:gs pos="28571">
                  <a:srgbClr val="000005">
                    <a:alpha val="16367"/>
                  </a:srgbClr>
                </a:gs>
                <a:gs pos="42857">
                  <a:srgbClr val="000005">
                    <a:alpha val="11062"/>
                  </a:srgbClr>
                </a:gs>
                <a:gs pos="57143">
                  <a:srgbClr val="000005">
                    <a:alpha val="6289"/>
                  </a:srgbClr>
                </a:gs>
                <a:gs pos="71429">
                  <a:srgbClr val="000005">
                    <a:alpha val="2995"/>
                  </a:srgbClr>
                </a:gs>
                <a:gs pos="85714">
                  <a:srgbClr val="000005">
                    <a:alpha val="1195"/>
                  </a:srgbClr>
                </a:gs>
                <a:gs pos="100000">
                  <a:srgbClr val="000005">
                    <a:alpha val="4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1" name="Splat 351"/>
            <p:cNvSpPr>
              <a:spLocks noGrp="1"/>
            </p:cNvSpPr>
            <p:nvPr/>
          </p:nvSpPr>
          <p:spPr>
            <a:xfrm rot="5481638">
              <a:off x="2524324" y="189276"/>
              <a:ext cx="807104" cy="212393"/>
            </a:xfrm>
            <a:prstGeom prst="ellipse">
              <a:avLst/>
            </a:prstGeom>
            <a:gradFill>
              <a:gsLst>
                <a:gs pos="0">
                  <a:srgbClr val="4A494A">
                    <a:alpha val="6187"/>
                  </a:srgbClr>
                </a:gs>
                <a:gs pos="14286">
                  <a:srgbClr val="4A494A">
                    <a:alpha val="5701"/>
                  </a:srgbClr>
                </a:gs>
                <a:gs pos="28571">
                  <a:srgbClr val="4A494A">
                    <a:alpha val="4455"/>
                  </a:srgbClr>
                </a:gs>
                <a:gs pos="42857">
                  <a:srgbClr val="4A494A">
                    <a:alpha val="2945"/>
                  </a:srgbClr>
                </a:gs>
                <a:gs pos="57143">
                  <a:srgbClr val="4A494A">
                    <a:alpha val="1643"/>
                  </a:srgbClr>
                </a:gs>
                <a:gs pos="71429">
                  <a:srgbClr val="4A494A">
                    <a:alpha val="772"/>
                  </a:srgbClr>
                </a:gs>
                <a:gs pos="85714">
                  <a:srgbClr val="4A494A">
                    <a:alpha val="306"/>
                  </a:srgbClr>
                </a:gs>
                <a:gs pos="100000">
                  <a:srgbClr val="4A494A">
                    <a:alpha val="1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2" name="Splat 352"/>
            <p:cNvSpPr>
              <a:spLocks noGrp="1"/>
            </p:cNvSpPr>
            <p:nvPr/>
          </p:nvSpPr>
          <p:spPr>
            <a:xfrm rot="5927786">
              <a:off x="2876609" y="333452"/>
              <a:ext cx="699364" cy="40377"/>
            </a:xfrm>
            <a:prstGeom prst="ellipse">
              <a:avLst/>
            </a:prstGeom>
            <a:gradFill>
              <a:gsLst>
                <a:gs pos="0">
                  <a:srgbClr val="252726">
                    <a:alpha val="32968"/>
                  </a:srgbClr>
                </a:gs>
                <a:gs pos="14286">
                  <a:srgbClr val="252726">
                    <a:alpha val="30764"/>
                  </a:srgbClr>
                </a:gs>
                <a:gs pos="28571">
                  <a:srgbClr val="252726">
                    <a:alpha val="24833"/>
                  </a:srgbClr>
                </a:gs>
                <a:gs pos="42857">
                  <a:srgbClr val="252726">
                    <a:alpha val="17075"/>
                  </a:srgbClr>
                </a:gs>
                <a:gs pos="57143">
                  <a:srgbClr val="252726">
                    <a:alpha val="9855"/>
                  </a:srgbClr>
                </a:gs>
                <a:gs pos="71429">
                  <a:srgbClr val="252726">
                    <a:alpha val="4740"/>
                  </a:srgbClr>
                </a:gs>
                <a:gs pos="85714">
                  <a:srgbClr val="252726">
                    <a:alpha val="1902"/>
                  </a:srgbClr>
                </a:gs>
                <a:gs pos="100000">
                  <a:srgbClr val="25272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Splat 353"/>
            <p:cNvSpPr>
              <a:spLocks noGrp="1"/>
            </p:cNvSpPr>
            <p:nvPr/>
          </p:nvSpPr>
          <p:spPr>
            <a:xfrm rot="5400000">
              <a:off x="3104477" y="321872"/>
              <a:ext cx="60980" cy="60980"/>
            </a:xfrm>
            <a:prstGeom prst="ellipse">
              <a:avLst/>
            </a:prstGeom>
            <a:gradFill>
              <a:gsLst>
                <a:gs pos="0">
                  <a:srgbClr val="AEAEAE">
                    <a:alpha val="13581"/>
                  </a:srgbClr>
                </a:gs>
                <a:gs pos="14286">
                  <a:srgbClr val="AEAEAE">
                    <a:alpha val="12554"/>
                  </a:srgbClr>
                </a:gs>
                <a:gs pos="28571">
                  <a:srgbClr val="AEAEAE">
                    <a:alpha val="9892"/>
                  </a:srgbClr>
                </a:gs>
                <a:gs pos="42857">
                  <a:srgbClr val="AEAEAE">
                    <a:alpha val="6604"/>
                  </a:srgbClr>
                </a:gs>
                <a:gs pos="57143">
                  <a:srgbClr val="AEAEAE">
                    <a:alpha val="3715"/>
                  </a:srgbClr>
                </a:gs>
                <a:gs pos="71429">
                  <a:srgbClr val="AEAEAE">
                    <a:alpha val="1756"/>
                  </a:srgbClr>
                </a:gs>
                <a:gs pos="85714">
                  <a:srgbClr val="AEAEAE">
                    <a:alpha val="698"/>
                  </a:srgbClr>
                </a:gs>
                <a:gs pos="100000">
                  <a:srgbClr val="AEAEAE">
                    <a:alpha val="2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4" name="Splat 354"/>
            <p:cNvSpPr>
              <a:spLocks noGrp="1"/>
            </p:cNvSpPr>
            <p:nvPr/>
          </p:nvSpPr>
          <p:spPr>
            <a:xfrm rot="5400000">
              <a:off x="465878" y="494300"/>
              <a:ext cx="61337" cy="61337"/>
            </a:xfrm>
            <a:prstGeom prst="ellipse">
              <a:avLst/>
            </a:prstGeom>
            <a:gradFill>
              <a:gsLst>
                <a:gs pos="0">
                  <a:srgbClr val="D1D1D1">
                    <a:alpha val="13484"/>
                  </a:srgbClr>
                </a:gs>
                <a:gs pos="14286">
                  <a:srgbClr val="D1D1D1">
                    <a:alpha val="12465"/>
                  </a:srgbClr>
                </a:gs>
                <a:gs pos="28571">
                  <a:srgbClr val="D1D1D1">
                    <a:alpha val="9821"/>
                  </a:srgbClr>
                </a:gs>
                <a:gs pos="42857">
                  <a:srgbClr val="D1D1D1">
                    <a:alpha val="6555"/>
                  </a:srgbClr>
                </a:gs>
                <a:gs pos="57143">
                  <a:srgbClr val="D1D1D1">
                    <a:alpha val="3687"/>
                  </a:srgbClr>
                </a:gs>
                <a:gs pos="71429">
                  <a:srgbClr val="D1D1D1">
                    <a:alpha val="1743"/>
                  </a:srgbClr>
                </a:gs>
                <a:gs pos="85714">
                  <a:srgbClr val="D1D1D1">
                    <a:alpha val="693"/>
                  </a:srgbClr>
                </a:gs>
                <a:gs pos="100000">
                  <a:srgbClr val="D1D1D1">
                    <a:alpha val="2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Splat 355"/>
            <p:cNvSpPr>
              <a:spLocks noGrp="1"/>
            </p:cNvSpPr>
            <p:nvPr/>
          </p:nvSpPr>
          <p:spPr>
            <a:xfrm rot="3821076">
              <a:off x="2821740" y="476999"/>
              <a:ext cx="727306" cy="90695"/>
            </a:xfrm>
            <a:prstGeom prst="ellipse">
              <a:avLst/>
            </a:prstGeom>
            <a:gradFill>
              <a:gsLst>
                <a:gs pos="0">
                  <a:srgbClr val="000000">
                    <a:alpha val="21538"/>
                  </a:srgbClr>
                </a:gs>
                <a:gs pos="14286">
                  <a:srgbClr val="000000">
                    <a:alpha val="19983"/>
                  </a:srgbClr>
                </a:gs>
                <a:gs pos="28571">
                  <a:srgbClr val="000000">
                    <a:alpha val="15894"/>
                  </a:srgbClr>
                </a:gs>
                <a:gs pos="42857">
                  <a:srgbClr val="000000">
                    <a:alpha val="10733"/>
                  </a:srgbClr>
                </a:gs>
                <a:gs pos="57143">
                  <a:srgbClr val="000000">
                    <a:alpha val="6097"/>
                  </a:srgbClr>
                </a:gs>
                <a:gs pos="71429">
                  <a:srgbClr val="000000">
                    <a:alpha val="2902"/>
                  </a:srgbClr>
                </a:gs>
                <a:gs pos="85714">
                  <a:srgbClr val="000000">
                    <a:alpha val="1158"/>
                  </a:srgbClr>
                </a:gs>
                <a:gs pos="100000">
                  <a:srgbClr val="000000">
                    <a:alpha val="3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Splat 356"/>
            <p:cNvSpPr>
              <a:spLocks noGrp="1"/>
            </p:cNvSpPr>
            <p:nvPr/>
          </p:nvSpPr>
          <p:spPr>
            <a:xfrm rot="2911118">
              <a:off x="3165343" y="224812"/>
              <a:ext cx="499872" cy="80473"/>
            </a:xfrm>
            <a:prstGeom prst="ellipse">
              <a:avLst/>
            </a:prstGeom>
            <a:gradFill>
              <a:gsLst>
                <a:gs pos="0">
                  <a:srgbClr val="000200">
                    <a:alpha val="32968"/>
                  </a:srgbClr>
                </a:gs>
                <a:gs pos="14286">
                  <a:srgbClr val="000200">
                    <a:alpha val="30764"/>
                  </a:srgbClr>
                </a:gs>
                <a:gs pos="28571">
                  <a:srgbClr val="000200">
                    <a:alpha val="24833"/>
                  </a:srgbClr>
                </a:gs>
                <a:gs pos="42857">
                  <a:srgbClr val="000200">
                    <a:alpha val="17075"/>
                  </a:srgbClr>
                </a:gs>
                <a:gs pos="57143">
                  <a:srgbClr val="000200">
                    <a:alpha val="9855"/>
                  </a:srgbClr>
                </a:gs>
                <a:gs pos="71429">
                  <a:srgbClr val="000200">
                    <a:alpha val="4740"/>
                  </a:srgbClr>
                </a:gs>
                <a:gs pos="85714">
                  <a:srgbClr val="000200">
                    <a:alpha val="1902"/>
                  </a:srgbClr>
                </a:gs>
                <a:gs pos="100000">
                  <a:srgbClr val="000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Splat 357"/>
            <p:cNvSpPr>
              <a:spLocks noGrp="1"/>
            </p:cNvSpPr>
            <p:nvPr/>
          </p:nvSpPr>
          <p:spPr>
            <a:xfrm rot="2938691">
              <a:off x="1223765" y="1946973"/>
              <a:ext cx="278394" cy="8387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Splat 358"/>
            <p:cNvSpPr>
              <a:spLocks noGrp="1"/>
            </p:cNvSpPr>
            <p:nvPr/>
          </p:nvSpPr>
          <p:spPr>
            <a:xfrm rot="-10489206">
              <a:off x="2439832" y="521130"/>
              <a:ext cx="431625" cy="38293"/>
            </a:xfrm>
            <a:prstGeom prst="ellipse">
              <a:avLst/>
            </a:prstGeom>
            <a:gradFill>
              <a:gsLst>
                <a:gs pos="0">
                  <a:srgbClr val="E9E9E9">
                    <a:alpha val="29784"/>
                  </a:srgbClr>
                </a:gs>
                <a:gs pos="14286">
                  <a:srgbClr val="E9E9E9">
                    <a:alpha val="27747"/>
                  </a:srgbClr>
                </a:gs>
                <a:gs pos="28571">
                  <a:srgbClr val="E9E9E9">
                    <a:alpha val="22302"/>
                  </a:srgbClr>
                </a:gs>
                <a:gs pos="42857">
                  <a:srgbClr val="E9E9E9">
                    <a:alpha val="15254"/>
                  </a:srgbClr>
                </a:gs>
                <a:gs pos="57143">
                  <a:srgbClr val="E9E9E9">
                    <a:alpha val="8763"/>
                  </a:srgbClr>
                </a:gs>
                <a:gs pos="71429">
                  <a:srgbClr val="E9E9E9">
                    <a:alpha val="4202"/>
                  </a:srgbClr>
                </a:gs>
                <a:gs pos="85714">
                  <a:srgbClr val="E9E9E9">
                    <a:alpha val="1683"/>
                  </a:srgbClr>
                </a:gs>
                <a:gs pos="100000">
                  <a:srgbClr val="E9E9E9">
                    <a:alpha val="5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Splat 359"/>
            <p:cNvSpPr>
              <a:spLocks noGrp="1"/>
            </p:cNvSpPr>
            <p:nvPr/>
          </p:nvSpPr>
          <p:spPr>
            <a:xfrm rot="10662392">
              <a:off x="133476" y="943308"/>
              <a:ext cx="576807" cy="111775"/>
            </a:xfrm>
            <a:prstGeom prst="ellipse">
              <a:avLst/>
            </a:prstGeom>
            <a:gradFill>
              <a:gsLst>
                <a:gs pos="0">
                  <a:srgbClr val="000002">
                    <a:alpha val="32968"/>
                  </a:srgbClr>
                </a:gs>
                <a:gs pos="14286">
                  <a:srgbClr val="000002">
                    <a:alpha val="30764"/>
                  </a:srgbClr>
                </a:gs>
                <a:gs pos="28571">
                  <a:srgbClr val="000002">
                    <a:alpha val="24833"/>
                  </a:srgbClr>
                </a:gs>
                <a:gs pos="42857">
                  <a:srgbClr val="000002">
                    <a:alpha val="17075"/>
                  </a:srgbClr>
                </a:gs>
                <a:gs pos="57143">
                  <a:srgbClr val="000002">
                    <a:alpha val="9855"/>
                  </a:srgbClr>
                </a:gs>
                <a:gs pos="71429">
                  <a:srgbClr val="000002">
                    <a:alpha val="4740"/>
                  </a:srgbClr>
                </a:gs>
                <a:gs pos="85714">
                  <a:srgbClr val="000002">
                    <a:alpha val="1902"/>
                  </a:srgbClr>
                </a:gs>
                <a:gs pos="100000">
                  <a:srgbClr val="0000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0" name="Splat 360"/>
            <p:cNvSpPr>
              <a:spLocks noGrp="1"/>
            </p:cNvSpPr>
            <p:nvPr/>
          </p:nvSpPr>
          <p:spPr>
            <a:xfrm rot="-8913944">
              <a:off x="-127581" y="1255745"/>
              <a:ext cx="796155" cy="178293"/>
            </a:xfrm>
            <a:prstGeom prst="ellipse">
              <a:avLst/>
            </a:prstGeom>
            <a:gradFill>
              <a:gsLst>
                <a:gs pos="0">
                  <a:srgbClr val="000000">
                    <a:alpha val="7056"/>
                  </a:srgbClr>
                </a:gs>
                <a:gs pos="14286">
                  <a:srgbClr val="000000">
                    <a:alpha val="6504"/>
                  </a:srgbClr>
                </a:gs>
                <a:gs pos="28571">
                  <a:srgbClr val="000000">
                    <a:alpha val="5088"/>
                  </a:srgbClr>
                </a:gs>
                <a:gs pos="42857">
                  <a:srgbClr val="000000">
                    <a:alpha val="3367"/>
                  </a:srgbClr>
                </a:gs>
                <a:gs pos="57143">
                  <a:srgbClr val="000000">
                    <a:alpha val="1880"/>
                  </a:srgbClr>
                </a:gs>
                <a:gs pos="71429">
                  <a:srgbClr val="000000">
                    <a:alpha val="884"/>
                  </a:srgbClr>
                </a:gs>
                <a:gs pos="85714">
                  <a:srgbClr val="000000">
                    <a:alpha val="351"/>
                  </a:srgbClr>
                </a:gs>
                <a:gs pos="100000">
                  <a:srgbClr val="000000">
                    <a:alpha val="1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1" name="Splat 361"/>
            <p:cNvSpPr>
              <a:spLocks noGrp="1"/>
            </p:cNvSpPr>
            <p:nvPr/>
          </p:nvSpPr>
          <p:spPr>
            <a:xfrm rot="6161851">
              <a:off x="2402379" y="1751796"/>
              <a:ext cx="220592" cy="11490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2" name="Splat 362"/>
            <p:cNvSpPr>
              <a:spLocks noGrp="1"/>
            </p:cNvSpPr>
            <p:nvPr/>
          </p:nvSpPr>
          <p:spPr>
            <a:xfrm rot="-10505597">
              <a:off x="596642" y="287172"/>
              <a:ext cx="905142" cy="156662"/>
            </a:xfrm>
            <a:prstGeom prst="ellipse">
              <a:avLst/>
            </a:prstGeom>
            <a:gradFill>
              <a:gsLst>
                <a:gs pos="0">
                  <a:srgbClr val="848484">
                    <a:alpha val="13177"/>
                  </a:srgbClr>
                </a:gs>
                <a:gs pos="14286">
                  <a:srgbClr val="848484">
                    <a:alpha val="12179"/>
                  </a:srgbClr>
                </a:gs>
                <a:gs pos="28571">
                  <a:srgbClr val="848484">
                    <a:alpha val="9592"/>
                  </a:srgbClr>
                </a:gs>
                <a:gs pos="42857">
                  <a:srgbClr val="848484">
                    <a:alpha val="6400"/>
                  </a:srgbClr>
                </a:gs>
                <a:gs pos="57143">
                  <a:srgbClr val="848484">
                    <a:alpha val="3598"/>
                  </a:srgbClr>
                </a:gs>
                <a:gs pos="71429">
                  <a:srgbClr val="848484">
                    <a:alpha val="1701"/>
                  </a:srgbClr>
                </a:gs>
                <a:gs pos="85714">
                  <a:srgbClr val="848484">
                    <a:alpha val="676"/>
                  </a:srgbClr>
                </a:gs>
                <a:gs pos="100000">
                  <a:srgbClr val="848484">
                    <a:alpha val="2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3" name="Splat 363"/>
            <p:cNvSpPr>
              <a:spLocks noGrp="1"/>
            </p:cNvSpPr>
            <p:nvPr/>
          </p:nvSpPr>
          <p:spPr>
            <a:xfrm rot="-9004544">
              <a:off x="1381598" y="1712323"/>
              <a:ext cx="306269" cy="10721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4" name="Splat 364"/>
            <p:cNvSpPr>
              <a:spLocks noGrp="1"/>
            </p:cNvSpPr>
            <p:nvPr/>
          </p:nvSpPr>
          <p:spPr>
            <a:xfrm rot="5400000">
              <a:off x="1894418" y="471360"/>
              <a:ext cx="64114" cy="64114"/>
            </a:xfrm>
            <a:prstGeom prst="ellipse">
              <a:avLst/>
            </a:prstGeom>
            <a:gradFill>
              <a:gsLst>
                <a:gs pos="0">
                  <a:srgbClr val="B8B8B8">
                    <a:alpha val="12734"/>
                  </a:srgbClr>
                </a:gs>
                <a:gs pos="14286">
                  <a:srgbClr val="B8B8B8">
                    <a:alpha val="11767"/>
                  </a:srgbClr>
                </a:gs>
                <a:gs pos="28571">
                  <a:srgbClr val="B8B8B8">
                    <a:alpha val="9263"/>
                  </a:srgbClr>
                </a:gs>
                <a:gs pos="42857">
                  <a:srgbClr val="B8B8B8">
                    <a:alpha val="6177"/>
                  </a:srgbClr>
                </a:gs>
                <a:gs pos="57143">
                  <a:srgbClr val="B8B8B8">
                    <a:alpha val="3471"/>
                  </a:srgbClr>
                </a:gs>
                <a:gs pos="71429">
                  <a:srgbClr val="B8B8B8">
                    <a:alpha val="1640"/>
                  </a:srgbClr>
                </a:gs>
                <a:gs pos="85714">
                  <a:srgbClr val="B8B8B8">
                    <a:alpha val="652"/>
                  </a:srgbClr>
                </a:gs>
                <a:gs pos="100000">
                  <a:srgbClr val="B8B8B8">
                    <a:alpha val="2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5" name="Splat 365"/>
            <p:cNvSpPr>
              <a:spLocks noGrp="1"/>
            </p:cNvSpPr>
            <p:nvPr/>
          </p:nvSpPr>
          <p:spPr>
            <a:xfrm rot="6366078">
              <a:off x="1523609" y="1908118"/>
              <a:ext cx="213661" cy="4235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6" name="Splat 366"/>
            <p:cNvSpPr>
              <a:spLocks noGrp="1"/>
            </p:cNvSpPr>
            <p:nvPr/>
          </p:nvSpPr>
          <p:spPr>
            <a:xfrm rot="5400000">
              <a:off x="2577888" y="994980"/>
              <a:ext cx="62475" cy="62475"/>
            </a:xfrm>
            <a:prstGeom prst="ellipse">
              <a:avLst/>
            </a:prstGeom>
            <a:gradFill>
              <a:gsLst>
                <a:gs pos="0">
                  <a:srgbClr val="B3B3B3">
                    <a:alpha val="13178"/>
                  </a:srgbClr>
                </a:gs>
                <a:gs pos="14286">
                  <a:srgbClr val="B3B3B3">
                    <a:alpha val="12180"/>
                  </a:srgbClr>
                </a:gs>
                <a:gs pos="28571">
                  <a:srgbClr val="B3B3B3">
                    <a:alpha val="9592"/>
                  </a:srgbClr>
                </a:gs>
                <a:gs pos="42857">
                  <a:srgbClr val="B3B3B3">
                    <a:alpha val="6400"/>
                  </a:srgbClr>
                </a:gs>
                <a:gs pos="57143">
                  <a:srgbClr val="B3B3B3">
                    <a:alpha val="3599"/>
                  </a:srgbClr>
                </a:gs>
                <a:gs pos="71429">
                  <a:srgbClr val="B3B3B3">
                    <a:alpha val="1701"/>
                  </a:srgbClr>
                </a:gs>
                <a:gs pos="85714">
                  <a:srgbClr val="B3B3B3">
                    <a:alpha val="676"/>
                  </a:srgbClr>
                </a:gs>
                <a:gs pos="100000">
                  <a:srgbClr val="B3B3B3">
                    <a:alpha val="2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7" name="Splat 367"/>
            <p:cNvSpPr>
              <a:spLocks noGrp="1"/>
            </p:cNvSpPr>
            <p:nvPr/>
          </p:nvSpPr>
          <p:spPr>
            <a:xfrm rot="6522251">
              <a:off x="680054" y="2134160"/>
              <a:ext cx="675434" cy="582619"/>
            </a:xfrm>
            <a:prstGeom prst="ellipse">
              <a:avLst/>
            </a:prstGeom>
            <a:gradFill>
              <a:gsLst>
                <a:gs pos="0">
                  <a:srgbClr val="000000">
                    <a:alpha val="16368"/>
                  </a:srgbClr>
                </a:gs>
                <a:gs pos="14286">
                  <a:srgbClr val="000000">
                    <a:alpha val="15151"/>
                  </a:srgbClr>
                </a:gs>
                <a:gs pos="28571">
                  <a:srgbClr val="000000">
                    <a:alpha val="11976"/>
                  </a:srgbClr>
                </a:gs>
                <a:gs pos="42857">
                  <a:srgbClr val="000000">
                    <a:alpha val="8027"/>
                  </a:srgbClr>
                </a:gs>
                <a:gs pos="57143">
                  <a:srgbClr val="000000">
                    <a:alpha val="4530"/>
                  </a:srgbClr>
                </a:gs>
                <a:gs pos="71429">
                  <a:srgbClr val="000000">
                    <a:alpha val="2147"/>
                  </a:srgbClr>
                </a:gs>
                <a:gs pos="85714">
                  <a:srgbClr val="000000">
                    <a:alpha val="854"/>
                  </a:srgbClr>
                </a:gs>
                <a:gs pos="100000">
                  <a:srgbClr val="000000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Splat 368"/>
            <p:cNvSpPr>
              <a:spLocks noGrp="1"/>
            </p:cNvSpPr>
            <p:nvPr/>
          </p:nvSpPr>
          <p:spPr>
            <a:xfrm rot="5400000">
              <a:off x="2672947" y="426281"/>
              <a:ext cx="62969" cy="62969"/>
            </a:xfrm>
            <a:prstGeom prst="ellipse">
              <a:avLst/>
            </a:prstGeom>
            <a:gradFill>
              <a:gsLst>
                <a:gs pos="0">
                  <a:srgbClr val="BFBFBF">
                    <a:alpha val="13044"/>
                  </a:srgbClr>
                </a:gs>
                <a:gs pos="14286">
                  <a:srgbClr val="BFBFBF">
                    <a:alpha val="12055"/>
                  </a:srgbClr>
                </a:gs>
                <a:gs pos="28571">
                  <a:srgbClr val="BFBFBF">
                    <a:alpha val="9493"/>
                  </a:srgbClr>
                </a:gs>
                <a:gs pos="42857">
                  <a:srgbClr val="BFBFBF">
                    <a:alpha val="6333"/>
                  </a:srgbClr>
                </a:gs>
                <a:gs pos="57143">
                  <a:srgbClr val="BFBFBF">
                    <a:alpha val="3560"/>
                  </a:srgbClr>
                </a:gs>
                <a:gs pos="71429">
                  <a:srgbClr val="BFBFBF">
                    <a:alpha val="1683"/>
                  </a:srgbClr>
                </a:gs>
                <a:gs pos="85714">
                  <a:srgbClr val="BFBFBF">
                    <a:alpha val="669"/>
                  </a:srgbClr>
                </a:gs>
                <a:gs pos="100000">
                  <a:srgbClr val="BFBFBF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Splat 369"/>
            <p:cNvSpPr>
              <a:spLocks noGrp="1"/>
            </p:cNvSpPr>
            <p:nvPr/>
          </p:nvSpPr>
          <p:spPr>
            <a:xfrm rot="5400000">
              <a:off x="3090155" y="262053"/>
              <a:ext cx="62550" cy="62550"/>
            </a:xfrm>
            <a:prstGeom prst="ellipse">
              <a:avLst/>
            </a:prstGeom>
            <a:gradFill>
              <a:gsLst>
                <a:gs pos="0">
                  <a:srgbClr val="636463">
                    <a:alpha val="13157"/>
                  </a:srgbClr>
                </a:gs>
                <a:gs pos="14286">
                  <a:srgbClr val="636463">
                    <a:alpha val="12161"/>
                  </a:srgbClr>
                </a:gs>
                <a:gs pos="28571">
                  <a:srgbClr val="636463">
                    <a:alpha val="9577"/>
                  </a:srgbClr>
                </a:gs>
                <a:gs pos="42857">
                  <a:srgbClr val="636463">
                    <a:alpha val="6390"/>
                  </a:srgbClr>
                </a:gs>
                <a:gs pos="57143">
                  <a:srgbClr val="636463">
                    <a:alpha val="3593"/>
                  </a:srgbClr>
                </a:gs>
                <a:gs pos="71429">
                  <a:srgbClr val="636463">
                    <a:alpha val="1698"/>
                  </a:srgbClr>
                </a:gs>
                <a:gs pos="85714">
                  <a:srgbClr val="636463">
                    <a:alpha val="675"/>
                  </a:srgbClr>
                </a:gs>
                <a:gs pos="100000">
                  <a:srgbClr val="636463">
                    <a:alpha val="2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0" name="Splat 370"/>
            <p:cNvSpPr>
              <a:spLocks noGrp="1"/>
            </p:cNvSpPr>
            <p:nvPr/>
          </p:nvSpPr>
          <p:spPr>
            <a:xfrm rot="6879779">
              <a:off x="2573832" y="514556"/>
              <a:ext cx="260444" cy="12146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1" name="Splat 371"/>
            <p:cNvSpPr>
              <a:spLocks noGrp="1"/>
            </p:cNvSpPr>
            <p:nvPr/>
          </p:nvSpPr>
          <p:spPr>
            <a:xfrm rot="5400000">
              <a:off x="921217" y="2597062"/>
              <a:ext cx="63125" cy="63125"/>
            </a:xfrm>
            <a:prstGeom prst="ellipse">
              <a:avLst/>
            </a:prstGeom>
            <a:gradFill>
              <a:gsLst>
                <a:gs pos="0">
                  <a:srgbClr val="717172">
                    <a:alpha val="13002"/>
                  </a:srgbClr>
                </a:gs>
                <a:gs pos="14286">
                  <a:srgbClr val="717172">
                    <a:alpha val="12016"/>
                  </a:srgbClr>
                </a:gs>
                <a:gs pos="28571">
                  <a:srgbClr val="717172">
                    <a:alpha val="9462"/>
                  </a:srgbClr>
                </a:gs>
                <a:gs pos="42857">
                  <a:srgbClr val="717172">
                    <a:alpha val="6312"/>
                  </a:srgbClr>
                </a:gs>
                <a:gs pos="57143">
                  <a:srgbClr val="717172">
                    <a:alpha val="3548"/>
                  </a:srgbClr>
                </a:gs>
                <a:gs pos="71429">
                  <a:srgbClr val="717172">
                    <a:alpha val="1677"/>
                  </a:srgbClr>
                </a:gs>
                <a:gs pos="85714">
                  <a:srgbClr val="717172">
                    <a:alpha val="666"/>
                  </a:srgbClr>
                </a:gs>
                <a:gs pos="100000">
                  <a:srgbClr val="717172">
                    <a:alpha val="2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Splat 372"/>
            <p:cNvSpPr>
              <a:spLocks noGrp="1"/>
            </p:cNvSpPr>
            <p:nvPr/>
          </p:nvSpPr>
          <p:spPr>
            <a:xfrm rot="-10220001">
              <a:off x="263720" y="1338714"/>
              <a:ext cx="205647" cy="3869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3" name="Splat 373"/>
            <p:cNvSpPr>
              <a:spLocks noGrp="1"/>
            </p:cNvSpPr>
            <p:nvPr/>
          </p:nvSpPr>
          <p:spPr>
            <a:xfrm rot="9965470">
              <a:off x="2250624" y="453130"/>
              <a:ext cx="764201" cy="146993"/>
            </a:xfrm>
            <a:prstGeom prst="ellipse">
              <a:avLst/>
            </a:prstGeom>
            <a:gradFill>
              <a:gsLst>
                <a:gs pos="0">
                  <a:srgbClr val="E4E4E3">
                    <a:alpha val="4578"/>
                  </a:srgbClr>
                </a:gs>
                <a:gs pos="14286">
                  <a:srgbClr val="E4E4E3">
                    <a:alpha val="4216"/>
                  </a:srgbClr>
                </a:gs>
                <a:gs pos="28571">
                  <a:srgbClr val="E4E4E3">
                    <a:alpha val="3289"/>
                  </a:srgbClr>
                </a:gs>
                <a:gs pos="42857">
                  <a:srgbClr val="E4E4E3">
                    <a:alpha val="2170"/>
                  </a:srgbClr>
                </a:gs>
                <a:gs pos="57143">
                  <a:srgbClr val="E4E4E3">
                    <a:alpha val="1208"/>
                  </a:srgbClr>
                </a:gs>
                <a:gs pos="71429">
                  <a:srgbClr val="E4E4E3">
                    <a:alpha val="567"/>
                  </a:srgbClr>
                </a:gs>
                <a:gs pos="85714">
                  <a:srgbClr val="E4E4E3">
                    <a:alpha val="225"/>
                  </a:srgbClr>
                </a:gs>
                <a:gs pos="100000">
                  <a:srgbClr val="E4E4E3">
                    <a:alpha val="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Splat 374"/>
            <p:cNvSpPr>
              <a:spLocks noGrp="1"/>
            </p:cNvSpPr>
            <p:nvPr/>
          </p:nvSpPr>
          <p:spPr>
            <a:xfrm rot="3845100">
              <a:off x="2969248" y="1243870"/>
              <a:ext cx="168553" cy="4592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5" name="Splat 375"/>
            <p:cNvSpPr>
              <a:spLocks noGrp="1"/>
            </p:cNvSpPr>
            <p:nvPr/>
          </p:nvSpPr>
          <p:spPr>
            <a:xfrm rot="10794006">
              <a:off x="691855" y="316666"/>
              <a:ext cx="561565" cy="10716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Splat 376"/>
            <p:cNvSpPr>
              <a:spLocks noGrp="1"/>
            </p:cNvSpPr>
            <p:nvPr/>
          </p:nvSpPr>
          <p:spPr>
            <a:xfrm rot="4002371">
              <a:off x="2645655" y="594646"/>
              <a:ext cx="138596" cy="2766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7" name="Splat 377"/>
            <p:cNvSpPr>
              <a:spLocks noGrp="1"/>
            </p:cNvSpPr>
            <p:nvPr/>
          </p:nvSpPr>
          <p:spPr>
            <a:xfrm rot="5824947">
              <a:off x="2010499" y="207178"/>
              <a:ext cx="492179" cy="491887"/>
            </a:xfrm>
            <a:prstGeom prst="ellipse">
              <a:avLst/>
            </a:prstGeom>
            <a:gradFill>
              <a:gsLst>
                <a:gs pos="0">
                  <a:srgbClr val="515152">
                    <a:alpha val="4083"/>
                  </a:srgbClr>
                </a:gs>
                <a:gs pos="14286">
                  <a:srgbClr val="515152">
                    <a:alpha val="3759"/>
                  </a:srgbClr>
                </a:gs>
                <a:gs pos="28571">
                  <a:srgbClr val="515152">
                    <a:alpha val="2931"/>
                  </a:srgbClr>
                </a:gs>
                <a:gs pos="42857">
                  <a:srgbClr val="515152">
                    <a:alpha val="1932"/>
                  </a:srgbClr>
                </a:gs>
                <a:gs pos="57143">
                  <a:srgbClr val="515152">
                    <a:alpha val="1075"/>
                  </a:srgbClr>
                </a:gs>
                <a:gs pos="71429">
                  <a:srgbClr val="515152">
                    <a:alpha val="505"/>
                  </a:srgbClr>
                </a:gs>
                <a:gs pos="85714">
                  <a:srgbClr val="515152">
                    <a:alpha val="200"/>
                  </a:srgbClr>
                </a:gs>
                <a:gs pos="100000">
                  <a:srgbClr val="515152">
                    <a:alpha val="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8" name="Splat 378"/>
            <p:cNvSpPr>
              <a:spLocks noGrp="1"/>
            </p:cNvSpPr>
            <p:nvPr/>
          </p:nvSpPr>
          <p:spPr>
            <a:xfrm rot="5400000">
              <a:off x="2561001" y="1194310"/>
              <a:ext cx="63720" cy="63720"/>
            </a:xfrm>
            <a:prstGeom prst="ellipse">
              <a:avLst/>
            </a:prstGeom>
            <a:gradFill>
              <a:gsLst>
                <a:gs pos="0">
                  <a:srgbClr val="BBBBBB">
                    <a:alpha val="12841"/>
                  </a:srgbClr>
                </a:gs>
                <a:gs pos="14286">
                  <a:srgbClr val="BBBBBB">
                    <a:alpha val="11866"/>
                  </a:srgbClr>
                </a:gs>
                <a:gs pos="28571">
                  <a:srgbClr val="BBBBBB">
                    <a:alpha val="9342"/>
                  </a:srgbClr>
                </a:gs>
                <a:gs pos="42857">
                  <a:srgbClr val="BBBBBB">
                    <a:alpha val="6231"/>
                  </a:srgbClr>
                </a:gs>
                <a:gs pos="57143">
                  <a:srgbClr val="BBBBBB">
                    <a:alpha val="3502"/>
                  </a:srgbClr>
                </a:gs>
                <a:gs pos="71429">
                  <a:srgbClr val="BBBBBB">
                    <a:alpha val="1655"/>
                  </a:srgbClr>
                </a:gs>
                <a:gs pos="85714">
                  <a:srgbClr val="BBBBBB">
                    <a:alpha val="658"/>
                  </a:srgbClr>
                </a:gs>
                <a:gs pos="100000">
                  <a:srgbClr val="BBBBBB">
                    <a:alpha val="2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9" name="Splat 379"/>
            <p:cNvSpPr>
              <a:spLocks noGrp="1"/>
            </p:cNvSpPr>
            <p:nvPr/>
          </p:nvSpPr>
          <p:spPr>
            <a:xfrm rot="7692523">
              <a:off x="1383440" y="1863806"/>
              <a:ext cx="292138" cy="19400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0" name="Splat 380"/>
            <p:cNvSpPr>
              <a:spLocks noGrp="1"/>
            </p:cNvSpPr>
            <p:nvPr/>
          </p:nvSpPr>
          <p:spPr>
            <a:xfrm rot="8617707">
              <a:off x="2675514" y="619106"/>
              <a:ext cx="147234" cy="3176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1" name="Splat 381"/>
            <p:cNvSpPr>
              <a:spLocks noGrp="1"/>
            </p:cNvSpPr>
            <p:nvPr/>
          </p:nvSpPr>
          <p:spPr>
            <a:xfrm rot="5400000">
              <a:off x="3069938" y="589880"/>
              <a:ext cx="64026" cy="64026"/>
            </a:xfrm>
            <a:prstGeom prst="ellipse">
              <a:avLst/>
            </a:prstGeom>
            <a:gradFill>
              <a:gsLst>
                <a:gs pos="0">
                  <a:srgbClr val="C1C1C1">
                    <a:alpha val="12758"/>
                  </a:srgbClr>
                </a:gs>
                <a:gs pos="14286">
                  <a:srgbClr val="C1C1C1">
                    <a:alpha val="11789"/>
                  </a:srgbClr>
                </a:gs>
                <a:gs pos="28571">
                  <a:srgbClr val="C1C1C1">
                    <a:alpha val="9280"/>
                  </a:srgbClr>
                </a:gs>
                <a:gs pos="42857">
                  <a:srgbClr val="C1C1C1">
                    <a:alpha val="6189"/>
                  </a:srgbClr>
                </a:gs>
                <a:gs pos="57143">
                  <a:srgbClr val="C1C1C1">
                    <a:alpha val="3478"/>
                  </a:srgbClr>
                </a:gs>
                <a:gs pos="71429">
                  <a:srgbClr val="C1C1C1">
                    <a:alpha val="1643"/>
                  </a:srgbClr>
                </a:gs>
                <a:gs pos="85714">
                  <a:srgbClr val="C1C1C1">
                    <a:alpha val="653"/>
                  </a:srgbClr>
                </a:gs>
                <a:gs pos="100000">
                  <a:srgbClr val="C1C1C1">
                    <a:alpha val="2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2" name="Splat 382"/>
            <p:cNvSpPr>
              <a:spLocks noGrp="1"/>
            </p:cNvSpPr>
            <p:nvPr/>
          </p:nvSpPr>
          <p:spPr>
            <a:xfrm rot="5400000">
              <a:off x="3339553" y="284310"/>
              <a:ext cx="63535" cy="63535"/>
            </a:xfrm>
            <a:prstGeom prst="ellipse">
              <a:avLst/>
            </a:prstGeom>
            <a:gradFill>
              <a:gsLst>
                <a:gs pos="0">
                  <a:srgbClr val="696B6A">
                    <a:alpha val="12891"/>
                  </a:srgbClr>
                </a:gs>
                <a:gs pos="14286">
                  <a:srgbClr val="696B6A">
                    <a:alpha val="11913"/>
                  </a:srgbClr>
                </a:gs>
                <a:gs pos="28571">
                  <a:srgbClr val="696B6A">
                    <a:alpha val="9379"/>
                  </a:srgbClr>
                </a:gs>
                <a:gs pos="42857">
                  <a:srgbClr val="696B6A">
                    <a:alpha val="6256"/>
                  </a:srgbClr>
                </a:gs>
                <a:gs pos="57143">
                  <a:srgbClr val="696B6A">
                    <a:alpha val="3516"/>
                  </a:srgbClr>
                </a:gs>
                <a:gs pos="71429">
                  <a:srgbClr val="696B6A">
                    <a:alpha val="1662"/>
                  </a:srgbClr>
                </a:gs>
                <a:gs pos="85714">
                  <a:srgbClr val="696B6A">
                    <a:alpha val="660"/>
                  </a:srgbClr>
                </a:gs>
                <a:gs pos="100000">
                  <a:srgbClr val="696B6A">
                    <a:alpha val="2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3" name="Splat 383"/>
            <p:cNvSpPr>
              <a:spLocks noGrp="1"/>
            </p:cNvSpPr>
            <p:nvPr/>
          </p:nvSpPr>
          <p:spPr>
            <a:xfrm rot="5400000">
              <a:off x="2966129" y="2471905"/>
              <a:ext cx="63730" cy="63730"/>
            </a:xfrm>
            <a:prstGeom prst="ellipse">
              <a:avLst/>
            </a:prstGeom>
            <a:gradFill>
              <a:gsLst>
                <a:gs pos="0">
                  <a:srgbClr val="777777">
                    <a:alpha val="12838"/>
                  </a:srgbClr>
                </a:gs>
                <a:gs pos="14286">
                  <a:srgbClr val="777777">
                    <a:alpha val="11864"/>
                  </a:srgbClr>
                </a:gs>
                <a:gs pos="28571">
                  <a:srgbClr val="777777">
                    <a:alpha val="9340"/>
                  </a:srgbClr>
                </a:gs>
                <a:gs pos="42857">
                  <a:srgbClr val="777777">
                    <a:alpha val="6229"/>
                  </a:srgbClr>
                </a:gs>
                <a:gs pos="57143">
                  <a:srgbClr val="777777">
                    <a:alpha val="3501"/>
                  </a:srgbClr>
                </a:gs>
                <a:gs pos="71429">
                  <a:srgbClr val="777777">
                    <a:alpha val="1654"/>
                  </a:srgbClr>
                </a:gs>
                <a:gs pos="85714">
                  <a:srgbClr val="777777">
                    <a:alpha val="657"/>
                  </a:srgbClr>
                </a:gs>
                <a:gs pos="100000">
                  <a:srgbClr val="777777">
                    <a:alpha val="2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4" name="Splat 384"/>
            <p:cNvSpPr>
              <a:spLocks noGrp="1"/>
            </p:cNvSpPr>
            <p:nvPr/>
          </p:nvSpPr>
          <p:spPr>
            <a:xfrm rot="5400000">
              <a:off x="2254803" y="2575241"/>
              <a:ext cx="63711" cy="63711"/>
            </a:xfrm>
            <a:prstGeom prst="ellipse">
              <a:avLst/>
            </a:prstGeom>
            <a:gradFill>
              <a:gsLst>
                <a:gs pos="0">
                  <a:srgbClr val="6B6C6B">
                    <a:alpha val="12843"/>
                  </a:srgbClr>
                </a:gs>
                <a:gs pos="14286">
                  <a:srgbClr val="6B6C6B">
                    <a:alpha val="11869"/>
                  </a:srgbClr>
                </a:gs>
                <a:gs pos="28571">
                  <a:srgbClr val="6B6C6B">
                    <a:alpha val="9344"/>
                  </a:srgbClr>
                </a:gs>
                <a:gs pos="42857">
                  <a:srgbClr val="6B6C6B">
                    <a:alpha val="6232"/>
                  </a:srgbClr>
                </a:gs>
                <a:gs pos="57143">
                  <a:srgbClr val="6B6C6B">
                    <a:alpha val="3503"/>
                  </a:srgbClr>
                </a:gs>
                <a:gs pos="71429">
                  <a:srgbClr val="6B6C6B">
                    <a:alpha val="1655"/>
                  </a:srgbClr>
                </a:gs>
                <a:gs pos="85714">
                  <a:srgbClr val="6B6C6B">
                    <a:alpha val="658"/>
                  </a:srgbClr>
                </a:gs>
                <a:gs pos="100000">
                  <a:srgbClr val="6B6C6B">
                    <a:alpha val="2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5" name="Splat 385"/>
            <p:cNvSpPr>
              <a:spLocks noGrp="1"/>
            </p:cNvSpPr>
            <p:nvPr/>
          </p:nvSpPr>
          <p:spPr>
            <a:xfrm rot="5400000">
              <a:off x="1423181" y="1847190"/>
              <a:ext cx="64208" cy="64208"/>
            </a:xfrm>
            <a:prstGeom prst="ellipse">
              <a:avLst/>
            </a:prstGeom>
            <a:gradFill>
              <a:gsLst>
                <a:gs pos="0">
                  <a:srgbClr val="BDBDBD">
                    <a:alpha val="12708"/>
                  </a:srgbClr>
                </a:gs>
                <a:gs pos="14286">
                  <a:srgbClr val="BDBDBD">
                    <a:alpha val="11743"/>
                  </a:srgbClr>
                </a:gs>
                <a:gs pos="28571">
                  <a:srgbClr val="BDBDBD">
                    <a:alpha val="9244"/>
                  </a:srgbClr>
                </a:gs>
                <a:gs pos="42857">
                  <a:srgbClr val="BDBDBD">
                    <a:alpha val="6164"/>
                  </a:srgbClr>
                </a:gs>
                <a:gs pos="57143">
                  <a:srgbClr val="BDBDBD">
                    <a:alpha val="3464"/>
                  </a:srgbClr>
                </a:gs>
                <a:gs pos="71429">
                  <a:srgbClr val="BDBDBD">
                    <a:alpha val="1637"/>
                  </a:srgbClr>
                </a:gs>
                <a:gs pos="85714">
                  <a:srgbClr val="BDBDBD">
                    <a:alpha val="650"/>
                  </a:srgbClr>
                </a:gs>
                <a:gs pos="100000">
                  <a:srgbClr val="BDBDBD">
                    <a:alpha val="2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6" name="Splat 386"/>
            <p:cNvSpPr>
              <a:spLocks noGrp="1"/>
            </p:cNvSpPr>
            <p:nvPr/>
          </p:nvSpPr>
          <p:spPr>
            <a:xfrm rot="5400000">
              <a:off x="2919460" y="488882"/>
              <a:ext cx="64349" cy="64349"/>
            </a:xfrm>
            <a:prstGeom prst="ellipse">
              <a:avLst/>
            </a:prstGeom>
            <a:gradFill>
              <a:gsLst>
                <a:gs pos="0">
                  <a:srgbClr val="C1C1C1">
                    <a:alpha val="12670"/>
                  </a:srgbClr>
                </a:gs>
                <a:gs pos="14286">
                  <a:srgbClr val="C1C1C1">
                    <a:alpha val="11708"/>
                  </a:srgbClr>
                </a:gs>
                <a:gs pos="28571">
                  <a:srgbClr val="C1C1C1">
                    <a:alpha val="9215"/>
                  </a:srgbClr>
                </a:gs>
                <a:gs pos="42857">
                  <a:srgbClr val="C1C1C1">
                    <a:alpha val="6145"/>
                  </a:srgbClr>
                </a:gs>
                <a:gs pos="57143">
                  <a:srgbClr val="C1C1C1">
                    <a:alpha val="3453"/>
                  </a:srgbClr>
                </a:gs>
                <a:gs pos="71429">
                  <a:srgbClr val="C1C1C1">
                    <a:alpha val="1631"/>
                  </a:srgbClr>
                </a:gs>
                <a:gs pos="85714">
                  <a:srgbClr val="C1C1C1">
                    <a:alpha val="648"/>
                  </a:srgbClr>
                </a:gs>
                <a:gs pos="100000">
                  <a:srgbClr val="C1C1C1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7" name="Splat 387"/>
            <p:cNvSpPr>
              <a:spLocks noGrp="1"/>
            </p:cNvSpPr>
            <p:nvPr/>
          </p:nvSpPr>
          <p:spPr>
            <a:xfrm rot="3468954">
              <a:off x="211614" y="448355"/>
              <a:ext cx="846032" cy="176493"/>
            </a:xfrm>
            <a:prstGeom prst="ellipse">
              <a:avLst/>
            </a:prstGeom>
            <a:gradFill>
              <a:gsLst>
                <a:gs pos="0">
                  <a:srgbClr val="818281">
                    <a:alpha val="2958"/>
                  </a:srgbClr>
                </a:gs>
                <a:gs pos="14286">
                  <a:srgbClr val="818281">
                    <a:alpha val="2722"/>
                  </a:srgbClr>
                </a:gs>
                <a:gs pos="28571">
                  <a:srgbClr val="818281">
                    <a:alpha val="2120"/>
                  </a:srgbClr>
                </a:gs>
                <a:gs pos="42857">
                  <a:srgbClr val="818281">
                    <a:alpha val="1396"/>
                  </a:srgbClr>
                </a:gs>
                <a:gs pos="57143">
                  <a:srgbClr val="818281">
                    <a:alpha val="776"/>
                  </a:srgbClr>
                </a:gs>
                <a:gs pos="71429">
                  <a:srgbClr val="818281">
                    <a:alpha val="364"/>
                  </a:srgbClr>
                </a:gs>
                <a:gs pos="85714">
                  <a:srgbClr val="818281">
                    <a:alpha val="144"/>
                  </a:srgbClr>
                </a:gs>
                <a:gs pos="100000">
                  <a:srgbClr val="818281">
                    <a:alpha val="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8" name="Splat 388"/>
            <p:cNvSpPr>
              <a:spLocks noGrp="1"/>
            </p:cNvSpPr>
            <p:nvPr/>
          </p:nvSpPr>
          <p:spPr>
            <a:xfrm rot="5400000">
              <a:off x="2006260" y="510778"/>
              <a:ext cx="64152" cy="64152"/>
            </a:xfrm>
            <a:prstGeom prst="ellipse">
              <a:avLst/>
            </a:prstGeom>
            <a:gradFill>
              <a:gsLst>
                <a:gs pos="0">
                  <a:srgbClr val="999999">
                    <a:alpha val="12723"/>
                  </a:srgbClr>
                </a:gs>
                <a:gs pos="14286">
                  <a:srgbClr val="999999">
                    <a:alpha val="11757"/>
                  </a:srgbClr>
                </a:gs>
                <a:gs pos="28571">
                  <a:srgbClr val="999999">
                    <a:alpha val="9255"/>
                  </a:srgbClr>
                </a:gs>
                <a:gs pos="42857">
                  <a:srgbClr val="999999">
                    <a:alpha val="6172"/>
                  </a:srgbClr>
                </a:gs>
                <a:gs pos="57143">
                  <a:srgbClr val="999999">
                    <a:alpha val="3468"/>
                  </a:srgbClr>
                </a:gs>
                <a:gs pos="71429">
                  <a:srgbClr val="999999">
                    <a:alpha val="1639"/>
                  </a:srgbClr>
                </a:gs>
                <a:gs pos="85714">
                  <a:srgbClr val="999999">
                    <a:alpha val="651"/>
                  </a:srgbClr>
                </a:gs>
                <a:gs pos="100000">
                  <a:srgbClr val="999999">
                    <a:alpha val="2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9" name="Splat 389"/>
            <p:cNvSpPr>
              <a:spLocks noGrp="1"/>
            </p:cNvSpPr>
            <p:nvPr/>
          </p:nvSpPr>
          <p:spPr>
            <a:xfrm rot="7029968">
              <a:off x="2552647" y="339023"/>
              <a:ext cx="255404" cy="167201"/>
            </a:xfrm>
            <a:prstGeom prst="ellipse">
              <a:avLst/>
            </a:prstGeom>
            <a:gradFill>
              <a:gsLst>
                <a:gs pos="0">
                  <a:srgbClr val="FFFFFF">
                    <a:alpha val="15510"/>
                  </a:srgbClr>
                </a:gs>
                <a:gs pos="14286">
                  <a:srgbClr val="FFFFFF">
                    <a:alpha val="14351"/>
                  </a:srgbClr>
                </a:gs>
                <a:gs pos="28571">
                  <a:srgbClr val="FFFFFF">
                    <a:alpha val="11333"/>
                  </a:srgbClr>
                </a:gs>
                <a:gs pos="42857">
                  <a:srgbClr val="FFFFFF">
                    <a:alpha val="7586"/>
                  </a:srgbClr>
                </a:gs>
                <a:gs pos="57143">
                  <a:srgbClr val="FFFFFF">
                    <a:alpha val="4277"/>
                  </a:srgbClr>
                </a:gs>
                <a:gs pos="71429">
                  <a:srgbClr val="FFFFFF">
                    <a:alpha val="2025"/>
                  </a:srgbClr>
                </a:gs>
                <a:gs pos="85714">
                  <a:srgbClr val="FFFFFF">
                    <a:alpha val="806"/>
                  </a:srgbClr>
                </a:gs>
                <a:gs pos="100000">
                  <a:srgbClr val="FFFFFF">
                    <a:alpha val="2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0" name="Splat 390"/>
            <p:cNvSpPr>
              <a:spLocks noGrp="1"/>
            </p:cNvSpPr>
            <p:nvPr/>
          </p:nvSpPr>
          <p:spPr>
            <a:xfrm rot="5400000">
              <a:off x="3451837" y="2464053"/>
              <a:ext cx="64594" cy="64594"/>
            </a:xfrm>
            <a:prstGeom prst="ellipse">
              <a:avLst/>
            </a:prstGeom>
            <a:gradFill>
              <a:gsLst>
                <a:gs pos="0">
                  <a:srgbClr val="BDBDBD">
                    <a:alpha val="12603"/>
                  </a:srgbClr>
                </a:gs>
                <a:gs pos="14286">
                  <a:srgbClr val="BDBDBD">
                    <a:alpha val="11646"/>
                  </a:srgbClr>
                </a:gs>
                <a:gs pos="28571">
                  <a:srgbClr val="BDBDBD">
                    <a:alpha val="9166"/>
                  </a:srgbClr>
                </a:gs>
                <a:gs pos="42857">
                  <a:srgbClr val="BDBDBD">
                    <a:alpha val="6111"/>
                  </a:srgbClr>
                </a:gs>
                <a:gs pos="57143">
                  <a:srgbClr val="BDBDBD">
                    <a:alpha val="3434"/>
                  </a:srgbClr>
                </a:gs>
                <a:gs pos="71429">
                  <a:srgbClr val="BDBDBD">
                    <a:alpha val="1622"/>
                  </a:srgbClr>
                </a:gs>
                <a:gs pos="85714">
                  <a:srgbClr val="BDBDBD">
                    <a:alpha val="645"/>
                  </a:srgbClr>
                </a:gs>
                <a:gs pos="100000">
                  <a:srgbClr val="BDBDBD">
                    <a:alpha val="2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1" name="Splat 391"/>
            <p:cNvSpPr>
              <a:spLocks noGrp="1"/>
            </p:cNvSpPr>
            <p:nvPr/>
          </p:nvSpPr>
          <p:spPr>
            <a:xfrm rot="5400000">
              <a:off x="415536" y="1804381"/>
              <a:ext cx="64332" cy="64332"/>
            </a:xfrm>
            <a:prstGeom prst="ellipse">
              <a:avLst/>
            </a:prstGeom>
            <a:gradFill>
              <a:gsLst>
                <a:gs pos="0">
                  <a:srgbClr val="6B6C6B">
                    <a:alpha val="12674"/>
                  </a:srgbClr>
                </a:gs>
                <a:gs pos="14286">
                  <a:srgbClr val="6B6C6B">
                    <a:alpha val="11712"/>
                  </a:srgbClr>
                </a:gs>
                <a:gs pos="28571">
                  <a:srgbClr val="6B6C6B">
                    <a:alpha val="9219"/>
                  </a:srgbClr>
                </a:gs>
                <a:gs pos="42857">
                  <a:srgbClr val="6B6C6B">
                    <a:alpha val="6147"/>
                  </a:srgbClr>
                </a:gs>
                <a:gs pos="57143">
                  <a:srgbClr val="6B6C6B">
                    <a:alpha val="3454"/>
                  </a:srgbClr>
                </a:gs>
                <a:gs pos="71429">
                  <a:srgbClr val="6B6C6B">
                    <a:alpha val="1632"/>
                  </a:srgbClr>
                </a:gs>
                <a:gs pos="85714">
                  <a:srgbClr val="6B6C6B">
                    <a:alpha val="649"/>
                  </a:srgbClr>
                </a:gs>
                <a:gs pos="100000">
                  <a:srgbClr val="6B6C6B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2" name="Splat 392"/>
            <p:cNvSpPr>
              <a:spLocks noGrp="1"/>
            </p:cNvSpPr>
            <p:nvPr/>
          </p:nvSpPr>
          <p:spPr>
            <a:xfrm rot="5004609">
              <a:off x="2962242" y="433398"/>
              <a:ext cx="524336" cy="3048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3" name="Splat 393"/>
            <p:cNvSpPr>
              <a:spLocks noGrp="1"/>
            </p:cNvSpPr>
            <p:nvPr/>
          </p:nvSpPr>
          <p:spPr>
            <a:xfrm rot="5400000">
              <a:off x="1081850" y="2367969"/>
              <a:ext cx="64436" cy="64436"/>
            </a:xfrm>
            <a:prstGeom prst="ellipse">
              <a:avLst/>
            </a:prstGeom>
            <a:gradFill>
              <a:gsLst>
                <a:gs pos="0">
                  <a:srgbClr val="818081">
                    <a:alpha val="12646"/>
                  </a:srgbClr>
                </a:gs>
                <a:gs pos="14286">
                  <a:srgbClr val="818081">
                    <a:alpha val="11686"/>
                  </a:srgbClr>
                </a:gs>
                <a:gs pos="28571">
                  <a:srgbClr val="818081">
                    <a:alpha val="9198"/>
                  </a:srgbClr>
                </a:gs>
                <a:gs pos="42857">
                  <a:srgbClr val="818081">
                    <a:alpha val="6133"/>
                  </a:srgbClr>
                </a:gs>
                <a:gs pos="57143">
                  <a:srgbClr val="818081">
                    <a:alpha val="3446"/>
                  </a:srgbClr>
                </a:gs>
                <a:gs pos="71429">
                  <a:srgbClr val="818081">
                    <a:alpha val="1628"/>
                  </a:srgbClr>
                </a:gs>
                <a:gs pos="85714">
                  <a:srgbClr val="818081">
                    <a:alpha val="647"/>
                  </a:srgbClr>
                </a:gs>
                <a:gs pos="100000">
                  <a:srgbClr val="818081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4" name="Splat 394"/>
            <p:cNvSpPr>
              <a:spLocks noGrp="1"/>
            </p:cNvSpPr>
            <p:nvPr/>
          </p:nvSpPr>
          <p:spPr>
            <a:xfrm rot="5400000">
              <a:off x="380090" y="481765"/>
              <a:ext cx="64598" cy="64598"/>
            </a:xfrm>
            <a:prstGeom prst="ellipse">
              <a:avLst/>
            </a:prstGeom>
            <a:gradFill>
              <a:gsLst>
                <a:gs pos="0">
                  <a:srgbClr val="C3C3C3">
                    <a:alpha val="12602"/>
                  </a:srgbClr>
                </a:gs>
                <a:gs pos="14286">
                  <a:srgbClr val="C3C3C3">
                    <a:alpha val="11645"/>
                  </a:srgbClr>
                </a:gs>
                <a:gs pos="28571">
                  <a:srgbClr val="C3C3C3">
                    <a:alpha val="9165"/>
                  </a:srgbClr>
                </a:gs>
                <a:gs pos="42857">
                  <a:srgbClr val="C3C3C3">
                    <a:alpha val="6111"/>
                  </a:srgbClr>
                </a:gs>
                <a:gs pos="57143">
                  <a:srgbClr val="C3C3C3">
                    <a:alpha val="3433"/>
                  </a:srgbClr>
                </a:gs>
                <a:gs pos="71429">
                  <a:srgbClr val="C3C3C3">
                    <a:alpha val="1622"/>
                  </a:srgbClr>
                </a:gs>
                <a:gs pos="85714">
                  <a:srgbClr val="C3C3C3">
                    <a:alpha val="645"/>
                  </a:srgbClr>
                </a:gs>
                <a:gs pos="100000">
                  <a:srgbClr val="C3C3C3">
                    <a:alpha val="2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5" name="Splat 395"/>
            <p:cNvSpPr>
              <a:spLocks noGrp="1"/>
            </p:cNvSpPr>
            <p:nvPr/>
          </p:nvSpPr>
          <p:spPr>
            <a:xfrm rot="-8880363">
              <a:off x="1728414" y="1199331"/>
              <a:ext cx="208786" cy="13299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6" name="Splat 396"/>
            <p:cNvSpPr>
              <a:spLocks noGrp="1"/>
            </p:cNvSpPr>
            <p:nvPr/>
          </p:nvSpPr>
          <p:spPr>
            <a:xfrm rot="5400000">
              <a:off x="1205566" y="2484402"/>
              <a:ext cx="64661" cy="64661"/>
            </a:xfrm>
            <a:prstGeom prst="ellipse">
              <a:avLst/>
            </a:prstGeom>
            <a:gradFill>
              <a:gsLst>
                <a:gs pos="0">
                  <a:srgbClr val="7C7C7D">
                    <a:alpha val="12585"/>
                  </a:srgbClr>
                </a:gs>
                <a:gs pos="14286">
                  <a:srgbClr val="7C7C7D">
                    <a:alpha val="11629"/>
                  </a:srgbClr>
                </a:gs>
                <a:gs pos="28571">
                  <a:srgbClr val="7C7C7D">
                    <a:alpha val="9152"/>
                  </a:srgbClr>
                </a:gs>
                <a:gs pos="42857">
                  <a:srgbClr val="7C7C7D">
                    <a:alpha val="6102"/>
                  </a:srgbClr>
                </a:gs>
                <a:gs pos="57143">
                  <a:srgbClr val="7C7C7D">
                    <a:alpha val="3428"/>
                  </a:srgbClr>
                </a:gs>
                <a:gs pos="71429">
                  <a:srgbClr val="7C7C7D">
                    <a:alpha val="1620"/>
                  </a:srgbClr>
                </a:gs>
                <a:gs pos="85714">
                  <a:srgbClr val="7C7C7D">
                    <a:alpha val="644"/>
                  </a:srgbClr>
                </a:gs>
                <a:gs pos="100000">
                  <a:srgbClr val="7C7C7D">
                    <a:alpha val="2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7" name="Splat 397"/>
            <p:cNvSpPr>
              <a:spLocks noGrp="1"/>
            </p:cNvSpPr>
            <p:nvPr/>
          </p:nvSpPr>
          <p:spPr>
            <a:xfrm rot="5400000">
              <a:off x="1015891" y="1927040"/>
              <a:ext cx="64700" cy="64700"/>
            </a:xfrm>
            <a:prstGeom prst="ellipse">
              <a:avLst/>
            </a:prstGeom>
            <a:gradFill>
              <a:gsLst>
                <a:gs pos="0">
                  <a:srgbClr val="868686">
                    <a:alpha val="12574"/>
                  </a:srgbClr>
                </a:gs>
                <a:gs pos="14286">
                  <a:srgbClr val="868686">
                    <a:alpha val="11619"/>
                  </a:srgbClr>
                </a:gs>
                <a:gs pos="28571">
                  <a:srgbClr val="868686">
                    <a:alpha val="9145"/>
                  </a:srgbClr>
                </a:gs>
                <a:gs pos="42857">
                  <a:srgbClr val="868686">
                    <a:alpha val="6097"/>
                  </a:srgbClr>
                </a:gs>
                <a:gs pos="57143">
                  <a:srgbClr val="868686">
                    <a:alpha val="3425"/>
                  </a:srgbClr>
                </a:gs>
                <a:gs pos="71429">
                  <a:srgbClr val="868686">
                    <a:alpha val="1618"/>
                  </a:srgbClr>
                </a:gs>
                <a:gs pos="85714">
                  <a:srgbClr val="868686">
                    <a:alpha val="643"/>
                  </a:srgbClr>
                </a:gs>
                <a:gs pos="100000">
                  <a:srgbClr val="868686">
                    <a:alpha val="2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8" name="Splat 398"/>
            <p:cNvSpPr>
              <a:spLocks noGrp="1"/>
            </p:cNvSpPr>
            <p:nvPr/>
          </p:nvSpPr>
          <p:spPr>
            <a:xfrm rot="-8266110">
              <a:off x="1264277" y="1994933"/>
              <a:ext cx="195373" cy="4095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9" name="Splat 399"/>
            <p:cNvSpPr>
              <a:spLocks noGrp="1"/>
            </p:cNvSpPr>
            <p:nvPr/>
          </p:nvSpPr>
          <p:spPr>
            <a:xfrm rot="8735685">
              <a:off x="1902411" y="1993527"/>
              <a:ext cx="551573" cy="5070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0" name="Splat 400"/>
            <p:cNvSpPr>
              <a:spLocks noGrp="1"/>
            </p:cNvSpPr>
            <p:nvPr/>
          </p:nvSpPr>
          <p:spPr>
            <a:xfrm rot="8068603">
              <a:off x="2329012" y="1682829"/>
              <a:ext cx="303435" cy="7230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1" name="Splat 401"/>
            <p:cNvSpPr>
              <a:spLocks noGrp="1"/>
            </p:cNvSpPr>
            <p:nvPr/>
          </p:nvSpPr>
          <p:spPr>
            <a:xfrm rot="-9885210">
              <a:off x="2372752" y="539785"/>
              <a:ext cx="418898" cy="67180"/>
            </a:xfrm>
            <a:prstGeom prst="ellipse">
              <a:avLst/>
            </a:prstGeom>
            <a:gradFill>
              <a:gsLst>
                <a:gs pos="0">
                  <a:srgbClr val="FFFFFF">
                    <a:alpha val="18056"/>
                  </a:srgbClr>
                </a:gs>
                <a:gs pos="14286">
                  <a:srgbClr val="FFFFFF">
                    <a:alpha val="16725"/>
                  </a:srgbClr>
                </a:gs>
                <a:gs pos="28571">
                  <a:srgbClr val="FFFFFF">
                    <a:alpha val="13247"/>
                  </a:srgbClr>
                </a:gs>
                <a:gs pos="42857">
                  <a:srgbClr val="FFFFFF">
                    <a:alpha val="8900"/>
                  </a:srgbClr>
                </a:gs>
                <a:gs pos="57143">
                  <a:srgbClr val="FFFFFF">
                    <a:alpha val="5034"/>
                  </a:srgbClr>
                </a:gs>
                <a:gs pos="71429">
                  <a:srgbClr val="FFFFFF">
                    <a:alpha val="2389"/>
                  </a:srgbClr>
                </a:gs>
                <a:gs pos="85714">
                  <a:srgbClr val="FFFFFF">
                    <a:alpha val="951"/>
                  </a:srgbClr>
                </a:gs>
                <a:gs pos="100000">
                  <a:srgbClr val="FFFFFF">
                    <a:alpha val="3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2" name="Splat 402"/>
            <p:cNvSpPr>
              <a:spLocks noGrp="1"/>
            </p:cNvSpPr>
            <p:nvPr/>
          </p:nvSpPr>
          <p:spPr>
            <a:xfrm rot="4211067">
              <a:off x="3279201" y="1108587"/>
              <a:ext cx="172199" cy="2951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3" name="Splat 403"/>
            <p:cNvSpPr>
              <a:spLocks noGrp="1"/>
            </p:cNvSpPr>
            <p:nvPr/>
          </p:nvSpPr>
          <p:spPr>
            <a:xfrm rot="-10359653">
              <a:off x="1423651" y="254945"/>
              <a:ext cx="506548" cy="501478"/>
            </a:xfrm>
            <a:prstGeom prst="ellipse">
              <a:avLst/>
            </a:prstGeom>
            <a:gradFill>
              <a:gsLst>
                <a:gs pos="0">
                  <a:srgbClr val="909090">
                    <a:alpha val="1372"/>
                  </a:srgbClr>
                </a:gs>
                <a:gs pos="14286">
                  <a:srgbClr val="909090">
                    <a:alpha val="1262"/>
                  </a:srgbClr>
                </a:gs>
                <a:gs pos="28571">
                  <a:srgbClr val="909090">
                    <a:alpha val="981"/>
                  </a:srgbClr>
                </a:gs>
                <a:gs pos="42857">
                  <a:srgbClr val="909090">
                    <a:alpha val="645"/>
                  </a:srgbClr>
                </a:gs>
                <a:gs pos="57143">
                  <a:srgbClr val="909090">
                    <a:alpha val="358"/>
                  </a:srgbClr>
                </a:gs>
                <a:gs pos="71429">
                  <a:srgbClr val="909090">
                    <a:alpha val="168"/>
                  </a:srgbClr>
                </a:gs>
                <a:gs pos="85714">
                  <a:srgbClr val="909090">
                    <a:alpha val="66"/>
                  </a:srgbClr>
                </a:gs>
                <a:gs pos="100000">
                  <a:srgbClr val="909090">
                    <a:alpha val="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4" name="Splat 404"/>
            <p:cNvSpPr>
              <a:spLocks noGrp="1"/>
            </p:cNvSpPr>
            <p:nvPr/>
          </p:nvSpPr>
          <p:spPr>
            <a:xfrm rot="4240970">
              <a:off x="2446985" y="1698500"/>
              <a:ext cx="758925" cy="135233"/>
            </a:xfrm>
            <a:prstGeom prst="ellipse">
              <a:avLst/>
            </a:prstGeom>
            <a:gradFill>
              <a:gsLst>
                <a:gs pos="0">
                  <a:srgbClr val="000000">
                    <a:alpha val="22632"/>
                  </a:srgbClr>
                </a:gs>
                <a:gs pos="14286">
                  <a:srgbClr val="000000">
                    <a:alpha val="21010"/>
                  </a:srgbClr>
                </a:gs>
                <a:gs pos="28571">
                  <a:srgbClr val="000000">
                    <a:alpha val="16733"/>
                  </a:srgbClr>
                </a:gs>
                <a:gs pos="42857">
                  <a:srgbClr val="000000">
                    <a:alpha val="11318"/>
                  </a:srgbClr>
                </a:gs>
                <a:gs pos="57143">
                  <a:srgbClr val="000000">
                    <a:alpha val="6439"/>
                  </a:srgbClr>
                </a:gs>
                <a:gs pos="71429">
                  <a:srgbClr val="000000">
                    <a:alpha val="3067"/>
                  </a:srgbClr>
                </a:gs>
                <a:gs pos="85714">
                  <a:srgbClr val="000000">
                    <a:alpha val="1224"/>
                  </a:srgbClr>
                </a:gs>
                <a:gs pos="100000">
                  <a:srgbClr val="000000">
                    <a:alpha val="4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5" name="Splat 405"/>
            <p:cNvSpPr>
              <a:spLocks noGrp="1"/>
            </p:cNvSpPr>
            <p:nvPr/>
          </p:nvSpPr>
          <p:spPr>
            <a:xfrm rot="3909220">
              <a:off x="1954550" y="1659276"/>
              <a:ext cx="384327" cy="17991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6" name="Splat 406"/>
            <p:cNvSpPr>
              <a:spLocks noGrp="1"/>
            </p:cNvSpPr>
            <p:nvPr/>
          </p:nvSpPr>
          <p:spPr>
            <a:xfrm rot="4463743">
              <a:off x="2009719" y="1737675"/>
              <a:ext cx="325445" cy="101466"/>
            </a:xfrm>
            <a:prstGeom prst="ellipse">
              <a:avLst/>
            </a:prstGeom>
            <a:gradFill>
              <a:gsLst>
                <a:gs pos="0">
                  <a:srgbClr val="858586">
                    <a:alpha val="32968"/>
                  </a:srgbClr>
                </a:gs>
                <a:gs pos="14286">
                  <a:srgbClr val="858586">
                    <a:alpha val="30764"/>
                  </a:srgbClr>
                </a:gs>
                <a:gs pos="28571">
                  <a:srgbClr val="858586">
                    <a:alpha val="24833"/>
                  </a:srgbClr>
                </a:gs>
                <a:gs pos="42857">
                  <a:srgbClr val="858586">
                    <a:alpha val="17075"/>
                  </a:srgbClr>
                </a:gs>
                <a:gs pos="57143">
                  <a:srgbClr val="858586">
                    <a:alpha val="9855"/>
                  </a:srgbClr>
                </a:gs>
                <a:gs pos="71429">
                  <a:srgbClr val="858586">
                    <a:alpha val="4740"/>
                  </a:srgbClr>
                </a:gs>
                <a:gs pos="85714">
                  <a:srgbClr val="858586">
                    <a:alpha val="1902"/>
                  </a:srgbClr>
                </a:gs>
                <a:gs pos="100000">
                  <a:srgbClr val="85858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7" name="Splat 407"/>
            <p:cNvSpPr>
              <a:spLocks noGrp="1"/>
            </p:cNvSpPr>
            <p:nvPr/>
          </p:nvSpPr>
          <p:spPr>
            <a:xfrm rot="7953039">
              <a:off x="390111" y="1235973"/>
              <a:ext cx="269927" cy="9797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8" name="Splat 408"/>
            <p:cNvSpPr>
              <a:spLocks noGrp="1"/>
            </p:cNvSpPr>
            <p:nvPr/>
          </p:nvSpPr>
          <p:spPr>
            <a:xfrm rot="3475619">
              <a:off x="3339587" y="2441940"/>
              <a:ext cx="398969" cy="14737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9" name="Splat 409"/>
            <p:cNvSpPr>
              <a:spLocks noGrp="1"/>
            </p:cNvSpPr>
            <p:nvPr/>
          </p:nvSpPr>
          <p:spPr>
            <a:xfrm rot="-9258944">
              <a:off x="2286358" y="1180707"/>
              <a:ext cx="314486" cy="13304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0" name="Splat 410"/>
            <p:cNvSpPr>
              <a:spLocks noGrp="1"/>
            </p:cNvSpPr>
            <p:nvPr/>
          </p:nvSpPr>
          <p:spPr>
            <a:xfrm rot="3017140">
              <a:off x="2390372" y="275588"/>
              <a:ext cx="740961" cy="182782"/>
            </a:xfrm>
            <a:prstGeom prst="ellipse">
              <a:avLst/>
            </a:prstGeom>
            <a:gradFill>
              <a:gsLst>
                <a:gs pos="0">
                  <a:srgbClr val="000004">
                    <a:alpha val="5116"/>
                  </a:srgbClr>
                </a:gs>
                <a:gs pos="14286">
                  <a:srgbClr val="000004">
                    <a:alpha val="4712"/>
                  </a:srgbClr>
                </a:gs>
                <a:gs pos="28571">
                  <a:srgbClr val="000004">
                    <a:alpha val="3679"/>
                  </a:srgbClr>
                </a:gs>
                <a:gs pos="42857">
                  <a:srgbClr val="000004">
                    <a:alpha val="2428"/>
                  </a:srgbClr>
                </a:gs>
                <a:gs pos="57143">
                  <a:srgbClr val="000004">
                    <a:alpha val="1353"/>
                  </a:srgbClr>
                </a:gs>
                <a:gs pos="71429">
                  <a:srgbClr val="000004">
                    <a:alpha val="636"/>
                  </a:srgbClr>
                </a:gs>
                <a:gs pos="85714">
                  <a:srgbClr val="000004">
                    <a:alpha val="252"/>
                  </a:srgbClr>
                </a:gs>
                <a:gs pos="100000">
                  <a:srgbClr val="000004">
                    <a:alpha val="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1" name="Splat 411"/>
            <p:cNvSpPr>
              <a:spLocks noGrp="1"/>
            </p:cNvSpPr>
            <p:nvPr/>
          </p:nvSpPr>
          <p:spPr>
            <a:xfrm rot="8826647">
              <a:off x="1210275" y="1082813"/>
              <a:ext cx="289164" cy="6429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2" name="Splat 412"/>
            <p:cNvSpPr>
              <a:spLocks noGrp="1"/>
            </p:cNvSpPr>
            <p:nvPr/>
          </p:nvSpPr>
          <p:spPr>
            <a:xfrm rot="-9727204">
              <a:off x="1492534" y="853020"/>
              <a:ext cx="515872" cy="433064"/>
            </a:xfrm>
            <a:prstGeom prst="ellipse">
              <a:avLst/>
            </a:prstGeom>
            <a:gradFill>
              <a:gsLst>
                <a:gs pos="0">
                  <a:srgbClr val="000002">
                    <a:alpha val="8345"/>
                  </a:srgbClr>
                </a:gs>
                <a:gs pos="14286">
                  <a:srgbClr val="000002">
                    <a:alpha val="7697"/>
                  </a:srgbClr>
                </a:gs>
                <a:gs pos="28571">
                  <a:srgbClr val="000002">
                    <a:alpha val="6029"/>
                  </a:srgbClr>
                </a:gs>
                <a:gs pos="42857">
                  <a:srgbClr val="000002">
                    <a:alpha val="3997"/>
                  </a:srgbClr>
                </a:gs>
                <a:gs pos="57143">
                  <a:srgbClr val="000002">
                    <a:alpha val="2235"/>
                  </a:srgbClr>
                </a:gs>
                <a:gs pos="71429">
                  <a:srgbClr val="000002">
                    <a:alpha val="1052"/>
                  </a:srgbClr>
                </a:gs>
                <a:gs pos="85714">
                  <a:srgbClr val="000002">
                    <a:alpha val="417"/>
                  </a:srgbClr>
                </a:gs>
                <a:gs pos="100000">
                  <a:srgbClr val="000002">
                    <a:alpha val="1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3" name="Splat 413"/>
            <p:cNvSpPr>
              <a:spLocks noGrp="1"/>
            </p:cNvSpPr>
            <p:nvPr/>
          </p:nvSpPr>
          <p:spPr>
            <a:xfrm rot="5734123">
              <a:off x="2014537" y="2479203"/>
              <a:ext cx="176290" cy="3717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4" name="Splat 414"/>
            <p:cNvSpPr>
              <a:spLocks noGrp="1"/>
            </p:cNvSpPr>
            <p:nvPr/>
          </p:nvSpPr>
          <p:spPr>
            <a:xfrm rot="9577314">
              <a:off x="-16376" y="2377594"/>
              <a:ext cx="486064" cy="475747"/>
            </a:xfrm>
            <a:prstGeom prst="ellipse">
              <a:avLst/>
            </a:prstGeom>
            <a:gradFill>
              <a:gsLst>
                <a:gs pos="0">
                  <a:srgbClr val="626361">
                    <a:alpha val="6324"/>
                  </a:srgbClr>
                </a:gs>
                <a:gs pos="14286">
                  <a:srgbClr val="626361">
                    <a:alpha val="5828"/>
                  </a:srgbClr>
                </a:gs>
                <a:gs pos="28571">
                  <a:srgbClr val="626361">
                    <a:alpha val="4555"/>
                  </a:srgbClr>
                </a:gs>
                <a:gs pos="42857">
                  <a:srgbClr val="626361">
                    <a:alpha val="3012"/>
                  </a:srgbClr>
                </a:gs>
                <a:gs pos="57143">
                  <a:srgbClr val="626361">
                    <a:alpha val="1680"/>
                  </a:srgbClr>
                </a:gs>
                <a:gs pos="71429">
                  <a:srgbClr val="626361">
                    <a:alpha val="790"/>
                  </a:srgbClr>
                </a:gs>
                <a:gs pos="85714">
                  <a:srgbClr val="626361">
                    <a:alpha val="313"/>
                  </a:srgbClr>
                </a:gs>
                <a:gs pos="100000">
                  <a:srgbClr val="626361">
                    <a:alpha val="1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5" name="Splat 415"/>
            <p:cNvSpPr>
              <a:spLocks noGrp="1"/>
            </p:cNvSpPr>
            <p:nvPr/>
          </p:nvSpPr>
          <p:spPr>
            <a:xfrm rot="-8351726">
              <a:off x="2617917" y="454393"/>
              <a:ext cx="706564" cy="2581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6" name="Splat 416"/>
            <p:cNvSpPr>
              <a:spLocks noGrp="1"/>
            </p:cNvSpPr>
            <p:nvPr/>
          </p:nvSpPr>
          <p:spPr>
            <a:xfrm rot="3982679">
              <a:off x="2839019" y="2539614"/>
              <a:ext cx="729785" cy="128063"/>
            </a:xfrm>
            <a:prstGeom prst="ellipse">
              <a:avLst/>
            </a:prstGeom>
            <a:gradFill>
              <a:gsLst>
                <a:gs pos="0">
                  <a:srgbClr val="212728">
                    <a:alpha val="32968"/>
                  </a:srgbClr>
                </a:gs>
                <a:gs pos="14286">
                  <a:srgbClr val="212728">
                    <a:alpha val="30764"/>
                  </a:srgbClr>
                </a:gs>
                <a:gs pos="28571">
                  <a:srgbClr val="212728">
                    <a:alpha val="24833"/>
                  </a:srgbClr>
                </a:gs>
                <a:gs pos="42857">
                  <a:srgbClr val="212728">
                    <a:alpha val="17075"/>
                  </a:srgbClr>
                </a:gs>
                <a:gs pos="57143">
                  <a:srgbClr val="212728">
                    <a:alpha val="9855"/>
                  </a:srgbClr>
                </a:gs>
                <a:gs pos="71429">
                  <a:srgbClr val="212728">
                    <a:alpha val="4740"/>
                  </a:srgbClr>
                </a:gs>
                <a:gs pos="85714">
                  <a:srgbClr val="212728">
                    <a:alpha val="1902"/>
                  </a:srgbClr>
                </a:gs>
                <a:gs pos="100000">
                  <a:srgbClr val="21272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7" name="Splat 417"/>
            <p:cNvSpPr>
              <a:spLocks noGrp="1"/>
            </p:cNvSpPr>
            <p:nvPr/>
          </p:nvSpPr>
          <p:spPr>
            <a:xfrm rot="-9100591">
              <a:off x="2395705" y="306632"/>
              <a:ext cx="643418" cy="134564"/>
            </a:xfrm>
            <a:prstGeom prst="ellipse">
              <a:avLst/>
            </a:prstGeom>
            <a:gradFill>
              <a:gsLst>
                <a:gs pos="0">
                  <a:srgbClr val="5C5A5C">
                    <a:alpha val="17474"/>
                  </a:srgbClr>
                </a:gs>
                <a:gs pos="14286">
                  <a:srgbClr val="5C5A5C">
                    <a:alpha val="16182"/>
                  </a:srgbClr>
                </a:gs>
                <a:gs pos="28571">
                  <a:srgbClr val="5C5A5C">
                    <a:alpha val="12808"/>
                  </a:srgbClr>
                </a:gs>
                <a:gs pos="42857">
                  <a:srgbClr val="5C5A5C">
                    <a:alpha val="8598"/>
                  </a:srgbClr>
                </a:gs>
                <a:gs pos="57143">
                  <a:srgbClr val="5C5A5C">
                    <a:alpha val="4859"/>
                  </a:srgbClr>
                </a:gs>
                <a:gs pos="71429">
                  <a:srgbClr val="5C5A5C">
                    <a:alpha val="2305"/>
                  </a:srgbClr>
                </a:gs>
                <a:gs pos="85714">
                  <a:srgbClr val="5C5A5C">
                    <a:alpha val="918"/>
                  </a:srgbClr>
                </a:gs>
                <a:gs pos="100000">
                  <a:srgbClr val="5C5A5C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8" name="Splat 418"/>
            <p:cNvSpPr>
              <a:spLocks noGrp="1"/>
            </p:cNvSpPr>
            <p:nvPr/>
          </p:nvSpPr>
          <p:spPr>
            <a:xfrm rot="-10103101">
              <a:off x="1896141" y="996434"/>
              <a:ext cx="234187" cy="6212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9" name="Splat 419"/>
            <p:cNvSpPr>
              <a:spLocks noGrp="1"/>
            </p:cNvSpPr>
            <p:nvPr/>
          </p:nvSpPr>
          <p:spPr>
            <a:xfrm rot="-8950983">
              <a:off x="3008587" y="1296741"/>
              <a:ext cx="210294" cy="4977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0" name="Splat 420"/>
            <p:cNvSpPr>
              <a:spLocks noGrp="1"/>
            </p:cNvSpPr>
            <p:nvPr/>
          </p:nvSpPr>
          <p:spPr>
            <a:xfrm rot="9445762">
              <a:off x="927648" y="2333291"/>
              <a:ext cx="181362" cy="4788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1" name="Splat 421"/>
            <p:cNvSpPr>
              <a:spLocks noGrp="1"/>
            </p:cNvSpPr>
            <p:nvPr/>
          </p:nvSpPr>
          <p:spPr>
            <a:xfrm rot="3399245">
              <a:off x="840477" y="1064154"/>
              <a:ext cx="573758" cy="38619"/>
            </a:xfrm>
            <a:prstGeom prst="ellipse">
              <a:avLst/>
            </a:prstGeom>
            <a:gradFill>
              <a:gsLst>
                <a:gs pos="0">
                  <a:srgbClr val="060A02">
                    <a:alpha val="32968"/>
                  </a:srgbClr>
                </a:gs>
                <a:gs pos="14286">
                  <a:srgbClr val="060A02">
                    <a:alpha val="30764"/>
                  </a:srgbClr>
                </a:gs>
                <a:gs pos="28571">
                  <a:srgbClr val="060A02">
                    <a:alpha val="24833"/>
                  </a:srgbClr>
                </a:gs>
                <a:gs pos="42857">
                  <a:srgbClr val="060A02">
                    <a:alpha val="17075"/>
                  </a:srgbClr>
                </a:gs>
                <a:gs pos="57143">
                  <a:srgbClr val="060A02">
                    <a:alpha val="9855"/>
                  </a:srgbClr>
                </a:gs>
                <a:gs pos="71429">
                  <a:srgbClr val="060A02">
                    <a:alpha val="4740"/>
                  </a:srgbClr>
                </a:gs>
                <a:gs pos="85714">
                  <a:srgbClr val="060A02">
                    <a:alpha val="1902"/>
                  </a:srgbClr>
                </a:gs>
                <a:gs pos="100000">
                  <a:srgbClr val="060A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2" name="Splat 422"/>
            <p:cNvSpPr>
              <a:spLocks noGrp="1"/>
            </p:cNvSpPr>
            <p:nvPr/>
          </p:nvSpPr>
          <p:spPr>
            <a:xfrm rot="8139641">
              <a:off x="3042589" y="114975"/>
              <a:ext cx="533670" cy="455712"/>
            </a:xfrm>
            <a:prstGeom prst="ellipse">
              <a:avLst/>
            </a:prstGeom>
            <a:gradFill>
              <a:gsLst>
                <a:gs pos="0">
                  <a:srgbClr val="0F0103">
                    <a:alpha val="24687"/>
                  </a:srgbClr>
                </a:gs>
                <a:gs pos="14286">
                  <a:srgbClr val="0F0103">
                    <a:alpha val="22940"/>
                  </a:srgbClr>
                </a:gs>
                <a:gs pos="28571">
                  <a:srgbClr val="0F0103">
                    <a:alpha val="18318"/>
                  </a:srgbClr>
                </a:gs>
                <a:gs pos="42857">
                  <a:srgbClr val="0F0103">
                    <a:alpha val="12429"/>
                  </a:srgbClr>
                </a:gs>
                <a:gs pos="57143">
                  <a:srgbClr val="0F0103">
                    <a:alpha val="7090"/>
                  </a:srgbClr>
                </a:gs>
                <a:gs pos="71429">
                  <a:srgbClr val="0F0103">
                    <a:alpha val="3384"/>
                  </a:srgbClr>
                </a:gs>
                <a:gs pos="85714">
                  <a:srgbClr val="0F0103">
                    <a:alpha val="1352"/>
                  </a:srgbClr>
                </a:gs>
                <a:gs pos="100000">
                  <a:srgbClr val="0F0103">
                    <a:alpha val="4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3" name="Splat 423"/>
            <p:cNvSpPr>
              <a:spLocks noGrp="1"/>
            </p:cNvSpPr>
            <p:nvPr/>
          </p:nvSpPr>
          <p:spPr>
            <a:xfrm rot="9933884">
              <a:off x="3151805" y="1330861"/>
              <a:ext cx="167483" cy="4265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4" name="Splat 424"/>
            <p:cNvSpPr>
              <a:spLocks noGrp="1"/>
            </p:cNvSpPr>
            <p:nvPr/>
          </p:nvSpPr>
          <p:spPr>
            <a:xfrm rot="9699263">
              <a:off x="3123686" y="2369444"/>
              <a:ext cx="471037" cy="16482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5" name="Splat 425"/>
            <p:cNvSpPr>
              <a:spLocks noGrp="1"/>
            </p:cNvSpPr>
            <p:nvPr/>
          </p:nvSpPr>
          <p:spPr>
            <a:xfrm rot="5753462">
              <a:off x="2855218" y="321323"/>
              <a:ext cx="483505" cy="7458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6" name="Splat 426"/>
            <p:cNvSpPr>
              <a:spLocks noGrp="1"/>
            </p:cNvSpPr>
            <p:nvPr/>
          </p:nvSpPr>
          <p:spPr>
            <a:xfrm rot="7486726">
              <a:off x="2726394" y="990452"/>
              <a:ext cx="662430" cy="12081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7" name="Splat 427"/>
            <p:cNvSpPr>
              <a:spLocks noGrp="1"/>
            </p:cNvSpPr>
            <p:nvPr/>
          </p:nvSpPr>
          <p:spPr>
            <a:xfrm rot="8896117">
              <a:off x="1851676" y="445894"/>
              <a:ext cx="359714" cy="253881"/>
            </a:xfrm>
            <a:prstGeom prst="ellipse">
              <a:avLst/>
            </a:prstGeom>
            <a:gradFill>
              <a:gsLst>
                <a:gs pos="0">
                  <a:srgbClr val="C4C4C5">
                    <a:alpha val="21140"/>
                  </a:srgbClr>
                </a:gs>
                <a:gs pos="14286">
                  <a:srgbClr val="C4C4C5">
                    <a:alpha val="19611"/>
                  </a:srgbClr>
                </a:gs>
                <a:gs pos="28571">
                  <a:srgbClr val="C4C4C5">
                    <a:alpha val="15590"/>
                  </a:srgbClr>
                </a:gs>
                <a:gs pos="42857">
                  <a:srgbClr val="C4C4C5">
                    <a:alpha val="10522"/>
                  </a:srgbClr>
                </a:gs>
                <a:gs pos="57143">
                  <a:srgbClr val="C4C4C5">
                    <a:alpha val="5974"/>
                  </a:srgbClr>
                </a:gs>
                <a:gs pos="71429">
                  <a:srgbClr val="C4C4C5">
                    <a:alpha val="2842"/>
                  </a:srgbClr>
                </a:gs>
                <a:gs pos="85714">
                  <a:srgbClr val="C4C4C5">
                    <a:alpha val="1134"/>
                  </a:srgbClr>
                </a:gs>
                <a:gs pos="100000">
                  <a:srgbClr val="C4C4C5">
                    <a:alpha val="3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8" name="Splat 428"/>
            <p:cNvSpPr>
              <a:spLocks noGrp="1"/>
            </p:cNvSpPr>
            <p:nvPr/>
          </p:nvSpPr>
          <p:spPr>
            <a:xfrm rot="5204955">
              <a:off x="-136781" y="2283745"/>
              <a:ext cx="530604" cy="482581"/>
            </a:xfrm>
            <a:prstGeom prst="ellipse">
              <a:avLst/>
            </a:prstGeom>
            <a:gradFill>
              <a:gsLst>
                <a:gs pos="0">
                  <a:srgbClr val="030204">
                    <a:alpha val="4121"/>
                  </a:srgbClr>
                </a:gs>
                <a:gs pos="14286">
                  <a:srgbClr val="030204">
                    <a:alpha val="3795"/>
                  </a:srgbClr>
                </a:gs>
                <a:gs pos="28571">
                  <a:srgbClr val="030204">
                    <a:alpha val="2959"/>
                  </a:srgbClr>
                </a:gs>
                <a:gs pos="42857">
                  <a:srgbClr val="030204">
                    <a:alpha val="1951"/>
                  </a:srgbClr>
                </a:gs>
                <a:gs pos="57143">
                  <a:srgbClr val="030204">
                    <a:alpha val="1086"/>
                  </a:srgbClr>
                </a:gs>
                <a:gs pos="71429">
                  <a:srgbClr val="030204">
                    <a:alpha val="510"/>
                  </a:srgbClr>
                </a:gs>
                <a:gs pos="85714">
                  <a:srgbClr val="030204">
                    <a:alpha val="202"/>
                  </a:srgbClr>
                </a:gs>
                <a:gs pos="100000">
                  <a:srgbClr val="030204">
                    <a:alpha val="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9" name="Splat 429"/>
            <p:cNvSpPr>
              <a:spLocks noGrp="1"/>
            </p:cNvSpPr>
            <p:nvPr/>
          </p:nvSpPr>
          <p:spPr>
            <a:xfrm rot="3423353">
              <a:off x="1227027" y="1855887"/>
              <a:ext cx="369505" cy="196129"/>
            </a:xfrm>
            <a:prstGeom prst="ellipse">
              <a:avLst/>
            </a:prstGeom>
            <a:gradFill>
              <a:gsLst>
                <a:gs pos="0">
                  <a:srgbClr val="F1F0F1">
                    <a:alpha val="25035"/>
                  </a:srgbClr>
                </a:gs>
                <a:gs pos="14286">
                  <a:srgbClr val="F1F0F1">
                    <a:alpha val="23267"/>
                  </a:srgbClr>
                </a:gs>
                <a:gs pos="28571">
                  <a:srgbClr val="F1F0F1">
                    <a:alpha val="18587"/>
                  </a:srgbClr>
                </a:gs>
                <a:gs pos="42857">
                  <a:srgbClr val="F1F0F1">
                    <a:alpha val="12618"/>
                  </a:srgbClr>
                </a:gs>
                <a:gs pos="57143">
                  <a:srgbClr val="F1F0F1">
                    <a:alpha val="7201"/>
                  </a:srgbClr>
                </a:gs>
                <a:gs pos="71429">
                  <a:srgbClr val="F1F0F1">
                    <a:alpha val="3438"/>
                  </a:srgbClr>
                </a:gs>
                <a:gs pos="85714">
                  <a:srgbClr val="F1F0F1">
                    <a:alpha val="1374"/>
                  </a:srgbClr>
                </a:gs>
                <a:gs pos="100000">
                  <a:srgbClr val="F1F0F1">
                    <a:alpha val="4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0" name="Splat 430"/>
            <p:cNvSpPr>
              <a:spLocks noGrp="1"/>
            </p:cNvSpPr>
            <p:nvPr/>
          </p:nvSpPr>
          <p:spPr>
            <a:xfrm rot="7126338">
              <a:off x="2607592" y="1818642"/>
              <a:ext cx="249542" cy="133270"/>
            </a:xfrm>
            <a:prstGeom prst="ellipse">
              <a:avLst/>
            </a:prstGeom>
            <a:gradFill>
              <a:gsLst>
                <a:gs pos="0">
                  <a:srgbClr val="FDFDFE">
                    <a:alpha val="24107"/>
                  </a:srgbClr>
                </a:gs>
                <a:gs pos="14286">
                  <a:srgbClr val="FDFDFE">
                    <a:alpha val="22395"/>
                  </a:srgbClr>
                </a:gs>
                <a:gs pos="28571">
                  <a:srgbClr val="FDFDFE">
                    <a:alpha val="17869"/>
                  </a:srgbClr>
                </a:gs>
                <a:gs pos="42857">
                  <a:srgbClr val="FDFDFE">
                    <a:alpha val="12113"/>
                  </a:srgbClr>
                </a:gs>
                <a:gs pos="57143">
                  <a:srgbClr val="FDFDFE">
                    <a:alpha val="6905"/>
                  </a:srgbClr>
                </a:gs>
                <a:gs pos="71429">
                  <a:srgbClr val="FDFDFE">
                    <a:alpha val="3294"/>
                  </a:srgbClr>
                </a:gs>
                <a:gs pos="85714">
                  <a:srgbClr val="FDFDFE">
                    <a:alpha val="1316"/>
                  </a:srgbClr>
                </a:gs>
                <a:gs pos="100000">
                  <a:srgbClr val="FDFDFE">
                    <a:alpha val="4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1" name="Splat 431"/>
            <p:cNvSpPr>
              <a:spLocks noGrp="1"/>
            </p:cNvSpPr>
            <p:nvPr/>
          </p:nvSpPr>
          <p:spPr>
            <a:xfrm rot="6380416">
              <a:off x="976293" y="442349"/>
              <a:ext cx="534905" cy="3988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2" name="Splat 432"/>
            <p:cNvSpPr>
              <a:spLocks noGrp="1"/>
            </p:cNvSpPr>
            <p:nvPr/>
          </p:nvSpPr>
          <p:spPr>
            <a:xfrm rot="5644009">
              <a:off x="1998465" y="85710"/>
              <a:ext cx="516201" cy="507798"/>
            </a:xfrm>
            <a:prstGeom prst="ellipse">
              <a:avLst/>
            </a:prstGeom>
            <a:gradFill>
              <a:gsLst>
                <a:gs pos="0">
                  <a:srgbClr val="383A3B">
                    <a:alpha val="2415"/>
                  </a:srgbClr>
                </a:gs>
                <a:gs pos="14286">
                  <a:srgbClr val="383A3B">
                    <a:alpha val="2221"/>
                  </a:srgbClr>
                </a:gs>
                <a:gs pos="28571">
                  <a:srgbClr val="383A3B">
                    <a:alpha val="1729"/>
                  </a:srgbClr>
                </a:gs>
                <a:gs pos="42857">
                  <a:srgbClr val="383A3B">
                    <a:alpha val="1138"/>
                  </a:srgbClr>
                </a:gs>
                <a:gs pos="57143">
                  <a:srgbClr val="383A3B">
                    <a:alpha val="632"/>
                  </a:srgbClr>
                </a:gs>
                <a:gs pos="71429">
                  <a:srgbClr val="383A3B">
                    <a:alpha val="296"/>
                  </a:srgbClr>
                </a:gs>
                <a:gs pos="85714">
                  <a:srgbClr val="383A3B">
                    <a:alpha val="117"/>
                  </a:srgbClr>
                </a:gs>
                <a:gs pos="100000">
                  <a:srgbClr val="383A3B">
                    <a:alpha val="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3" name="Splat 433"/>
            <p:cNvSpPr>
              <a:spLocks noGrp="1"/>
            </p:cNvSpPr>
            <p:nvPr/>
          </p:nvSpPr>
          <p:spPr>
            <a:xfrm rot="8007520">
              <a:off x="1768030" y="1270330"/>
              <a:ext cx="647043" cy="98055"/>
            </a:xfrm>
            <a:prstGeom prst="ellipse">
              <a:avLst/>
            </a:prstGeom>
            <a:gradFill>
              <a:gsLst>
                <a:gs pos="0">
                  <a:srgbClr val="000300">
                    <a:alpha val="32117"/>
                  </a:srgbClr>
                </a:gs>
                <a:gs pos="14286">
                  <a:srgbClr val="000300">
                    <a:alpha val="29956"/>
                  </a:srgbClr>
                </a:gs>
                <a:gs pos="28571">
                  <a:srgbClr val="000300">
                    <a:alpha val="24153"/>
                  </a:srgbClr>
                </a:gs>
                <a:gs pos="42857">
                  <a:srgbClr val="000300">
                    <a:alpha val="16584"/>
                  </a:srgbClr>
                </a:gs>
                <a:gs pos="57143">
                  <a:srgbClr val="000300">
                    <a:alpha val="9559"/>
                  </a:srgbClr>
                </a:gs>
                <a:gs pos="71429">
                  <a:srgbClr val="000300">
                    <a:alpha val="4594"/>
                  </a:srgbClr>
                </a:gs>
                <a:gs pos="85714">
                  <a:srgbClr val="000300">
                    <a:alpha val="1843"/>
                  </a:srgbClr>
                </a:gs>
                <a:gs pos="100000">
                  <a:srgbClr val="000300">
                    <a:alpha val="6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4" name="Splat 434"/>
            <p:cNvSpPr>
              <a:spLocks noGrp="1"/>
            </p:cNvSpPr>
            <p:nvPr/>
          </p:nvSpPr>
          <p:spPr>
            <a:xfrm rot="-9081141">
              <a:off x="2501428" y="1906961"/>
              <a:ext cx="387539" cy="82858"/>
            </a:xfrm>
            <a:prstGeom prst="ellipse">
              <a:avLst/>
            </a:prstGeom>
            <a:gradFill>
              <a:gsLst>
                <a:gs pos="0">
                  <a:srgbClr val="DCDCDC">
                    <a:alpha val="32968"/>
                  </a:srgbClr>
                </a:gs>
                <a:gs pos="14286">
                  <a:srgbClr val="DCDCDC">
                    <a:alpha val="30764"/>
                  </a:srgbClr>
                </a:gs>
                <a:gs pos="28571">
                  <a:srgbClr val="DCDCDC">
                    <a:alpha val="24833"/>
                  </a:srgbClr>
                </a:gs>
                <a:gs pos="42857">
                  <a:srgbClr val="DCDCDC">
                    <a:alpha val="17075"/>
                  </a:srgbClr>
                </a:gs>
                <a:gs pos="57143">
                  <a:srgbClr val="DCDCDC">
                    <a:alpha val="9855"/>
                  </a:srgbClr>
                </a:gs>
                <a:gs pos="71429">
                  <a:srgbClr val="DCDCDC">
                    <a:alpha val="4740"/>
                  </a:srgbClr>
                </a:gs>
                <a:gs pos="85714">
                  <a:srgbClr val="DCDCDC">
                    <a:alpha val="1902"/>
                  </a:srgbClr>
                </a:gs>
                <a:gs pos="100000">
                  <a:srgbClr val="DCDCD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5" name="Splat 435"/>
            <p:cNvSpPr>
              <a:spLocks noGrp="1"/>
            </p:cNvSpPr>
            <p:nvPr/>
          </p:nvSpPr>
          <p:spPr>
            <a:xfrm rot="7237207">
              <a:off x="1917880" y="1895463"/>
              <a:ext cx="647792" cy="15128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6" name="Splat 436"/>
            <p:cNvSpPr>
              <a:spLocks noGrp="1"/>
            </p:cNvSpPr>
            <p:nvPr/>
          </p:nvSpPr>
          <p:spPr>
            <a:xfrm rot="3446457">
              <a:off x="2486025" y="556544"/>
              <a:ext cx="163109" cy="131996"/>
            </a:xfrm>
            <a:prstGeom prst="ellipse">
              <a:avLst/>
            </a:prstGeom>
            <a:gradFill>
              <a:gsLst>
                <a:gs pos="0">
                  <a:srgbClr val="FBFBFB">
                    <a:alpha val="28226"/>
                  </a:srgbClr>
                </a:gs>
                <a:gs pos="14286">
                  <a:srgbClr val="FBFBFB">
                    <a:alpha val="26275"/>
                  </a:srgbClr>
                </a:gs>
                <a:gs pos="28571">
                  <a:srgbClr val="FBFBFB">
                    <a:alpha val="21076"/>
                  </a:srgbClr>
                </a:gs>
                <a:gs pos="42857">
                  <a:srgbClr val="FBFBFB">
                    <a:alpha val="14379"/>
                  </a:srgbClr>
                </a:gs>
                <a:gs pos="57143">
                  <a:srgbClr val="FBFBFB">
                    <a:alpha val="8243"/>
                  </a:srgbClr>
                </a:gs>
                <a:gs pos="71429">
                  <a:srgbClr val="FBFBFB">
                    <a:alpha val="3947"/>
                  </a:srgbClr>
                </a:gs>
                <a:gs pos="85714">
                  <a:srgbClr val="FBFBFB">
                    <a:alpha val="1580"/>
                  </a:srgbClr>
                </a:gs>
                <a:gs pos="100000">
                  <a:srgbClr val="FBFBFB">
                    <a:alpha val="5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7" name="Splat 437"/>
            <p:cNvSpPr>
              <a:spLocks noGrp="1"/>
            </p:cNvSpPr>
            <p:nvPr/>
          </p:nvSpPr>
          <p:spPr>
            <a:xfrm rot="10080639">
              <a:off x="2492131" y="535716"/>
              <a:ext cx="510718" cy="333138"/>
            </a:xfrm>
            <a:prstGeom prst="ellipse">
              <a:avLst/>
            </a:prstGeom>
            <a:gradFill>
              <a:gsLst>
                <a:gs pos="0">
                  <a:srgbClr val="000000">
                    <a:alpha val="14086"/>
                  </a:srgbClr>
                </a:gs>
                <a:gs pos="14286">
                  <a:srgbClr val="000000">
                    <a:alpha val="13025"/>
                  </a:srgbClr>
                </a:gs>
                <a:gs pos="28571">
                  <a:srgbClr val="000000">
                    <a:alpha val="10269"/>
                  </a:srgbClr>
                </a:gs>
                <a:gs pos="42857">
                  <a:srgbClr val="000000">
                    <a:alpha val="6860"/>
                  </a:srgbClr>
                </a:gs>
                <a:gs pos="57143">
                  <a:srgbClr val="000000">
                    <a:alpha val="3861"/>
                  </a:srgbClr>
                </a:gs>
                <a:gs pos="71429">
                  <a:srgbClr val="000000">
                    <a:alpha val="1826"/>
                  </a:srgbClr>
                </a:gs>
                <a:gs pos="85714">
                  <a:srgbClr val="000000">
                    <a:alpha val="726"/>
                  </a:srgbClr>
                </a:gs>
                <a:gs pos="100000">
                  <a:srgbClr val="000000">
                    <a:alpha val="2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8" name="Splat 438"/>
            <p:cNvSpPr>
              <a:spLocks noGrp="1"/>
            </p:cNvSpPr>
            <p:nvPr/>
          </p:nvSpPr>
          <p:spPr>
            <a:xfrm rot="10360546">
              <a:off x="788852" y="368216"/>
              <a:ext cx="255098" cy="26734"/>
            </a:xfrm>
            <a:prstGeom prst="ellipse">
              <a:avLst/>
            </a:prstGeom>
            <a:gradFill>
              <a:gsLst>
                <a:gs pos="0">
                  <a:srgbClr val="F0EFEF">
                    <a:alpha val="25619"/>
                  </a:srgbClr>
                </a:gs>
                <a:gs pos="14286">
                  <a:srgbClr val="F0EFEF">
                    <a:alpha val="23817"/>
                  </a:srgbClr>
                </a:gs>
                <a:gs pos="28571">
                  <a:srgbClr val="F0EFEF">
                    <a:alpha val="19041"/>
                  </a:srgbClr>
                </a:gs>
                <a:gs pos="42857">
                  <a:srgbClr val="F0EFEF">
                    <a:alpha val="12938"/>
                  </a:srgbClr>
                </a:gs>
                <a:gs pos="57143">
                  <a:srgbClr val="F0EFEF">
                    <a:alpha val="7390"/>
                  </a:srgbClr>
                </a:gs>
                <a:gs pos="71429">
                  <a:srgbClr val="F0EFEF">
                    <a:alpha val="3530"/>
                  </a:srgbClr>
                </a:gs>
                <a:gs pos="85714">
                  <a:srgbClr val="F0EFEF">
                    <a:alpha val="1411"/>
                  </a:srgbClr>
                </a:gs>
                <a:gs pos="100000">
                  <a:srgbClr val="F0EFEF">
                    <a:alpha val="4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9" name="Splat 439"/>
            <p:cNvSpPr>
              <a:spLocks noGrp="1"/>
            </p:cNvSpPr>
            <p:nvPr/>
          </p:nvSpPr>
          <p:spPr>
            <a:xfrm rot="-8328877">
              <a:off x="1765186" y="1897116"/>
              <a:ext cx="268615" cy="132350"/>
            </a:xfrm>
            <a:prstGeom prst="ellipse">
              <a:avLst/>
            </a:prstGeom>
            <a:gradFill>
              <a:gsLst>
                <a:gs pos="0">
                  <a:srgbClr val="FFFFFF">
                    <a:alpha val="22011"/>
                  </a:srgbClr>
                </a:gs>
                <a:gs pos="14286">
                  <a:srgbClr val="FFFFFF">
                    <a:alpha val="20427"/>
                  </a:srgbClr>
                </a:gs>
                <a:gs pos="28571">
                  <a:srgbClr val="FFFFFF">
                    <a:alpha val="16257"/>
                  </a:srgbClr>
                </a:gs>
                <a:gs pos="42857">
                  <a:srgbClr val="FFFFFF">
                    <a:alpha val="10985"/>
                  </a:srgbClr>
                </a:gs>
                <a:gs pos="57143">
                  <a:srgbClr val="FFFFFF">
                    <a:alpha val="6245"/>
                  </a:srgbClr>
                </a:gs>
                <a:gs pos="71429">
                  <a:srgbClr val="FFFFFF">
                    <a:alpha val="2973"/>
                  </a:srgbClr>
                </a:gs>
                <a:gs pos="85714">
                  <a:srgbClr val="FFFFFF">
                    <a:alpha val="1186"/>
                  </a:srgbClr>
                </a:gs>
                <a:gs pos="100000">
                  <a:srgbClr val="FFFFFF">
                    <a:alpha val="3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0" name="Splat 440"/>
            <p:cNvSpPr>
              <a:spLocks noGrp="1"/>
            </p:cNvSpPr>
            <p:nvPr/>
          </p:nvSpPr>
          <p:spPr>
            <a:xfrm rot="4107354">
              <a:off x="2265401" y="1911956"/>
              <a:ext cx="620951" cy="72492"/>
            </a:xfrm>
            <a:prstGeom prst="ellipse">
              <a:avLst/>
            </a:prstGeom>
            <a:gradFill>
              <a:gsLst>
                <a:gs pos="0">
                  <a:srgbClr val="000000">
                    <a:alpha val="32557"/>
                  </a:srgbClr>
                </a:gs>
                <a:gs pos="14286">
                  <a:srgbClr val="000000">
                    <a:alpha val="30374"/>
                  </a:srgbClr>
                </a:gs>
                <a:gs pos="28571">
                  <a:srgbClr val="000000">
                    <a:alpha val="24505"/>
                  </a:srgbClr>
                </a:gs>
                <a:gs pos="42857">
                  <a:srgbClr val="000000">
                    <a:alpha val="16838"/>
                  </a:srgbClr>
                </a:gs>
                <a:gs pos="57143">
                  <a:srgbClr val="000000">
                    <a:alpha val="9712"/>
                  </a:srgbClr>
                </a:gs>
                <a:gs pos="71429">
                  <a:srgbClr val="000000">
                    <a:alpha val="4670"/>
                  </a:srgbClr>
                </a:gs>
                <a:gs pos="85714">
                  <a:srgbClr val="000000">
                    <a:alpha val="1873"/>
                  </a:srgbClr>
                </a:gs>
                <a:gs pos="100000">
                  <a:srgbClr val="000000">
                    <a:alpha val="6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1" name="Splat 441"/>
            <p:cNvSpPr>
              <a:spLocks noGrp="1"/>
            </p:cNvSpPr>
            <p:nvPr/>
          </p:nvSpPr>
          <p:spPr>
            <a:xfrm rot="6485320">
              <a:off x="2654739" y="1889851"/>
              <a:ext cx="253509" cy="8412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2" name="Splat 442"/>
            <p:cNvSpPr>
              <a:spLocks noGrp="1"/>
            </p:cNvSpPr>
            <p:nvPr/>
          </p:nvSpPr>
          <p:spPr>
            <a:xfrm rot="8625407">
              <a:off x="881850" y="1794767"/>
              <a:ext cx="351851" cy="122682"/>
            </a:xfrm>
            <a:prstGeom prst="ellipse">
              <a:avLst/>
            </a:prstGeom>
            <a:gradFill>
              <a:gsLst>
                <a:gs pos="0">
                  <a:srgbClr val="FAF9FA">
                    <a:alpha val="21922"/>
                  </a:srgbClr>
                </a:gs>
                <a:gs pos="14286">
                  <a:srgbClr val="FAF9FA">
                    <a:alpha val="20344"/>
                  </a:srgbClr>
                </a:gs>
                <a:gs pos="28571">
                  <a:srgbClr val="FAF9FA">
                    <a:alpha val="16189"/>
                  </a:srgbClr>
                </a:gs>
                <a:gs pos="42857">
                  <a:srgbClr val="FAF9FA">
                    <a:alpha val="10938"/>
                  </a:srgbClr>
                </a:gs>
                <a:gs pos="57143">
                  <a:srgbClr val="FAF9FA">
                    <a:alpha val="6217"/>
                  </a:srgbClr>
                </a:gs>
                <a:gs pos="71429">
                  <a:srgbClr val="FAF9FA">
                    <a:alpha val="2960"/>
                  </a:srgbClr>
                </a:gs>
                <a:gs pos="85714">
                  <a:srgbClr val="FAF9FA">
                    <a:alpha val="1181"/>
                  </a:srgbClr>
                </a:gs>
                <a:gs pos="100000">
                  <a:srgbClr val="FAF9FA">
                    <a:alpha val="3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3" name="Splat 443"/>
            <p:cNvSpPr>
              <a:spLocks noGrp="1"/>
            </p:cNvSpPr>
            <p:nvPr/>
          </p:nvSpPr>
          <p:spPr>
            <a:xfrm rot="-8399480">
              <a:off x="90960" y="402397"/>
              <a:ext cx="376325" cy="310258"/>
            </a:xfrm>
            <a:prstGeom prst="ellipse">
              <a:avLst/>
            </a:prstGeom>
            <a:gradFill>
              <a:gsLst>
                <a:gs pos="0">
                  <a:srgbClr val="B9B7B7">
                    <a:alpha val="9402"/>
                  </a:srgbClr>
                </a:gs>
                <a:gs pos="14286">
                  <a:srgbClr val="B9B7B7">
                    <a:alpha val="8676"/>
                  </a:srgbClr>
                </a:gs>
                <a:gs pos="28571">
                  <a:srgbClr val="B9B7B7">
                    <a:alpha val="6804"/>
                  </a:srgbClr>
                </a:gs>
                <a:gs pos="42857">
                  <a:srgbClr val="B9B7B7">
                    <a:alpha val="4517"/>
                  </a:srgbClr>
                </a:gs>
                <a:gs pos="57143">
                  <a:srgbClr val="B9B7B7">
                    <a:alpha val="2529"/>
                  </a:srgbClr>
                </a:gs>
                <a:gs pos="71429">
                  <a:srgbClr val="B9B7B7">
                    <a:alpha val="1192"/>
                  </a:srgbClr>
                </a:gs>
                <a:gs pos="85714">
                  <a:srgbClr val="B9B7B7">
                    <a:alpha val="473"/>
                  </a:srgbClr>
                </a:gs>
                <a:gs pos="100000">
                  <a:srgbClr val="B9B7B7">
                    <a:alpha val="1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4" name="Splat 444"/>
            <p:cNvSpPr>
              <a:spLocks noGrp="1"/>
            </p:cNvSpPr>
            <p:nvPr/>
          </p:nvSpPr>
          <p:spPr>
            <a:xfrm rot="4609340">
              <a:off x="2684634" y="1038730"/>
              <a:ext cx="218122" cy="3788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5" name="Splat 445"/>
            <p:cNvSpPr>
              <a:spLocks noGrp="1"/>
            </p:cNvSpPr>
            <p:nvPr/>
          </p:nvSpPr>
          <p:spPr>
            <a:xfrm rot="7560750">
              <a:off x="424125" y="1257529"/>
              <a:ext cx="280120" cy="4048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6" name="Splat 446"/>
            <p:cNvSpPr>
              <a:spLocks noGrp="1"/>
            </p:cNvSpPr>
            <p:nvPr/>
          </p:nvSpPr>
          <p:spPr>
            <a:xfrm rot="6495198">
              <a:off x="-105345" y="2311778"/>
              <a:ext cx="591841" cy="6093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7" name="Splat 447"/>
            <p:cNvSpPr>
              <a:spLocks noGrp="1"/>
            </p:cNvSpPr>
            <p:nvPr/>
          </p:nvSpPr>
          <p:spPr>
            <a:xfrm rot="-9006389">
              <a:off x="1476106" y="1073627"/>
              <a:ext cx="196245" cy="3151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8" name="Splat 448"/>
            <p:cNvSpPr>
              <a:spLocks noGrp="1"/>
            </p:cNvSpPr>
            <p:nvPr/>
          </p:nvSpPr>
          <p:spPr>
            <a:xfrm rot="7509136">
              <a:off x="1895529" y="1179480"/>
              <a:ext cx="274829" cy="157856"/>
            </a:xfrm>
            <a:prstGeom prst="ellipse">
              <a:avLst/>
            </a:prstGeom>
            <a:gradFill>
              <a:gsLst>
                <a:gs pos="0">
                  <a:srgbClr val="FFFFFF">
                    <a:alpha val="31421"/>
                  </a:srgbClr>
                </a:gs>
                <a:gs pos="14286">
                  <a:srgbClr val="FFFFFF">
                    <a:alpha val="29297"/>
                  </a:srgbClr>
                </a:gs>
                <a:gs pos="28571">
                  <a:srgbClr val="FFFFFF">
                    <a:alpha val="23599"/>
                  </a:srgbClr>
                </a:gs>
                <a:gs pos="42857">
                  <a:srgbClr val="FFFFFF">
                    <a:alpha val="16185"/>
                  </a:srgbClr>
                </a:gs>
                <a:gs pos="57143">
                  <a:srgbClr val="FFFFFF">
                    <a:alpha val="9320"/>
                  </a:srgbClr>
                </a:gs>
                <a:gs pos="71429">
                  <a:srgbClr val="FFFFFF">
                    <a:alpha val="4476"/>
                  </a:srgbClr>
                </a:gs>
                <a:gs pos="85714">
                  <a:srgbClr val="FFFFFF">
                    <a:alpha val="1795"/>
                  </a:srgbClr>
                </a:gs>
                <a:gs pos="100000">
                  <a:srgbClr val="FFFFFF">
                    <a:alpha val="6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9" name="Splat 449"/>
            <p:cNvSpPr>
              <a:spLocks noGrp="1"/>
            </p:cNvSpPr>
            <p:nvPr/>
          </p:nvSpPr>
          <p:spPr>
            <a:xfrm rot="4708380">
              <a:off x="138105" y="1851944"/>
              <a:ext cx="247566" cy="67428"/>
            </a:xfrm>
            <a:prstGeom prst="ellipse">
              <a:avLst/>
            </a:prstGeom>
            <a:gradFill>
              <a:gsLst>
                <a:gs pos="0">
                  <a:srgbClr val="FAFAF9">
                    <a:alpha val="32968"/>
                  </a:srgbClr>
                </a:gs>
                <a:gs pos="14286">
                  <a:srgbClr val="FAFAF9">
                    <a:alpha val="30764"/>
                  </a:srgbClr>
                </a:gs>
                <a:gs pos="28571">
                  <a:srgbClr val="FAFAF9">
                    <a:alpha val="24833"/>
                  </a:srgbClr>
                </a:gs>
                <a:gs pos="42857">
                  <a:srgbClr val="FAFAF9">
                    <a:alpha val="17075"/>
                  </a:srgbClr>
                </a:gs>
                <a:gs pos="57143">
                  <a:srgbClr val="FAFAF9">
                    <a:alpha val="9855"/>
                  </a:srgbClr>
                </a:gs>
                <a:gs pos="71429">
                  <a:srgbClr val="FAFAF9">
                    <a:alpha val="4740"/>
                  </a:srgbClr>
                </a:gs>
                <a:gs pos="85714">
                  <a:srgbClr val="FAFAF9">
                    <a:alpha val="1902"/>
                  </a:srgbClr>
                </a:gs>
                <a:gs pos="100000">
                  <a:srgbClr val="FAFAF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0" name="Splat 450"/>
            <p:cNvSpPr>
              <a:spLocks noGrp="1"/>
            </p:cNvSpPr>
            <p:nvPr/>
          </p:nvSpPr>
          <p:spPr>
            <a:xfrm rot="5983381">
              <a:off x="268666" y="2077200"/>
              <a:ext cx="453086" cy="445697"/>
            </a:xfrm>
            <a:prstGeom prst="ellipse">
              <a:avLst/>
            </a:prstGeom>
            <a:gradFill>
              <a:gsLst>
                <a:gs pos="0">
                  <a:srgbClr val="000000">
                    <a:alpha val="10203"/>
                  </a:srgbClr>
                </a:gs>
                <a:gs pos="14286">
                  <a:srgbClr val="000000">
                    <a:alpha val="9418"/>
                  </a:srgbClr>
                </a:gs>
                <a:gs pos="28571">
                  <a:srgbClr val="000000">
                    <a:alpha val="7392"/>
                  </a:srgbClr>
                </a:gs>
                <a:gs pos="42857">
                  <a:srgbClr val="000000">
                    <a:alpha val="4913"/>
                  </a:srgbClr>
                </a:gs>
                <a:gs pos="57143">
                  <a:srgbClr val="000000">
                    <a:alpha val="2753"/>
                  </a:srgbClr>
                </a:gs>
                <a:gs pos="71429">
                  <a:srgbClr val="000000">
                    <a:alpha val="1298"/>
                  </a:srgbClr>
                </a:gs>
                <a:gs pos="85714">
                  <a:srgbClr val="000000">
                    <a:alpha val="515"/>
                  </a:srgbClr>
                </a:gs>
                <a:gs pos="100000">
                  <a:srgbClr val="000000">
                    <a:alpha val="1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1" name="Splat 451"/>
            <p:cNvSpPr>
              <a:spLocks noGrp="1"/>
            </p:cNvSpPr>
            <p:nvPr/>
          </p:nvSpPr>
          <p:spPr>
            <a:xfrm rot="8495970">
              <a:off x="867708" y="2000309"/>
              <a:ext cx="488986" cy="57190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2" name="Splat 452"/>
            <p:cNvSpPr>
              <a:spLocks noGrp="1"/>
            </p:cNvSpPr>
            <p:nvPr/>
          </p:nvSpPr>
          <p:spPr>
            <a:xfrm rot="4350075">
              <a:off x="2080836" y="448813"/>
              <a:ext cx="689597" cy="170525"/>
            </a:xfrm>
            <a:prstGeom prst="ellipse">
              <a:avLst/>
            </a:prstGeom>
            <a:gradFill>
              <a:gsLst>
                <a:gs pos="0">
                  <a:srgbClr val="000500">
                    <a:alpha val="2086"/>
                  </a:srgbClr>
                </a:gs>
                <a:gs pos="14286">
                  <a:srgbClr val="000500">
                    <a:alpha val="1919"/>
                  </a:srgbClr>
                </a:gs>
                <a:gs pos="28571">
                  <a:srgbClr val="000500">
                    <a:alpha val="1493"/>
                  </a:srgbClr>
                </a:gs>
                <a:gs pos="42857">
                  <a:srgbClr val="000500">
                    <a:alpha val="982"/>
                  </a:srgbClr>
                </a:gs>
                <a:gs pos="57143">
                  <a:srgbClr val="000500">
                    <a:alpha val="545"/>
                  </a:srgbClr>
                </a:gs>
                <a:gs pos="71429">
                  <a:srgbClr val="000500">
                    <a:alpha val="256"/>
                  </a:srgbClr>
                </a:gs>
                <a:gs pos="85714">
                  <a:srgbClr val="000500">
                    <a:alpha val="101"/>
                  </a:srgbClr>
                </a:gs>
                <a:gs pos="100000">
                  <a:srgbClr val="000500">
                    <a:alpha val="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3" name="Splat 453"/>
            <p:cNvSpPr>
              <a:spLocks noGrp="1"/>
            </p:cNvSpPr>
            <p:nvPr/>
          </p:nvSpPr>
          <p:spPr>
            <a:xfrm rot="3088241">
              <a:off x="1344723" y="1931214"/>
              <a:ext cx="405836" cy="75886"/>
            </a:xfrm>
            <a:prstGeom prst="ellipse">
              <a:avLst/>
            </a:prstGeom>
            <a:gradFill>
              <a:gsLst>
                <a:gs pos="0">
                  <a:srgbClr val="000800">
                    <a:alpha val="20130"/>
                  </a:srgbClr>
                </a:gs>
                <a:gs pos="14286">
                  <a:srgbClr val="000800">
                    <a:alpha val="18664"/>
                  </a:srgbClr>
                </a:gs>
                <a:gs pos="28571">
                  <a:srgbClr val="000800">
                    <a:alpha val="14820"/>
                  </a:srgbClr>
                </a:gs>
                <a:gs pos="42857">
                  <a:srgbClr val="000800">
                    <a:alpha val="9987"/>
                  </a:srgbClr>
                </a:gs>
                <a:gs pos="57143">
                  <a:srgbClr val="000800">
                    <a:alpha val="5663"/>
                  </a:srgbClr>
                </a:gs>
                <a:gs pos="71429">
                  <a:srgbClr val="000800">
                    <a:alpha val="2692"/>
                  </a:srgbClr>
                </a:gs>
                <a:gs pos="85714">
                  <a:srgbClr val="000800">
                    <a:alpha val="1073"/>
                  </a:srgbClr>
                </a:gs>
                <a:gs pos="100000">
                  <a:srgbClr val="000800">
                    <a:alpha val="3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4" name="Splat 454"/>
            <p:cNvSpPr>
              <a:spLocks noGrp="1"/>
            </p:cNvSpPr>
            <p:nvPr/>
          </p:nvSpPr>
          <p:spPr>
            <a:xfrm rot="8947414">
              <a:off x="928962" y="1284997"/>
              <a:ext cx="277055" cy="5567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5" name="Splat 455"/>
            <p:cNvSpPr>
              <a:spLocks noGrp="1"/>
            </p:cNvSpPr>
            <p:nvPr/>
          </p:nvSpPr>
          <p:spPr>
            <a:xfrm rot="5456477">
              <a:off x="3306461" y="2621973"/>
              <a:ext cx="491030" cy="436962"/>
            </a:xfrm>
            <a:prstGeom prst="ellipse">
              <a:avLst/>
            </a:prstGeom>
            <a:gradFill>
              <a:gsLst>
                <a:gs pos="0">
                  <a:srgbClr val="707070">
                    <a:alpha val="3512"/>
                  </a:srgbClr>
                </a:gs>
                <a:gs pos="14286">
                  <a:srgbClr val="707070">
                    <a:alpha val="3233"/>
                  </a:srgbClr>
                </a:gs>
                <a:gs pos="28571">
                  <a:srgbClr val="707070">
                    <a:alpha val="2519"/>
                  </a:srgbClr>
                </a:gs>
                <a:gs pos="42857">
                  <a:srgbClr val="707070">
                    <a:alpha val="1660"/>
                  </a:srgbClr>
                </a:gs>
                <a:gs pos="57143">
                  <a:srgbClr val="707070">
                    <a:alpha val="923"/>
                  </a:srgbClr>
                </a:gs>
                <a:gs pos="71429">
                  <a:srgbClr val="707070">
                    <a:alpha val="433"/>
                  </a:srgbClr>
                </a:gs>
                <a:gs pos="85714">
                  <a:srgbClr val="707070">
                    <a:alpha val="171"/>
                  </a:srgbClr>
                </a:gs>
                <a:gs pos="100000">
                  <a:srgbClr val="707070">
                    <a:alpha val="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6" name="Splat 456"/>
            <p:cNvSpPr>
              <a:spLocks noGrp="1"/>
            </p:cNvSpPr>
            <p:nvPr/>
          </p:nvSpPr>
          <p:spPr>
            <a:xfrm rot="6640494">
              <a:off x="601623" y="1764920"/>
              <a:ext cx="589558" cy="331773"/>
            </a:xfrm>
            <a:prstGeom prst="ellipse">
              <a:avLst/>
            </a:prstGeom>
            <a:gradFill>
              <a:gsLst>
                <a:gs pos="0">
                  <a:srgbClr val="000000">
                    <a:alpha val="3385"/>
                  </a:srgbClr>
                </a:gs>
                <a:gs pos="14286">
                  <a:srgbClr val="000000">
                    <a:alpha val="3116"/>
                  </a:srgbClr>
                </a:gs>
                <a:gs pos="28571">
                  <a:srgbClr val="000000">
                    <a:alpha val="2428"/>
                  </a:srgbClr>
                </a:gs>
                <a:gs pos="42857">
                  <a:srgbClr val="000000">
                    <a:alpha val="1599"/>
                  </a:srgbClr>
                </a:gs>
                <a:gs pos="57143">
                  <a:srgbClr val="000000">
                    <a:alpha val="889"/>
                  </a:srgbClr>
                </a:gs>
                <a:gs pos="71429">
                  <a:srgbClr val="000000">
                    <a:alpha val="417"/>
                  </a:srgbClr>
                </a:gs>
                <a:gs pos="85714">
                  <a:srgbClr val="000000">
                    <a:alpha val="165"/>
                  </a:srgbClr>
                </a:gs>
                <a:gs pos="100000">
                  <a:srgbClr val="000000">
                    <a:alpha val="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7" name="Splat 457"/>
            <p:cNvSpPr>
              <a:spLocks noGrp="1"/>
            </p:cNvSpPr>
            <p:nvPr/>
          </p:nvSpPr>
          <p:spPr>
            <a:xfrm rot="5119496">
              <a:off x="39465" y="478086"/>
              <a:ext cx="518463" cy="499188"/>
            </a:xfrm>
            <a:prstGeom prst="ellipse">
              <a:avLst/>
            </a:prstGeom>
            <a:gradFill>
              <a:gsLst>
                <a:gs pos="0">
                  <a:srgbClr val="71706F">
                    <a:alpha val="1926"/>
                  </a:srgbClr>
                </a:gs>
                <a:gs pos="14286">
                  <a:srgbClr val="71706F">
                    <a:alpha val="1771"/>
                  </a:srgbClr>
                </a:gs>
                <a:gs pos="28571">
                  <a:srgbClr val="71706F">
                    <a:alpha val="1378"/>
                  </a:srgbClr>
                </a:gs>
                <a:gs pos="42857">
                  <a:srgbClr val="71706F">
                    <a:alpha val="906"/>
                  </a:srgbClr>
                </a:gs>
                <a:gs pos="57143">
                  <a:srgbClr val="71706F">
                    <a:alpha val="503"/>
                  </a:srgbClr>
                </a:gs>
                <a:gs pos="71429">
                  <a:srgbClr val="71706F">
                    <a:alpha val="236"/>
                  </a:srgbClr>
                </a:gs>
                <a:gs pos="85714">
                  <a:srgbClr val="71706F">
                    <a:alpha val="93"/>
                  </a:srgbClr>
                </a:gs>
                <a:gs pos="100000">
                  <a:srgbClr val="71706F">
                    <a:alpha val="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8" name="Splat 458"/>
            <p:cNvSpPr>
              <a:spLocks noGrp="1"/>
            </p:cNvSpPr>
            <p:nvPr/>
          </p:nvSpPr>
          <p:spPr>
            <a:xfrm rot="5529618">
              <a:off x="2391450" y="986229"/>
              <a:ext cx="450671" cy="237438"/>
            </a:xfrm>
            <a:prstGeom prst="ellipse">
              <a:avLst/>
            </a:prstGeom>
            <a:gradFill>
              <a:gsLst>
                <a:gs pos="0">
                  <a:srgbClr val="FDFDFD">
                    <a:alpha val="23669"/>
                  </a:srgbClr>
                </a:gs>
                <a:gs pos="14286">
                  <a:srgbClr val="FDFDFD">
                    <a:alpha val="21983"/>
                  </a:srgbClr>
                </a:gs>
                <a:gs pos="28571">
                  <a:srgbClr val="FDFDFD">
                    <a:alpha val="17531"/>
                  </a:srgbClr>
                </a:gs>
                <a:gs pos="42857">
                  <a:srgbClr val="FDFDFD">
                    <a:alpha val="11876"/>
                  </a:srgbClr>
                </a:gs>
                <a:gs pos="57143">
                  <a:srgbClr val="FDFDFD">
                    <a:alpha val="6766"/>
                  </a:srgbClr>
                </a:gs>
                <a:gs pos="71429">
                  <a:srgbClr val="FDFDFD">
                    <a:alpha val="3226"/>
                  </a:srgbClr>
                </a:gs>
                <a:gs pos="85714">
                  <a:srgbClr val="FDFDFD">
                    <a:alpha val="1288"/>
                  </a:srgbClr>
                </a:gs>
                <a:gs pos="100000">
                  <a:srgbClr val="FDFDFD">
                    <a:alpha val="4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9" name="Splat 459"/>
            <p:cNvSpPr>
              <a:spLocks noGrp="1"/>
            </p:cNvSpPr>
            <p:nvPr/>
          </p:nvSpPr>
          <p:spPr>
            <a:xfrm rot="7824613">
              <a:off x="310857" y="2493615"/>
              <a:ext cx="515882" cy="341699"/>
            </a:xfrm>
            <a:prstGeom prst="ellipse">
              <a:avLst/>
            </a:prstGeom>
            <a:gradFill>
              <a:gsLst>
                <a:gs pos="0">
                  <a:srgbClr val="000000">
                    <a:alpha val="29467"/>
                  </a:srgbClr>
                </a:gs>
                <a:gs pos="14286">
                  <a:srgbClr val="000000">
                    <a:alpha val="27447"/>
                  </a:srgbClr>
                </a:gs>
                <a:gs pos="28571">
                  <a:srgbClr val="000000">
                    <a:alpha val="22052"/>
                  </a:srgbClr>
                </a:gs>
                <a:gs pos="42857">
                  <a:srgbClr val="000000">
                    <a:alpha val="15075"/>
                  </a:srgbClr>
                </a:gs>
                <a:gs pos="57143">
                  <a:srgbClr val="000000">
                    <a:alpha val="8657"/>
                  </a:srgbClr>
                </a:gs>
                <a:gs pos="71429">
                  <a:srgbClr val="000000">
                    <a:alpha val="4150"/>
                  </a:srgbClr>
                </a:gs>
                <a:gs pos="85714">
                  <a:srgbClr val="000000">
                    <a:alpha val="1662"/>
                  </a:srgbClr>
                </a:gs>
                <a:gs pos="100000">
                  <a:srgbClr val="000000">
                    <a:alpha val="5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0" name="Splat 460"/>
            <p:cNvSpPr>
              <a:spLocks noGrp="1"/>
            </p:cNvSpPr>
            <p:nvPr/>
          </p:nvSpPr>
          <p:spPr>
            <a:xfrm rot="-8532035">
              <a:off x="3203013" y="321593"/>
              <a:ext cx="459358" cy="301094"/>
            </a:xfrm>
            <a:prstGeom prst="ellipse">
              <a:avLst/>
            </a:prstGeom>
            <a:gradFill>
              <a:gsLst>
                <a:gs pos="0">
                  <a:srgbClr val="000504">
                    <a:alpha val="17900"/>
                  </a:srgbClr>
                </a:gs>
                <a:gs pos="14286">
                  <a:srgbClr val="000504">
                    <a:alpha val="16580"/>
                  </a:srgbClr>
                </a:gs>
                <a:gs pos="28571">
                  <a:srgbClr val="000504">
                    <a:alpha val="13129"/>
                  </a:srgbClr>
                </a:gs>
                <a:gs pos="42857">
                  <a:srgbClr val="000504">
                    <a:alpha val="8819"/>
                  </a:srgbClr>
                </a:gs>
                <a:gs pos="57143">
                  <a:srgbClr val="000504">
                    <a:alpha val="4987"/>
                  </a:srgbClr>
                </a:gs>
                <a:gs pos="71429">
                  <a:srgbClr val="000504">
                    <a:alpha val="2366"/>
                  </a:srgbClr>
                </a:gs>
                <a:gs pos="85714">
                  <a:srgbClr val="000504">
                    <a:alpha val="942"/>
                  </a:srgbClr>
                </a:gs>
                <a:gs pos="100000">
                  <a:srgbClr val="000504">
                    <a:alpha val="3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1" name="Splat 461"/>
            <p:cNvSpPr>
              <a:spLocks noGrp="1"/>
            </p:cNvSpPr>
            <p:nvPr/>
          </p:nvSpPr>
          <p:spPr>
            <a:xfrm rot="6392557">
              <a:off x="2626010" y="1153472"/>
              <a:ext cx="264283" cy="104348"/>
            </a:xfrm>
            <a:prstGeom prst="ellipse">
              <a:avLst/>
            </a:prstGeom>
            <a:gradFill>
              <a:gsLst>
                <a:gs pos="0">
                  <a:srgbClr val="FEFFFF">
                    <a:alpha val="32009"/>
                  </a:srgbClr>
                </a:gs>
                <a:gs pos="14286">
                  <a:srgbClr val="FEFFFF">
                    <a:alpha val="29854"/>
                  </a:srgbClr>
                </a:gs>
                <a:gs pos="28571">
                  <a:srgbClr val="FEFFFF">
                    <a:alpha val="24067"/>
                  </a:srgbClr>
                </a:gs>
                <a:gs pos="42857">
                  <a:srgbClr val="FEFFFF">
                    <a:alpha val="16522"/>
                  </a:srgbClr>
                </a:gs>
                <a:gs pos="57143">
                  <a:srgbClr val="FEFFFF">
                    <a:alpha val="9522"/>
                  </a:srgbClr>
                </a:gs>
                <a:gs pos="71429">
                  <a:srgbClr val="FEFFFF">
                    <a:alpha val="4576"/>
                  </a:srgbClr>
                </a:gs>
                <a:gs pos="85714">
                  <a:srgbClr val="FEFFFF">
                    <a:alpha val="1835"/>
                  </a:srgbClr>
                </a:gs>
                <a:gs pos="100000">
                  <a:srgbClr val="FEFFFF">
                    <a:alpha val="6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2" name="Splat 462"/>
            <p:cNvSpPr>
              <a:spLocks noGrp="1"/>
            </p:cNvSpPr>
            <p:nvPr/>
          </p:nvSpPr>
          <p:spPr>
            <a:xfrm rot="-8439752">
              <a:off x="395163" y="1721122"/>
              <a:ext cx="230015" cy="4604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3" name="Splat 463"/>
            <p:cNvSpPr>
              <a:spLocks noGrp="1"/>
            </p:cNvSpPr>
            <p:nvPr/>
          </p:nvSpPr>
          <p:spPr>
            <a:xfrm rot="5754433">
              <a:off x="2808494" y="1477015"/>
              <a:ext cx="459566" cy="41021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4" name="Splat 464"/>
            <p:cNvSpPr>
              <a:spLocks noGrp="1"/>
            </p:cNvSpPr>
            <p:nvPr/>
          </p:nvSpPr>
          <p:spPr>
            <a:xfrm rot="5361193">
              <a:off x="774327" y="2514502"/>
              <a:ext cx="237989" cy="4543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5" name="Splat 465"/>
            <p:cNvSpPr>
              <a:spLocks noGrp="1"/>
            </p:cNvSpPr>
            <p:nvPr/>
          </p:nvSpPr>
          <p:spPr>
            <a:xfrm rot="3626089">
              <a:off x="-87479" y="1834744"/>
              <a:ext cx="651411" cy="161114"/>
            </a:xfrm>
            <a:prstGeom prst="ellipse">
              <a:avLst/>
            </a:prstGeom>
            <a:gradFill>
              <a:gsLst>
                <a:gs pos="0">
                  <a:srgbClr val="080700">
                    <a:alpha val="7237"/>
                  </a:srgbClr>
                </a:gs>
                <a:gs pos="14286">
                  <a:srgbClr val="080700">
                    <a:alpha val="6672"/>
                  </a:srgbClr>
                </a:gs>
                <a:gs pos="28571">
                  <a:srgbClr val="080700">
                    <a:alpha val="5220"/>
                  </a:srgbClr>
                </a:gs>
                <a:gs pos="42857">
                  <a:srgbClr val="080700">
                    <a:alpha val="3456"/>
                  </a:srgbClr>
                </a:gs>
                <a:gs pos="57143">
                  <a:srgbClr val="080700">
                    <a:alpha val="1930"/>
                  </a:srgbClr>
                </a:gs>
                <a:gs pos="71429">
                  <a:srgbClr val="080700">
                    <a:alpha val="908"/>
                  </a:srgbClr>
                </a:gs>
                <a:gs pos="85714">
                  <a:srgbClr val="080700">
                    <a:alpha val="360"/>
                  </a:srgbClr>
                </a:gs>
                <a:gs pos="100000">
                  <a:srgbClr val="080700">
                    <a:alpha val="1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6" name="Splat 466"/>
            <p:cNvSpPr>
              <a:spLocks noGrp="1"/>
            </p:cNvSpPr>
            <p:nvPr/>
          </p:nvSpPr>
          <p:spPr>
            <a:xfrm rot="6758072">
              <a:off x="483090" y="2633757"/>
              <a:ext cx="131208" cy="4143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7" name="Splat 467"/>
            <p:cNvSpPr>
              <a:spLocks noGrp="1"/>
            </p:cNvSpPr>
            <p:nvPr/>
          </p:nvSpPr>
          <p:spPr>
            <a:xfrm rot="5493431">
              <a:off x="3128269" y="2511691"/>
              <a:ext cx="165868" cy="53659"/>
            </a:xfrm>
            <a:prstGeom prst="ellipse">
              <a:avLst/>
            </a:prstGeom>
            <a:gradFill>
              <a:gsLst>
                <a:gs pos="0">
                  <a:srgbClr val="F9F9F9">
                    <a:alpha val="32968"/>
                  </a:srgbClr>
                </a:gs>
                <a:gs pos="14286">
                  <a:srgbClr val="F9F9F9">
                    <a:alpha val="30764"/>
                  </a:srgbClr>
                </a:gs>
                <a:gs pos="28571">
                  <a:srgbClr val="F9F9F9">
                    <a:alpha val="24833"/>
                  </a:srgbClr>
                </a:gs>
                <a:gs pos="42857">
                  <a:srgbClr val="F9F9F9">
                    <a:alpha val="17075"/>
                  </a:srgbClr>
                </a:gs>
                <a:gs pos="57143">
                  <a:srgbClr val="F9F9F9">
                    <a:alpha val="9855"/>
                  </a:srgbClr>
                </a:gs>
                <a:gs pos="71429">
                  <a:srgbClr val="F9F9F9">
                    <a:alpha val="4740"/>
                  </a:srgbClr>
                </a:gs>
                <a:gs pos="85714">
                  <a:srgbClr val="F9F9F9">
                    <a:alpha val="1902"/>
                  </a:srgbClr>
                </a:gs>
                <a:gs pos="100000">
                  <a:srgbClr val="F9F9F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8" name="Splat 468"/>
            <p:cNvSpPr>
              <a:spLocks noGrp="1"/>
            </p:cNvSpPr>
            <p:nvPr/>
          </p:nvSpPr>
          <p:spPr>
            <a:xfrm rot="4310086">
              <a:off x="3225748" y="1107393"/>
              <a:ext cx="251712" cy="58529"/>
            </a:xfrm>
            <a:prstGeom prst="ellipse">
              <a:avLst/>
            </a:prstGeom>
            <a:gradFill>
              <a:gsLst>
                <a:gs pos="0">
                  <a:srgbClr val="FEFEFE">
                    <a:alpha val="31709"/>
                  </a:srgbClr>
                </a:gs>
                <a:gs pos="14286">
                  <a:srgbClr val="FEFEFE">
                    <a:alpha val="29569"/>
                  </a:srgbClr>
                </a:gs>
                <a:gs pos="28571">
                  <a:srgbClr val="FEFEFE">
                    <a:alpha val="23828"/>
                  </a:srgbClr>
                </a:gs>
                <a:gs pos="42857">
                  <a:srgbClr val="FEFEFE">
                    <a:alpha val="16350"/>
                  </a:srgbClr>
                </a:gs>
                <a:gs pos="57143">
                  <a:srgbClr val="FEFEFE">
                    <a:alpha val="9419"/>
                  </a:srgbClr>
                </a:gs>
                <a:gs pos="71429">
                  <a:srgbClr val="FEFEFE">
                    <a:alpha val="4525"/>
                  </a:srgbClr>
                </a:gs>
                <a:gs pos="85714">
                  <a:srgbClr val="FEFEFE">
                    <a:alpha val="1814"/>
                  </a:srgbClr>
                </a:gs>
                <a:gs pos="100000">
                  <a:srgbClr val="FEFEFE">
                    <a:alpha val="6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9" name="Splat 469"/>
            <p:cNvSpPr>
              <a:spLocks noGrp="1"/>
            </p:cNvSpPr>
            <p:nvPr/>
          </p:nvSpPr>
          <p:spPr>
            <a:xfrm rot="7047554">
              <a:off x="369070" y="1705437"/>
              <a:ext cx="656253" cy="259792"/>
            </a:xfrm>
            <a:prstGeom prst="ellipse">
              <a:avLst/>
            </a:prstGeom>
            <a:gradFill>
              <a:gsLst>
                <a:gs pos="0">
                  <a:srgbClr val="000000">
                    <a:alpha val="29951"/>
                  </a:srgbClr>
                </a:gs>
                <a:gs pos="14286">
                  <a:srgbClr val="000000">
                    <a:alpha val="27904"/>
                  </a:srgbClr>
                </a:gs>
                <a:gs pos="28571">
                  <a:srgbClr val="000000">
                    <a:alpha val="22433"/>
                  </a:srgbClr>
                </a:gs>
                <a:gs pos="42857">
                  <a:srgbClr val="000000">
                    <a:alpha val="15348"/>
                  </a:srgbClr>
                </a:gs>
                <a:gs pos="57143">
                  <a:srgbClr val="000000">
                    <a:alpha val="8819"/>
                  </a:srgbClr>
                </a:gs>
                <a:gs pos="71429">
                  <a:srgbClr val="000000">
                    <a:alpha val="4230"/>
                  </a:srgbClr>
                </a:gs>
                <a:gs pos="85714">
                  <a:srgbClr val="000000">
                    <a:alpha val="1694"/>
                  </a:srgbClr>
                </a:gs>
                <a:gs pos="100000">
                  <a:srgbClr val="000000">
                    <a:alpha val="5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0" name="Splat 470"/>
            <p:cNvSpPr>
              <a:spLocks noGrp="1"/>
            </p:cNvSpPr>
            <p:nvPr/>
          </p:nvSpPr>
          <p:spPr>
            <a:xfrm rot="-10789301">
              <a:off x="3056218" y="623720"/>
              <a:ext cx="266715" cy="6511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1" name="Splat 471"/>
            <p:cNvSpPr>
              <a:spLocks noGrp="1"/>
            </p:cNvSpPr>
            <p:nvPr/>
          </p:nvSpPr>
          <p:spPr>
            <a:xfrm rot="-8535894">
              <a:off x="247655" y="277732"/>
              <a:ext cx="623025" cy="161427"/>
            </a:xfrm>
            <a:prstGeom prst="ellipse">
              <a:avLst/>
            </a:prstGeom>
            <a:gradFill>
              <a:gsLst>
                <a:gs pos="0">
                  <a:srgbClr val="212322">
                    <a:alpha val="5024"/>
                  </a:srgbClr>
                </a:gs>
                <a:gs pos="14286">
                  <a:srgbClr val="212322">
                    <a:alpha val="4627"/>
                  </a:srgbClr>
                </a:gs>
                <a:gs pos="28571">
                  <a:srgbClr val="212322">
                    <a:alpha val="3611"/>
                  </a:srgbClr>
                </a:gs>
                <a:gs pos="42857">
                  <a:srgbClr val="212322">
                    <a:alpha val="2384"/>
                  </a:srgbClr>
                </a:gs>
                <a:gs pos="57143">
                  <a:srgbClr val="212322">
                    <a:alpha val="1328"/>
                  </a:srgbClr>
                </a:gs>
                <a:gs pos="71429">
                  <a:srgbClr val="212322">
                    <a:alpha val="624"/>
                  </a:srgbClr>
                </a:gs>
                <a:gs pos="85714">
                  <a:srgbClr val="212322">
                    <a:alpha val="247"/>
                  </a:srgbClr>
                </a:gs>
                <a:gs pos="100000">
                  <a:srgbClr val="212322">
                    <a:alpha val="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2" name="Splat 472"/>
            <p:cNvSpPr>
              <a:spLocks noGrp="1"/>
            </p:cNvSpPr>
            <p:nvPr/>
          </p:nvSpPr>
          <p:spPr>
            <a:xfrm rot="6233218">
              <a:off x="156445" y="1084758"/>
              <a:ext cx="255813" cy="103718"/>
            </a:xfrm>
            <a:prstGeom prst="ellipse">
              <a:avLst/>
            </a:prstGeom>
            <a:gradFill>
              <a:gsLst>
                <a:gs pos="0">
                  <a:srgbClr val="FEFEFE">
                    <a:alpha val="20810"/>
                  </a:srgbClr>
                </a:gs>
                <a:gs pos="14286">
                  <a:srgbClr val="FEFEFE">
                    <a:alpha val="19302"/>
                  </a:srgbClr>
                </a:gs>
                <a:gs pos="28571">
                  <a:srgbClr val="FEFEFE">
                    <a:alpha val="15339"/>
                  </a:srgbClr>
                </a:gs>
                <a:gs pos="42857">
                  <a:srgbClr val="FEFEFE">
                    <a:alpha val="10346"/>
                  </a:srgbClr>
                </a:gs>
                <a:gs pos="57143">
                  <a:srgbClr val="FEFEFE">
                    <a:alpha val="5872"/>
                  </a:srgbClr>
                </a:gs>
                <a:gs pos="71429">
                  <a:srgbClr val="FEFEFE">
                    <a:alpha val="2793"/>
                  </a:srgbClr>
                </a:gs>
                <a:gs pos="85714">
                  <a:srgbClr val="FEFEFE">
                    <a:alpha val="1114"/>
                  </a:srgbClr>
                </a:gs>
                <a:gs pos="100000">
                  <a:srgbClr val="FEFEFE">
                    <a:alpha val="3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3" name="Splat 473"/>
            <p:cNvSpPr>
              <a:spLocks noGrp="1"/>
            </p:cNvSpPr>
            <p:nvPr/>
          </p:nvSpPr>
          <p:spPr>
            <a:xfrm rot="3627133">
              <a:off x="405772" y="2294809"/>
              <a:ext cx="562601" cy="16377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4" name="Splat 474"/>
            <p:cNvSpPr>
              <a:spLocks noGrp="1"/>
            </p:cNvSpPr>
            <p:nvPr/>
          </p:nvSpPr>
          <p:spPr>
            <a:xfrm rot="9378083">
              <a:off x="2402955" y="260240"/>
              <a:ext cx="350420" cy="285061"/>
            </a:xfrm>
            <a:prstGeom prst="ellipse">
              <a:avLst/>
            </a:prstGeom>
            <a:gradFill>
              <a:gsLst>
                <a:gs pos="0">
                  <a:srgbClr val="D5D6D5">
                    <a:alpha val="11524"/>
                  </a:srgbClr>
                </a:gs>
                <a:gs pos="14286">
                  <a:srgbClr val="D5D6D5">
                    <a:alpha val="10644"/>
                  </a:srgbClr>
                </a:gs>
                <a:gs pos="28571">
                  <a:srgbClr val="D5D6D5">
                    <a:alpha val="8367"/>
                  </a:srgbClr>
                </a:gs>
                <a:gs pos="42857">
                  <a:srgbClr val="D5D6D5">
                    <a:alpha val="5570"/>
                  </a:srgbClr>
                </a:gs>
                <a:gs pos="57143">
                  <a:srgbClr val="D5D6D5">
                    <a:alpha val="3126"/>
                  </a:srgbClr>
                </a:gs>
                <a:gs pos="71429">
                  <a:srgbClr val="D5D6D5">
                    <a:alpha val="1476"/>
                  </a:srgbClr>
                </a:gs>
                <a:gs pos="85714">
                  <a:srgbClr val="D5D6D5">
                    <a:alpha val="586"/>
                  </a:srgbClr>
                </a:gs>
                <a:gs pos="100000">
                  <a:srgbClr val="D5D6D5">
                    <a:alpha val="1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5" name="Splat 475"/>
            <p:cNvSpPr>
              <a:spLocks noGrp="1"/>
            </p:cNvSpPr>
            <p:nvPr/>
          </p:nvSpPr>
          <p:spPr>
            <a:xfrm rot="6835804">
              <a:off x="2407028" y="1108183"/>
              <a:ext cx="456140" cy="55559"/>
            </a:xfrm>
            <a:prstGeom prst="ellipse">
              <a:avLst/>
            </a:prstGeom>
            <a:gradFill>
              <a:gsLst>
                <a:gs pos="0">
                  <a:srgbClr val="E8E8E7">
                    <a:alpha val="16971"/>
                  </a:srgbClr>
                </a:gs>
                <a:gs pos="14286">
                  <a:srgbClr val="E8E8E7">
                    <a:alpha val="15712"/>
                  </a:srgbClr>
                </a:gs>
                <a:gs pos="28571">
                  <a:srgbClr val="E8E8E7">
                    <a:alpha val="12429"/>
                  </a:srgbClr>
                </a:gs>
                <a:gs pos="42857">
                  <a:srgbClr val="E8E8E7">
                    <a:alpha val="8337"/>
                  </a:srgbClr>
                </a:gs>
                <a:gs pos="57143">
                  <a:srgbClr val="E8E8E7">
                    <a:alpha val="4709"/>
                  </a:srgbClr>
                </a:gs>
                <a:gs pos="71429">
                  <a:srgbClr val="E8E8E7">
                    <a:alpha val="2233"/>
                  </a:srgbClr>
                </a:gs>
                <a:gs pos="85714">
                  <a:srgbClr val="E8E8E7">
                    <a:alpha val="889"/>
                  </a:srgbClr>
                </a:gs>
                <a:gs pos="100000">
                  <a:srgbClr val="E8E8E7">
                    <a:alpha val="2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6" name="Splat 476"/>
            <p:cNvSpPr>
              <a:spLocks noGrp="1"/>
            </p:cNvSpPr>
            <p:nvPr/>
          </p:nvSpPr>
          <p:spPr>
            <a:xfrm rot="3186033">
              <a:off x="402671" y="1039047"/>
              <a:ext cx="297400" cy="9056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7" name="Splat 477"/>
            <p:cNvSpPr>
              <a:spLocks noGrp="1"/>
            </p:cNvSpPr>
            <p:nvPr/>
          </p:nvSpPr>
          <p:spPr>
            <a:xfrm rot="3733119">
              <a:off x="1693827" y="1825181"/>
              <a:ext cx="372788" cy="99863"/>
            </a:xfrm>
            <a:prstGeom prst="ellipse">
              <a:avLst/>
            </a:prstGeom>
            <a:gradFill>
              <a:gsLst>
                <a:gs pos="0">
                  <a:srgbClr val="DCDCDC">
                    <a:alpha val="13356"/>
                  </a:srgbClr>
                </a:gs>
                <a:gs pos="14286">
                  <a:srgbClr val="DCDCDC">
                    <a:alpha val="12345"/>
                  </a:srgbClr>
                </a:gs>
                <a:gs pos="28571">
                  <a:srgbClr val="DCDCDC">
                    <a:alpha val="9725"/>
                  </a:srgbClr>
                </a:gs>
                <a:gs pos="42857">
                  <a:srgbClr val="DCDCDC">
                    <a:alpha val="6490"/>
                  </a:srgbClr>
                </a:gs>
                <a:gs pos="57143">
                  <a:srgbClr val="DCDCDC">
                    <a:alpha val="3650"/>
                  </a:srgbClr>
                </a:gs>
                <a:gs pos="71429">
                  <a:srgbClr val="DCDCDC">
                    <a:alpha val="1725"/>
                  </a:srgbClr>
                </a:gs>
                <a:gs pos="85714">
                  <a:srgbClr val="DCDCDC">
                    <a:alpha val="686"/>
                  </a:srgbClr>
                </a:gs>
                <a:gs pos="100000">
                  <a:srgbClr val="DCDCDC">
                    <a:alpha val="2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8" name="Splat 478"/>
            <p:cNvSpPr>
              <a:spLocks noGrp="1"/>
            </p:cNvSpPr>
            <p:nvPr/>
          </p:nvSpPr>
          <p:spPr>
            <a:xfrm rot="-10228313">
              <a:off x="1593276" y="1333600"/>
              <a:ext cx="618543" cy="101323"/>
            </a:xfrm>
            <a:prstGeom prst="ellipse">
              <a:avLst/>
            </a:prstGeom>
            <a:gradFill>
              <a:gsLst>
                <a:gs pos="0">
                  <a:srgbClr val="000000">
                    <a:alpha val="25386"/>
                  </a:srgbClr>
                </a:gs>
                <a:gs pos="14286">
                  <a:srgbClr val="000000">
                    <a:alpha val="23598"/>
                  </a:srgbClr>
                </a:gs>
                <a:gs pos="28571">
                  <a:srgbClr val="000000">
                    <a:alpha val="18859"/>
                  </a:srgbClr>
                </a:gs>
                <a:gs pos="42857">
                  <a:srgbClr val="000000">
                    <a:alpha val="12810"/>
                  </a:srgbClr>
                </a:gs>
                <a:gs pos="57143">
                  <a:srgbClr val="000000">
                    <a:alpha val="7314"/>
                  </a:srgbClr>
                </a:gs>
                <a:gs pos="71429">
                  <a:srgbClr val="000000">
                    <a:alpha val="3493"/>
                  </a:srgbClr>
                </a:gs>
                <a:gs pos="85714">
                  <a:srgbClr val="000000">
                    <a:alpha val="1396"/>
                  </a:srgbClr>
                </a:gs>
                <a:gs pos="100000">
                  <a:srgbClr val="000000">
                    <a:alpha val="4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9" name="Splat 479"/>
            <p:cNvSpPr>
              <a:spLocks noGrp="1"/>
            </p:cNvSpPr>
            <p:nvPr/>
          </p:nvSpPr>
          <p:spPr>
            <a:xfrm rot="5129523">
              <a:off x="1938431" y="1079565"/>
              <a:ext cx="289375" cy="11480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0" name="Splat 480"/>
            <p:cNvSpPr>
              <a:spLocks noGrp="1"/>
            </p:cNvSpPr>
            <p:nvPr/>
          </p:nvSpPr>
          <p:spPr>
            <a:xfrm rot="8016162">
              <a:off x="832904" y="2382762"/>
              <a:ext cx="230654" cy="6200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1" name="Splat 481"/>
            <p:cNvSpPr>
              <a:spLocks noGrp="1"/>
            </p:cNvSpPr>
            <p:nvPr/>
          </p:nvSpPr>
          <p:spPr>
            <a:xfrm rot="8379274">
              <a:off x="2868164" y="1579504"/>
              <a:ext cx="481387" cy="118405"/>
            </a:xfrm>
            <a:prstGeom prst="ellipse">
              <a:avLst/>
            </a:prstGeom>
            <a:gradFill>
              <a:gsLst>
                <a:gs pos="0">
                  <a:srgbClr val="A6A5A4">
                    <a:alpha val="22994"/>
                  </a:srgbClr>
                </a:gs>
                <a:gs pos="14286">
                  <a:srgbClr val="A6A5A4">
                    <a:alpha val="21350"/>
                  </a:srgbClr>
                </a:gs>
                <a:gs pos="28571">
                  <a:srgbClr val="A6A5A4">
                    <a:alpha val="17012"/>
                  </a:srgbClr>
                </a:gs>
                <a:gs pos="42857">
                  <a:srgbClr val="A6A5A4">
                    <a:alpha val="11512"/>
                  </a:srgbClr>
                </a:gs>
                <a:gs pos="57143">
                  <a:srgbClr val="A6A5A4">
                    <a:alpha val="6553"/>
                  </a:srgbClr>
                </a:gs>
                <a:gs pos="71429">
                  <a:srgbClr val="A6A5A4">
                    <a:alpha val="3123"/>
                  </a:srgbClr>
                </a:gs>
                <a:gs pos="85714">
                  <a:srgbClr val="A6A5A4">
                    <a:alpha val="1247"/>
                  </a:srgbClr>
                </a:gs>
                <a:gs pos="100000">
                  <a:srgbClr val="A6A5A4">
                    <a:alpha val="4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2" name="Splat 482"/>
            <p:cNvSpPr>
              <a:spLocks noGrp="1"/>
            </p:cNvSpPr>
            <p:nvPr/>
          </p:nvSpPr>
          <p:spPr>
            <a:xfrm rot="8059525">
              <a:off x="732762" y="1051872"/>
              <a:ext cx="305174" cy="81433"/>
            </a:xfrm>
            <a:prstGeom prst="ellipse">
              <a:avLst/>
            </a:prstGeom>
            <a:gradFill>
              <a:gsLst>
                <a:gs pos="0">
                  <a:srgbClr val="FAFAFA">
                    <a:alpha val="32968"/>
                  </a:srgbClr>
                </a:gs>
                <a:gs pos="14286">
                  <a:srgbClr val="FAFAFA">
                    <a:alpha val="30764"/>
                  </a:srgbClr>
                </a:gs>
                <a:gs pos="28571">
                  <a:srgbClr val="FAFAFA">
                    <a:alpha val="24833"/>
                  </a:srgbClr>
                </a:gs>
                <a:gs pos="42857">
                  <a:srgbClr val="FAFAFA">
                    <a:alpha val="17075"/>
                  </a:srgbClr>
                </a:gs>
                <a:gs pos="57143">
                  <a:srgbClr val="FAFAFA">
                    <a:alpha val="9855"/>
                  </a:srgbClr>
                </a:gs>
                <a:gs pos="71429">
                  <a:srgbClr val="FAFAFA">
                    <a:alpha val="4740"/>
                  </a:srgbClr>
                </a:gs>
                <a:gs pos="85714">
                  <a:srgbClr val="FAFAFA">
                    <a:alpha val="1902"/>
                  </a:srgbClr>
                </a:gs>
                <a:gs pos="100000">
                  <a:srgbClr val="FAFA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3" name="Splat 483"/>
            <p:cNvSpPr>
              <a:spLocks noGrp="1"/>
            </p:cNvSpPr>
            <p:nvPr/>
          </p:nvSpPr>
          <p:spPr>
            <a:xfrm rot="7726595">
              <a:off x="1787930" y="314789"/>
              <a:ext cx="456550" cy="236877"/>
            </a:xfrm>
            <a:prstGeom prst="ellipse">
              <a:avLst/>
            </a:prstGeom>
            <a:gradFill>
              <a:gsLst>
                <a:gs pos="0">
                  <a:srgbClr val="D5D5D5">
                    <a:alpha val="13044"/>
                  </a:srgbClr>
                </a:gs>
                <a:gs pos="14286">
                  <a:srgbClr val="D5D5D5">
                    <a:alpha val="12056"/>
                  </a:srgbClr>
                </a:gs>
                <a:gs pos="28571">
                  <a:srgbClr val="D5D5D5">
                    <a:alpha val="9493"/>
                  </a:srgbClr>
                </a:gs>
                <a:gs pos="42857">
                  <a:srgbClr val="D5D5D5">
                    <a:alpha val="6333"/>
                  </a:srgbClr>
                </a:gs>
                <a:gs pos="57143">
                  <a:srgbClr val="D5D5D5">
                    <a:alpha val="3560"/>
                  </a:srgbClr>
                </a:gs>
                <a:gs pos="71429">
                  <a:srgbClr val="D5D5D5">
                    <a:alpha val="1683"/>
                  </a:srgbClr>
                </a:gs>
                <a:gs pos="85714">
                  <a:srgbClr val="D5D5D5">
                    <a:alpha val="669"/>
                  </a:srgbClr>
                </a:gs>
                <a:gs pos="100000">
                  <a:srgbClr val="D5D5D5">
                    <a:alpha val="2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4" name="Splat 484"/>
            <p:cNvSpPr>
              <a:spLocks noGrp="1"/>
            </p:cNvSpPr>
            <p:nvPr/>
          </p:nvSpPr>
          <p:spPr>
            <a:xfrm rot="5074018">
              <a:off x="566543" y="2427138"/>
              <a:ext cx="247500" cy="5336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5" name="Splat 485"/>
            <p:cNvSpPr>
              <a:spLocks noGrp="1"/>
            </p:cNvSpPr>
            <p:nvPr/>
          </p:nvSpPr>
          <p:spPr>
            <a:xfrm rot="5420890">
              <a:off x="764431" y="778053"/>
              <a:ext cx="461561" cy="457780"/>
            </a:xfrm>
            <a:prstGeom prst="ellipse">
              <a:avLst/>
            </a:prstGeom>
            <a:gradFill>
              <a:gsLst>
                <a:gs pos="0">
                  <a:srgbClr val="000000">
                    <a:alpha val="4948"/>
                  </a:srgbClr>
                </a:gs>
                <a:gs pos="14286">
                  <a:srgbClr val="000000">
                    <a:alpha val="4557"/>
                  </a:srgbClr>
                </a:gs>
                <a:gs pos="28571">
                  <a:srgbClr val="000000">
                    <a:alpha val="3557"/>
                  </a:srgbClr>
                </a:gs>
                <a:gs pos="42857">
                  <a:srgbClr val="000000">
                    <a:alpha val="2347"/>
                  </a:srgbClr>
                </a:gs>
                <a:gs pos="57143">
                  <a:srgbClr val="000000">
                    <a:alpha val="1308"/>
                  </a:srgbClr>
                </a:gs>
                <a:gs pos="71429">
                  <a:srgbClr val="000000">
                    <a:alpha val="614"/>
                  </a:srgbClr>
                </a:gs>
                <a:gs pos="85714">
                  <a:srgbClr val="000000">
                    <a:alpha val="243"/>
                  </a:srgbClr>
                </a:gs>
                <a:gs pos="100000">
                  <a:srgbClr val="000000">
                    <a:alpha val="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6" name="Splat 486"/>
            <p:cNvSpPr>
              <a:spLocks noGrp="1"/>
            </p:cNvSpPr>
            <p:nvPr/>
          </p:nvSpPr>
          <p:spPr>
            <a:xfrm rot="7695551">
              <a:off x="2866233" y="1600541"/>
              <a:ext cx="432291" cy="88216"/>
            </a:xfrm>
            <a:prstGeom prst="ellipse">
              <a:avLst/>
            </a:prstGeom>
            <a:gradFill>
              <a:gsLst>
                <a:gs pos="0">
                  <a:srgbClr val="B8B8B6">
                    <a:alpha val="32968"/>
                  </a:srgbClr>
                </a:gs>
                <a:gs pos="14286">
                  <a:srgbClr val="B8B8B6">
                    <a:alpha val="30764"/>
                  </a:srgbClr>
                </a:gs>
                <a:gs pos="28571">
                  <a:srgbClr val="B8B8B6">
                    <a:alpha val="24833"/>
                  </a:srgbClr>
                </a:gs>
                <a:gs pos="42857">
                  <a:srgbClr val="B8B8B6">
                    <a:alpha val="17075"/>
                  </a:srgbClr>
                </a:gs>
                <a:gs pos="57143">
                  <a:srgbClr val="B8B8B6">
                    <a:alpha val="9855"/>
                  </a:srgbClr>
                </a:gs>
                <a:gs pos="71429">
                  <a:srgbClr val="B8B8B6">
                    <a:alpha val="4740"/>
                  </a:srgbClr>
                </a:gs>
                <a:gs pos="85714">
                  <a:srgbClr val="B8B8B6">
                    <a:alpha val="1902"/>
                  </a:srgbClr>
                </a:gs>
                <a:gs pos="100000">
                  <a:srgbClr val="B8B8B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7" name="Splat 487"/>
            <p:cNvSpPr>
              <a:spLocks noGrp="1"/>
            </p:cNvSpPr>
            <p:nvPr/>
          </p:nvSpPr>
          <p:spPr>
            <a:xfrm rot="4377513">
              <a:off x="2953922" y="2389787"/>
              <a:ext cx="250607" cy="5496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8" name="Splat 488"/>
            <p:cNvSpPr>
              <a:spLocks noGrp="1"/>
            </p:cNvSpPr>
            <p:nvPr/>
          </p:nvSpPr>
          <p:spPr>
            <a:xfrm rot="9289251">
              <a:off x="3305022" y="2475263"/>
              <a:ext cx="264665" cy="88268"/>
            </a:xfrm>
            <a:prstGeom prst="ellipse">
              <a:avLst/>
            </a:prstGeom>
            <a:gradFill>
              <a:gsLst>
                <a:gs pos="0">
                  <a:srgbClr val="E2E2E2">
                    <a:alpha val="32968"/>
                  </a:srgbClr>
                </a:gs>
                <a:gs pos="14286">
                  <a:srgbClr val="E2E2E2">
                    <a:alpha val="30764"/>
                  </a:srgbClr>
                </a:gs>
                <a:gs pos="28571">
                  <a:srgbClr val="E2E2E2">
                    <a:alpha val="24833"/>
                  </a:srgbClr>
                </a:gs>
                <a:gs pos="42857">
                  <a:srgbClr val="E2E2E2">
                    <a:alpha val="17075"/>
                  </a:srgbClr>
                </a:gs>
                <a:gs pos="57143">
                  <a:srgbClr val="E2E2E2">
                    <a:alpha val="9855"/>
                  </a:srgbClr>
                </a:gs>
                <a:gs pos="71429">
                  <a:srgbClr val="E2E2E2">
                    <a:alpha val="4740"/>
                  </a:srgbClr>
                </a:gs>
                <a:gs pos="85714">
                  <a:srgbClr val="E2E2E2">
                    <a:alpha val="1902"/>
                  </a:srgbClr>
                </a:gs>
                <a:gs pos="100000">
                  <a:srgbClr val="E2E2E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9" name="Splat 489"/>
            <p:cNvSpPr>
              <a:spLocks noGrp="1"/>
            </p:cNvSpPr>
            <p:nvPr/>
          </p:nvSpPr>
          <p:spPr>
            <a:xfrm rot="8948332">
              <a:off x="1578849" y="940078"/>
              <a:ext cx="592574" cy="134477"/>
            </a:xfrm>
            <a:prstGeom prst="ellipse">
              <a:avLst/>
            </a:prstGeom>
            <a:gradFill>
              <a:gsLst>
                <a:gs pos="0">
                  <a:srgbClr val="000003">
                    <a:alpha val="13399"/>
                  </a:srgbClr>
                </a:gs>
                <a:gs pos="14286">
                  <a:srgbClr val="000003">
                    <a:alpha val="12385"/>
                  </a:srgbClr>
                </a:gs>
                <a:gs pos="28571">
                  <a:srgbClr val="000003">
                    <a:alpha val="9757"/>
                  </a:srgbClr>
                </a:gs>
                <a:gs pos="42857">
                  <a:srgbClr val="000003">
                    <a:alpha val="6512"/>
                  </a:srgbClr>
                </a:gs>
                <a:gs pos="57143">
                  <a:srgbClr val="000003">
                    <a:alpha val="3663"/>
                  </a:srgbClr>
                </a:gs>
                <a:gs pos="71429">
                  <a:srgbClr val="000003">
                    <a:alpha val="1731"/>
                  </a:srgbClr>
                </a:gs>
                <a:gs pos="85714">
                  <a:srgbClr val="000003">
                    <a:alpha val="688"/>
                  </a:srgbClr>
                </a:gs>
                <a:gs pos="100000">
                  <a:srgbClr val="000003">
                    <a:alpha val="2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0" name="Splat 490"/>
            <p:cNvSpPr>
              <a:spLocks noGrp="1"/>
            </p:cNvSpPr>
            <p:nvPr/>
          </p:nvSpPr>
          <p:spPr>
            <a:xfrm rot="6818167">
              <a:off x="2121292" y="1921104"/>
              <a:ext cx="194525" cy="3014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1" name="Splat 491"/>
            <p:cNvSpPr>
              <a:spLocks noGrp="1"/>
            </p:cNvSpPr>
            <p:nvPr/>
          </p:nvSpPr>
          <p:spPr>
            <a:xfrm rot="9023205">
              <a:off x="1328185" y="2097190"/>
              <a:ext cx="497195" cy="470649"/>
            </a:xfrm>
            <a:prstGeom prst="ellipse">
              <a:avLst/>
            </a:prstGeom>
            <a:gradFill>
              <a:gsLst>
                <a:gs pos="0">
                  <a:srgbClr val="000000">
                    <a:alpha val="22428"/>
                  </a:srgbClr>
                </a:gs>
                <a:gs pos="14286">
                  <a:srgbClr val="000000">
                    <a:alpha val="20818"/>
                  </a:srgbClr>
                </a:gs>
                <a:gs pos="28571">
                  <a:srgbClr val="000000">
                    <a:alpha val="16576"/>
                  </a:srgbClr>
                </a:gs>
                <a:gs pos="42857">
                  <a:srgbClr val="000000">
                    <a:alpha val="11208"/>
                  </a:srgbClr>
                </a:gs>
                <a:gs pos="57143">
                  <a:srgbClr val="000000">
                    <a:alpha val="6375"/>
                  </a:srgbClr>
                </a:gs>
                <a:gs pos="71429">
                  <a:srgbClr val="000000">
                    <a:alpha val="3036"/>
                  </a:srgbClr>
                </a:gs>
                <a:gs pos="85714">
                  <a:srgbClr val="000000">
                    <a:alpha val="1212"/>
                  </a:srgbClr>
                </a:gs>
                <a:gs pos="100000">
                  <a:srgbClr val="000000">
                    <a:alpha val="4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2" name="Splat 492"/>
            <p:cNvSpPr>
              <a:spLocks noGrp="1"/>
            </p:cNvSpPr>
            <p:nvPr/>
          </p:nvSpPr>
          <p:spPr>
            <a:xfrm rot="8165381">
              <a:off x="705964" y="449877"/>
              <a:ext cx="268527" cy="68196"/>
            </a:xfrm>
            <a:prstGeom prst="ellipse">
              <a:avLst/>
            </a:prstGeom>
            <a:gradFill>
              <a:gsLst>
                <a:gs pos="0">
                  <a:srgbClr val="E7E6E7">
                    <a:alpha val="17997"/>
                  </a:srgbClr>
                </a:gs>
                <a:gs pos="14286">
                  <a:srgbClr val="E7E6E7">
                    <a:alpha val="16670"/>
                  </a:srgbClr>
                </a:gs>
                <a:gs pos="28571">
                  <a:srgbClr val="E7E6E7">
                    <a:alpha val="13203"/>
                  </a:srgbClr>
                </a:gs>
                <a:gs pos="42857">
                  <a:srgbClr val="E7E6E7">
                    <a:alpha val="8869"/>
                  </a:srgbClr>
                </a:gs>
                <a:gs pos="57143">
                  <a:srgbClr val="E7E6E7">
                    <a:alpha val="5016"/>
                  </a:srgbClr>
                </a:gs>
                <a:gs pos="71429">
                  <a:srgbClr val="E7E6E7">
                    <a:alpha val="2380"/>
                  </a:srgbClr>
                </a:gs>
                <a:gs pos="85714">
                  <a:srgbClr val="E7E6E7">
                    <a:alpha val="948"/>
                  </a:srgbClr>
                </a:gs>
                <a:gs pos="100000">
                  <a:srgbClr val="E7E6E7">
                    <a:alpha val="3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3" name="Splat 493"/>
            <p:cNvSpPr>
              <a:spLocks noGrp="1"/>
            </p:cNvSpPr>
            <p:nvPr/>
          </p:nvSpPr>
          <p:spPr>
            <a:xfrm rot="-8671561">
              <a:off x="1931562" y="374870"/>
              <a:ext cx="464355" cy="118457"/>
            </a:xfrm>
            <a:prstGeom prst="ellipse">
              <a:avLst/>
            </a:prstGeom>
            <a:gradFill>
              <a:gsLst>
                <a:gs pos="0">
                  <a:srgbClr val="999898">
                    <a:alpha val="12374"/>
                  </a:srgbClr>
                </a:gs>
                <a:gs pos="14286">
                  <a:srgbClr val="999898">
                    <a:alpha val="11433"/>
                  </a:srgbClr>
                </a:gs>
                <a:gs pos="28571">
                  <a:srgbClr val="999898">
                    <a:alpha val="8996"/>
                  </a:srgbClr>
                </a:gs>
                <a:gs pos="42857">
                  <a:srgbClr val="999898">
                    <a:alpha val="5996"/>
                  </a:srgbClr>
                </a:gs>
                <a:gs pos="57143">
                  <a:srgbClr val="999898">
                    <a:alpha val="3368"/>
                  </a:srgbClr>
                </a:gs>
                <a:gs pos="71429">
                  <a:srgbClr val="999898">
                    <a:alpha val="1591"/>
                  </a:srgbClr>
                </a:gs>
                <a:gs pos="85714">
                  <a:srgbClr val="999898">
                    <a:alpha val="632"/>
                  </a:srgbClr>
                </a:gs>
                <a:gs pos="100000">
                  <a:srgbClr val="999898">
                    <a:alpha val="2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4" name="Splat 494"/>
            <p:cNvSpPr>
              <a:spLocks noGrp="1"/>
            </p:cNvSpPr>
            <p:nvPr/>
          </p:nvSpPr>
          <p:spPr>
            <a:xfrm rot="-10392182">
              <a:off x="869989" y="1011106"/>
              <a:ext cx="215804" cy="6657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5" name="Splat 495"/>
            <p:cNvSpPr>
              <a:spLocks noGrp="1"/>
            </p:cNvSpPr>
            <p:nvPr/>
          </p:nvSpPr>
          <p:spPr>
            <a:xfrm rot="5125920">
              <a:off x="155288" y="1179264"/>
              <a:ext cx="186992" cy="3467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6" name="Splat 496"/>
            <p:cNvSpPr>
              <a:spLocks noGrp="1"/>
            </p:cNvSpPr>
            <p:nvPr/>
          </p:nvSpPr>
          <p:spPr>
            <a:xfrm rot="10713299">
              <a:off x="367733" y="546621"/>
              <a:ext cx="217838" cy="159059"/>
            </a:xfrm>
            <a:prstGeom prst="ellipse">
              <a:avLst/>
            </a:prstGeom>
            <a:gradFill>
              <a:gsLst>
                <a:gs pos="0">
                  <a:srgbClr val="EDEDED">
                    <a:alpha val="30353"/>
                  </a:srgbClr>
                </a:gs>
                <a:gs pos="14286">
                  <a:srgbClr val="EDEDED">
                    <a:alpha val="28286"/>
                  </a:srgbClr>
                </a:gs>
                <a:gs pos="28571">
                  <a:srgbClr val="EDEDED">
                    <a:alpha val="22752"/>
                  </a:srgbClr>
                </a:gs>
                <a:gs pos="42857">
                  <a:srgbClr val="EDEDED">
                    <a:alpha val="15577"/>
                  </a:srgbClr>
                </a:gs>
                <a:gs pos="57143">
                  <a:srgbClr val="EDEDED">
                    <a:alpha val="8956"/>
                  </a:srgbClr>
                </a:gs>
                <a:gs pos="71429">
                  <a:srgbClr val="EDEDED">
                    <a:alpha val="4297"/>
                  </a:srgbClr>
                </a:gs>
                <a:gs pos="85714">
                  <a:srgbClr val="EDEDED">
                    <a:alpha val="1722"/>
                  </a:srgbClr>
                </a:gs>
                <a:gs pos="100000">
                  <a:srgbClr val="EDEDED">
                    <a:alpha val="5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7" name="Splat 497"/>
            <p:cNvSpPr>
              <a:spLocks noGrp="1"/>
            </p:cNvSpPr>
            <p:nvPr/>
          </p:nvSpPr>
          <p:spPr>
            <a:xfrm rot="-8428515">
              <a:off x="803033" y="1646870"/>
              <a:ext cx="628691" cy="10159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8" name="Splat 498"/>
            <p:cNvSpPr>
              <a:spLocks noGrp="1"/>
            </p:cNvSpPr>
            <p:nvPr/>
          </p:nvSpPr>
          <p:spPr>
            <a:xfrm rot="7563260">
              <a:off x="1910840" y="124003"/>
              <a:ext cx="440624" cy="417741"/>
            </a:xfrm>
            <a:prstGeom prst="ellipse">
              <a:avLst/>
            </a:prstGeom>
            <a:gradFill>
              <a:gsLst>
                <a:gs pos="0">
                  <a:srgbClr val="8A8B8B">
                    <a:alpha val="8045"/>
                  </a:srgbClr>
                </a:gs>
                <a:gs pos="14286">
                  <a:srgbClr val="8A8B8B">
                    <a:alpha val="7419"/>
                  </a:srgbClr>
                </a:gs>
                <a:gs pos="28571">
                  <a:srgbClr val="8A8B8B">
                    <a:alpha val="5810"/>
                  </a:srgbClr>
                </a:gs>
                <a:gs pos="42857">
                  <a:srgbClr val="8A8B8B">
                    <a:alpha val="3850"/>
                  </a:srgbClr>
                </a:gs>
                <a:gs pos="57143">
                  <a:srgbClr val="8A8B8B">
                    <a:alpha val="2152"/>
                  </a:srgbClr>
                </a:gs>
                <a:gs pos="71429">
                  <a:srgbClr val="8A8B8B">
                    <a:alpha val="1013"/>
                  </a:srgbClr>
                </a:gs>
                <a:gs pos="85714">
                  <a:srgbClr val="8A8B8B">
                    <a:alpha val="402"/>
                  </a:srgbClr>
                </a:gs>
                <a:gs pos="100000">
                  <a:srgbClr val="8A8B8B">
                    <a:alpha val="1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9" name="Splat 499"/>
            <p:cNvSpPr>
              <a:spLocks noGrp="1"/>
            </p:cNvSpPr>
            <p:nvPr/>
          </p:nvSpPr>
          <p:spPr>
            <a:xfrm rot="-9457879">
              <a:off x="2892541" y="536831"/>
              <a:ext cx="409059" cy="120845"/>
            </a:xfrm>
            <a:prstGeom prst="ellipse">
              <a:avLst/>
            </a:prstGeom>
            <a:gradFill>
              <a:gsLst>
                <a:gs pos="0">
                  <a:srgbClr val="E8E7E7">
                    <a:alpha val="32968"/>
                  </a:srgbClr>
                </a:gs>
                <a:gs pos="14286">
                  <a:srgbClr val="E8E7E7">
                    <a:alpha val="30764"/>
                  </a:srgbClr>
                </a:gs>
                <a:gs pos="28571">
                  <a:srgbClr val="E8E7E7">
                    <a:alpha val="24833"/>
                  </a:srgbClr>
                </a:gs>
                <a:gs pos="42857">
                  <a:srgbClr val="E8E7E7">
                    <a:alpha val="17075"/>
                  </a:srgbClr>
                </a:gs>
                <a:gs pos="57143">
                  <a:srgbClr val="E8E7E7">
                    <a:alpha val="9855"/>
                  </a:srgbClr>
                </a:gs>
                <a:gs pos="71429">
                  <a:srgbClr val="E8E7E7">
                    <a:alpha val="4740"/>
                  </a:srgbClr>
                </a:gs>
                <a:gs pos="85714">
                  <a:srgbClr val="E8E7E7">
                    <a:alpha val="1902"/>
                  </a:srgbClr>
                </a:gs>
                <a:gs pos="100000">
                  <a:srgbClr val="E8E7E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0" name="Splat 500"/>
            <p:cNvSpPr>
              <a:spLocks noGrp="1"/>
            </p:cNvSpPr>
            <p:nvPr/>
          </p:nvSpPr>
          <p:spPr>
            <a:xfrm rot="3612457">
              <a:off x="2328816" y="2400561"/>
              <a:ext cx="344579" cy="134195"/>
            </a:xfrm>
            <a:prstGeom prst="ellipse">
              <a:avLst/>
            </a:prstGeom>
            <a:gradFill>
              <a:gsLst>
                <a:gs pos="0">
                  <a:srgbClr val="FEFEFE">
                    <a:alpha val="21521"/>
                  </a:srgbClr>
                </a:gs>
                <a:gs pos="14286">
                  <a:srgbClr val="FEFEFE">
                    <a:alpha val="19967"/>
                  </a:srgbClr>
                </a:gs>
                <a:gs pos="28571">
                  <a:srgbClr val="FEFEFE">
                    <a:alpha val="15881"/>
                  </a:srgbClr>
                </a:gs>
                <a:gs pos="42857">
                  <a:srgbClr val="FEFEFE">
                    <a:alpha val="10724"/>
                  </a:srgbClr>
                </a:gs>
                <a:gs pos="57143">
                  <a:srgbClr val="FEFEFE">
                    <a:alpha val="6092"/>
                  </a:srgbClr>
                </a:gs>
                <a:gs pos="71429">
                  <a:srgbClr val="FEFEFE">
                    <a:alpha val="2899"/>
                  </a:srgbClr>
                </a:gs>
                <a:gs pos="85714">
                  <a:srgbClr val="FEFEFE">
                    <a:alpha val="1157"/>
                  </a:srgbClr>
                </a:gs>
                <a:gs pos="100000">
                  <a:srgbClr val="FEFEFE">
                    <a:alpha val="3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1" name="Splat 501"/>
            <p:cNvSpPr>
              <a:spLocks noGrp="1"/>
            </p:cNvSpPr>
            <p:nvPr/>
          </p:nvSpPr>
          <p:spPr>
            <a:xfrm rot="5453344">
              <a:off x="1890052" y="577116"/>
              <a:ext cx="270870" cy="22167"/>
            </a:xfrm>
            <a:prstGeom prst="ellipse">
              <a:avLst/>
            </a:prstGeom>
            <a:gradFill>
              <a:gsLst>
                <a:gs pos="0">
                  <a:srgbClr val="F9F9F9">
                    <a:alpha val="32968"/>
                  </a:srgbClr>
                </a:gs>
                <a:gs pos="14286">
                  <a:srgbClr val="F9F9F9">
                    <a:alpha val="30764"/>
                  </a:srgbClr>
                </a:gs>
                <a:gs pos="28571">
                  <a:srgbClr val="F9F9F9">
                    <a:alpha val="24833"/>
                  </a:srgbClr>
                </a:gs>
                <a:gs pos="42857">
                  <a:srgbClr val="F9F9F9">
                    <a:alpha val="17075"/>
                  </a:srgbClr>
                </a:gs>
                <a:gs pos="57143">
                  <a:srgbClr val="F9F9F9">
                    <a:alpha val="9855"/>
                  </a:srgbClr>
                </a:gs>
                <a:gs pos="71429">
                  <a:srgbClr val="F9F9F9">
                    <a:alpha val="4740"/>
                  </a:srgbClr>
                </a:gs>
                <a:gs pos="85714">
                  <a:srgbClr val="F9F9F9">
                    <a:alpha val="1902"/>
                  </a:srgbClr>
                </a:gs>
                <a:gs pos="100000">
                  <a:srgbClr val="F9F9F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2" name="Splat 502"/>
            <p:cNvSpPr>
              <a:spLocks noGrp="1"/>
            </p:cNvSpPr>
            <p:nvPr/>
          </p:nvSpPr>
          <p:spPr>
            <a:xfrm rot="7669764">
              <a:off x="1854972" y="354496"/>
              <a:ext cx="269430" cy="93361"/>
            </a:xfrm>
            <a:prstGeom prst="ellipse">
              <a:avLst/>
            </a:prstGeom>
            <a:gradFill>
              <a:gsLst>
                <a:gs pos="0">
                  <a:srgbClr val="F8F8F8">
                    <a:alpha val="25125"/>
                  </a:srgbClr>
                </a:gs>
                <a:gs pos="14286">
                  <a:srgbClr val="F8F8F8">
                    <a:alpha val="23352"/>
                  </a:srgbClr>
                </a:gs>
                <a:gs pos="28571">
                  <a:srgbClr val="F8F8F8">
                    <a:alpha val="18657"/>
                  </a:srgbClr>
                </a:gs>
                <a:gs pos="42857">
                  <a:srgbClr val="F8F8F8">
                    <a:alpha val="12667"/>
                  </a:srgbClr>
                </a:gs>
                <a:gs pos="57143">
                  <a:srgbClr val="F8F8F8">
                    <a:alpha val="7230"/>
                  </a:srgbClr>
                </a:gs>
                <a:gs pos="71429">
                  <a:srgbClr val="F8F8F8">
                    <a:alpha val="3452"/>
                  </a:srgbClr>
                </a:gs>
                <a:gs pos="85714">
                  <a:srgbClr val="F8F8F8">
                    <a:alpha val="1380"/>
                  </a:srgbClr>
                </a:gs>
                <a:gs pos="100000">
                  <a:srgbClr val="F8F8F8">
                    <a:alpha val="4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3" name="Splat 503"/>
            <p:cNvSpPr>
              <a:spLocks noGrp="1"/>
            </p:cNvSpPr>
            <p:nvPr/>
          </p:nvSpPr>
          <p:spPr>
            <a:xfrm rot="6276135">
              <a:off x="2426823" y="462918"/>
              <a:ext cx="478521" cy="46257"/>
            </a:xfrm>
            <a:prstGeom prst="ellipse">
              <a:avLst/>
            </a:prstGeom>
            <a:gradFill>
              <a:gsLst>
                <a:gs pos="0">
                  <a:srgbClr val="FFFFFF">
                    <a:alpha val="14904"/>
                  </a:srgbClr>
                </a:gs>
                <a:gs pos="14286">
                  <a:srgbClr val="FFFFFF">
                    <a:alpha val="13786"/>
                  </a:srgbClr>
                </a:gs>
                <a:gs pos="28571">
                  <a:srgbClr val="FFFFFF">
                    <a:alpha val="10879"/>
                  </a:srgbClr>
                </a:gs>
                <a:gs pos="42857">
                  <a:srgbClr val="FFFFFF">
                    <a:alpha val="7276"/>
                  </a:srgbClr>
                </a:gs>
                <a:gs pos="57143">
                  <a:srgbClr val="FFFFFF">
                    <a:alpha val="4100"/>
                  </a:srgbClr>
                </a:gs>
                <a:gs pos="71429">
                  <a:srgbClr val="FFFFFF">
                    <a:alpha val="1940"/>
                  </a:srgbClr>
                </a:gs>
                <a:gs pos="85714">
                  <a:srgbClr val="FFFFFF">
                    <a:alpha val="772"/>
                  </a:srgbClr>
                </a:gs>
                <a:gs pos="100000">
                  <a:srgbClr val="FFFFFF">
                    <a:alpha val="2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4" name="Splat 504"/>
            <p:cNvSpPr>
              <a:spLocks noGrp="1"/>
            </p:cNvSpPr>
            <p:nvPr/>
          </p:nvSpPr>
          <p:spPr>
            <a:xfrm rot="5806137">
              <a:off x="3201245" y="2557946"/>
              <a:ext cx="463542" cy="443952"/>
            </a:xfrm>
            <a:prstGeom prst="ellipse">
              <a:avLst/>
            </a:prstGeom>
            <a:gradFill>
              <a:gsLst>
                <a:gs pos="0">
                  <a:srgbClr val="00010C">
                    <a:alpha val="9955"/>
                  </a:srgbClr>
                </a:gs>
                <a:gs pos="14286">
                  <a:srgbClr val="00010C">
                    <a:alpha val="9188"/>
                  </a:srgbClr>
                </a:gs>
                <a:gs pos="28571">
                  <a:srgbClr val="00010C">
                    <a:alpha val="7210"/>
                  </a:srgbClr>
                </a:gs>
                <a:gs pos="42857">
                  <a:srgbClr val="00010C">
                    <a:alpha val="4790"/>
                  </a:srgbClr>
                </a:gs>
                <a:gs pos="57143">
                  <a:srgbClr val="00010C">
                    <a:alpha val="2683"/>
                  </a:srgbClr>
                </a:gs>
                <a:gs pos="71429">
                  <a:srgbClr val="00010C">
                    <a:alpha val="1265"/>
                  </a:srgbClr>
                </a:gs>
                <a:gs pos="85714">
                  <a:srgbClr val="00010C">
                    <a:alpha val="502"/>
                  </a:srgbClr>
                </a:gs>
                <a:gs pos="100000">
                  <a:srgbClr val="00010C">
                    <a:alpha val="1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5" name="Splat 505"/>
            <p:cNvSpPr>
              <a:spLocks noGrp="1"/>
            </p:cNvSpPr>
            <p:nvPr/>
          </p:nvSpPr>
          <p:spPr>
            <a:xfrm rot="2872957">
              <a:off x="719539" y="1961772"/>
              <a:ext cx="208132" cy="4723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6" name="Splat 506"/>
            <p:cNvSpPr>
              <a:spLocks noGrp="1"/>
            </p:cNvSpPr>
            <p:nvPr/>
          </p:nvSpPr>
          <p:spPr>
            <a:xfrm rot="2780527">
              <a:off x="-70584" y="2353910"/>
              <a:ext cx="486661" cy="459440"/>
            </a:xfrm>
            <a:prstGeom prst="ellipse">
              <a:avLst/>
            </a:prstGeom>
            <a:gradFill>
              <a:gsLst>
                <a:gs pos="0">
                  <a:srgbClr val="0E100E">
                    <a:alpha val="7160"/>
                  </a:srgbClr>
                </a:gs>
                <a:gs pos="14286">
                  <a:srgbClr val="0E100E">
                    <a:alpha val="6601"/>
                  </a:srgbClr>
                </a:gs>
                <a:gs pos="28571">
                  <a:srgbClr val="0E100E">
                    <a:alpha val="5164"/>
                  </a:srgbClr>
                </a:gs>
                <a:gs pos="42857">
                  <a:srgbClr val="0E100E">
                    <a:alpha val="3418"/>
                  </a:srgbClr>
                </a:gs>
                <a:gs pos="57143">
                  <a:srgbClr val="0E100E">
                    <a:alpha val="1909"/>
                  </a:srgbClr>
                </a:gs>
                <a:gs pos="71429">
                  <a:srgbClr val="0E100E">
                    <a:alpha val="898"/>
                  </a:srgbClr>
                </a:gs>
                <a:gs pos="85714">
                  <a:srgbClr val="0E100E">
                    <a:alpha val="356"/>
                  </a:srgbClr>
                </a:gs>
                <a:gs pos="100000">
                  <a:srgbClr val="0E100E">
                    <a:alpha val="1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7" name="Splat 507"/>
            <p:cNvSpPr>
              <a:spLocks noGrp="1"/>
            </p:cNvSpPr>
            <p:nvPr/>
          </p:nvSpPr>
          <p:spPr>
            <a:xfrm rot="4030366">
              <a:off x="2783020" y="380934"/>
              <a:ext cx="395286" cy="141719"/>
            </a:xfrm>
            <a:prstGeom prst="ellipse">
              <a:avLst/>
            </a:prstGeom>
            <a:gradFill>
              <a:gsLst>
                <a:gs pos="0">
                  <a:srgbClr val="DCDBDC">
                    <a:alpha val="32419"/>
                  </a:srgbClr>
                </a:gs>
                <a:gs pos="14286">
                  <a:srgbClr val="DCDBDC">
                    <a:alpha val="30243"/>
                  </a:srgbClr>
                </a:gs>
                <a:gs pos="28571">
                  <a:srgbClr val="DCDBDC">
                    <a:alpha val="24394"/>
                  </a:srgbClr>
                </a:gs>
                <a:gs pos="42857">
                  <a:srgbClr val="DCDBDC">
                    <a:alpha val="16758"/>
                  </a:srgbClr>
                </a:gs>
                <a:gs pos="57143">
                  <a:srgbClr val="DCDBDC">
                    <a:alpha val="9664"/>
                  </a:srgbClr>
                </a:gs>
                <a:gs pos="71429">
                  <a:srgbClr val="DCDBDC">
                    <a:alpha val="4646"/>
                  </a:srgbClr>
                </a:gs>
                <a:gs pos="85714">
                  <a:srgbClr val="DCDBDC">
                    <a:alpha val="1864"/>
                  </a:srgbClr>
                </a:gs>
                <a:gs pos="100000">
                  <a:srgbClr val="DCDBDC">
                    <a:alpha val="6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8" name="Splat 508"/>
            <p:cNvSpPr>
              <a:spLocks noGrp="1"/>
            </p:cNvSpPr>
            <p:nvPr/>
          </p:nvSpPr>
          <p:spPr>
            <a:xfrm rot="-9299582">
              <a:off x="1974125" y="404224"/>
              <a:ext cx="315393" cy="247394"/>
            </a:xfrm>
            <a:prstGeom prst="ellipse">
              <a:avLst/>
            </a:prstGeom>
            <a:gradFill>
              <a:gsLst>
                <a:gs pos="0">
                  <a:srgbClr val="B8B9B9">
                    <a:alpha val="28511"/>
                  </a:srgbClr>
                </a:gs>
                <a:gs pos="14286">
                  <a:srgbClr val="B8B9B9">
                    <a:alpha val="26544"/>
                  </a:srgbClr>
                </a:gs>
                <a:gs pos="28571">
                  <a:srgbClr val="B8B9B9">
                    <a:alpha val="21299"/>
                  </a:srgbClr>
                </a:gs>
                <a:gs pos="42857">
                  <a:srgbClr val="B8B9B9">
                    <a:alpha val="14539"/>
                  </a:srgbClr>
                </a:gs>
                <a:gs pos="57143">
                  <a:srgbClr val="B8B9B9">
                    <a:alpha val="8337"/>
                  </a:srgbClr>
                </a:gs>
                <a:gs pos="71429">
                  <a:srgbClr val="B8B9B9">
                    <a:alpha val="3993"/>
                  </a:srgbClr>
                </a:gs>
                <a:gs pos="85714">
                  <a:srgbClr val="B8B9B9">
                    <a:alpha val="1598"/>
                  </a:srgbClr>
                </a:gs>
                <a:gs pos="100000">
                  <a:srgbClr val="B8B9B9">
                    <a:alpha val="5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9" name="Splat 509"/>
            <p:cNvSpPr>
              <a:spLocks noGrp="1"/>
            </p:cNvSpPr>
            <p:nvPr/>
          </p:nvSpPr>
          <p:spPr>
            <a:xfrm rot="10506961">
              <a:off x="738799" y="591474"/>
              <a:ext cx="422129" cy="105664"/>
            </a:xfrm>
            <a:prstGeom prst="ellipse">
              <a:avLst/>
            </a:prstGeom>
            <a:gradFill>
              <a:gsLst>
                <a:gs pos="0">
                  <a:srgbClr val="FEFEFE">
                    <a:alpha val="27280"/>
                  </a:srgbClr>
                </a:gs>
                <a:gs pos="14286">
                  <a:srgbClr val="FEFEFE">
                    <a:alpha val="25382"/>
                  </a:srgbClr>
                </a:gs>
                <a:gs pos="28571">
                  <a:srgbClr val="FEFEFE">
                    <a:alpha val="20334"/>
                  </a:srgbClr>
                </a:gs>
                <a:gs pos="42857">
                  <a:srgbClr val="FEFEFE">
                    <a:alpha val="13853"/>
                  </a:srgbClr>
                </a:gs>
                <a:gs pos="57143">
                  <a:srgbClr val="FEFEFE">
                    <a:alpha val="7930"/>
                  </a:srgbClr>
                </a:gs>
                <a:gs pos="71429">
                  <a:srgbClr val="FEFEFE">
                    <a:alpha val="3794"/>
                  </a:srgbClr>
                </a:gs>
                <a:gs pos="85714">
                  <a:srgbClr val="FEFEFE">
                    <a:alpha val="1518"/>
                  </a:srgbClr>
                </a:gs>
                <a:gs pos="100000">
                  <a:srgbClr val="FEFEFE">
                    <a:alpha val="5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0" name="Splat 510"/>
            <p:cNvSpPr>
              <a:spLocks noGrp="1"/>
            </p:cNvSpPr>
            <p:nvPr/>
          </p:nvSpPr>
          <p:spPr>
            <a:xfrm rot="2902865">
              <a:off x="1036032" y="1726341"/>
              <a:ext cx="176675" cy="4344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1" name="Splat 511"/>
            <p:cNvSpPr>
              <a:spLocks noGrp="1"/>
            </p:cNvSpPr>
            <p:nvPr/>
          </p:nvSpPr>
          <p:spPr>
            <a:xfrm rot="5518196">
              <a:off x="1469499" y="1790140"/>
              <a:ext cx="265442" cy="131293"/>
            </a:xfrm>
            <a:prstGeom prst="ellipse">
              <a:avLst/>
            </a:prstGeom>
            <a:gradFill>
              <a:gsLst>
                <a:gs pos="0">
                  <a:srgbClr val="F9F9F9">
                    <a:alpha val="26129"/>
                  </a:srgbClr>
                </a:gs>
                <a:gs pos="14286">
                  <a:srgbClr val="F9F9F9">
                    <a:alpha val="24297"/>
                  </a:srgbClr>
                </a:gs>
                <a:gs pos="28571">
                  <a:srgbClr val="F9F9F9">
                    <a:alpha val="19437"/>
                  </a:srgbClr>
                </a:gs>
                <a:gs pos="42857">
                  <a:srgbClr val="F9F9F9">
                    <a:alpha val="13217"/>
                  </a:srgbClr>
                </a:gs>
                <a:gs pos="57143">
                  <a:srgbClr val="F9F9F9">
                    <a:alpha val="7555"/>
                  </a:srgbClr>
                </a:gs>
                <a:gs pos="71429">
                  <a:srgbClr val="F9F9F9">
                    <a:alpha val="3610"/>
                  </a:srgbClr>
                </a:gs>
                <a:gs pos="85714">
                  <a:srgbClr val="F9F9F9">
                    <a:alpha val="1443"/>
                  </a:srgbClr>
                </a:gs>
                <a:gs pos="100000">
                  <a:srgbClr val="F9F9F9">
                    <a:alpha val="4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2" name="Splat 512"/>
            <p:cNvSpPr>
              <a:spLocks noGrp="1"/>
            </p:cNvSpPr>
            <p:nvPr/>
          </p:nvSpPr>
          <p:spPr>
            <a:xfrm rot="4333224">
              <a:off x="1972519" y="1088844"/>
              <a:ext cx="202794" cy="68937"/>
            </a:xfrm>
            <a:prstGeom prst="ellipse">
              <a:avLst/>
            </a:prstGeom>
            <a:gradFill>
              <a:gsLst>
                <a:gs pos="0">
                  <a:srgbClr val="505150">
                    <a:alpha val="32968"/>
                  </a:srgbClr>
                </a:gs>
                <a:gs pos="14286">
                  <a:srgbClr val="505150">
                    <a:alpha val="30764"/>
                  </a:srgbClr>
                </a:gs>
                <a:gs pos="28571">
                  <a:srgbClr val="505150">
                    <a:alpha val="24833"/>
                  </a:srgbClr>
                </a:gs>
                <a:gs pos="42857">
                  <a:srgbClr val="505150">
                    <a:alpha val="17075"/>
                  </a:srgbClr>
                </a:gs>
                <a:gs pos="57143">
                  <a:srgbClr val="505150">
                    <a:alpha val="9855"/>
                  </a:srgbClr>
                </a:gs>
                <a:gs pos="71429">
                  <a:srgbClr val="505150">
                    <a:alpha val="4740"/>
                  </a:srgbClr>
                </a:gs>
                <a:gs pos="85714">
                  <a:srgbClr val="505150">
                    <a:alpha val="1902"/>
                  </a:srgbClr>
                </a:gs>
                <a:gs pos="100000">
                  <a:srgbClr val="50515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3" name="Splat 513"/>
            <p:cNvSpPr>
              <a:spLocks noGrp="1"/>
            </p:cNvSpPr>
            <p:nvPr/>
          </p:nvSpPr>
          <p:spPr>
            <a:xfrm rot="-10200118">
              <a:off x="3202401" y="2398782"/>
              <a:ext cx="395645" cy="386014"/>
            </a:xfrm>
            <a:prstGeom prst="ellipse">
              <a:avLst/>
            </a:prstGeom>
            <a:gradFill>
              <a:gsLst>
                <a:gs pos="0">
                  <a:srgbClr val="787979">
                    <a:alpha val="7094"/>
                  </a:srgbClr>
                </a:gs>
                <a:gs pos="14286">
                  <a:srgbClr val="787979">
                    <a:alpha val="6539"/>
                  </a:srgbClr>
                </a:gs>
                <a:gs pos="28571">
                  <a:srgbClr val="787979">
                    <a:alpha val="5116"/>
                  </a:srgbClr>
                </a:gs>
                <a:gs pos="42857">
                  <a:srgbClr val="787979">
                    <a:alpha val="3386"/>
                  </a:srgbClr>
                </a:gs>
                <a:gs pos="57143">
                  <a:srgbClr val="787979">
                    <a:alpha val="1890"/>
                  </a:srgbClr>
                </a:gs>
                <a:gs pos="71429">
                  <a:srgbClr val="787979">
                    <a:alpha val="889"/>
                  </a:srgbClr>
                </a:gs>
                <a:gs pos="85714">
                  <a:srgbClr val="787979">
                    <a:alpha val="353"/>
                  </a:srgbClr>
                </a:gs>
                <a:gs pos="100000">
                  <a:srgbClr val="787979">
                    <a:alpha val="1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4" name="Splat 514"/>
            <p:cNvSpPr>
              <a:spLocks noGrp="1"/>
            </p:cNvSpPr>
            <p:nvPr/>
          </p:nvSpPr>
          <p:spPr>
            <a:xfrm rot="3838686">
              <a:off x="2382283" y="1922874"/>
              <a:ext cx="175231" cy="4954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5" name="Splat 515"/>
            <p:cNvSpPr>
              <a:spLocks noGrp="1"/>
            </p:cNvSpPr>
            <p:nvPr/>
          </p:nvSpPr>
          <p:spPr>
            <a:xfrm rot="9301744">
              <a:off x="417366" y="2670781"/>
              <a:ext cx="245377" cy="49820"/>
            </a:xfrm>
            <a:prstGeom prst="ellipse">
              <a:avLst/>
            </a:prstGeom>
            <a:gradFill>
              <a:gsLst>
                <a:gs pos="0">
                  <a:srgbClr val="FCFBFB">
                    <a:alpha val="32968"/>
                  </a:srgbClr>
                </a:gs>
                <a:gs pos="14286">
                  <a:srgbClr val="FCFBFB">
                    <a:alpha val="30764"/>
                  </a:srgbClr>
                </a:gs>
                <a:gs pos="28571">
                  <a:srgbClr val="FCFBFB">
                    <a:alpha val="24833"/>
                  </a:srgbClr>
                </a:gs>
                <a:gs pos="42857">
                  <a:srgbClr val="FCFBFB">
                    <a:alpha val="17075"/>
                  </a:srgbClr>
                </a:gs>
                <a:gs pos="57143">
                  <a:srgbClr val="FCFBFB">
                    <a:alpha val="9855"/>
                  </a:srgbClr>
                </a:gs>
                <a:gs pos="71429">
                  <a:srgbClr val="FCFBFB">
                    <a:alpha val="4740"/>
                  </a:srgbClr>
                </a:gs>
                <a:gs pos="85714">
                  <a:srgbClr val="FCFBFB">
                    <a:alpha val="1902"/>
                  </a:srgbClr>
                </a:gs>
                <a:gs pos="100000">
                  <a:srgbClr val="FCFBF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6" name="Splat 516"/>
            <p:cNvSpPr>
              <a:spLocks noGrp="1"/>
            </p:cNvSpPr>
            <p:nvPr/>
          </p:nvSpPr>
          <p:spPr>
            <a:xfrm rot="8851036">
              <a:off x="3020385" y="1525205"/>
              <a:ext cx="246032" cy="5829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7" name="Splat 517"/>
            <p:cNvSpPr>
              <a:spLocks noGrp="1"/>
            </p:cNvSpPr>
            <p:nvPr/>
          </p:nvSpPr>
          <p:spPr>
            <a:xfrm rot="3671441">
              <a:off x="639567" y="2593684"/>
              <a:ext cx="498337" cy="4564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8" name="Splat 518"/>
            <p:cNvSpPr>
              <a:spLocks noGrp="1"/>
            </p:cNvSpPr>
            <p:nvPr/>
          </p:nvSpPr>
          <p:spPr>
            <a:xfrm rot="-8156152">
              <a:off x="1557950" y="1962415"/>
              <a:ext cx="568714" cy="6232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9" name="Splat 519"/>
            <p:cNvSpPr>
              <a:spLocks noGrp="1"/>
            </p:cNvSpPr>
            <p:nvPr/>
          </p:nvSpPr>
          <p:spPr>
            <a:xfrm rot="8560816">
              <a:off x="1157003" y="1100931"/>
              <a:ext cx="362442" cy="117659"/>
            </a:xfrm>
            <a:prstGeom prst="ellipse">
              <a:avLst/>
            </a:prstGeom>
            <a:gradFill>
              <a:gsLst>
                <a:gs pos="0">
                  <a:srgbClr val="FFFFFF">
                    <a:alpha val="32770"/>
                  </a:srgbClr>
                </a:gs>
                <a:gs pos="14286">
                  <a:srgbClr val="FFFFFF">
                    <a:alpha val="30576"/>
                  </a:srgbClr>
                </a:gs>
                <a:gs pos="28571">
                  <a:srgbClr val="FFFFFF">
                    <a:alpha val="24675"/>
                  </a:srgbClr>
                </a:gs>
                <a:gs pos="42857">
                  <a:srgbClr val="FFFFFF">
                    <a:alpha val="16961"/>
                  </a:srgbClr>
                </a:gs>
                <a:gs pos="57143">
                  <a:srgbClr val="FFFFFF">
                    <a:alpha val="9786"/>
                  </a:srgbClr>
                </a:gs>
                <a:gs pos="71429">
                  <a:srgbClr val="FFFFFF">
                    <a:alpha val="4706"/>
                  </a:srgbClr>
                </a:gs>
                <a:gs pos="85714">
                  <a:srgbClr val="FFFFFF">
                    <a:alpha val="1888"/>
                  </a:srgbClr>
                </a:gs>
                <a:gs pos="100000">
                  <a:srgbClr val="FFFFFF">
                    <a:alpha val="6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0" name="Splat 520"/>
            <p:cNvSpPr>
              <a:spLocks noGrp="1"/>
            </p:cNvSpPr>
            <p:nvPr/>
          </p:nvSpPr>
          <p:spPr>
            <a:xfrm rot="-8258022">
              <a:off x="3153958" y="1011533"/>
              <a:ext cx="238800" cy="149686"/>
            </a:xfrm>
            <a:prstGeom prst="ellipse">
              <a:avLst/>
            </a:prstGeom>
            <a:gradFill>
              <a:gsLst>
                <a:gs pos="0">
                  <a:srgbClr val="FFFEFF">
                    <a:alpha val="24360"/>
                  </a:srgbClr>
                </a:gs>
                <a:gs pos="14286">
                  <a:srgbClr val="FFFEFF">
                    <a:alpha val="22633"/>
                  </a:srgbClr>
                </a:gs>
                <a:gs pos="28571">
                  <a:srgbClr val="FFFEFF">
                    <a:alpha val="18065"/>
                  </a:srgbClr>
                </a:gs>
                <a:gs pos="42857">
                  <a:srgbClr val="FFFEFF">
                    <a:alpha val="12251"/>
                  </a:srgbClr>
                </a:gs>
                <a:gs pos="57143">
                  <a:srgbClr val="FFFEFF">
                    <a:alpha val="6985"/>
                  </a:srgbClr>
                </a:gs>
                <a:gs pos="71429">
                  <a:srgbClr val="FFFEFF">
                    <a:alpha val="3333"/>
                  </a:srgbClr>
                </a:gs>
                <a:gs pos="85714">
                  <a:srgbClr val="FFFEFF">
                    <a:alpha val="1331"/>
                  </a:srgbClr>
                </a:gs>
                <a:gs pos="100000">
                  <a:srgbClr val="FFFEFF">
                    <a:alpha val="4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1" name="Splat 521"/>
            <p:cNvSpPr>
              <a:spLocks noGrp="1"/>
            </p:cNvSpPr>
            <p:nvPr/>
          </p:nvSpPr>
          <p:spPr>
            <a:xfrm rot="8000821">
              <a:off x="1077253" y="348098"/>
              <a:ext cx="406141" cy="3709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2" name="Splat 522"/>
            <p:cNvSpPr>
              <a:spLocks noGrp="1"/>
            </p:cNvSpPr>
            <p:nvPr/>
          </p:nvSpPr>
          <p:spPr>
            <a:xfrm rot="5269714">
              <a:off x="2896602" y="2457124"/>
              <a:ext cx="429480" cy="4139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3" name="Splat 523"/>
            <p:cNvSpPr>
              <a:spLocks noGrp="1"/>
            </p:cNvSpPr>
            <p:nvPr/>
          </p:nvSpPr>
          <p:spPr>
            <a:xfrm rot="3133137">
              <a:off x="2556893" y="1741390"/>
              <a:ext cx="394617" cy="108429"/>
            </a:xfrm>
            <a:prstGeom prst="ellipse">
              <a:avLst/>
            </a:prstGeom>
            <a:gradFill>
              <a:gsLst>
                <a:gs pos="0">
                  <a:srgbClr val="FFFFFF">
                    <a:alpha val="30322"/>
                  </a:srgbClr>
                </a:gs>
                <a:gs pos="14286">
                  <a:srgbClr val="FFFFFF">
                    <a:alpha val="28256"/>
                  </a:srgbClr>
                </a:gs>
                <a:gs pos="28571">
                  <a:srgbClr val="FFFFFF">
                    <a:alpha val="22728"/>
                  </a:srgbClr>
                </a:gs>
                <a:gs pos="42857">
                  <a:srgbClr val="FFFFFF">
                    <a:alpha val="15559"/>
                  </a:srgbClr>
                </a:gs>
                <a:gs pos="57143">
                  <a:srgbClr val="FFFFFF">
                    <a:alpha val="8945"/>
                  </a:srgbClr>
                </a:gs>
                <a:gs pos="71429">
                  <a:srgbClr val="FFFFFF">
                    <a:alpha val="4292"/>
                  </a:srgbClr>
                </a:gs>
                <a:gs pos="85714">
                  <a:srgbClr val="FFFFFF">
                    <a:alpha val="1720"/>
                  </a:srgbClr>
                </a:gs>
                <a:gs pos="100000">
                  <a:srgbClr val="FFFFFF">
                    <a:alpha val="5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4" name="Splat 524"/>
            <p:cNvSpPr>
              <a:spLocks noGrp="1"/>
            </p:cNvSpPr>
            <p:nvPr/>
          </p:nvSpPr>
          <p:spPr>
            <a:xfrm rot="-10246623">
              <a:off x="1754195" y="1155498"/>
              <a:ext cx="148049" cy="6047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5" name="Splat 525"/>
            <p:cNvSpPr>
              <a:spLocks noGrp="1"/>
            </p:cNvSpPr>
            <p:nvPr/>
          </p:nvSpPr>
          <p:spPr>
            <a:xfrm rot="10402754">
              <a:off x="137961" y="2446801"/>
              <a:ext cx="518946" cy="335815"/>
            </a:xfrm>
            <a:prstGeom prst="ellipse">
              <a:avLst/>
            </a:prstGeom>
            <a:gradFill>
              <a:gsLst>
                <a:gs pos="0">
                  <a:srgbClr val="6E6F6D">
                    <a:alpha val="4919"/>
                  </a:srgbClr>
                </a:gs>
                <a:gs pos="14286">
                  <a:srgbClr val="6E6F6D">
                    <a:alpha val="4530"/>
                  </a:srgbClr>
                </a:gs>
                <a:gs pos="28571">
                  <a:srgbClr val="6E6F6D">
                    <a:alpha val="3535"/>
                  </a:srgbClr>
                </a:gs>
                <a:gs pos="42857">
                  <a:srgbClr val="6E6F6D">
                    <a:alpha val="2333"/>
                  </a:srgbClr>
                </a:gs>
                <a:gs pos="57143">
                  <a:srgbClr val="6E6F6D">
                    <a:alpha val="1300"/>
                  </a:srgbClr>
                </a:gs>
                <a:gs pos="71429">
                  <a:srgbClr val="6E6F6D">
                    <a:alpha val="610"/>
                  </a:srgbClr>
                </a:gs>
                <a:gs pos="85714">
                  <a:srgbClr val="6E6F6D">
                    <a:alpha val="242"/>
                  </a:srgbClr>
                </a:gs>
                <a:gs pos="100000">
                  <a:srgbClr val="6E6F6D">
                    <a:alpha val="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6" name="Splat 526"/>
            <p:cNvSpPr>
              <a:spLocks noGrp="1"/>
            </p:cNvSpPr>
            <p:nvPr/>
          </p:nvSpPr>
          <p:spPr>
            <a:xfrm rot="9462142">
              <a:off x="3419400" y="2378000"/>
              <a:ext cx="388248" cy="382640"/>
            </a:xfrm>
            <a:prstGeom prst="ellipse">
              <a:avLst/>
            </a:prstGeom>
            <a:gradFill>
              <a:gsLst>
                <a:gs pos="0">
                  <a:srgbClr val="000000">
                    <a:alpha val="8871"/>
                  </a:srgbClr>
                </a:gs>
                <a:gs pos="14286">
                  <a:srgbClr val="000000">
                    <a:alpha val="8184"/>
                  </a:srgbClr>
                </a:gs>
                <a:gs pos="28571">
                  <a:srgbClr val="000000">
                    <a:alpha val="6414"/>
                  </a:srgbClr>
                </a:gs>
                <a:gs pos="42857">
                  <a:srgbClr val="000000">
                    <a:alpha val="4255"/>
                  </a:srgbClr>
                </a:gs>
                <a:gs pos="57143">
                  <a:srgbClr val="000000">
                    <a:alpha val="2381"/>
                  </a:srgbClr>
                </a:gs>
                <a:gs pos="71429">
                  <a:srgbClr val="000000">
                    <a:alpha val="1121"/>
                  </a:srgbClr>
                </a:gs>
                <a:gs pos="85714">
                  <a:srgbClr val="000000">
                    <a:alpha val="445"/>
                  </a:srgbClr>
                </a:gs>
                <a:gs pos="100000">
                  <a:srgbClr val="000000">
                    <a:alpha val="1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7" name="Splat 527"/>
            <p:cNvSpPr>
              <a:spLocks noGrp="1"/>
            </p:cNvSpPr>
            <p:nvPr/>
          </p:nvSpPr>
          <p:spPr>
            <a:xfrm rot="5474274">
              <a:off x="1869162" y="1070327"/>
              <a:ext cx="367770" cy="152466"/>
            </a:xfrm>
            <a:prstGeom prst="ellipse">
              <a:avLst/>
            </a:prstGeom>
            <a:gradFill>
              <a:gsLst>
                <a:gs pos="0">
                  <a:srgbClr val="D6D6D6">
                    <a:alpha val="4616"/>
                  </a:srgbClr>
                </a:gs>
                <a:gs pos="14286">
                  <a:srgbClr val="D6D6D6">
                    <a:alpha val="4251"/>
                  </a:srgbClr>
                </a:gs>
                <a:gs pos="28571">
                  <a:srgbClr val="D6D6D6">
                    <a:alpha val="3317"/>
                  </a:srgbClr>
                </a:gs>
                <a:gs pos="42857">
                  <a:srgbClr val="D6D6D6">
                    <a:alpha val="2188"/>
                  </a:srgbClr>
                </a:gs>
                <a:gs pos="57143">
                  <a:srgbClr val="D6D6D6">
                    <a:alpha val="1218"/>
                  </a:srgbClr>
                </a:gs>
                <a:gs pos="71429">
                  <a:srgbClr val="D6D6D6">
                    <a:alpha val="572"/>
                  </a:srgbClr>
                </a:gs>
                <a:gs pos="85714">
                  <a:srgbClr val="D6D6D6">
                    <a:alpha val="227"/>
                  </a:srgbClr>
                </a:gs>
                <a:gs pos="100000">
                  <a:srgbClr val="D6D6D6">
                    <a:alpha val="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8" name="Splat 528"/>
            <p:cNvSpPr>
              <a:spLocks noGrp="1"/>
            </p:cNvSpPr>
            <p:nvPr/>
          </p:nvSpPr>
          <p:spPr>
            <a:xfrm rot="5343672">
              <a:off x="3425128" y="1500282"/>
              <a:ext cx="445894" cy="440712"/>
            </a:xfrm>
            <a:prstGeom prst="ellipse">
              <a:avLst/>
            </a:prstGeom>
            <a:gradFill>
              <a:gsLst>
                <a:gs pos="0">
                  <a:srgbClr val="717071">
                    <a:alpha val="2733"/>
                  </a:srgbClr>
                </a:gs>
                <a:gs pos="14286">
                  <a:srgbClr val="717071">
                    <a:alpha val="2514"/>
                  </a:srgbClr>
                </a:gs>
                <a:gs pos="28571">
                  <a:srgbClr val="717071">
                    <a:alpha val="1958"/>
                  </a:srgbClr>
                </a:gs>
                <a:gs pos="42857">
                  <a:srgbClr val="717071">
                    <a:alpha val="1289"/>
                  </a:srgbClr>
                </a:gs>
                <a:gs pos="57143">
                  <a:srgbClr val="717071">
                    <a:alpha val="716"/>
                  </a:srgbClr>
                </a:gs>
                <a:gs pos="71429">
                  <a:srgbClr val="717071">
                    <a:alpha val="336"/>
                  </a:srgbClr>
                </a:gs>
                <a:gs pos="85714">
                  <a:srgbClr val="717071">
                    <a:alpha val="133"/>
                  </a:srgbClr>
                </a:gs>
                <a:gs pos="100000">
                  <a:srgbClr val="717071">
                    <a:alpha val="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9" name="Splat 529"/>
            <p:cNvSpPr>
              <a:spLocks noGrp="1"/>
            </p:cNvSpPr>
            <p:nvPr/>
          </p:nvSpPr>
          <p:spPr>
            <a:xfrm rot="10644599">
              <a:off x="1736050" y="117260"/>
              <a:ext cx="411620" cy="406530"/>
            </a:xfrm>
            <a:prstGeom prst="ellipse">
              <a:avLst/>
            </a:prstGeom>
            <a:gradFill>
              <a:gsLst>
                <a:gs pos="0">
                  <a:srgbClr val="000000">
                    <a:alpha val="2489"/>
                  </a:srgbClr>
                </a:gs>
                <a:gs pos="14286">
                  <a:srgbClr val="000000">
                    <a:alpha val="2290"/>
                  </a:srgbClr>
                </a:gs>
                <a:gs pos="28571">
                  <a:srgbClr val="000000">
                    <a:alpha val="1782"/>
                  </a:srgbClr>
                </a:gs>
                <a:gs pos="42857">
                  <a:srgbClr val="000000">
                    <a:alpha val="1173"/>
                  </a:srgbClr>
                </a:gs>
                <a:gs pos="57143">
                  <a:srgbClr val="000000">
                    <a:alpha val="652"/>
                  </a:srgbClr>
                </a:gs>
                <a:gs pos="71429">
                  <a:srgbClr val="000000">
                    <a:alpha val="306"/>
                  </a:srgbClr>
                </a:gs>
                <a:gs pos="85714">
                  <a:srgbClr val="000000">
                    <a:alpha val="121"/>
                  </a:srgbClr>
                </a:gs>
                <a:gs pos="100000">
                  <a:srgbClr val="000000">
                    <a:alpha val="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0" name="Splat 530"/>
            <p:cNvSpPr>
              <a:spLocks noGrp="1"/>
            </p:cNvSpPr>
            <p:nvPr/>
          </p:nvSpPr>
          <p:spPr>
            <a:xfrm rot="2715137">
              <a:off x="2215994" y="577966"/>
              <a:ext cx="530872" cy="100096"/>
            </a:xfrm>
            <a:prstGeom prst="ellipse">
              <a:avLst/>
            </a:prstGeom>
            <a:gradFill>
              <a:gsLst>
                <a:gs pos="0">
                  <a:srgbClr val="000000">
                    <a:alpha val="13351"/>
                  </a:srgbClr>
                </a:gs>
                <a:gs pos="14286">
                  <a:srgbClr val="000000">
                    <a:alpha val="12341"/>
                  </a:srgbClr>
                </a:gs>
                <a:gs pos="28571">
                  <a:srgbClr val="000000">
                    <a:alpha val="9721"/>
                  </a:srgbClr>
                </a:gs>
                <a:gs pos="42857">
                  <a:srgbClr val="000000">
                    <a:alpha val="6488"/>
                  </a:srgbClr>
                </a:gs>
                <a:gs pos="57143">
                  <a:srgbClr val="000000">
                    <a:alpha val="3649"/>
                  </a:srgbClr>
                </a:gs>
                <a:gs pos="71429">
                  <a:srgbClr val="000000">
                    <a:alpha val="1725"/>
                  </a:srgbClr>
                </a:gs>
                <a:gs pos="85714">
                  <a:srgbClr val="000000">
                    <a:alpha val="686"/>
                  </a:srgbClr>
                </a:gs>
                <a:gs pos="100000">
                  <a:srgbClr val="000000">
                    <a:alpha val="2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1" name="Splat 531"/>
            <p:cNvSpPr>
              <a:spLocks noGrp="1"/>
            </p:cNvSpPr>
            <p:nvPr/>
          </p:nvSpPr>
          <p:spPr>
            <a:xfrm rot="4988566">
              <a:off x="3152567" y="2450494"/>
              <a:ext cx="347319" cy="143987"/>
            </a:xfrm>
            <a:prstGeom prst="ellipse">
              <a:avLst/>
            </a:prstGeom>
            <a:gradFill>
              <a:gsLst>
                <a:gs pos="0">
                  <a:srgbClr val="E9E9E9">
                    <a:alpha val="32968"/>
                  </a:srgbClr>
                </a:gs>
                <a:gs pos="14286">
                  <a:srgbClr val="E9E9E9">
                    <a:alpha val="30764"/>
                  </a:srgbClr>
                </a:gs>
                <a:gs pos="28571">
                  <a:srgbClr val="E9E9E9">
                    <a:alpha val="24833"/>
                  </a:srgbClr>
                </a:gs>
                <a:gs pos="42857">
                  <a:srgbClr val="E9E9E9">
                    <a:alpha val="17075"/>
                  </a:srgbClr>
                </a:gs>
                <a:gs pos="57143">
                  <a:srgbClr val="E9E9E9">
                    <a:alpha val="9855"/>
                  </a:srgbClr>
                </a:gs>
                <a:gs pos="71429">
                  <a:srgbClr val="E9E9E9">
                    <a:alpha val="4740"/>
                  </a:srgbClr>
                </a:gs>
                <a:gs pos="85714">
                  <a:srgbClr val="E9E9E9">
                    <a:alpha val="1902"/>
                  </a:srgbClr>
                </a:gs>
                <a:gs pos="100000">
                  <a:srgbClr val="E9E9E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2" name="Splat 532"/>
            <p:cNvSpPr>
              <a:spLocks noGrp="1"/>
            </p:cNvSpPr>
            <p:nvPr/>
          </p:nvSpPr>
          <p:spPr>
            <a:xfrm rot="9040258">
              <a:off x="1865663" y="512779"/>
              <a:ext cx="430120" cy="406920"/>
            </a:xfrm>
            <a:prstGeom prst="ellipse">
              <a:avLst/>
            </a:prstGeom>
            <a:gradFill>
              <a:gsLst>
                <a:gs pos="0">
                  <a:srgbClr val="000000">
                    <a:alpha val="6795"/>
                  </a:srgbClr>
                </a:gs>
                <a:gs pos="14286">
                  <a:srgbClr val="000000">
                    <a:alpha val="6263"/>
                  </a:srgbClr>
                </a:gs>
                <a:gs pos="28571">
                  <a:srgbClr val="000000">
                    <a:alpha val="4898"/>
                  </a:srgbClr>
                </a:gs>
                <a:gs pos="42857">
                  <a:srgbClr val="000000">
                    <a:alpha val="3240"/>
                  </a:srgbClr>
                </a:gs>
                <a:gs pos="57143">
                  <a:srgbClr val="000000">
                    <a:alpha val="1809"/>
                  </a:srgbClr>
                </a:gs>
                <a:gs pos="71429">
                  <a:srgbClr val="000000">
                    <a:alpha val="851"/>
                  </a:srgbClr>
                </a:gs>
                <a:gs pos="85714">
                  <a:srgbClr val="000000">
                    <a:alpha val="337"/>
                  </a:srgbClr>
                </a:gs>
                <a:gs pos="100000">
                  <a:srgbClr val="000000">
                    <a:alpha val="1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3" name="Splat 533"/>
            <p:cNvSpPr>
              <a:spLocks noGrp="1"/>
            </p:cNvSpPr>
            <p:nvPr/>
          </p:nvSpPr>
          <p:spPr>
            <a:xfrm rot="4765306">
              <a:off x="1739988" y="1084673"/>
              <a:ext cx="340545" cy="213593"/>
            </a:xfrm>
            <a:prstGeom prst="ellipse">
              <a:avLst/>
            </a:prstGeom>
            <a:gradFill>
              <a:gsLst>
                <a:gs pos="0">
                  <a:srgbClr val="FFFFFF">
                    <a:alpha val="18199"/>
                  </a:srgbClr>
                </a:gs>
                <a:gs pos="14286">
                  <a:srgbClr val="FFFFFF">
                    <a:alpha val="16859"/>
                  </a:srgbClr>
                </a:gs>
                <a:gs pos="28571">
                  <a:srgbClr val="FFFFFF">
                    <a:alpha val="13356"/>
                  </a:srgbClr>
                </a:gs>
                <a:gs pos="42857">
                  <a:srgbClr val="FFFFFF">
                    <a:alpha val="8975"/>
                  </a:srgbClr>
                </a:gs>
                <a:gs pos="57143">
                  <a:srgbClr val="FFFFFF">
                    <a:alpha val="5077"/>
                  </a:srgbClr>
                </a:gs>
                <a:gs pos="71429">
                  <a:srgbClr val="FFFFFF">
                    <a:alpha val="2409"/>
                  </a:srgbClr>
                </a:gs>
                <a:gs pos="85714">
                  <a:srgbClr val="FFFFFF">
                    <a:alpha val="960"/>
                  </a:srgbClr>
                </a:gs>
                <a:gs pos="100000">
                  <a:srgbClr val="FFFFFF">
                    <a:alpha val="3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4" name="Splat 534"/>
            <p:cNvSpPr>
              <a:spLocks noGrp="1"/>
            </p:cNvSpPr>
            <p:nvPr/>
          </p:nvSpPr>
          <p:spPr>
            <a:xfrm rot="-10053625">
              <a:off x="3016203" y="77499"/>
              <a:ext cx="557635" cy="105053"/>
            </a:xfrm>
            <a:prstGeom prst="ellipse">
              <a:avLst/>
            </a:prstGeom>
            <a:gradFill>
              <a:gsLst>
                <a:gs pos="0">
                  <a:srgbClr val="707070">
                    <a:alpha val="6372"/>
                  </a:srgbClr>
                </a:gs>
                <a:gs pos="14286">
                  <a:srgbClr val="707070">
                    <a:alpha val="5872"/>
                  </a:srgbClr>
                </a:gs>
                <a:gs pos="28571">
                  <a:srgbClr val="707070">
                    <a:alpha val="4590"/>
                  </a:srgbClr>
                </a:gs>
                <a:gs pos="42857">
                  <a:srgbClr val="707070">
                    <a:alpha val="3035"/>
                  </a:srgbClr>
                </a:gs>
                <a:gs pos="57143">
                  <a:srgbClr val="707070">
                    <a:alpha val="1693"/>
                  </a:srgbClr>
                </a:gs>
                <a:gs pos="71429">
                  <a:srgbClr val="707070">
                    <a:alpha val="796"/>
                  </a:srgbClr>
                </a:gs>
                <a:gs pos="85714">
                  <a:srgbClr val="707070">
                    <a:alpha val="316"/>
                  </a:srgbClr>
                </a:gs>
                <a:gs pos="100000">
                  <a:srgbClr val="707070">
                    <a:alpha val="1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5" name="Splat 535"/>
            <p:cNvSpPr>
              <a:spLocks noGrp="1"/>
            </p:cNvSpPr>
            <p:nvPr/>
          </p:nvSpPr>
          <p:spPr>
            <a:xfrm rot="3037334">
              <a:off x="3093188" y="1922409"/>
              <a:ext cx="345828" cy="5682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6" name="Splat 536"/>
            <p:cNvSpPr>
              <a:spLocks noGrp="1"/>
            </p:cNvSpPr>
            <p:nvPr/>
          </p:nvSpPr>
          <p:spPr>
            <a:xfrm rot="4732795">
              <a:off x="3195268" y="391989"/>
              <a:ext cx="475518" cy="19932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7" name="Splat 537"/>
            <p:cNvSpPr>
              <a:spLocks noGrp="1"/>
            </p:cNvSpPr>
            <p:nvPr/>
          </p:nvSpPr>
          <p:spPr>
            <a:xfrm rot="3350719">
              <a:off x="972231" y="2552388"/>
              <a:ext cx="251011" cy="115538"/>
            </a:xfrm>
            <a:prstGeom prst="ellipse">
              <a:avLst/>
            </a:prstGeom>
            <a:gradFill>
              <a:gsLst>
                <a:gs pos="0">
                  <a:srgbClr val="EEEEEE">
                    <a:alpha val="31079"/>
                  </a:srgbClr>
                </a:gs>
                <a:gs pos="14286">
                  <a:srgbClr val="EEEEEE">
                    <a:alpha val="28972"/>
                  </a:srgbClr>
                </a:gs>
                <a:gs pos="28571">
                  <a:srgbClr val="EEEEEE">
                    <a:alpha val="23327"/>
                  </a:srgbClr>
                </a:gs>
                <a:gs pos="42857">
                  <a:srgbClr val="EEEEEE">
                    <a:alpha val="15989"/>
                  </a:srgbClr>
                </a:gs>
                <a:gs pos="57143">
                  <a:srgbClr val="EEEEEE">
                    <a:alpha val="9203"/>
                  </a:srgbClr>
                </a:gs>
                <a:gs pos="71429">
                  <a:srgbClr val="EEEEEE">
                    <a:alpha val="4418"/>
                  </a:srgbClr>
                </a:gs>
                <a:gs pos="85714">
                  <a:srgbClr val="EEEEEE">
                    <a:alpha val="1771"/>
                  </a:srgbClr>
                </a:gs>
                <a:gs pos="100000">
                  <a:srgbClr val="EEEEEE">
                    <a:alpha val="5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8" name="Splat 538"/>
            <p:cNvSpPr>
              <a:spLocks noGrp="1"/>
            </p:cNvSpPr>
            <p:nvPr/>
          </p:nvSpPr>
          <p:spPr>
            <a:xfrm rot="7681806">
              <a:off x="1659199" y="519729"/>
              <a:ext cx="480296" cy="300995"/>
            </a:xfrm>
            <a:prstGeom prst="ellipse">
              <a:avLst/>
            </a:prstGeom>
            <a:gradFill>
              <a:gsLst>
                <a:gs pos="0">
                  <a:srgbClr val="282824">
                    <a:alpha val="7091"/>
                  </a:srgbClr>
                </a:gs>
                <a:gs pos="14286">
                  <a:srgbClr val="282824">
                    <a:alpha val="6537"/>
                  </a:srgbClr>
                </a:gs>
                <a:gs pos="28571">
                  <a:srgbClr val="282824">
                    <a:alpha val="5114"/>
                  </a:srgbClr>
                </a:gs>
                <a:gs pos="42857">
                  <a:srgbClr val="282824">
                    <a:alpha val="3384"/>
                  </a:srgbClr>
                </a:gs>
                <a:gs pos="57143">
                  <a:srgbClr val="282824">
                    <a:alpha val="1890"/>
                  </a:srgbClr>
                </a:gs>
                <a:gs pos="71429">
                  <a:srgbClr val="282824">
                    <a:alpha val="889"/>
                  </a:srgbClr>
                </a:gs>
                <a:gs pos="85714">
                  <a:srgbClr val="282824">
                    <a:alpha val="353"/>
                  </a:srgbClr>
                </a:gs>
                <a:gs pos="100000">
                  <a:srgbClr val="282824">
                    <a:alpha val="1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9" name="Splat 539"/>
            <p:cNvSpPr>
              <a:spLocks noGrp="1"/>
            </p:cNvSpPr>
            <p:nvPr/>
          </p:nvSpPr>
          <p:spPr>
            <a:xfrm rot="-10089541">
              <a:off x="1358350" y="1054408"/>
              <a:ext cx="302403" cy="84604"/>
            </a:xfrm>
            <a:prstGeom prst="ellipse">
              <a:avLst/>
            </a:prstGeom>
            <a:gradFill>
              <a:gsLst>
                <a:gs pos="0">
                  <a:srgbClr val="FFFFFF">
                    <a:alpha val="32464"/>
                  </a:srgbClr>
                </a:gs>
                <a:gs pos="14286">
                  <a:srgbClr val="FFFFFF">
                    <a:alpha val="30286"/>
                  </a:srgbClr>
                </a:gs>
                <a:gs pos="28571">
                  <a:srgbClr val="FFFFFF">
                    <a:alpha val="24430"/>
                  </a:srgbClr>
                </a:gs>
                <a:gs pos="42857">
                  <a:srgbClr val="FFFFFF">
                    <a:alpha val="16784"/>
                  </a:srgbClr>
                </a:gs>
                <a:gs pos="57143">
                  <a:srgbClr val="FFFFFF">
                    <a:alpha val="9680"/>
                  </a:srgbClr>
                </a:gs>
                <a:gs pos="71429">
                  <a:srgbClr val="FFFFFF">
                    <a:alpha val="4654"/>
                  </a:srgbClr>
                </a:gs>
                <a:gs pos="85714">
                  <a:srgbClr val="FFFFFF">
                    <a:alpha val="1867"/>
                  </a:srgbClr>
                </a:gs>
                <a:gs pos="100000">
                  <a:srgbClr val="FFFFFF">
                    <a:alpha val="6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0" name="Splat 540"/>
            <p:cNvSpPr>
              <a:spLocks noGrp="1"/>
            </p:cNvSpPr>
            <p:nvPr/>
          </p:nvSpPr>
          <p:spPr>
            <a:xfrm rot="-8362176">
              <a:off x="339848" y="1703635"/>
              <a:ext cx="275399" cy="106597"/>
            </a:xfrm>
            <a:prstGeom prst="ellipse">
              <a:avLst/>
            </a:prstGeom>
            <a:gradFill>
              <a:gsLst>
                <a:gs pos="0">
                  <a:srgbClr val="FEFFFE">
                    <a:alpha val="32968"/>
                  </a:srgbClr>
                </a:gs>
                <a:gs pos="14286">
                  <a:srgbClr val="FEFFFE">
                    <a:alpha val="30764"/>
                  </a:srgbClr>
                </a:gs>
                <a:gs pos="28571">
                  <a:srgbClr val="FEFFFE">
                    <a:alpha val="24833"/>
                  </a:srgbClr>
                </a:gs>
                <a:gs pos="42857">
                  <a:srgbClr val="FEFFFE">
                    <a:alpha val="17075"/>
                  </a:srgbClr>
                </a:gs>
                <a:gs pos="57143">
                  <a:srgbClr val="FEFFFE">
                    <a:alpha val="9855"/>
                  </a:srgbClr>
                </a:gs>
                <a:gs pos="71429">
                  <a:srgbClr val="FEFFFE">
                    <a:alpha val="4740"/>
                  </a:srgbClr>
                </a:gs>
                <a:gs pos="85714">
                  <a:srgbClr val="FEFFFE">
                    <a:alpha val="1902"/>
                  </a:srgbClr>
                </a:gs>
                <a:gs pos="100000">
                  <a:srgbClr val="FE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1" name="Splat 541"/>
            <p:cNvSpPr>
              <a:spLocks noGrp="1"/>
            </p:cNvSpPr>
            <p:nvPr/>
          </p:nvSpPr>
          <p:spPr>
            <a:xfrm rot="8855868">
              <a:off x="218993" y="1014804"/>
              <a:ext cx="235679" cy="42879"/>
            </a:xfrm>
            <a:prstGeom prst="ellipse">
              <a:avLst/>
            </a:prstGeom>
            <a:gradFill>
              <a:gsLst>
                <a:gs pos="0">
                  <a:srgbClr val="FFFEFE">
                    <a:alpha val="32968"/>
                  </a:srgbClr>
                </a:gs>
                <a:gs pos="14286">
                  <a:srgbClr val="FFFEFE">
                    <a:alpha val="30764"/>
                  </a:srgbClr>
                </a:gs>
                <a:gs pos="28571">
                  <a:srgbClr val="FFFEFE">
                    <a:alpha val="24833"/>
                  </a:srgbClr>
                </a:gs>
                <a:gs pos="42857">
                  <a:srgbClr val="FFFEFE">
                    <a:alpha val="17075"/>
                  </a:srgbClr>
                </a:gs>
                <a:gs pos="57143">
                  <a:srgbClr val="FFFEFE">
                    <a:alpha val="9855"/>
                  </a:srgbClr>
                </a:gs>
                <a:gs pos="71429">
                  <a:srgbClr val="FFFEFE">
                    <a:alpha val="4740"/>
                  </a:srgbClr>
                </a:gs>
                <a:gs pos="85714">
                  <a:srgbClr val="FFFEFE">
                    <a:alpha val="1902"/>
                  </a:srgbClr>
                </a:gs>
                <a:gs pos="100000">
                  <a:srgbClr val="FFFE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2" name="Splat 542"/>
            <p:cNvSpPr>
              <a:spLocks noGrp="1"/>
            </p:cNvSpPr>
            <p:nvPr/>
          </p:nvSpPr>
          <p:spPr>
            <a:xfrm rot="9851106">
              <a:off x="57115" y="2191098"/>
              <a:ext cx="552993" cy="63791"/>
            </a:xfrm>
            <a:prstGeom prst="ellipse">
              <a:avLst/>
            </a:prstGeom>
            <a:gradFill>
              <a:gsLst>
                <a:gs pos="0">
                  <a:srgbClr val="010001">
                    <a:alpha val="32370"/>
                  </a:srgbClr>
                </a:gs>
                <a:gs pos="14286">
                  <a:srgbClr val="010001">
                    <a:alpha val="30196"/>
                  </a:srgbClr>
                </a:gs>
                <a:gs pos="28571">
                  <a:srgbClr val="010001">
                    <a:alpha val="24355"/>
                  </a:srgbClr>
                </a:gs>
                <a:gs pos="42857">
                  <a:srgbClr val="010001">
                    <a:alpha val="16730"/>
                  </a:srgbClr>
                </a:gs>
                <a:gs pos="57143">
                  <a:srgbClr val="010001">
                    <a:alpha val="9647"/>
                  </a:srgbClr>
                </a:gs>
                <a:gs pos="71429">
                  <a:srgbClr val="010001">
                    <a:alpha val="4638"/>
                  </a:srgbClr>
                </a:gs>
                <a:gs pos="85714">
                  <a:srgbClr val="010001">
                    <a:alpha val="1860"/>
                  </a:srgbClr>
                </a:gs>
                <a:gs pos="100000">
                  <a:srgbClr val="010001">
                    <a:alpha val="6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3" name="Splat 543"/>
            <p:cNvSpPr>
              <a:spLocks noGrp="1"/>
            </p:cNvSpPr>
            <p:nvPr/>
          </p:nvSpPr>
          <p:spPr>
            <a:xfrm rot="6801431">
              <a:off x="1878082" y="204209"/>
              <a:ext cx="393015" cy="387355"/>
            </a:xfrm>
            <a:prstGeom prst="ellipse">
              <a:avLst/>
            </a:prstGeom>
            <a:gradFill>
              <a:gsLst>
                <a:gs pos="0">
                  <a:srgbClr val="919293">
                    <a:alpha val="3335"/>
                  </a:srgbClr>
                </a:gs>
                <a:gs pos="14286">
                  <a:srgbClr val="919293">
                    <a:alpha val="3070"/>
                  </a:srgbClr>
                </a:gs>
                <a:gs pos="28571">
                  <a:srgbClr val="919293">
                    <a:alpha val="2392"/>
                  </a:srgbClr>
                </a:gs>
                <a:gs pos="42857">
                  <a:srgbClr val="919293">
                    <a:alpha val="1575"/>
                  </a:srgbClr>
                </a:gs>
                <a:gs pos="57143">
                  <a:srgbClr val="919293">
                    <a:alpha val="876"/>
                  </a:srgbClr>
                </a:gs>
                <a:gs pos="71429">
                  <a:srgbClr val="919293">
                    <a:alpha val="411"/>
                  </a:srgbClr>
                </a:gs>
                <a:gs pos="85714">
                  <a:srgbClr val="919293">
                    <a:alpha val="163"/>
                  </a:srgbClr>
                </a:gs>
                <a:gs pos="100000">
                  <a:srgbClr val="919293">
                    <a:alpha val="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4" name="Splat 544"/>
            <p:cNvSpPr>
              <a:spLocks noGrp="1"/>
            </p:cNvSpPr>
            <p:nvPr/>
          </p:nvSpPr>
          <p:spPr>
            <a:xfrm rot="6316687">
              <a:off x="1490148" y="472520"/>
              <a:ext cx="299134" cy="129772"/>
            </a:xfrm>
            <a:prstGeom prst="ellipse">
              <a:avLst/>
            </a:prstGeom>
            <a:gradFill>
              <a:gsLst>
                <a:gs pos="0">
                  <a:srgbClr val="FFFFFF">
                    <a:alpha val="15139"/>
                  </a:srgbClr>
                </a:gs>
                <a:gs pos="14286">
                  <a:srgbClr val="FFFFFF">
                    <a:alpha val="14005"/>
                  </a:srgbClr>
                </a:gs>
                <a:gs pos="28571">
                  <a:srgbClr val="FFFFFF">
                    <a:alpha val="11055"/>
                  </a:srgbClr>
                </a:gs>
                <a:gs pos="42857">
                  <a:srgbClr val="FFFFFF">
                    <a:alpha val="7396"/>
                  </a:srgbClr>
                </a:gs>
                <a:gs pos="57143">
                  <a:srgbClr val="FFFFFF">
                    <a:alpha val="4168"/>
                  </a:srgbClr>
                </a:gs>
                <a:gs pos="71429">
                  <a:srgbClr val="FFFFFF">
                    <a:alpha val="1973"/>
                  </a:srgbClr>
                </a:gs>
                <a:gs pos="85714">
                  <a:srgbClr val="FFFFFF">
                    <a:alpha val="785"/>
                  </a:srgbClr>
                </a:gs>
                <a:gs pos="100000">
                  <a:srgbClr val="FFFFFF">
                    <a:alpha val="2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5" name="Splat 545"/>
            <p:cNvSpPr>
              <a:spLocks noGrp="1"/>
            </p:cNvSpPr>
            <p:nvPr/>
          </p:nvSpPr>
          <p:spPr>
            <a:xfrm rot="7134490">
              <a:off x="132971" y="2515129"/>
              <a:ext cx="464368" cy="222997"/>
            </a:xfrm>
            <a:prstGeom prst="ellipse">
              <a:avLst/>
            </a:prstGeom>
            <a:gradFill>
              <a:gsLst>
                <a:gs pos="0">
                  <a:srgbClr val="6F6F72">
                    <a:alpha val="4754"/>
                  </a:srgbClr>
                </a:gs>
                <a:gs pos="14286">
                  <a:srgbClr val="6F6F72">
                    <a:alpha val="4378"/>
                  </a:srgbClr>
                </a:gs>
                <a:gs pos="28571">
                  <a:srgbClr val="6F6F72">
                    <a:alpha val="3416"/>
                  </a:srgbClr>
                </a:gs>
                <a:gs pos="42857">
                  <a:srgbClr val="6F6F72">
                    <a:alpha val="2254"/>
                  </a:srgbClr>
                </a:gs>
                <a:gs pos="57143">
                  <a:srgbClr val="6F6F72">
                    <a:alpha val="1255"/>
                  </a:srgbClr>
                </a:gs>
                <a:gs pos="71429">
                  <a:srgbClr val="6F6F72">
                    <a:alpha val="590"/>
                  </a:srgbClr>
                </a:gs>
                <a:gs pos="85714">
                  <a:srgbClr val="6F6F72">
                    <a:alpha val="234"/>
                  </a:srgbClr>
                </a:gs>
                <a:gs pos="100000">
                  <a:srgbClr val="6F6F72">
                    <a:alpha val="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6" name="Splat 546"/>
            <p:cNvSpPr>
              <a:spLocks noGrp="1"/>
            </p:cNvSpPr>
            <p:nvPr/>
          </p:nvSpPr>
          <p:spPr>
            <a:xfrm rot="-8937745">
              <a:off x="3373067" y="-88134"/>
              <a:ext cx="430272" cy="369637"/>
            </a:xfrm>
            <a:prstGeom prst="ellipse">
              <a:avLst/>
            </a:prstGeom>
            <a:gradFill>
              <a:gsLst>
                <a:gs pos="0">
                  <a:srgbClr val="828081">
                    <a:alpha val="11941"/>
                  </a:srgbClr>
                </a:gs>
                <a:gs pos="14286">
                  <a:srgbClr val="828081">
                    <a:alpha val="11030"/>
                  </a:srgbClr>
                </a:gs>
                <a:gs pos="28571">
                  <a:srgbClr val="828081">
                    <a:alpha val="8675"/>
                  </a:srgbClr>
                </a:gs>
                <a:gs pos="42857">
                  <a:srgbClr val="828081">
                    <a:alpha val="5779"/>
                  </a:srgbClr>
                </a:gs>
                <a:gs pos="57143">
                  <a:srgbClr val="828081">
                    <a:alpha val="3244"/>
                  </a:srgbClr>
                </a:gs>
                <a:gs pos="71429">
                  <a:srgbClr val="828081">
                    <a:alpha val="1532"/>
                  </a:srgbClr>
                </a:gs>
                <a:gs pos="85714">
                  <a:srgbClr val="828081">
                    <a:alpha val="609"/>
                  </a:srgbClr>
                </a:gs>
                <a:gs pos="100000">
                  <a:srgbClr val="828081">
                    <a:alpha val="2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7" name="Splat 547"/>
            <p:cNvSpPr>
              <a:spLocks noGrp="1"/>
            </p:cNvSpPr>
            <p:nvPr/>
          </p:nvSpPr>
          <p:spPr>
            <a:xfrm rot="6988571">
              <a:off x="1690882" y="1705327"/>
              <a:ext cx="318268" cy="94504"/>
            </a:xfrm>
            <a:prstGeom prst="ellipse">
              <a:avLst/>
            </a:prstGeom>
            <a:gradFill>
              <a:gsLst>
                <a:gs pos="0">
                  <a:srgbClr val="E6E6E6">
                    <a:alpha val="32110"/>
                  </a:srgbClr>
                </a:gs>
                <a:gs pos="14286">
                  <a:srgbClr val="E6E6E6">
                    <a:alpha val="29950"/>
                  </a:srgbClr>
                </a:gs>
                <a:gs pos="28571">
                  <a:srgbClr val="E6E6E6">
                    <a:alpha val="24148"/>
                  </a:srgbClr>
                </a:gs>
                <a:gs pos="42857">
                  <a:srgbClr val="E6E6E6">
                    <a:alpha val="16580"/>
                  </a:srgbClr>
                </a:gs>
                <a:gs pos="57143">
                  <a:srgbClr val="E6E6E6">
                    <a:alpha val="9557"/>
                  </a:srgbClr>
                </a:gs>
                <a:gs pos="71429">
                  <a:srgbClr val="E6E6E6">
                    <a:alpha val="4593"/>
                  </a:srgbClr>
                </a:gs>
                <a:gs pos="85714">
                  <a:srgbClr val="E6E6E6">
                    <a:alpha val="1842"/>
                  </a:srgbClr>
                </a:gs>
                <a:gs pos="100000">
                  <a:srgbClr val="E6E6E6">
                    <a:alpha val="6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8" name="Splat 548"/>
            <p:cNvSpPr>
              <a:spLocks noGrp="1"/>
            </p:cNvSpPr>
            <p:nvPr/>
          </p:nvSpPr>
          <p:spPr>
            <a:xfrm rot="-9665832">
              <a:off x="2789994" y="2263750"/>
              <a:ext cx="332578" cy="11678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9" name="Splat 549"/>
            <p:cNvSpPr>
              <a:spLocks noGrp="1"/>
            </p:cNvSpPr>
            <p:nvPr/>
          </p:nvSpPr>
          <p:spPr>
            <a:xfrm rot="-8908813">
              <a:off x="-12919" y="2346931"/>
              <a:ext cx="414838" cy="399727"/>
            </a:xfrm>
            <a:prstGeom prst="ellipse">
              <a:avLst/>
            </a:prstGeom>
            <a:gradFill>
              <a:gsLst>
                <a:gs pos="0">
                  <a:srgbClr val="6A6B6C">
                    <a:alpha val="8521"/>
                  </a:srgbClr>
                </a:gs>
                <a:gs pos="14286">
                  <a:srgbClr val="6A6B6C">
                    <a:alpha val="7860"/>
                  </a:srgbClr>
                </a:gs>
                <a:gs pos="28571">
                  <a:srgbClr val="6A6B6C">
                    <a:alpha val="6158"/>
                  </a:srgbClr>
                </a:gs>
                <a:gs pos="42857">
                  <a:srgbClr val="6A6B6C">
                    <a:alpha val="4083"/>
                  </a:srgbClr>
                </a:gs>
                <a:gs pos="57143">
                  <a:srgbClr val="6A6B6C">
                    <a:alpha val="2284"/>
                  </a:srgbClr>
                </a:gs>
                <a:gs pos="71429">
                  <a:srgbClr val="6A6B6C">
                    <a:alpha val="1076"/>
                  </a:srgbClr>
                </a:gs>
                <a:gs pos="85714">
                  <a:srgbClr val="6A6B6C">
                    <a:alpha val="427"/>
                  </a:srgbClr>
                </a:gs>
                <a:gs pos="100000">
                  <a:srgbClr val="6A6B6C">
                    <a:alpha val="1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0" name="Splat 550"/>
            <p:cNvSpPr>
              <a:spLocks noGrp="1"/>
            </p:cNvSpPr>
            <p:nvPr/>
          </p:nvSpPr>
          <p:spPr>
            <a:xfrm rot="-9126081">
              <a:off x="2482187" y="1914856"/>
              <a:ext cx="272608" cy="149433"/>
            </a:xfrm>
            <a:prstGeom prst="ellipse">
              <a:avLst/>
            </a:prstGeom>
            <a:gradFill>
              <a:gsLst>
                <a:gs pos="0">
                  <a:srgbClr val="FFFFFF">
                    <a:alpha val="17540"/>
                  </a:srgbClr>
                </a:gs>
                <a:gs pos="14286">
                  <a:srgbClr val="FFFFFF">
                    <a:alpha val="16244"/>
                  </a:srgbClr>
                </a:gs>
                <a:gs pos="28571">
                  <a:srgbClr val="FFFFFF">
                    <a:alpha val="12858"/>
                  </a:srgbClr>
                </a:gs>
                <a:gs pos="42857">
                  <a:srgbClr val="FFFFFF">
                    <a:alpha val="8632"/>
                  </a:srgbClr>
                </a:gs>
                <a:gs pos="57143">
                  <a:srgbClr val="FFFFFF">
                    <a:alpha val="4879"/>
                  </a:srgbClr>
                </a:gs>
                <a:gs pos="71429">
                  <a:srgbClr val="FFFFFF">
                    <a:alpha val="2314"/>
                  </a:srgbClr>
                </a:gs>
                <a:gs pos="85714">
                  <a:srgbClr val="FFFFFF">
                    <a:alpha val="922"/>
                  </a:srgbClr>
                </a:gs>
                <a:gs pos="100000">
                  <a:srgbClr val="FFFFFF">
                    <a:alpha val="3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1" name="Splat 551"/>
            <p:cNvSpPr>
              <a:spLocks noGrp="1"/>
            </p:cNvSpPr>
            <p:nvPr/>
          </p:nvSpPr>
          <p:spPr>
            <a:xfrm rot="5085956">
              <a:off x="2237917" y="995981"/>
              <a:ext cx="394310" cy="237364"/>
            </a:xfrm>
            <a:prstGeom prst="ellipse">
              <a:avLst/>
            </a:prstGeom>
            <a:gradFill>
              <a:gsLst>
                <a:gs pos="0">
                  <a:srgbClr val="DFDFE0">
                    <a:alpha val="32968"/>
                  </a:srgbClr>
                </a:gs>
                <a:gs pos="14286">
                  <a:srgbClr val="DFDFE0">
                    <a:alpha val="30764"/>
                  </a:srgbClr>
                </a:gs>
                <a:gs pos="28571">
                  <a:srgbClr val="DFDFE0">
                    <a:alpha val="24833"/>
                  </a:srgbClr>
                </a:gs>
                <a:gs pos="42857">
                  <a:srgbClr val="DFDFE0">
                    <a:alpha val="17075"/>
                  </a:srgbClr>
                </a:gs>
                <a:gs pos="57143">
                  <a:srgbClr val="DFDFE0">
                    <a:alpha val="9855"/>
                  </a:srgbClr>
                </a:gs>
                <a:gs pos="71429">
                  <a:srgbClr val="DFDFE0">
                    <a:alpha val="4740"/>
                  </a:srgbClr>
                </a:gs>
                <a:gs pos="85714">
                  <a:srgbClr val="DFDFE0">
                    <a:alpha val="1902"/>
                  </a:srgbClr>
                </a:gs>
                <a:gs pos="100000">
                  <a:srgbClr val="DFDFE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2" name="Splat 552"/>
            <p:cNvSpPr>
              <a:spLocks noGrp="1"/>
            </p:cNvSpPr>
            <p:nvPr/>
          </p:nvSpPr>
          <p:spPr>
            <a:xfrm rot="10445247">
              <a:off x="1298410" y="256582"/>
              <a:ext cx="389157" cy="372348"/>
            </a:xfrm>
            <a:prstGeom prst="ellipse">
              <a:avLst/>
            </a:prstGeom>
            <a:gradFill>
              <a:gsLst>
                <a:gs pos="0">
                  <a:srgbClr val="ADADAD">
                    <a:alpha val="8417"/>
                  </a:srgbClr>
                </a:gs>
                <a:gs pos="14286">
                  <a:srgbClr val="ADADAD">
                    <a:alpha val="7763"/>
                  </a:srgbClr>
                </a:gs>
                <a:gs pos="28571">
                  <a:srgbClr val="ADADAD">
                    <a:alpha val="6082"/>
                  </a:srgbClr>
                </a:gs>
                <a:gs pos="42857">
                  <a:srgbClr val="ADADAD">
                    <a:alpha val="4032"/>
                  </a:srgbClr>
                </a:gs>
                <a:gs pos="57143">
                  <a:srgbClr val="ADADAD">
                    <a:alpha val="2255"/>
                  </a:srgbClr>
                </a:gs>
                <a:gs pos="71429">
                  <a:srgbClr val="ADADAD">
                    <a:alpha val="1062"/>
                  </a:srgbClr>
                </a:gs>
                <a:gs pos="85714">
                  <a:srgbClr val="ADADAD">
                    <a:alpha val="421"/>
                  </a:srgbClr>
                </a:gs>
                <a:gs pos="100000">
                  <a:srgbClr val="ADADAD">
                    <a:alpha val="1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3" name="Splat 553"/>
            <p:cNvSpPr>
              <a:spLocks noGrp="1"/>
            </p:cNvSpPr>
            <p:nvPr/>
          </p:nvSpPr>
          <p:spPr>
            <a:xfrm rot="-10020619">
              <a:off x="268909" y="1279467"/>
              <a:ext cx="222413" cy="105397"/>
            </a:xfrm>
            <a:prstGeom prst="ellipse">
              <a:avLst/>
            </a:prstGeom>
            <a:gradFill>
              <a:gsLst>
                <a:gs pos="0">
                  <a:srgbClr val="FFFFFF">
                    <a:alpha val="29980"/>
                  </a:srgbClr>
                </a:gs>
                <a:gs pos="14286">
                  <a:srgbClr val="FFFFFF">
                    <a:alpha val="27933"/>
                  </a:srgbClr>
                </a:gs>
                <a:gs pos="28571">
                  <a:srgbClr val="FFFFFF">
                    <a:alpha val="22457"/>
                  </a:srgbClr>
                </a:gs>
                <a:gs pos="42857">
                  <a:srgbClr val="FFFFFF">
                    <a:alpha val="15365"/>
                  </a:srgbClr>
                </a:gs>
                <a:gs pos="57143">
                  <a:srgbClr val="FFFFFF">
                    <a:alpha val="8830"/>
                  </a:srgbClr>
                </a:gs>
                <a:gs pos="71429">
                  <a:srgbClr val="FFFFFF">
                    <a:alpha val="4235"/>
                  </a:srgbClr>
                </a:gs>
                <a:gs pos="85714">
                  <a:srgbClr val="FFFFFF">
                    <a:alpha val="1696"/>
                  </a:srgbClr>
                </a:gs>
                <a:gs pos="100000">
                  <a:srgbClr val="FFFFFF">
                    <a:alpha val="5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4" name="Splat 554"/>
            <p:cNvSpPr>
              <a:spLocks noGrp="1"/>
            </p:cNvSpPr>
            <p:nvPr/>
          </p:nvSpPr>
          <p:spPr>
            <a:xfrm rot="-8605645">
              <a:off x="1969036" y="264639"/>
              <a:ext cx="391497" cy="5821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5" name="Splat 555"/>
            <p:cNvSpPr>
              <a:spLocks noGrp="1"/>
            </p:cNvSpPr>
            <p:nvPr/>
          </p:nvSpPr>
          <p:spPr>
            <a:xfrm rot="9076049">
              <a:off x="2269162" y="1069991"/>
              <a:ext cx="494367" cy="39847"/>
            </a:xfrm>
            <a:prstGeom prst="ellipse">
              <a:avLst/>
            </a:prstGeom>
            <a:gradFill>
              <a:gsLst>
                <a:gs pos="0">
                  <a:srgbClr val="010003">
                    <a:alpha val="32968"/>
                  </a:srgbClr>
                </a:gs>
                <a:gs pos="14286">
                  <a:srgbClr val="010003">
                    <a:alpha val="30764"/>
                  </a:srgbClr>
                </a:gs>
                <a:gs pos="28571">
                  <a:srgbClr val="010003">
                    <a:alpha val="24833"/>
                  </a:srgbClr>
                </a:gs>
                <a:gs pos="42857">
                  <a:srgbClr val="010003">
                    <a:alpha val="17075"/>
                  </a:srgbClr>
                </a:gs>
                <a:gs pos="57143">
                  <a:srgbClr val="010003">
                    <a:alpha val="9855"/>
                  </a:srgbClr>
                </a:gs>
                <a:gs pos="71429">
                  <a:srgbClr val="010003">
                    <a:alpha val="4740"/>
                  </a:srgbClr>
                </a:gs>
                <a:gs pos="85714">
                  <a:srgbClr val="010003">
                    <a:alpha val="1902"/>
                  </a:srgbClr>
                </a:gs>
                <a:gs pos="100000">
                  <a:srgbClr val="01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6" name="Splat 556"/>
            <p:cNvSpPr>
              <a:spLocks noGrp="1"/>
            </p:cNvSpPr>
            <p:nvPr/>
          </p:nvSpPr>
          <p:spPr>
            <a:xfrm rot="4187849">
              <a:off x="695681" y="527689"/>
              <a:ext cx="298796" cy="136947"/>
            </a:xfrm>
            <a:prstGeom prst="ellipse">
              <a:avLst/>
            </a:prstGeom>
            <a:gradFill>
              <a:gsLst>
                <a:gs pos="0">
                  <a:srgbClr val="FEFEFE">
                    <a:alpha val="28243"/>
                  </a:srgbClr>
                </a:gs>
                <a:gs pos="14286">
                  <a:srgbClr val="FEFEFE">
                    <a:alpha val="26291"/>
                  </a:srgbClr>
                </a:gs>
                <a:gs pos="28571">
                  <a:srgbClr val="FEFEFE">
                    <a:alpha val="21089"/>
                  </a:srgbClr>
                </a:gs>
                <a:gs pos="42857">
                  <a:srgbClr val="FEFEFE">
                    <a:alpha val="14389"/>
                  </a:srgbClr>
                </a:gs>
                <a:gs pos="57143">
                  <a:srgbClr val="FEFEFE">
                    <a:alpha val="8248"/>
                  </a:srgbClr>
                </a:gs>
                <a:gs pos="71429">
                  <a:srgbClr val="FEFEFE">
                    <a:alpha val="3949"/>
                  </a:srgbClr>
                </a:gs>
                <a:gs pos="85714">
                  <a:srgbClr val="FEFEFE">
                    <a:alpha val="1581"/>
                  </a:srgbClr>
                </a:gs>
                <a:gs pos="100000">
                  <a:srgbClr val="FEFEFE">
                    <a:alpha val="5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7" name="Splat 557"/>
            <p:cNvSpPr>
              <a:spLocks noGrp="1"/>
            </p:cNvSpPr>
            <p:nvPr/>
          </p:nvSpPr>
          <p:spPr>
            <a:xfrm rot="6311053">
              <a:off x="1627337" y="2412519"/>
              <a:ext cx="188906" cy="139334"/>
            </a:xfrm>
            <a:prstGeom prst="ellipse">
              <a:avLst/>
            </a:prstGeom>
            <a:gradFill>
              <a:gsLst>
                <a:gs pos="0">
                  <a:srgbClr val="E8E8E8">
                    <a:alpha val="32257"/>
                  </a:srgbClr>
                </a:gs>
                <a:gs pos="14286">
                  <a:srgbClr val="E8E8E8">
                    <a:alpha val="30089"/>
                  </a:srgbClr>
                </a:gs>
                <a:gs pos="28571">
                  <a:srgbClr val="E8E8E8">
                    <a:alpha val="24265"/>
                  </a:srgbClr>
                </a:gs>
                <a:gs pos="42857">
                  <a:srgbClr val="E8E8E8">
                    <a:alpha val="16665"/>
                  </a:srgbClr>
                </a:gs>
                <a:gs pos="57143">
                  <a:srgbClr val="E8E8E8">
                    <a:alpha val="9608"/>
                  </a:srgbClr>
                </a:gs>
                <a:gs pos="71429">
                  <a:srgbClr val="E8E8E8">
                    <a:alpha val="4618"/>
                  </a:srgbClr>
                </a:gs>
                <a:gs pos="85714">
                  <a:srgbClr val="E8E8E8">
                    <a:alpha val="1852"/>
                  </a:srgbClr>
                </a:gs>
                <a:gs pos="100000">
                  <a:srgbClr val="E8E8E8">
                    <a:alpha val="6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8" name="Splat 558"/>
            <p:cNvSpPr>
              <a:spLocks noGrp="1"/>
            </p:cNvSpPr>
            <p:nvPr/>
          </p:nvSpPr>
          <p:spPr>
            <a:xfrm rot="5168235">
              <a:off x="1367250" y="581917"/>
              <a:ext cx="260095" cy="46433"/>
            </a:xfrm>
            <a:prstGeom prst="ellipse">
              <a:avLst/>
            </a:prstGeom>
            <a:gradFill>
              <a:gsLst>
                <a:gs pos="0">
                  <a:srgbClr val="ECEDEC">
                    <a:alpha val="14466"/>
                  </a:srgbClr>
                </a:gs>
                <a:gs pos="14286">
                  <a:srgbClr val="ECEDEC">
                    <a:alpha val="13378"/>
                  </a:srgbClr>
                </a:gs>
                <a:gs pos="28571">
                  <a:srgbClr val="ECEDEC">
                    <a:alpha val="10552"/>
                  </a:srgbClr>
                </a:gs>
                <a:gs pos="42857">
                  <a:srgbClr val="ECEDEC">
                    <a:alpha val="7053"/>
                  </a:srgbClr>
                </a:gs>
                <a:gs pos="57143">
                  <a:srgbClr val="ECEDEC">
                    <a:alpha val="3972"/>
                  </a:srgbClr>
                </a:gs>
                <a:gs pos="71429">
                  <a:srgbClr val="ECEDEC">
                    <a:alpha val="1879"/>
                  </a:srgbClr>
                </a:gs>
                <a:gs pos="85714">
                  <a:srgbClr val="ECEDEC">
                    <a:alpha val="747"/>
                  </a:srgbClr>
                </a:gs>
                <a:gs pos="100000">
                  <a:srgbClr val="ECEDEC">
                    <a:alpha val="2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9" name="Splat 559"/>
            <p:cNvSpPr>
              <a:spLocks noGrp="1"/>
            </p:cNvSpPr>
            <p:nvPr/>
          </p:nvSpPr>
          <p:spPr>
            <a:xfrm rot="5079796">
              <a:off x="815108" y="995291"/>
              <a:ext cx="355211" cy="354634"/>
            </a:xfrm>
            <a:prstGeom prst="ellipse">
              <a:avLst/>
            </a:prstGeom>
            <a:gradFill>
              <a:gsLst>
                <a:gs pos="0">
                  <a:srgbClr val="C4C4C4">
                    <a:alpha val="11934"/>
                  </a:srgbClr>
                </a:gs>
                <a:gs pos="14286">
                  <a:srgbClr val="C4C4C4">
                    <a:alpha val="11025"/>
                  </a:srgbClr>
                </a:gs>
                <a:gs pos="28571">
                  <a:srgbClr val="C4C4C4">
                    <a:alpha val="8670"/>
                  </a:srgbClr>
                </a:gs>
                <a:gs pos="42857">
                  <a:srgbClr val="C4C4C4">
                    <a:alpha val="5775"/>
                  </a:srgbClr>
                </a:gs>
                <a:gs pos="57143">
                  <a:srgbClr val="C4C4C4">
                    <a:alpha val="3243"/>
                  </a:srgbClr>
                </a:gs>
                <a:gs pos="71429">
                  <a:srgbClr val="C4C4C4">
                    <a:alpha val="1531"/>
                  </a:srgbClr>
                </a:gs>
                <a:gs pos="85714">
                  <a:srgbClr val="C4C4C4">
                    <a:alpha val="608"/>
                  </a:srgbClr>
                </a:gs>
                <a:gs pos="100000">
                  <a:srgbClr val="C4C4C4">
                    <a:alpha val="2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0" name="Splat 560"/>
            <p:cNvSpPr>
              <a:spLocks noGrp="1"/>
            </p:cNvSpPr>
            <p:nvPr/>
          </p:nvSpPr>
          <p:spPr>
            <a:xfrm rot="5025776">
              <a:off x="2239436" y="1066033"/>
              <a:ext cx="363082" cy="157901"/>
            </a:xfrm>
            <a:prstGeom prst="ellipse">
              <a:avLst/>
            </a:prstGeom>
            <a:gradFill>
              <a:gsLst>
                <a:gs pos="0">
                  <a:srgbClr val="706F6F">
                    <a:alpha val="32968"/>
                  </a:srgbClr>
                </a:gs>
                <a:gs pos="14286">
                  <a:srgbClr val="706F6F">
                    <a:alpha val="30764"/>
                  </a:srgbClr>
                </a:gs>
                <a:gs pos="28571">
                  <a:srgbClr val="706F6F">
                    <a:alpha val="24833"/>
                  </a:srgbClr>
                </a:gs>
                <a:gs pos="42857">
                  <a:srgbClr val="706F6F">
                    <a:alpha val="17075"/>
                  </a:srgbClr>
                </a:gs>
                <a:gs pos="57143">
                  <a:srgbClr val="706F6F">
                    <a:alpha val="9855"/>
                  </a:srgbClr>
                </a:gs>
                <a:gs pos="71429">
                  <a:srgbClr val="706F6F">
                    <a:alpha val="4740"/>
                  </a:srgbClr>
                </a:gs>
                <a:gs pos="85714">
                  <a:srgbClr val="706F6F">
                    <a:alpha val="1902"/>
                  </a:srgbClr>
                </a:gs>
                <a:gs pos="100000">
                  <a:srgbClr val="706F6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1" name="Splat 561"/>
            <p:cNvSpPr>
              <a:spLocks noGrp="1"/>
            </p:cNvSpPr>
            <p:nvPr/>
          </p:nvSpPr>
          <p:spPr>
            <a:xfrm rot="6350549">
              <a:off x="515579" y="529889"/>
              <a:ext cx="191929" cy="3348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2" name="Splat 562"/>
            <p:cNvSpPr>
              <a:spLocks noGrp="1"/>
            </p:cNvSpPr>
            <p:nvPr/>
          </p:nvSpPr>
          <p:spPr>
            <a:xfrm rot="8093167">
              <a:off x="1656197" y="364097"/>
              <a:ext cx="505080" cy="74040"/>
            </a:xfrm>
            <a:prstGeom prst="ellipse">
              <a:avLst/>
            </a:prstGeom>
            <a:gradFill>
              <a:gsLst>
                <a:gs pos="0">
                  <a:srgbClr val="A9A8A8">
                    <a:alpha val="20151"/>
                  </a:srgbClr>
                </a:gs>
                <a:gs pos="14286">
                  <a:srgbClr val="A9A8A8">
                    <a:alpha val="18684"/>
                  </a:srgbClr>
                </a:gs>
                <a:gs pos="28571">
                  <a:srgbClr val="A9A8A8">
                    <a:alpha val="14836"/>
                  </a:srgbClr>
                </a:gs>
                <a:gs pos="42857">
                  <a:srgbClr val="A9A8A8">
                    <a:alpha val="9998"/>
                  </a:srgbClr>
                </a:gs>
                <a:gs pos="57143">
                  <a:srgbClr val="A9A8A8">
                    <a:alpha val="5670"/>
                  </a:srgbClr>
                </a:gs>
                <a:gs pos="71429">
                  <a:srgbClr val="A9A8A8">
                    <a:alpha val="2695"/>
                  </a:srgbClr>
                </a:gs>
                <a:gs pos="85714">
                  <a:srgbClr val="A9A8A8">
                    <a:alpha val="1075"/>
                  </a:srgbClr>
                </a:gs>
                <a:gs pos="100000">
                  <a:srgbClr val="A9A8A8">
                    <a:alpha val="3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3" name="Splat 563"/>
            <p:cNvSpPr>
              <a:spLocks noGrp="1"/>
            </p:cNvSpPr>
            <p:nvPr/>
          </p:nvSpPr>
          <p:spPr>
            <a:xfrm rot="6375998">
              <a:off x="1218707" y="267699"/>
              <a:ext cx="370913" cy="360840"/>
            </a:xfrm>
            <a:prstGeom prst="ellipse">
              <a:avLst/>
            </a:prstGeom>
            <a:gradFill>
              <a:gsLst>
                <a:gs pos="0">
                  <a:srgbClr val="A2A3A2">
                    <a:alpha val="7940"/>
                  </a:srgbClr>
                </a:gs>
                <a:gs pos="14286">
                  <a:srgbClr val="A2A3A2">
                    <a:alpha val="7322"/>
                  </a:srgbClr>
                </a:gs>
                <a:gs pos="28571">
                  <a:srgbClr val="A2A3A2">
                    <a:alpha val="5733"/>
                  </a:srgbClr>
                </a:gs>
                <a:gs pos="42857">
                  <a:srgbClr val="A2A3A2">
                    <a:alpha val="3799"/>
                  </a:srgbClr>
                </a:gs>
                <a:gs pos="57143">
                  <a:srgbClr val="A2A3A2">
                    <a:alpha val="2123"/>
                  </a:srgbClr>
                </a:gs>
                <a:gs pos="71429">
                  <a:srgbClr val="A2A3A2">
                    <a:alpha val="999"/>
                  </a:srgbClr>
                </a:gs>
                <a:gs pos="85714">
                  <a:srgbClr val="A2A3A2">
                    <a:alpha val="396"/>
                  </a:srgbClr>
                </a:gs>
                <a:gs pos="100000">
                  <a:srgbClr val="A2A3A2">
                    <a:alpha val="1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4" name="Splat 564"/>
            <p:cNvSpPr>
              <a:spLocks noGrp="1"/>
            </p:cNvSpPr>
            <p:nvPr/>
          </p:nvSpPr>
          <p:spPr>
            <a:xfrm rot="8230524">
              <a:off x="2777317" y="257488"/>
              <a:ext cx="521207" cy="67768"/>
            </a:xfrm>
            <a:prstGeom prst="ellipse">
              <a:avLst/>
            </a:prstGeom>
            <a:gradFill>
              <a:gsLst>
                <a:gs pos="0">
                  <a:srgbClr val="E1E0E0">
                    <a:alpha val="16199"/>
                  </a:srgbClr>
                </a:gs>
                <a:gs pos="14286">
                  <a:srgbClr val="E1E0E0">
                    <a:alpha val="14993"/>
                  </a:srgbClr>
                </a:gs>
                <a:gs pos="28571">
                  <a:srgbClr val="E1E0E0">
                    <a:alpha val="11849"/>
                  </a:srgbClr>
                </a:gs>
                <a:gs pos="42857">
                  <a:srgbClr val="E1E0E0">
                    <a:alpha val="7940"/>
                  </a:srgbClr>
                </a:gs>
                <a:gs pos="57143">
                  <a:srgbClr val="E1E0E0">
                    <a:alpha val="4480"/>
                  </a:srgbClr>
                </a:gs>
                <a:gs pos="71429">
                  <a:srgbClr val="E1E0E0">
                    <a:alpha val="2123"/>
                  </a:srgbClr>
                </a:gs>
                <a:gs pos="85714">
                  <a:srgbClr val="E1E0E0">
                    <a:alpha val="845"/>
                  </a:srgbClr>
                </a:gs>
                <a:gs pos="100000">
                  <a:srgbClr val="E1E0E0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5" name="Splat 565"/>
            <p:cNvSpPr>
              <a:spLocks noGrp="1"/>
            </p:cNvSpPr>
            <p:nvPr/>
          </p:nvSpPr>
          <p:spPr>
            <a:xfrm rot="-8933537">
              <a:off x="3071587" y="289462"/>
              <a:ext cx="381493" cy="326616"/>
            </a:xfrm>
            <a:prstGeom prst="ellipse">
              <a:avLst/>
            </a:prstGeom>
            <a:gradFill>
              <a:gsLst>
                <a:gs pos="0">
                  <a:srgbClr val="999999">
                    <a:alpha val="8722"/>
                  </a:srgbClr>
                </a:gs>
                <a:gs pos="14286">
                  <a:srgbClr val="999999">
                    <a:alpha val="8046"/>
                  </a:srgbClr>
                </a:gs>
                <a:gs pos="28571">
                  <a:srgbClr val="999999">
                    <a:alpha val="6305"/>
                  </a:srgbClr>
                </a:gs>
                <a:gs pos="42857">
                  <a:srgbClr val="999999">
                    <a:alpha val="4182"/>
                  </a:srgbClr>
                </a:gs>
                <a:gs pos="57143">
                  <a:srgbClr val="999999">
                    <a:alpha val="2339"/>
                  </a:srgbClr>
                </a:gs>
                <a:gs pos="71429">
                  <a:srgbClr val="999999">
                    <a:alpha val="1102"/>
                  </a:srgbClr>
                </a:gs>
                <a:gs pos="85714">
                  <a:srgbClr val="999999">
                    <a:alpha val="437"/>
                  </a:srgbClr>
                </a:gs>
                <a:gs pos="100000">
                  <a:srgbClr val="999999">
                    <a:alpha val="1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6" name="Splat 566"/>
            <p:cNvSpPr>
              <a:spLocks noGrp="1"/>
            </p:cNvSpPr>
            <p:nvPr/>
          </p:nvSpPr>
          <p:spPr>
            <a:xfrm rot="5606781">
              <a:off x="1159493" y="435389"/>
              <a:ext cx="222342" cy="67258"/>
            </a:xfrm>
            <a:prstGeom prst="ellipse">
              <a:avLst/>
            </a:prstGeom>
            <a:gradFill>
              <a:gsLst>
                <a:gs pos="0">
                  <a:srgbClr val="FFFFFF">
                    <a:alpha val="17262"/>
                  </a:srgbClr>
                </a:gs>
                <a:gs pos="14286">
                  <a:srgbClr val="FFFFFF">
                    <a:alpha val="15984"/>
                  </a:srgbClr>
                </a:gs>
                <a:gs pos="28571">
                  <a:srgbClr val="FFFFFF">
                    <a:alpha val="12648"/>
                  </a:srgbClr>
                </a:gs>
                <a:gs pos="42857">
                  <a:srgbClr val="FFFFFF">
                    <a:alpha val="8488"/>
                  </a:srgbClr>
                </a:gs>
                <a:gs pos="57143">
                  <a:srgbClr val="FFFFFF">
                    <a:alpha val="4796"/>
                  </a:srgbClr>
                </a:gs>
                <a:gs pos="71429">
                  <a:srgbClr val="FFFFFF">
                    <a:alpha val="2274"/>
                  </a:srgbClr>
                </a:gs>
                <a:gs pos="85714">
                  <a:srgbClr val="FFFFFF">
                    <a:alpha val="906"/>
                  </a:srgbClr>
                </a:gs>
                <a:gs pos="100000">
                  <a:srgbClr val="FFFFFF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7" name="Splat 567"/>
            <p:cNvSpPr>
              <a:spLocks noGrp="1"/>
            </p:cNvSpPr>
            <p:nvPr/>
          </p:nvSpPr>
          <p:spPr>
            <a:xfrm rot="-10258333">
              <a:off x="239297" y="315500"/>
              <a:ext cx="311233" cy="306580"/>
            </a:xfrm>
            <a:prstGeom prst="ellipse">
              <a:avLst/>
            </a:prstGeom>
            <a:gradFill>
              <a:gsLst>
                <a:gs pos="0">
                  <a:srgbClr val="ABACAC">
                    <a:alpha val="7427"/>
                  </a:srgbClr>
                </a:gs>
                <a:gs pos="14286">
                  <a:srgbClr val="ABACAC">
                    <a:alpha val="6848"/>
                  </a:srgbClr>
                </a:gs>
                <a:gs pos="28571">
                  <a:srgbClr val="ABACAC">
                    <a:alpha val="5359"/>
                  </a:srgbClr>
                </a:gs>
                <a:gs pos="42857">
                  <a:srgbClr val="ABACAC">
                    <a:alpha val="3548"/>
                  </a:srgbClr>
                </a:gs>
                <a:gs pos="57143">
                  <a:srgbClr val="ABACAC">
                    <a:alpha val="1982"/>
                  </a:srgbClr>
                </a:gs>
                <a:gs pos="71429">
                  <a:srgbClr val="ABACAC">
                    <a:alpha val="933"/>
                  </a:srgbClr>
                </a:gs>
                <a:gs pos="85714">
                  <a:srgbClr val="ABACAC">
                    <a:alpha val="370"/>
                  </a:srgbClr>
                </a:gs>
                <a:gs pos="100000">
                  <a:srgbClr val="ABACAC">
                    <a:alpha val="1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8" name="Splat 568"/>
            <p:cNvSpPr>
              <a:spLocks noGrp="1"/>
            </p:cNvSpPr>
            <p:nvPr/>
          </p:nvSpPr>
          <p:spPr>
            <a:xfrm rot="9705883">
              <a:off x="3105750" y="557395"/>
              <a:ext cx="378693" cy="107517"/>
            </a:xfrm>
            <a:prstGeom prst="ellipse">
              <a:avLst/>
            </a:prstGeom>
            <a:gradFill>
              <a:gsLst>
                <a:gs pos="0">
                  <a:srgbClr val="FFFFFF">
                    <a:alpha val="27432"/>
                  </a:srgbClr>
                </a:gs>
                <a:gs pos="14286">
                  <a:srgbClr val="FFFFFF">
                    <a:alpha val="25526"/>
                  </a:srgbClr>
                </a:gs>
                <a:gs pos="28571">
                  <a:srgbClr val="FFFFFF">
                    <a:alpha val="20454"/>
                  </a:srgbClr>
                </a:gs>
                <a:gs pos="42857">
                  <a:srgbClr val="FFFFFF">
                    <a:alpha val="13937"/>
                  </a:srgbClr>
                </a:gs>
                <a:gs pos="57143">
                  <a:srgbClr val="FFFFFF">
                    <a:alpha val="7980"/>
                  </a:srgbClr>
                </a:gs>
                <a:gs pos="71429">
                  <a:srgbClr val="FFFFFF">
                    <a:alpha val="3818"/>
                  </a:srgbClr>
                </a:gs>
                <a:gs pos="85714">
                  <a:srgbClr val="FFFFFF">
                    <a:alpha val="1528"/>
                  </a:srgbClr>
                </a:gs>
                <a:gs pos="100000">
                  <a:srgbClr val="FFFFFF">
                    <a:alpha val="5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9" name="Splat 569"/>
            <p:cNvSpPr>
              <a:spLocks noGrp="1"/>
            </p:cNvSpPr>
            <p:nvPr/>
          </p:nvSpPr>
          <p:spPr>
            <a:xfrm rot="7399886">
              <a:off x="1512472" y="2352705"/>
              <a:ext cx="219945" cy="3948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0" name="Splat 570"/>
            <p:cNvSpPr>
              <a:spLocks noGrp="1"/>
            </p:cNvSpPr>
            <p:nvPr/>
          </p:nvSpPr>
          <p:spPr>
            <a:xfrm rot="8918878">
              <a:off x="898013" y="2589912"/>
              <a:ext cx="304575" cy="111338"/>
            </a:xfrm>
            <a:prstGeom prst="ellipse">
              <a:avLst/>
            </a:prstGeom>
            <a:gradFill>
              <a:gsLst>
                <a:gs pos="0">
                  <a:srgbClr val="D9D9D9">
                    <a:alpha val="32968"/>
                  </a:srgbClr>
                </a:gs>
                <a:gs pos="14286">
                  <a:srgbClr val="D9D9D9">
                    <a:alpha val="30764"/>
                  </a:srgbClr>
                </a:gs>
                <a:gs pos="28571">
                  <a:srgbClr val="D9D9D9">
                    <a:alpha val="24833"/>
                  </a:srgbClr>
                </a:gs>
                <a:gs pos="42857">
                  <a:srgbClr val="D9D9D9">
                    <a:alpha val="17075"/>
                  </a:srgbClr>
                </a:gs>
                <a:gs pos="57143">
                  <a:srgbClr val="D9D9D9">
                    <a:alpha val="9855"/>
                  </a:srgbClr>
                </a:gs>
                <a:gs pos="71429">
                  <a:srgbClr val="D9D9D9">
                    <a:alpha val="4740"/>
                  </a:srgbClr>
                </a:gs>
                <a:gs pos="85714">
                  <a:srgbClr val="D9D9D9">
                    <a:alpha val="1902"/>
                  </a:srgbClr>
                </a:gs>
                <a:gs pos="100000">
                  <a:srgbClr val="D9D9D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1" name="Splat 571"/>
            <p:cNvSpPr>
              <a:spLocks noGrp="1"/>
            </p:cNvSpPr>
            <p:nvPr/>
          </p:nvSpPr>
          <p:spPr>
            <a:xfrm rot="4123107">
              <a:off x="818866" y="1716080"/>
              <a:ext cx="310256" cy="236325"/>
            </a:xfrm>
            <a:prstGeom prst="ellipse">
              <a:avLst/>
            </a:prstGeom>
            <a:gradFill>
              <a:gsLst>
                <a:gs pos="0">
                  <a:srgbClr val="CFCFCF">
                    <a:alpha val="32968"/>
                  </a:srgbClr>
                </a:gs>
                <a:gs pos="14286">
                  <a:srgbClr val="CFCFCF">
                    <a:alpha val="30764"/>
                  </a:srgbClr>
                </a:gs>
                <a:gs pos="28571">
                  <a:srgbClr val="CFCFCF">
                    <a:alpha val="24833"/>
                  </a:srgbClr>
                </a:gs>
                <a:gs pos="42857">
                  <a:srgbClr val="CFCFCF">
                    <a:alpha val="17075"/>
                  </a:srgbClr>
                </a:gs>
                <a:gs pos="57143">
                  <a:srgbClr val="CFCFCF">
                    <a:alpha val="9855"/>
                  </a:srgbClr>
                </a:gs>
                <a:gs pos="71429">
                  <a:srgbClr val="CFCFCF">
                    <a:alpha val="4740"/>
                  </a:srgbClr>
                </a:gs>
                <a:gs pos="85714">
                  <a:srgbClr val="CFCFCF">
                    <a:alpha val="1902"/>
                  </a:srgbClr>
                </a:gs>
                <a:gs pos="100000">
                  <a:srgbClr val="CFCFC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2" name="Splat 572"/>
            <p:cNvSpPr>
              <a:spLocks noGrp="1"/>
            </p:cNvSpPr>
            <p:nvPr/>
          </p:nvSpPr>
          <p:spPr>
            <a:xfrm rot="3840635">
              <a:off x="2016094" y="2524197"/>
              <a:ext cx="279555" cy="13156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3" name="Splat 573"/>
            <p:cNvSpPr>
              <a:spLocks noGrp="1"/>
            </p:cNvSpPr>
            <p:nvPr/>
          </p:nvSpPr>
          <p:spPr>
            <a:xfrm rot="9566440">
              <a:off x="1996644" y="652786"/>
              <a:ext cx="271216" cy="2717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4" name="Splat 574"/>
            <p:cNvSpPr>
              <a:spLocks noGrp="1"/>
            </p:cNvSpPr>
            <p:nvPr/>
          </p:nvSpPr>
          <p:spPr>
            <a:xfrm rot="5975117">
              <a:off x="-67364" y="393275"/>
              <a:ext cx="471541" cy="344636"/>
            </a:xfrm>
            <a:prstGeom prst="ellipse">
              <a:avLst/>
            </a:prstGeom>
            <a:gradFill>
              <a:gsLst>
                <a:gs pos="0">
                  <a:srgbClr val="777877">
                    <a:alpha val="17527"/>
                  </a:srgbClr>
                </a:gs>
                <a:gs pos="14286">
                  <a:srgbClr val="777877">
                    <a:alpha val="16232"/>
                  </a:srgbClr>
                </a:gs>
                <a:gs pos="28571">
                  <a:srgbClr val="777877">
                    <a:alpha val="12848"/>
                  </a:srgbClr>
                </a:gs>
                <a:gs pos="42857">
                  <a:srgbClr val="777877">
                    <a:alpha val="8625"/>
                  </a:srgbClr>
                </a:gs>
                <a:gs pos="57143">
                  <a:srgbClr val="777877">
                    <a:alpha val="4875"/>
                  </a:srgbClr>
                </a:gs>
                <a:gs pos="71429">
                  <a:srgbClr val="777877">
                    <a:alpha val="2312"/>
                  </a:srgbClr>
                </a:gs>
                <a:gs pos="85714">
                  <a:srgbClr val="777877">
                    <a:alpha val="921"/>
                  </a:srgbClr>
                </a:gs>
                <a:gs pos="100000">
                  <a:srgbClr val="777877">
                    <a:alpha val="3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5" name="Splat 575"/>
            <p:cNvSpPr>
              <a:spLocks noGrp="1"/>
            </p:cNvSpPr>
            <p:nvPr/>
          </p:nvSpPr>
          <p:spPr>
            <a:xfrm rot="4112226">
              <a:off x="1060330" y="2508078"/>
              <a:ext cx="226180" cy="18631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6" name="Splat 576"/>
            <p:cNvSpPr>
              <a:spLocks noGrp="1"/>
            </p:cNvSpPr>
            <p:nvPr/>
          </p:nvSpPr>
          <p:spPr>
            <a:xfrm rot="7086619">
              <a:off x="1004692" y="1919360"/>
              <a:ext cx="224148" cy="7171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7" name="Splat 577"/>
            <p:cNvSpPr>
              <a:spLocks noGrp="1"/>
            </p:cNvSpPr>
            <p:nvPr/>
          </p:nvSpPr>
          <p:spPr>
            <a:xfrm rot="9385397">
              <a:off x="270836" y="2248024"/>
              <a:ext cx="343399" cy="65308"/>
            </a:xfrm>
            <a:prstGeom prst="ellipse">
              <a:avLst/>
            </a:prstGeom>
            <a:gradFill>
              <a:gsLst>
                <a:gs pos="0">
                  <a:srgbClr val="E6E7E6">
                    <a:alpha val="32083"/>
                  </a:srgbClr>
                </a:gs>
                <a:gs pos="14286">
                  <a:srgbClr val="E6E7E6">
                    <a:alpha val="29925"/>
                  </a:srgbClr>
                </a:gs>
                <a:gs pos="28571">
                  <a:srgbClr val="E6E7E6">
                    <a:alpha val="24126"/>
                  </a:srgbClr>
                </a:gs>
                <a:gs pos="42857">
                  <a:srgbClr val="E6E7E6">
                    <a:alpha val="16565"/>
                  </a:srgbClr>
                </a:gs>
                <a:gs pos="57143">
                  <a:srgbClr val="E6E7E6">
                    <a:alpha val="9548"/>
                  </a:srgbClr>
                </a:gs>
                <a:gs pos="71429">
                  <a:srgbClr val="E6E7E6">
                    <a:alpha val="4589"/>
                  </a:srgbClr>
                </a:gs>
                <a:gs pos="85714">
                  <a:srgbClr val="E6E7E6">
                    <a:alpha val="1840"/>
                  </a:srgbClr>
                </a:gs>
                <a:gs pos="100000">
                  <a:srgbClr val="E6E7E6">
                    <a:alpha val="6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8" name="Splat 578"/>
            <p:cNvSpPr>
              <a:spLocks noGrp="1"/>
            </p:cNvSpPr>
            <p:nvPr/>
          </p:nvSpPr>
          <p:spPr>
            <a:xfrm rot="-9209113">
              <a:off x="2525500" y="2135394"/>
              <a:ext cx="534291" cy="368699"/>
            </a:xfrm>
            <a:prstGeom prst="ellipse">
              <a:avLst/>
            </a:prstGeom>
            <a:gradFill>
              <a:gsLst>
                <a:gs pos="0">
                  <a:srgbClr val="000500">
                    <a:alpha val="23830"/>
                  </a:srgbClr>
                </a:gs>
                <a:gs pos="14286">
                  <a:srgbClr val="000500">
                    <a:alpha val="22135"/>
                  </a:srgbClr>
                </a:gs>
                <a:gs pos="28571">
                  <a:srgbClr val="000500">
                    <a:alpha val="17655"/>
                  </a:srgbClr>
                </a:gs>
                <a:gs pos="42857">
                  <a:srgbClr val="000500">
                    <a:alpha val="11963"/>
                  </a:srgbClr>
                </a:gs>
                <a:gs pos="57143">
                  <a:srgbClr val="000500">
                    <a:alpha val="6817"/>
                  </a:srgbClr>
                </a:gs>
                <a:gs pos="71429">
                  <a:srgbClr val="000500">
                    <a:alpha val="3251"/>
                  </a:srgbClr>
                </a:gs>
                <a:gs pos="85714">
                  <a:srgbClr val="000500">
                    <a:alpha val="1298"/>
                  </a:srgbClr>
                </a:gs>
                <a:gs pos="100000">
                  <a:srgbClr val="000500">
                    <a:alpha val="4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9" name="Splat 579"/>
            <p:cNvSpPr>
              <a:spLocks noGrp="1"/>
            </p:cNvSpPr>
            <p:nvPr/>
          </p:nvSpPr>
          <p:spPr>
            <a:xfrm rot="9262355">
              <a:off x="2244599" y="856723"/>
              <a:ext cx="324389" cy="198148"/>
            </a:xfrm>
            <a:prstGeom prst="ellipse">
              <a:avLst/>
            </a:prstGeom>
            <a:gradFill>
              <a:gsLst>
                <a:gs pos="0">
                  <a:srgbClr val="000001">
                    <a:alpha val="31074"/>
                  </a:srgbClr>
                </a:gs>
                <a:gs pos="14286">
                  <a:srgbClr val="000001">
                    <a:alpha val="28968"/>
                  </a:srgbClr>
                </a:gs>
                <a:gs pos="28571">
                  <a:srgbClr val="000001">
                    <a:alpha val="23323"/>
                  </a:srgbClr>
                </a:gs>
                <a:gs pos="42857">
                  <a:srgbClr val="000001">
                    <a:alpha val="15987"/>
                  </a:srgbClr>
                </a:gs>
                <a:gs pos="57143">
                  <a:srgbClr val="000001">
                    <a:alpha val="9201"/>
                  </a:srgbClr>
                </a:gs>
                <a:gs pos="71429">
                  <a:srgbClr val="000001">
                    <a:alpha val="4418"/>
                  </a:srgbClr>
                </a:gs>
                <a:gs pos="85714">
                  <a:srgbClr val="000001">
                    <a:alpha val="1771"/>
                  </a:srgbClr>
                </a:gs>
                <a:gs pos="100000">
                  <a:srgbClr val="000001">
                    <a:alpha val="5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0" name="Splat 580"/>
            <p:cNvSpPr>
              <a:spLocks noGrp="1"/>
            </p:cNvSpPr>
            <p:nvPr/>
          </p:nvSpPr>
          <p:spPr>
            <a:xfrm rot="8601813">
              <a:off x="1183940" y="1742519"/>
              <a:ext cx="380067" cy="124624"/>
            </a:xfrm>
            <a:prstGeom prst="ellipse">
              <a:avLst/>
            </a:prstGeom>
            <a:gradFill>
              <a:gsLst>
                <a:gs pos="0">
                  <a:srgbClr val="FFFFFF">
                    <a:alpha val="24900"/>
                  </a:srgbClr>
                </a:gs>
                <a:gs pos="14286">
                  <a:srgbClr val="FFFFFF">
                    <a:alpha val="23140"/>
                  </a:srgbClr>
                </a:gs>
                <a:gs pos="28571">
                  <a:srgbClr val="FFFFFF">
                    <a:alpha val="18483"/>
                  </a:srgbClr>
                </a:gs>
                <a:gs pos="42857">
                  <a:srgbClr val="FFFFFF">
                    <a:alpha val="12544"/>
                  </a:srgbClr>
                </a:gs>
                <a:gs pos="57143">
                  <a:srgbClr val="FFFFFF">
                    <a:alpha val="7158"/>
                  </a:srgbClr>
                </a:gs>
                <a:gs pos="71429">
                  <a:srgbClr val="FFFFFF">
                    <a:alpha val="3417"/>
                  </a:srgbClr>
                </a:gs>
                <a:gs pos="85714">
                  <a:srgbClr val="FFFFFF">
                    <a:alpha val="1365"/>
                  </a:srgbClr>
                </a:gs>
                <a:gs pos="100000">
                  <a:srgbClr val="FFFFFF">
                    <a:alpha val="4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1" name="Splat 581"/>
            <p:cNvSpPr>
              <a:spLocks noGrp="1"/>
            </p:cNvSpPr>
            <p:nvPr/>
          </p:nvSpPr>
          <p:spPr>
            <a:xfrm rot="5921501">
              <a:off x="3301158" y="2764502"/>
              <a:ext cx="660404" cy="13891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2" name="Splat 582"/>
            <p:cNvSpPr>
              <a:spLocks noGrp="1"/>
            </p:cNvSpPr>
            <p:nvPr/>
          </p:nvSpPr>
          <p:spPr>
            <a:xfrm rot="-10628766">
              <a:off x="3075894" y="140417"/>
              <a:ext cx="260294" cy="5843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3" name="Splat 583"/>
            <p:cNvSpPr>
              <a:spLocks noGrp="1"/>
            </p:cNvSpPr>
            <p:nvPr/>
          </p:nvSpPr>
          <p:spPr>
            <a:xfrm rot="5130236">
              <a:off x="2331710" y="1825138"/>
              <a:ext cx="187240" cy="10620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4" name="Splat 584"/>
            <p:cNvSpPr>
              <a:spLocks noGrp="1"/>
            </p:cNvSpPr>
            <p:nvPr/>
          </p:nvSpPr>
          <p:spPr>
            <a:xfrm rot="3219314">
              <a:off x="2315076" y="1223511"/>
              <a:ext cx="269510" cy="178292"/>
            </a:xfrm>
            <a:prstGeom prst="ellipse">
              <a:avLst/>
            </a:prstGeom>
            <a:gradFill>
              <a:gsLst>
                <a:gs pos="0">
                  <a:srgbClr val="000000">
                    <a:alpha val="17114"/>
                  </a:srgbClr>
                </a:gs>
                <a:gs pos="14286">
                  <a:srgbClr val="000000">
                    <a:alpha val="15846"/>
                  </a:srgbClr>
                </a:gs>
                <a:gs pos="28571">
                  <a:srgbClr val="000000">
                    <a:alpha val="12537"/>
                  </a:srgbClr>
                </a:gs>
                <a:gs pos="42857">
                  <a:srgbClr val="000000">
                    <a:alpha val="8411"/>
                  </a:srgbClr>
                </a:gs>
                <a:gs pos="57143">
                  <a:srgbClr val="000000">
                    <a:alpha val="4752"/>
                  </a:srgbClr>
                </a:gs>
                <a:gs pos="71429">
                  <a:srgbClr val="000000">
                    <a:alpha val="2253"/>
                  </a:srgbClr>
                </a:gs>
                <a:gs pos="85714">
                  <a:srgbClr val="000000">
                    <a:alpha val="897"/>
                  </a:srgbClr>
                </a:gs>
                <a:gs pos="100000">
                  <a:srgbClr val="000000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5" name="Splat 585"/>
            <p:cNvSpPr>
              <a:spLocks noGrp="1"/>
            </p:cNvSpPr>
            <p:nvPr/>
          </p:nvSpPr>
          <p:spPr>
            <a:xfrm rot="4544719">
              <a:off x="3082337" y="189592"/>
              <a:ext cx="238690" cy="155575"/>
            </a:xfrm>
            <a:prstGeom prst="ellipse">
              <a:avLst/>
            </a:prstGeom>
            <a:gradFill>
              <a:gsLst>
                <a:gs pos="0">
                  <a:srgbClr val="D5D5D6">
                    <a:alpha val="32968"/>
                  </a:srgbClr>
                </a:gs>
                <a:gs pos="14286">
                  <a:srgbClr val="D5D5D6">
                    <a:alpha val="30764"/>
                  </a:srgbClr>
                </a:gs>
                <a:gs pos="28571">
                  <a:srgbClr val="D5D5D6">
                    <a:alpha val="24833"/>
                  </a:srgbClr>
                </a:gs>
                <a:gs pos="42857">
                  <a:srgbClr val="D5D5D6">
                    <a:alpha val="17075"/>
                  </a:srgbClr>
                </a:gs>
                <a:gs pos="57143">
                  <a:srgbClr val="D5D5D6">
                    <a:alpha val="9855"/>
                  </a:srgbClr>
                </a:gs>
                <a:gs pos="71429">
                  <a:srgbClr val="D5D5D6">
                    <a:alpha val="4740"/>
                  </a:srgbClr>
                </a:gs>
                <a:gs pos="85714">
                  <a:srgbClr val="D5D5D6">
                    <a:alpha val="1902"/>
                  </a:srgbClr>
                </a:gs>
                <a:gs pos="100000">
                  <a:srgbClr val="D5D5D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6" name="Splat 586"/>
            <p:cNvSpPr>
              <a:spLocks noGrp="1"/>
            </p:cNvSpPr>
            <p:nvPr/>
          </p:nvSpPr>
          <p:spPr>
            <a:xfrm rot="-10653293">
              <a:off x="1958034" y="2543499"/>
              <a:ext cx="742754" cy="44559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7" name="Splat 587"/>
            <p:cNvSpPr>
              <a:spLocks noGrp="1"/>
            </p:cNvSpPr>
            <p:nvPr/>
          </p:nvSpPr>
          <p:spPr>
            <a:xfrm rot="9104576">
              <a:off x="2908766" y="2430052"/>
              <a:ext cx="409981" cy="383927"/>
            </a:xfrm>
            <a:prstGeom prst="ellipse">
              <a:avLst/>
            </a:prstGeom>
            <a:gradFill>
              <a:gsLst>
                <a:gs pos="0">
                  <a:srgbClr val="000001">
                    <a:alpha val="3432"/>
                  </a:srgbClr>
                </a:gs>
                <a:gs pos="14286">
                  <a:srgbClr val="000001">
                    <a:alpha val="3159"/>
                  </a:srgbClr>
                </a:gs>
                <a:gs pos="28571">
                  <a:srgbClr val="000001">
                    <a:alpha val="2461"/>
                  </a:srgbClr>
                </a:gs>
                <a:gs pos="42857">
                  <a:srgbClr val="000001">
                    <a:alpha val="1621"/>
                  </a:srgbClr>
                </a:gs>
                <a:gs pos="57143">
                  <a:srgbClr val="000001">
                    <a:alpha val="902"/>
                  </a:srgbClr>
                </a:gs>
                <a:gs pos="71429">
                  <a:srgbClr val="000001">
                    <a:alpha val="423"/>
                  </a:srgbClr>
                </a:gs>
                <a:gs pos="85714">
                  <a:srgbClr val="000001">
                    <a:alpha val="168"/>
                  </a:srgbClr>
                </a:gs>
                <a:gs pos="100000">
                  <a:srgbClr val="000001">
                    <a:alpha val="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8" name="Splat 588"/>
            <p:cNvSpPr>
              <a:spLocks noGrp="1"/>
            </p:cNvSpPr>
            <p:nvPr/>
          </p:nvSpPr>
          <p:spPr>
            <a:xfrm rot="-10621659">
              <a:off x="1808093" y="1743185"/>
              <a:ext cx="408910" cy="90674"/>
            </a:xfrm>
            <a:prstGeom prst="ellipse">
              <a:avLst/>
            </a:prstGeom>
            <a:gradFill>
              <a:gsLst>
                <a:gs pos="0">
                  <a:srgbClr val="E2E2E2">
                    <a:alpha val="32968"/>
                  </a:srgbClr>
                </a:gs>
                <a:gs pos="14286">
                  <a:srgbClr val="E2E2E2">
                    <a:alpha val="30764"/>
                  </a:srgbClr>
                </a:gs>
                <a:gs pos="28571">
                  <a:srgbClr val="E2E2E2">
                    <a:alpha val="24833"/>
                  </a:srgbClr>
                </a:gs>
                <a:gs pos="42857">
                  <a:srgbClr val="E2E2E2">
                    <a:alpha val="17075"/>
                  </a:srgbClr>
                </a:gs>
                <a:gs pos="57143">
                  <a:srgbClr val="E2E2E2">
                    <a:alpha val="9855"/>
                  </a:srgbClr>
                </a:gs>
                <a:gs pos="71429">
                  <a:srgbClr val="E2E2E2">
                    <a:alpha val="4740"/>
                  </a:srgbClr>
                </a:gs>
                <a:gs pos="85714">
                  <a:srgbClr val="E2E2E2">
                    <a:alpha val="1902"/>
                  </a:srgbClr>
                </a:gs>
                <a:gs pos="100000">
                  <a:srgbClr val="E2E2E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9" name="Splat 589"/>
            <p:cNvSpPr>
              <a:spLocks noGrp="1"/>
            </p:cNvSpPr>
            <p:nvPr/>
          </p:nvSpPr>
          <p:spPr>
            <a:xfrm rot="5038919">
              <a:off x="-34249" y="421511"/>
              <a:ext cx="448961" cy="208884"/>
            </a:xfrm>
            <a:prstGeom prst="ellipse">
              <a:avLst/>
            </a:prstGeom>
            <a:gradFill>
              <a:gsLst>
                <a:gs pos="0">
                  <a:srgbClr val="060E0F">
                    <a:alpha val="15869"/>
                  </a:srgbClr>
                </a:gs>
                <a:gs pos="14286">
                  <a:srgbClr val="060E0F">
                    <a:alpha val="14685"/>
                  </a:srgbClr>
                </a:gs>
                <a:gs pos="28571">
                  <a:srgbClr val="060E0F">
                    <a:alpha val="11601"/>
                  </a:srgbClr>
                </a:gs>
                <a:gs pos="42857">
                  <a:srgbClr val="060E0F">
                    <a:alpha val="7770"/>
                  </a:srgbClr>
                </a:gs>
                <a:gs pos="57143">
                  <a:srgbClr val="060E0F">
                    <a:alpha val="4383"/>
                  </a:srgbClr>
                </a:gs>
                <a:gs pos="71429">
                  <a:srgbClr val="060E0F">
                    <a:alpha val="2076"/>
                  </a:srgbClr>
                </a:gs>
                <a:gs pos="85714">
                  <a:srgbClr val="060E0F">
                    <a:alpha val="826"/>
                  </a:srgbClr>
                </a:gs>
                <a:gs pos="100000">
                  <a:srgbClr val="060E0F">
                    <a:alpha val="2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0" name="Splat 590"/>
            <p:cNvSpPr>
              <a:spLocks noGrp="1"/>
            </p:cNvSpPr>
            <p:nvPr/>
          </p:nvSpPr>
          <p:spPr>
            <a:xfrm rot="6272672">
              <a:off x="2025133" y="357093"/>
              <a:ext cx="146697" cy="37862"/>
            </a:xfrm>
            <a:prstGeom prst="ellipse">
              <a:avLst/>
            </a:prstGeom>
            <a:gradFill>
              <a:gsLst>
                <a:gs pos="0">
                  <a:srgbClr val="FBFCFC">
                    <a:alpha val="31169"/>
                  </a:srgbClr>
                </a:gs>
                <a:gs pos="14286">
                  <a:srgbClr val="FBFCFC">
                    <a:alpha val="29058"/>
                  </a:srgbClr>
                </a:gs>
                <a:gs pos="28571">
                  <a:srgbClr val="FBFCFC">
                    <a:alpha val="23399"/>
                  </a:srgbClr>
                </a:gs>
                <a:gs pos="42857">
                  <a:srgbClr val="FBFCFC">
                    <a:alpha val="16041"/>
                  </a:srgbClr>
                </a:gs>
                <a:gs pos="57143">
                  <a:srgbClr val="FBFCFC">
                    <a:alpha val="9234"/>
                  </a:srgbClr>
                </a:gs>
                <a:gs pos="71429">
                  <a:srgbClr val="FBFCFC">
                    <a:alpha val="4434"/>
                  </a:srgbClr>
                </a:gs>
                <a:gs pos="85714">
                  <a:srgbClr val="FBFCFC">
                    <a:alpha val="1777"/>
                  </a:srgbClr>
                </a:gs>
                <a:gs pos="100000">
                  <a:srgbClr val="FBFCFC">
                    <a:alpha val="5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1" name="Splat 591"/>
            <p:cNvSpPr>
              <a:spLocks noGrp="1"/>
            </p:cNvSpPr>
            <p:nvPr/>
          </p:nvSpPr>
          <p:spPr>
            <a:xfrm rot="-8989069">
              <a:off x="145941" y="1973183"/>
              <a:ext cx="324056" cy="1263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2" name="Splat 592"/>
            <p:cNvSpPr>
              <a:spLocks noGrp="1"/>
            </p:cNvSpPr>
            <p:nvPr/>
          </p:nvSpPr>
          <p:spPr>
            <a:xfrm rot="7537055">
              <a:off x="259751" y="2077943"/>
              <a:ext cx="376524" cy="360768"/>
            </a:xfrm>
            <a:prstGeom prst="ellipse">
              <a:avLst/>
            </a:prstGeom>
            <a:gradFill>
              <a:gsLst>
                <a:gs pos="0">
                  <a:srgbClr val="000000">
                    <a:alpha val="7279"/>
                  </a:srgbClr>
                </a:gs>
                <a:gs pos="14286">
                  <a:srgbClr val="000000">
                    <a:alpha val="6711"/>
                  </a:srgbClr>
                </a:gs>
                <a:gs pos="28571">
                  <a:srgbClr val="000000">
                    <a:alpha val="5251"/>
                  </a:srgbClr>
                </a:gs>
                <a:gs pos="42857">
                  <a:srgbClr val="000000">
                    <a:alpha val="3476"/>
                  </a:srgbClr>
                </a:gs>
                <a:gs pos="57143">
                  <a:srgbClr val="000000">
                    <a:alpha val="1941"/>
                  </a:srgbClr>
                </a:gs>
                <a:gs pos="71429">
                  <a:srgbClr val="000000">
                    <a:alpha val="913"/>
                  </a:srgbClr>
                </a:gs>
                <a:gs pos="85714">
                  <a:srgbClr val="000000">
                    <a:alpha val="362"/>
                  </a:srgbClr>
                </a:gs>
                <a:gs pos="100000">
                  <a:srgbClr val="000000">
                    <a:alpha val="1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3" name="Splat 593"/>
            <p:cNvSpPr>
              <a:spLocks noGrp="1"/>
            </p:cNvSpPr>
            <p:nvPr/>
          </p:nvSpPr>
          <p:spPr>
            <a:xfrm rot="9150885">
              <a:off x="1416307" y="1990882"/>
              <a:ext cx="251455" cy="6125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4" name="Splat 594"/>
            <p:cNvSpPr>
              <a:spLocks noGrp="1"/>
            </p:cNvSpPr>
            <p:nvPr/>
          </p:nvSpPr>
          <p:spPr>
            <a:xfrm rot="10699246">
              <a:off x="2963463" y="1882534"/>
              <a:ext cx="446258" cy="109762"/>
            </a:xfrm>
            <a:prstGeom prst="ellipse">
              <a:avLst/>
            </a:prstGeom>
            <a:gradFill>
              <a:gsLst>
                <a:gs pos="0">
                  <a:srgbClr val="908F90">
                    <a:alpha val="3936"/>
                  </a:srgbClr>
                </a:gs>
                <a:gs pos="14286">
                  <a:srgbClr val="908F90">
                    <a:alpha val="3623"/>
                  </a:srgbClr>
                </a:gs>
                <a:gs pos="28571">
                  <a:srgbClr val="908F90">
                    <a:alpha val="2825"/>
                  </a:srgbClr>
                </a:gs>
                <a:gs pos="42857">
                  <a:srgbClr val="908F90">
                    <a:alpha val="1862"/>
                  </a:srgbClr>
                </a:gs>
                <a:gs pos="57143">
                  <a:srgbClr val="908F90">
                    <a:alpha val="1036"/>
                  </a:srgbClr>
                </a:gs>
                <a:gs pos="71429">
                  <a:srgbClr val="908F90">
                    <a:alpha val="486"/>
                  </a:srgbClr>
                </a:gs>
                <a:gs pos="85714">
                  <a:srgbClr val="908F90">
                    <a:alpha val="193"/>
                  </a:srgbClr>
                </a:gs>
                <a:gs pos="100000">
                  <a:srgbClr val="908F90">
                    <a:alpha val="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5" name="Splat 595"/>
            <p:cNvSpPr>
              <a:spLocks noGrp="1"/>
            </p:cNvSpPr>
            <p:nvPr/>
          </p:nvSpPr>
          <p:spPr>
            <a:xfrm rot="6664189">
              <a:off x="2262167" y="1747375"/>
              <a:ext cx="370395" cy="90228"/>
            </a:xfrm>
            <a:prstGeom prst="ellipse">
              <a:avLst/>
            </a:prstGeom>
            <a:gradFill>
              <a:gsLst>
                <a:gs pos="0">
                  <a:srgbClr val="ACACAD">
                    <a:alpha val="14403"/>
                  </a:srgbClr>
                </a:gs>
                <a:gs pos="14286">
                  <a:srgbClr val="ACACAD">
                    <a:alpha val="13320"/>
                  </a:srgbClr>
                </a:gs>
                <a:gs pos="28571">
                  <a:srgbClr val="ACACAD">
                    <a:alpha val="10505"/>
                  </a:srgbClr>
                </a:gs>
                <a:gs pos="42857">
                  <a:srgbClr val="ACACAD">
                    <a:alpha val="7021"/>
                  </a:srgbClr>
                </a:gs>
                <a:gs pos="57143">
                  <a:srgbClr val="ACACAD">
                    <a:alpha val="3954"/>
                  </a:srgbClr>
                </a:gs>
                <a:gs pos="71429">
                  <a:srgbClr val="ACACAD">
                    <a:alpha val="1871"/>
                  </a:srgbClr>
                </a:gs>
                <a:gs pos="85714">
                  <a:srgbClr val="ACACAD">
                    <a:alpha val="744"/>
                  </a:srgbClr>
                </a:gs>
                <a:gs pos="100000">
                  <a:srgbClr val="ACACAD">
                    <a:alpha val="2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6" name="Splat 596"/>
            <p:cNvSpPr>
              <a:spLocks noGrp="1"/>
            </p:cNvSpPr>
            <p:nvPr/>
          </p:nvSpPr>
          <p:spPr>
            <a:xfrm rot="7365830">
              <a:off x="2922923" y="1715180"/>
              <a:ext cx="430016" cy="137376"/>
            </a:xfrm>
            <a:prstGeom prst="ellipse">
              <a:avLst/>
            </a:prstGeom>
            <a:gradFill>
              <a:gsLst>
                <a:gs pos="0">
                  <a:srgbClr val="B1B1B1">
                    <a:alpha val="32968"/>
                  </a:srgbClr>
                </a:gs>
                <a:gs pos="14286">
                  <a:srgbClr val="B1B1B1">
                    <a:alpha val="30764"/>
                  </a:srgbClr>
                </a:gs>
                <a:gs pos="28571">
                  <a:srgbClr val="B1B1B1">
                    <a:alpha val="24833"/>
                  </a:srgbClr>
                </a:gs>
                <a:gs pos="42857">
                  <a:srgbClr val="B1B1B1">
                    <a:alpha val="17075"/>
                  </a:srgbClr>
                </a:gs>
                <a:gs pos="57143">
                  <a:srgbClr val="B1B1B1">
                    <a:alpha val="9855"/>
                  </a:srgbClr>
                </a:gs>
                <a:gs pos="71429">
                  <a:srgbClr val="B1B1B1">
                    <a:alpha val="4740"/>
                  </a:srgbClr>
                </a:gs>
                <a:gs pos="85714">
                  <a:srgbClr val="B1B1B1">
                    <a:alpha val="1902"/>
                  </a:srgbClr>
                </a:gs>
                <a:gs pos="100000">
                  <a:srgbClr val="B1B1B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7" name="Splat 597"/>
            <p:cNvSpPr>
              <a:spLocks noGrp="1"/>
            </p:cNvSpPr>
            <p:nvPr/>
          </p:nvSpPr>
          <p:spPr>
            <a:xfrm rot="6303996">
              <a:off x="2962393" y="382345"/>
              <a:ext cx="454914" cy="37705"/>
            </a:xfrm>
            <a:prstGeom prst="ellipse">
              <a:avLst/>
            </a:prstGeom>
            <a:gradFill>
              <a:gsLst>
                <a:gs pos="0">
                  <a:srgbClr val="CDCDCD">
                    <a:alpha val="32968"/>
                  </a:srgbClr>
                </a:gs>
                <a:gs pos="14286">
                  <a:srgbClr val="CDCDCD">
                    <a:alpha val="30764"/>
                  </a:srgbClr>
                </a:gs>
                <a:gs pos="28571">
                  <a:srgbClr val="CDCDCD">
                    <a:alpha val="24833"/>
                  </a:srgbClr>
                </a:gs>
                <a:gs pos="42857">
                  <a:srgbClr val="CDCDCD">
                    <a:alpha val="17075"/>
                  </a:srgbClr>
                </a:gs>
                <a:gs pos="57143">
                  <a:srgbClr val="CDCDCD">
                    <a:alpha val="9855"/>
                  </a:srgbClr>
                </a:gs>
                <a:gs pos="71429">
                  <a:srgbClr val="CDCDCD">
                    <a:alpha val="4740"/>
                  </a:srgbClr>
                </a:gs>
                <a:gs pos="85714">
                  <a:srgbClr val="CDCDCD">
                    <a:alpha val="1902"/>
                  </a:srgbClr>
                </a:gs>
                <a:gs pos="100000">
                  <a:srgbClr val="CDCDC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8" name="Splat 598"/>
            <p:cNvSpPr>
              <a:spLocks noGrp="1"/>
            </p:cNvSpPr>
            <p:nvPr/>
          </p:nvSpPr>
          <p:spPr>
            <a:xfrm rot="-10450789">
              <a:off x="2455877" y="158595"/>
              <a:ext cx="391161" cy="265085"/>
            </a:xfrm>
            <a:prstGeom prst="ellipse">
              <a:avLst/>
            </a:prstGeom>
            <a:gradFill>
              <a:gsLst>
                <a:gs pos="0">
                  <a:srgbClr val="010802">
                    <a:alpha val="10564"/>
                  </a:srgbClr>
                </a:gs>
                <a:gs pos="14286">
                  <a:srgbClr val="010802">
                    <a:alpha val="9753"/>
                  </a:srgbClr>
                </a:gs>
                <a:gs pos="28571">
                  <a:srgbClr val="010802">
                    <a:alpha val="7658"/>
                  </a:srgbClr>
                </a:gs>
                <a:gs pos="42857">
                  <a:srgbClr val="010802">
                    <a:alpha val="5092"/>
                  </a:srgbClr>
                </a:gs>
                <a:gs pos="57143">
                  <a:srgbClr val="010802">
                    <a:alpha val="2854"/>
                  </a:srgbClr>
                </a:gs>
                <a:gs pos="71429">
                  <a:srgbClr val="010802">
                    <a:alpha val="1346"/>
                  </a:srgbClr>
                </a:gs>
                <a:gs pos="85714">
                  <a:srgbClr val="010802">
                    <a:alpha val="535"/>
                  </a:srgbClr>
                </a:gs>
                <a:gs pos="100000">
                  <a:srgbClr val="010802">
                    <a:alpha val="1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9" name="Splat 599"/>
            <p:cNvSpPr>
              <a:spLocks noGrp="1"/>
            </p:cNvSpPr>
            <p:nvPr/>
          </p:nvSpPr>
          <p:spPr>
            <a:xfrm rot="6407706">
              <a:off x="2255721" y="146606"/>
              <a:ext cx="409146" cy="393885"/>
            </a:xfrm>
            <a:prstGeom prst="ellipse">
              <a:avLst/>
            </a:prstGeom>
            <a:gradFill>
              <a:gsLst>
                <a:gs pos="0">
                  <a:srgbClr val="3C3C3B">
                    <a:alpha val="1967"/>
                  </a:srgbClr>
                </a:gs>
                <a:gs pos="14286">
                  <a:srgbClr val="3C3C3B">
                    <a:alpha val="1809"/>
                  </a:srgbClr>
                </a:gs>
                <a:gs pos="28571">
                  <a:srgbClr val="3C3C3B">
                    <a:alpha val="1407"/>
                  </a:srgbClr>
                </a:gs>
                <a:gs pos="42857">
                  <a:srgbClr val="3C3C3B">
                    <a:alpha val="925"/>
                  </a:srgbClr>
                </a:gs>
                <a:gs pos="57143">
                  <a:srgbClr val="3C3C3B">
                    <a:alpha val="514"/>
                  </a:srgbClr>
                </a:gs>
                <a:gs pos="71429">
                  <a:srgbClr val="3C3C3B">
                    <a:alpha val="241"/>
                  </a:srgbClr>
                </a:gs>
                <a:gs pos="85714">
                  <a:srgbClr val="3C3C3B">
                    <a:alpha val="95"/>
                  </a:srgbClr>
                </a:gs>
                <a:gs pos="100000">
                  <a:srgbClr val="3C3C3B">
                    <a:alpha val="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0" name="Splat 600"/>
            <p:cNvSpPr>
              <a:spLocks noGrp="1"/>
            </p:cNvSpPr>
            <p:nvPr/>
          </p:nvSpPr>
          <p:spPr>
            <a:xfrm rot="2936527">
              <a:off x="2479903" y="1663534"/>
              <a:ext cx="353391" cy="251803"/>
            </a:xfrm>
            <a:prstGeom prst="ellipse">
              <a:avLst/>
            </a:prstGeom>
            <a:gradFill>
              <a:gsLst>
                <a:gs pos="0">
                  <a:srgbClr val="FAFAFA">
                    <a:alpha val="22172"/>
                  </a:srgbClr>
                </a:gs>
                <a:gs pos="14286">
                  <a:srgbClr val="FAFAFA">
                    <a:alpha val="20578"/>
                  </a:srgbClr>
                </a:gs>
                <a:gs pos="28571">
                  <a:srgbClr val="FAFAFA">
                    <a:alpha val="16380"/>
                  </a:srgbClr>
                </a:gs>
                <a:gs pos="42857">
                  <a:srgbClr val="FAFAFA">
                    <a:alpha val="11071"/>
                  </a:srgbClr>
                </a:gs>
                <a:gs pos="57143">
                  <a:srgbClr val="FAFAFA">
                    <a:alpha val="6295"/>
                  </a:srgbClr>
                </a:gs>
                <a:gs pos="71429">
                  <a:srgbClr val="FAFAFA">
                    <a:alpha val="2998"/>
                  </a:srgbClr>
                </a:gs>
                <a:gs pos="85714">
                  <a:srgbClr val="FAFAFA">
                    <a:alpha val="1196"/>
                  </a:srgbClr>
                </a:gs>
                <a:gs pos="100000">
                  <a:srgbClr val="FAFAFA">
                    <a:alpha val="4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1" name="Splat 601"/>
            <p:cNvSpPr>
              <a:spLocks noGrp="1"/>
            </p:cNvSpPr>
            <p:nvPr/>
          </p:nvSpPr>
          <p:spPr>
            <a:xfrm rot="6276591">
              <a:off x="2381904" y="2437918"/>
              <a:ext cx="381712" cy="314175"/>
            </a:xfrm>
            <a:prstGeom prst="ellipse">
              <a:avLst/>
            </a:prstGeom>
            <a:gradFill>
              <a:gsLst>
                <a:gs pos="0">
                  <a:srgbClr val="000000">
                    <a:alpha val="16295"/>
                  </a:srgbClr>
                </a:gs>
                <a:gs pos="14286">
                  <a:srgbClr val="000000">
                    <a:alpha val="15082"/>
                  </a:srgbClr>
                </a:gs>
                <a:gs pos="28571">
                  <a:srgbClr val="000000">
                    <a:alpha val="11921"/>
                  </a:srgbClr>
                </a:gs>
                <a:gs pos="42857">
                  <a:srgbClr val="000000">
                    <a:alpha val="7989"/>
                  </a:srgbClr>
                </a:gs>
                <a:gs pos="57143">
                  <a:srgbClr val="000000">
                    <a:alpha val="4509"/>
                  </a:srgbClr>
                </a:gs>
                <a:gs pos="71429">
                  <a:srgbClr val="000000">
                    <a:alpha val="2136"/>
                  </a:srgbClr>
                </a:gs>
                <a:gs pos="85714">
                  <a:srgbClr val="000000">
                    <a:alpha val="850"/>
                  </a:srgbClr>
                </a:gs>
                <a:gs pos="100000">
                  <a:srgbClr val="000000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2" name="Splat 602"/>
            <p:cNvSpPr>
              <a:spLocks noGrp="1"/>
            </p:cNvSpPr>
            <p:nvPr/>
          </p:nvSpPr>
          <p:spPr>
            <a:xfrm rot="-9058513">
              <a:off x="3234036" y="1486401"/>
              <a:ext cx="344525" cy="118735"/>
            </a:xfrm>
            <a:prstGeom prst="ellipse">
              <a:avLst/>
            </a:prstGeom>
            <a:gradFill>
              <a:gsLst>
                <a:gs pos="0">
                  <a:srgbClr val="E6E6E6">
                    <a:alpha val="32968"/>
                  </a:srgbClr>
                </a:gs>
                <a:gs pos="14286">
                  <a:srgbClr val="E6E6E6">
                    <a:alpha val="30764"/>
                  </a:srgbClr>
                </a:gs>
                <a:gs pos="28571">
                  <a:srgbClr val="E6E6E6">
                    <a:alpha val="24833"/>
                  </a:srgbClr>
                </a:gs>
                <a:gs pos="42857">
                  <a:srgbClr val="E6E6E6">
                    <a:alpha val="17075"/>
                  </a:srgbClr>
                </a:gs>
                <a:gs pos="57143">
                  <a:srgbClr val="E6E6E6">
                    <a:alpha val="9855"/>
                  </a:srgbClr>
                </a:gs>
                <a:gs pos="71429">
                  <a:srgbClr val="E6E6E6">
                    <a:alpha val="4740"/>
                  </a:srgbClr>
                </a:gs>
                <a:gs pos="85714">
                  <a:srgbClr val="E6E6E6">
                    <a:alpha val="1902"/>
                  </a:srgbClr>
                </a:gs>
                <a:gs pos="100000">
                  <a:srgbClr val="E6E6E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3" name="Splat 603"/>
            <p:cNvSpPr>
              <a:spLocks noGrp="1"/>
            </p:cNvSpPr>
            <p:nvPr/>
          </p:nvSpPr>
          <p:spPr>
            <a:xfrm rot="-10689754">
              <a:off x="3075654" y="1667749"/>
              <a:ext cx="370550" cy="358713"/>
            </a:xfrm>
            <a:prstGeom prst="ellipse">
              <a:avLst/>
            </a:prstGeom>
            <a:gradFill>
              <a:gsLst>
                <a:gs pos="0">
                  <a:srgbClr val="787978">
                    <a:alpha val="4924"/>
                  </a:srgbClr>
                </a:gs>
                <a:gs pos="14286">
                  <a:srgbClr val="787978">
                    <a:alpha val="4535"/>
                  </a:srgbClr>
                </a:gs>
                <a:gs pos="28571">
                  <a:srgbClr val="787978">
                    <a:alpha val="3539"/>
                  </a:srgbClr>
                </a:gs>
                <a:gs pos="42857">
                  <a:srgbClr val="787978">
                    <a:alpha val="2336"/>
                  </a:srgbClr>
                </a:gs>
                <a:gs pos="57143">
                  <a:srgbClr val="787978">
                    <a:alpha val="1301"/>
                  </a:srgbClr>
                </a:gs>
                <a:gs pos="71429">
                  <a:srgbClr val="787978">
                    <a:alpha val="611"/>
                  </a:srgbClr>
                </a:gs>
                <a:gs pos="85714">
                  <a:srgbClr val="787978">
                    <a:alpha val="242"/>
                  </a:srgbClr>
                </a:gs>
                <a:gs pos="100000">
                  <a:srgbClr val="787978">
                    <a:alpha val="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4" name="Splat 604"/>
            <p:cNvSpPr>
              <a:spLocks noGrp="1"/>
            </p:cNvSpPr>
            <p:nvPr/>
          </p:nvSpPr>
          <p:spPr>
            <a:xfrm rot="7727297">
              <a:off x="1886682" y="1281520"/>
              <a:ext cx="411752" cy="32740"/>
            </a:xfrm>
            <a:prstGeom prst="ellipse">
              <a:avLst/>
            </a:prstGeom>
            <a:gradFill>
              <a:gsLst>
                <a:gs pos="0">
                  <a:srgbClr val="000000">
                    <a:alpha val="26774"/>
                  </a:srgbClr>
                </a:gs>
                <a:gs pos="14286">
                  <a:srgbClr val="000000">
                    <a:alpha val="24905"/>
                  </a:srgbClr>
                </a:gs>
                <a:gs pos="28571">
                  <a:srgbClr val="000000">
                    <a:alpha val="19940"/>
                  </a:srgbClr>
                </a:gs>
                <a:gs pos="42857">
                  <a:srgbClr val="000000">
                    <a:alpha val="13573"/>
                  </a:srgbClr>
                </a:gs>
                <a:gs pos="57143">
                  <a:srgbClr val="000000">
                    <a:alpha val="7765"/>
                  </a:srgbClr>
                </a:gs>
                <a:gs pos="71429">
                  <a:srgbClr val="000000">
                    <a:alpha val="3713"/>
                  </a:srgbClr>
                </a:gs>
                <a:gs pos="85714">
                  <a:srgbClr val="000000">
                    <a:alpha val="1485"/>
                  </a:srgbClr>
                </a:gs>
                <a:gs pos="100000">
                  <a:srgbClr val="000000">
                    <a:alpha val="4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5" name="Splat 605"/>
            <p:cNvSpPr>
              <a:spLocks noGrp="1"/>
            </p:cNvSpPr>
            <p:nvPr/>
          </p:nvSpPr>
          <p:spPr>
            <a:xfrm rot="10008235">
              <a:off x="242450" y="1772258"/>
              <a:ext cx="339658" cy="46085"/>
            </a:xfrm>
            <a:prstGeom prst="ellipse">
              <a:avLst/>
            </a:prstGeom>
            <a:gradFill>
              <a:gsLst>
                <a:gs pos="0">
                  <a:srgbClr val="D4D4D4">
                    <a:alpha val="32968"/>
                  </a:srgbClr>
                </a:gs>
                <a:gs pos="14286">
                  <a:srgbClr val="D4D4D4">
                    <a:alpha val="30764"/>
                  </a:srgbClr>
                </a:gs>
                <a:gs pos="28571">
                  <a:srgbClr val="D4D4D4">
                    <a:alpha val="24833"/>
                  </a:srgbClr>
                </a:gs>
                <a:gs pos="42857">
                  <a:srgbClr val="D4D4D4">
                    <a:alpha val="17075"/>
                  </a:srgbClr>
                </a:gs>
                <a:gs pos="57143">
                  <a:srgbClr val="D4D4D4">
                    <a:alpha val="9855"/>
                  </a:srgbClr>
                </a:gs>
                <a:gs pos="71429">
                  <a:srgbClr val="D4D4D4">
                    <a:alpha val="4740"/>
                  </a:srgbClr>
                </a:gs>
                <a:gs pos="85714">
                  <a:srgbClr val="D4D4D4">
                    <a:alpha val="1902"/>
                  </a:srgbClr>
                </a:gs>
                <a:gs pos="100000">
                  <a:srgbClr val="D4D4D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6" name="Splat 606"/>
            <p:cNvSpPr>
              <a:spLocks noGrp="1"/>
            </p:cNvSpPr>
            <p:nvPr/>
          </p:nvSpPr>
          <p:spPr>
            <a:xfrm rot="8337652">
              <a:off x="1343263" y="1313005"/>
              <a:ext cx="519097" cy="5677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7" name="Splat 607"/>
            <p:cNvSpPr>
              <a:spLocks noGrp="1"/>
            </p:cNvSpPr>
            <p:nvPr/>
          </p:nvSpPr>
          <p:spPr>
            <a:xfrm rot="10457878">
              <a:off x="252483" y="1680941"/>
              <a:ext cx="263063" cy="12335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8" name="Splat 608"/>
            <p:cNvSpPr>
              <a:spLocks noGrp="1"/>
            </p:cNvSpPr>
            <p:nvPr/>
          </p:nvSpPr>
          <p:spPr>
            <a:xfrm rot="4969374">
              <a:off x="222818" y="2449396"/>
              <a:ext cx="466332" cy="146843"/>
            </a:xfrm>
            <a:prstGeom prst="ellipse">
              <a:avLst/>
            </a:prstGeom>
            <a:gradFill>
              <a:gsLst>
                <a:gs pos="0">
                  <a:srgbClr val="ABABAB">
                    <a:alpha val="11470"/>
                  </a:srgbClr>
                </a:gs>
                <a:gs pos="14286">
                  <a:srgbClr val="ABABAB">
                    <a:alpha val="10593"/>
                  </a:srgbClr>
                </a:gs>
                <a:gs pos="28571">
                  <a:srgbClr val="ABABAB">
                    <a:alpha val="8327"/>
                  </a:srgbClr>
                </a:gs>
                <a:gs pos="42857">
                  <a:srgbClr val="ABABAB">
                    <a:alpha val="5543"/>
                  </a:srgbClr>
                </a:gs>
                <a:gs pos="57143">
                  <a:srgbClr val="ABABAB">
                    <a:alpha val="3111"/>
                  </a:srgbClr>
                </a:gs>
                <a:gs pos="71429">
                  <a:srgbClr val="ABABAB">
                    <a:alpha val="1468"/>
                  </a:srgbClr>
                </a:gs>
                <a:gs pos="85714">
                  <a:srgbClr val="ABABAB">
                    <a:alpha val="583"/>
                  </a:srgbClr>
                </a:gs>
                <a:gs pos="100000">
                  <a:srgbClr val="ABABAB">
                    <a:alpha val="1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9" name="Splat 609"/>
            <p:cNvSpPr>
              <a:spLocks noGrp="1"/>
            </p:cNvSpPr>
            <p:nvPr/>
          </p:nvSpPr>
          <p:spPr>
            <a:xfrm rot="-8113575">
              <a:off x="3268764" y="1431511"/>
              <a:ext cx="519592" cy="26996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0" name="Splat 610"/>
            <p:cNvSpPr>
              <a:spLocks noGrp="1"/>
            </p:cNvSpPr>
            <p:nvPr/>
          </p:nvSpPr>
          <p:spPr>
            <a:xfrm rot="9202606">
              <a:off x="3097340" y="1147380"/>
              <a:ext cx="327579" cy="18074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1" name="Splat 611"/>
            <p:cNvSpPr>
              <a:spLocks noGrp="1"/>
            </p:cNvSpPr>
            <p:nvPr/>
          </p:nvSpPr>
          <p:spPr>
            <a:xfrm rot="4052000">
              <a:off x="3429929" y="-72451"/>
              <a:ext cx="436293" cy="16640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2" name="Splat 612"/>
            <p:cNvSpPr>
              <a:spLocks noGrp="1"/>
            </p:cNvSpPr>
            <p:nvPr/>
          </p:nvSpPr>
          <p:spPr>
            <a:xfrm rot="3170810">
              <a:off x="2662547" y="2325929"/>
              <a:ext cx="496019" cy="270606"/>
            </a:xfrm>
            <a:prstGeom prst="ellipse">
              <a:avLst/>
            </a:prstGeom>
            <a:gradFill>
              <a:gsLst>
                <a:gs pos="0">
                  <a:srgbClr val="FEFEFD">
                    <a:alpha val="32968"/>
                  </a:srgbClr>
                </a:gs>
                <a:gs pos="14286">
                  <a:srgbClr val="FEFEFD">
                    <a:alpha val="30764"/>
                  </a:srgbClr>
                </a:gs>
                <a:gs pos="28571">
                  <a:srgbClr val="FEFEFD">
                    <a:alpha val="24833"/>
                  </a:srgbClr>
                </a:gs>
                <a:gs pos="42857">
                  <a:srgbClr val="FEFEFD">
                    <a:alpha val="17075"/>
                  </a:srgbClr>
                </a:gs>
                <a:gs pos="57143">
                  <a:srgbClr val="FEFEFD">
                    <a:alpha val="9855"/>
                  </a:srgbClr>
                </a:gs>
                <a:gs pos="71429">
                  <a:srgbClr val="FEFEFD">
                    <a:alpha val="4740"/>
                  </a:srgbClr>
                </a:gs>
                <a:gs pos="85714">
                  <a:srgbClr val="FEFEFD">
                    <a:alpha val="1902"/>
                  </a:srgbClr>
                </a:gs>
                <a:gs pos="100000">
                  <a:srgbClr val="FEFEF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3" name="Splat 613"/>
            <p:cNvSpPr>
              <a:spLocks noGrp="1"/>
            </p:cNvSpPr>
            <p:nvPr/>
          </p:nvSpPr>
          <p:spPr>
            <a:xfrm rot="5110670">
              <a:off x="3148157" y="22598"/>
              <a:ext cx="464679" cy="317553"/>
            </a:xfrm>
            <a:prstGeom prst="ellipse">
              <a:avLst/>
            </a:prstGeom>
            <a:gradFill>
              <a:gsLst>
                <a:gs pos="0">
                  <a:srgbClr val="000304">
                    <a:alpha val="11993"/>
                  </a:srgbClr>
                </a:gs>
                <a:gs pos="14286">
                  <a:srgbClr val="000304">
                    <a:alpha val="11078"/>
                  </a:srgbClr>
                </a:gs>
                <a:gs pos="28571">
                  <a:srgbClr val="000304">
                    <a:alpha val="8713"/>
                  </a:srgbClr>
                </a:gs>
                <a:gs pos="42857">
                  <a:srgbClr val="000304">
                    <a:alpha val="5805"/>
                  </a:srgbClr>
                </a:gs>
                <a:gs pos="57143">
                  <a:srgbClr val="000304">
                    <a:alpha val="3259"/>
                  </a:srgbClr>
                </a:gs>
                <a:gs pos="71429">
                  <a:srgbClr val="000304">
                    <a:alpha val="1539"/>
                  </a:srgbClr>
                </a:gs>
                <a:gs pos="85714">
                  <a:srgbClr val="000304">
                    <a:alpha val="611"/>
                  </a:srgbClr>
                </a:gs>
                <a:gs pos="100000">
                  <a:srgbClr val="000304">
                    <a:alpha val="2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4" name="Splat 614"/>
            <p:cNvSpPr>
              <a:spLocks noGrp="1"/>
            </p:cNvSpPr>
            <p:nvPr/>
          </p:nvSpPr>
          <p:spPr>
            <a:xfrm rot="4126681">
              <a:off x="3116309" y="1236241"/>
              <a:ext cx="173401" cy="3141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5" name="Splat 615"/>
            <p:cNvSpPr>
              <a:spLocks noGrp="1"/>
            </p:cNvSpPr>
            <p:nvPr/>
          </p:nvSpPr>
          <p:spPr>
            <a:xfrm rot="3223186">
              <a:off x="594379" y="1282575"/>
              <a:ext cx="452361" cy="70986"/>
            </a:xfrm>
            <a:prstGeom prst="ellipse">
              <a:avLst/>
            </a:prstGeom>
            <a:gradFill>
              <a:gsLst>
                <a:gs pos="0">
                  <a:srgbClr val="000000">
                    <a:alpha val="21405"/>
                  </a:srgbClr>
                </a:gs>
                <a:gs pos="14286">
                  <a:srgbClr val="000000">
                    <a:alpha val="19859"/>
                  </a:srgbClr>
                </a:gs>
                <a:gs pos="28571">
                  <a:srgbClr val="000000">
                    <a:alpha val="15793"/>
                  </a:srgbClr>
                </a:gs>
                <a:gs pos="42857">
                  <a:srgbClr val="000000">
                    <a:alpha val="10662"/>
                  </a:srgbClr>
                </a:gs>
                <a:gs pos="57143">
                  <a:srgbClr val="000000">
                    <a:alpha val="6056"/>
                  </a:srgbClr>
                </a:gs>
                <a:gs pos="71429">
                  <a:srgbClr val="000000">
                    <a:alpha val="2882"/>
                  </a:srgbClr>
                </a:gs>
                <a:gs pos="85714">
                  <a:srgbClr val="000000">
                    <a:alpha val="1150"/>
                  </a:srgbClr>
                </a:gs>
                <a:gs pos="100000">
                  <a:srgbClr val="000000">
                    <a:alpha val="3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6" name="Splat 616"/>
            <p:cNvSpPr>
              <a:spLocks noGrp="1"/>
            </p:cNvSpPr>
            <p:nvPr/>
          </p:nvSpPr>
          <p:spPr>
            <a:xfrm rot="9431741">
              <a:off x="3149479" y="532597"/>
              <a:ext cx="360958" cy="114461"/>
            </a:xfrm>
            <a:prstGeom prst="ellipse">
              <a:avLst/>
            </a:prstGeom>
            <a:gradFill>
              <a:gsLst>
                <a:gs pos="0">
                  <a:srgbClr val="878889">
                    <a:alpha val="4238"/>
                  </a:srgbClr>
                </a:gs>
                <a:gs pos="14286">
                  <a:srgbClr val="878889">
                    <a:alpha val="3902"/>
                  </a:srgbClr>
                </a:gs>
                <a:gs pos="28571">
                  <a:srgbClr val="878889">
                    <a:alpha val="3043"/>
                  </a:srgbClr>
                </a:gs>
                <a:gs pos="42857">
                  <a:srgbClr val="878889">
                    <a:alpha val="2007"/>
                  </a:srgbClr>
                </a:gs>
                <a:gs pos="57143">
                  <a:srgbClr val="878889">
                    <a:alpha val="1117"/>
                  </a:srgbClr>
                </a:gs>
                <a:gs pos="71429">
                  <a:srgbClr val="878889">
                    <a:alpha val="524"/>
                  </a:srgbClr>
                </a:gs>
                <a:gs pos="85714">
                  <a:srgbClr val="878889">
                    <a:alpha val="208"/>
                  </a:srgbClr>
                </a:gs>
                <a:gs pos="100000">
                  <a:srgbClr val="878889">
                    <a:alpha val="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7" name="Splat 617"/>
            <p:cNvSpPr>
              <a:spLocks noGrp="1"/>
            </p:cNvSpPr>
            <p:nvPr/>
          </p:nvSpPr>
          <p:spPr>
            <a:xfrm rot="5736645">
              <a:off x="704466" y="1162154"/>
              <a:ext cx="232128" cy="6510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8" name="Splat 618"/>
            <p:cNvSpPr>
              <a:spLocks noGrp="1"/>
            </p:cNvSpPr>
            <p:nvPr/>
          </p:nvSpPr>
          <p:spPr>
            <a:xfrm rot="-9070358">
              <a:off x="2295694" y="1268427"/>
              <a:ext cx="331884" cy="6048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9" name="Splat 619"/>
            <p:cNvSpPr>
              <a:spLocks noGrp="1"/>
            </p:cNvSpPr>
            <p:nvPr/>
          </p:nvSpPr>
          <p:spPr>
            <a:xfrm rot="8991749">
              <a:off x="2323825" y="918648"/>
              <a:ext cx="298985" cy="78136"/>
            </a:xfrm>
            <a:prstGeom prst="ellipse">
              <a:avLst/>
            </a:prstGeom>
            <a:gradFill>
              <a:gsLst>
                <a:gs pos="0">
                  <a:srgbClr val="F0F0F0">
                    <a:alpha val="32968"/>
                  </a:srgbClr>
                </a:gs>
                <a:gs pos="14286">
                  <a:srgbClr val="F0F0F0">
                    <a:alpha val="30764"/>
                  </a:srgbClr>
                </a:gs>
                <a:gs pos="28571">
                  <a:srgbClr val="F0F0F0">
                    <a:alpha val="24833"/>
                  </a:srgbClr>
                </a:gs>
                <a:gs pos="42857">
                  <a:srgbClr val="F0F0F0">
                    <a:alpha val="17075"/>
                  </a:srgbClr>
                </a:gs>
                <a:gs pos="57143">
                  <a:srgbClr val="F0F0F0">
                    <a:alpha val="9855"/>
                  </a:srgbClr>
                </a:gs>
                <a:gs pos="71429">
                  <a:srgbClr val="F0F0F0">
                    <a:alpha val="4740"/>
                  </a:srgbClr>
                </a:gs>
                <a:gs pos="85714">
                  <a:srgbClr val="F0F0F0">
                    <a:alpha val="1902"/>
                  </a:srgbClr>
                </a:gs>
                <a:gs pos="100000">
                  <a:srgbClr val="F0F0F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0" name="Splat 620"/>
            <p:cNvSpPr>
              <a:spLocks noGrp="1"/>
            </p:cNvSpPr>
            <p:nvPr/>
          </p:nvSpPr>
          <p:spPr>
            <a:xfrm rot="-9936515">
              <a:off x="1473732" y="2260419"/>
              <a:ext cx="419567" cy="97525"/>
            </a:xfrm>
            <a:prstGeom prst="ellipse">
              <a:avLst/>
            </a:prstGeom>
            <a:gradFill>
              <a:gsLst>
                <a:gs pos="0">
                  <a:srgbClr val="E6E5E5">
                    <a:alpha val="32968"/>
                  </a:srgbClr>
                </a:gs>
                <a:gs pos="14286">
                  <a:srgbClr val="E6E5E5">
                    <a:alpha val="30764"/>
                  </a:srgbClr>
                </a:gs>
                <a:gs pos="28571">
                  <a:srgbClr val="E6E5E5">
                    <a:alpha val="24833"/>
                  </a:srgbClr>
                </a:gs>
                <a:gs pos="42857">
                  <a:srgbClr val="E6E5E5">
                    <a:alpha val="17075"/>
                  </a:srgbClr>
                </a:gs>
                <a:gs pos="57143">
                  <a:srgbClr val="E6E5E5">
                    <a:alpha val="9855"/>
                  </a:srgbClr>
                </a:gs>
                <a:gs pos="71429">
                  <a:srgbClr val="E6E5E5">
                    <a:alpha val="4740"/>
                  </a:srgbClr>
                </a:gs>
                <a:gs pos="85714">
                  <a:srgbClr val="E6E5E5">
                    <a:alpha val="1902"/>
                  </a:srgbClr>
                </a:gs>
                <a:gs pos="100000">
                  <a:srgbClr val="E6E5E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1" name="Splat 621"/>
            <p:cNvSpPr>
              <a:spLocks noGrp="1"/>
            </p:cNvSpPr>
            <p:nvPr/>
          </p:nvSpPr>
          <p:spPr>
            <a:xfrm rot="4871268">
              <a:off x="1008569" y="1097049"/>
              <a:ext cx="473056" cy="450882"/>
            </a:xfrm>
            <a:prstGeom prst="ellipse">
              <a:avLst/>
            </a:prstGeom>
            <a:gradFill>
              <a:gsLst>
                <a:gs pos="0">
                  <a:srgbClr val="000003">
                    <a:alpha val="8821"/>
                  </a:srgbClr>
                </a:gs>
                <a:gs pos="14286">
                  <a:srgbClr val="000003">
                    <a:alpha val="8137"/>
                  </a:srgbClr>
                </a:gs>
                <a:gs pos="28571">
                  <a:srgbClr val="000003">
                    <a:alpha val="6377"/>
                  </a:srgbClr>
                </a:gs>
                <a:gs pos="42857">
                  <a:srgbClr val="000003">
                    <a:alpha val="4230"/>
                  </a:srgbClr>
                </a:gs>
                <a:gs pos="57143">
                  <a:srgbClr val="000003">
                    <a:alpha val="2367"/>
                  </a:srgbClr>
                </a:gs>
                <a:gs pos="71429">
                  <a:srgbClr val="000003">
                    <a:alpha val="1115"/>
                  </a:srgbClr>
                </a:gs>
                <a:gs pos="85714">
                  <a:srgbClr val="000003">
                    <a:alpha val="442"/>
                  </a:srgbClr>
                </a:gs>
                <a:gs pos="100000">
                  <a:srgbClr val="000003">
                    <a:alpha val="1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2" name="Splat 622"/>
            <p:cNvSpPr>
              <a:spLocks noGrp="1"/>
            </p:cNvSpPr>
            <p:nvPr/>
          </p:nvSpPr>
          <p:spPr>
            <a:xfrm rot="-10571201">
              <a:off x="332301" y="979100"/>
              <a:ext cx="212507" cy="5478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3" name="Splat 623"/>
            <p:cNvSpPr>
              <a:spLocks noGrp="1"/>
            </p:cNvSpPr>
            <p:nvPr/>
          </p:nvSpPr>
          <p:spPr>
            <a:xfrm rot="4231186">
              <a:off x="3253326" y="243673"/>
              <a:ext cx="408719" cy="218097"/>
            </a:xfrm>
            <a:prstGeom prst="ellipse">
              <a:avLst/>
            </a:prstGeom>
            <a:gradFill>
              <a:gsLst>
                <a:gs pos="0">
                  <a:srgbClr val="000100">
                    <a:alpha val="32968"/>
                  </a:srgbClr>
                </a:gs>
                <a:gs pos="14286">
                  <a:srgbClr val="000100">
                    <a:alpha val="30764"/>
                  </a:srgbClr>
                </a:gs>
                <a:gs pos="28571">
                  <a:srgbClr val="000100">
                    <a:alpha val="24833"/>
                  </a:srgbClr>
                </a:gs>
                <a:gs pos="42857">
                  <a:srgbClr val="000100">
                    <a:alpha val="17075"/>
                  </a:srgbClr>
                </a:gs>
                <a:gs pos="57143">
                  <a:srgbClr val="000100">
                    <a:alpha val="9855"/>
                  </a:srgbClr>
                </a:gs>
                <a:gs pos="71429">
                  <a:srgbClr val="000100">
                    <a:alpha val="4740"/>
                  </a:srgbClr>
                </a:gs>
                <a:gs pos="85714">
                  <a:srgbClr val="000100">
                    <a:alpha val="1902"/>
                  </a:srgbClr>
                </a:gs>
                <a:gs pos="100000">
                  <a:srgbClr val="000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4" name="Splat 624"/>
            <p:cNvSpPr>
              <a:spLocks noGrp="1"/>
            </p:cNvSpPr>
            <p:nvPr/>
          </p:nvSpPr>
          <p:spPr>
            <a:xfrm rot="10272473">
              <a:off x="829374" y="448410"/>
              <a:ext cx="343107" cy="209013"/>
            </a:xfrm>
            <a:prstGeom prst="ellipse">
              <a:avLst/>
            </a:prstGeom>
            <a:gradFill>
              <a:gsLst>
                <a:gs pos="0">
                  <a:srgbClr val="E4E4E4">
                    <a:alpha val="19700"/>
                  </a:srgbClr>
                </a:gs>
                <a:gs pos="14286">
                  <a:srgbClr val="E4E4E4">
                    <a:alpha val="18262"/>
                  </a:srgbClr>
                </a:gs>
                <a:gs pos="28571">
                  <a:srgbClr val="E4E4E4">
                    <a:alpha val="14493"/>
                  </a:srgbClr>
                </a:gs>
                <a:gs pos="42857">
                  <a:srgbClr val="E4E4E4">
                    <a:alpha val="9760"/>
                  </a:srgbClr>
                </a:gs>
                <a:gs pos="57143">
                  <a:srgbClr val="E4E4E4">
                    <a:alpha val="5532"/>
                  </a:srgbClr>
                </a:gs>
                <a:gs pos="71429">
                  <a:srgbClr val="E4E4E4">
                    <a:alpha val="2629"/>
                  </a:srgbClr>
                </a:gs>
                <a:gs pos="85714">
                  <a:srgbClr val="E4E4E4">
                    <a:alpha val="1048"/>
                  </a:srgbClr>
                </a:gs>
                <a:gs pos="100000">
                  <a:srgbClr val="E4E4E4">
                    <a:alpha val="3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5" name="Splat 625"/>
            <p:cNvSpPr>
              <a:spLocks noGrp="1"/>
            </p:cNvSpPr>
            <p:nvPr/>
          </p:nvSpPr>
          <p:spPr>
            <a:xfrm rot="-10629335">
              <a:off x="788070" y="2717390"/>
              <a:ext cx="538310" cy="4187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6" name="Splat 626"/>
            <p:cNvSpPr>
              <a:spLocks noGrp="1"/>
            </p:cNvSpPr>
            <p:nvPr/>
          </p:nvSpPr>
          <p:spPr>
            <a:xfrm rot="9144052">
              <a:off x="1462912" y="580685"/>
              <a:ext cx="270630" cy="104435"/>
            </a:xfrm>
            <a:prstGeom prst="ellipse">
              <a:avLst/>
            </a:prstGeom>
            <a:gradFill>
              <a:gsLst>
                <a:gs pos="0">
                  <a:srgbClr val="E7E7E6">
                    <a:alpha val="21368"/>
                  </a:srgbClr>
                </a:gs>
                <a:gs pos="14286">
                  <a:srgbClr val="E7E7E6">
                    <a:alpha val="19824"/>
                  </a:srgbClr>
                </a:gs>
                <a:gs pos="28571">
                  <a:srgbClr val="E7E7E6">
                    <a:alpha val="15764"/>
                  </a:srgbClr>
                </a:gs>
                <a:gs pos="42857">
                  <a:srgbClr val="E7E7E6">
                    <a:alpha val="10642"/>
                  </a:srgbClr>
                </a:gs>
                <a:gs pos="57143">
                  <a:srgbClr val="E7E7E6">
                    <a:alpha val="6045"/>
                  </a:srgbClr>
                </a:gs>
                <a:gs pos="71429">
                  <a:srgbClr val="E7E7E6">
                    <a:alpha val="2876"/>
                  </a:srgbClr>
                </a:gs>
                <a:gs pos="85714">
                  <a:srgbClr val="E7E7E6">
                    <a:alpha val="1147"/>
                  </a:srgbClr>
                </a:gs>
                <a:gs pos="100000">
                  <a:srgbClr val="E7E7E6">
                    <a:alpha val="3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7" name="Splat 627"/>
            <p:cNvSpPr>
              <a:spLocks noGrp="1"/>
            </p:cNvSpPr>
            <p:nvPr/>
          </p:nvSpPr>
          <p:spPr>
            <a:xfrm rot="-9137502">
              <a:off x="1188285" y="1167048"/>
              <a:ext cx="319380" cy="164355"/>
            </a:xfrm>
            <a:prstGeom prst="ellipse">
              <a:avLst/>
            </a:prstGeom>
            <a:gradFill>
              <a:gsLst>
                <a:gs pos="0">
                  <a:srgbClr val="FFFFFF">
                    <a:alpha val="24514"/>
                  </a:srgbClr>
                </a:gs>
                <a:gs pos="14286">
                  <a:srgbClr val="FFFFFF">
                    <a:alpha val="22778"/>
                  </a:srgbClr>
                </a:gs>
                <a:gs pos="28571">
                  <a:srgbClr val="FFFFFF">
                    <a:alpha val="18184"/>
                  </a:srgbClr>
                </a:gs>
                <a:gs pos="42857">
                  <a:srgbClr val="FFFFFF">
                    <a:alpha val="12334"/>
                  </a:srgbClr>
                </a:gs>
                <a:gs pos="57143">
                  <a:srgbClr val="FFFFFF">
                    <a:alpha val="7035"/>
                  </a:srgbClr>
                </a:gs>
                <a:gs pos="71429">
                  <a:srgbClr val="FFFFFF">
                    <a:alpha val="3357"/>
                  </a:srgbClr>
                </a:gs>
                <a:gs pos="85714">
                  <a:srgbClr val="FFFFFF">
                    <a:alpha val="1341"/>
                  </a:srgbClr>
                </a:gs>
                <a:gs pos="100000">
                  <a:srgbClr val="FFFFFF">
                    <a:alpha val="4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8" name="Splat 628"/>
            <p:cNvSpPr>
              <a:spLocks noGrp="1"/>
            </p:cNvSpPr>
            <p:nvPr/>
          </p:nvSpPr>
          <p:spPr>
            <a:xfrm rot="9439609">
              <a:off x="1183131" y="304232"/>
              <a:ext cx="463064" cy="163564"/>
            </a:xfrm>
            <a:prstGeom prst="ellipse">
              <a:avLst/>
            </a:prstGeom>
            <a:gradFill>
              <a:gsLst>
                <a:gs pos="0">
                  <a:srgbClr val="ECECED">
                    <a:alpha val="23812"/>
                  </a:srgbClr>
                </a:gs>
                <a:gs pos="14286">
                  <a:srgbClr val="ECECED">
                    <a:alpha val="22117"/>
                  </a:srgbClr>
                </a:gs>
                <a:gs pos="28571">
                  <a:srgbClr val="ECECED">
                    <a:alpha val="17641"/>
                  </a:srgbClr>
                </a:gs>
                <a:gs pos="42857">
                  <a:srgbClr val="ECECED">
                    <a:alpha val="11953"/>
                  </a:srgbClr>
                </a:gs>
                <a:gs pos="57143">
                  <a:srgbClr val="ECECED">
                    <a:alpha val="6811"/>
                  </a:srgbClr>
                </a:gs>
                <a:gs pos="71429">
                  <a:srgbClr val="ECECED">
                    <a:alpha val="3248"/>
                  </a:srgbClr>
                </a:gs>
                <a:gs pos="85714">
                  <a:srgbClr val="ECECED">
                    <a:alpha val="1297"/>
                  </a:srgbClr>
                </a:gs>
                <a:gs pos="100000">
                  <a:srgbClr val="ECECED">
                    <a:alpha val="4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9" name="Splat 629"/>
            <p:cNvSpPr>
              <a:spLocks noGrp="1"/>
            </p:cNvSpPr>
            <p:nvPr/>
          </p:nvSpPr>
          <p:spPr>
            <a:xfrm rot="-9124413">
              <a:off x="2353926" y="2251034"/>
              <a:ext cx="406637" cy="182053"/>
            </a:xfrm>
            <a:prstGeom prst="ellipse">
              <a:avLst/>
            </a:prstGeom>
            <a:gradFill>
              <a:gsLst>
                <a:gs pos="0">
                  <a:srgbClr val="000000">
                    <a:alpha val="24406"/>
                  </a:srgbClr>
                </a:gs>
                <a:gs pos="14286">
                  <a:srgbClr val="000000">
                    <a:alpha val="22676"/>
                  </a:srgbClr>
                </a:gs>
                <a:gs pos="28571">
                  <a:srgbClr val="000000">
                    <a:alpha val="18100"/>
                  </a:srgbClr>
                </a:gs>
                <a:gs pos="42857">
                  <a:srgbClr val="000000">
                    <a:alpha val="12276"/>
                  </a:srgbClr>
                </a:gs>
                <a:gs pos="57143">
                  <a:srgbClr val="000000">
                    <a:alpha val="7000"/>
                  </a:srgbClr>
                </a:gs>
                <a:gs pos="71429">
                  <a:srgbClr val="000000">
                    <a:alpha val="3340"/>
                  </a:srgbClr>
                </a:gs>
                <a:gs pos="85714">
                  <a:srgbClr val="000000">
                    <a:alpha val="1334"/>
                  </a:srgbClr>
                </a:gs>
                <a:gs pos="100000">
                  <a:srgbClr val="000000">
                    <a:alpha val="4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0" name="Splat 630"/>
            <p:cNvSpPr>
              <a:spLocks noGrp="1"/>
            </p:cNvSpPr>
            <p:nvPr/>
          </p:nvSpPr>
          <p:spPr>
            <a:xfrm rot="-8356658">
              <a:off x="2670262" y="451717"/>
              <a:ext cx="132186" cy="5731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1" name="Splat 631"/>
            <p:cNvSpPr>
              <a:spLocks noGrp="1"/>
            </p:cNvSpPr>
            <p:nvPr/>
          </p:nvSpPr>
          <p:spPr>
            <a:xfrm rot="5825904">
              <a:off x="3216803" y="2418291"/>
              <a:ext cx="226020" cy="106171"/>
            </a:xfrm>
            <a:prstGeom prst="ellipse">
              <a:avLst/>
            </a:prstGeom>
            <a:gradFill>
              <a:gsLst>
                <a:gs pos="0">
                  <a:srgbClr val="050B02">
                    <a:alpha val="31441"/>
                  </a:srgbClr>
                </a:gs>
                <a:gs pos="14286">
                  <a:srgbClr val="050B02">
                    <a:alpha val="29315"/>
                  </a:srgbClr>
                </a:gs>
                <a:gs pos="28571">
                  <a:srgbClr val="050B02">
                    <a:alpha val="23615"/>
                  </a:srgbClr>
                </a:gs>
                <a:gs pos="42857">
                  <a:srgbClr val="050B02">
                    <a:alpha val="16196"/>
                  </a:srgbClr>
                </a:gs>
                <a:gs pos="57143">
                  <a:srgbClr val="050B02">
                    <a:alpha val="9327"/>
                  </a:srgbClr>
                </a:gs>
                <a:gs pos="71429">
                  <a:srgbClr val="050B02">
                    <a:alpha val="4480"/>
                  </a:srgbClr>
                </a:gs>
                <a:gs pos="85714">
                  <a:srgbClr val="050B02">
                    <a:alpha val="1796"/>
                  </a:srgbClr>
                </a:gs>
                <a:gs pos="100000">
                  <a:srgbClr val="050B02">
                    <a:alpha val="6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2" name="Splat 632"/>
            <p:cNvSpPr>
              <a:spLocks noGrp="1"/>
            </p:cNvSpPr>
            <p:nvPr/>
          </p:nvSpPr>
          <p:spPr>
            <a:xfrm rot="4601307">
              <a:off x="2384413" y="2386266"/>
              <a:ext cx="535958" cy="104626"/>
            </a:xfrm>
            <a:prstGeom prst="ellipse">
              <a:avLst/>
            </a:prstGeom>
            <a:gradFill>
              <a:gsLst>
                <a:gs pos="0">
                  <a:srgbClr val="000000">
                    <a:alpha val="18246"/>
                  </a:srgbClr>
                </a:gs>
                <a:gs pos="14286">
                  <a:srgbClr val="000000">
                    <a:alpha val="16903"/>
                  </a:srgbClr>
                </a:gs>
                <a:gs pos="28571">
                  <a:srgbClr val="000000">
                    <a:alpha val="13391"/>
                  </a:srgbClr>
                </a:gs>
                <a:gs pos="42857">
                  <a:srgbClr val="000000">
                    <a:alpha val="8999"/>
                  </a:srgbClr>
                </a:gs>
                <a:gs pos="57143">
                  <a:srgbClr val="000000">
                    <a:alpha val="5091"/>
                  </a:srgbClr>
                </a:gs>
                <a:gs pos="71429">
                  <a:srgbClr val="000000">
                    <a:alpha val="2416"/>
                  </a:srgbClr>
                </a:gs>
                <a:gs pos="85714">
                  <a:srgbClr val="000000">
                    <a:alpha val="963"/>
                  </a:srgbClr>
                </a:gs>
                <a:gs pos="100000">
                  <a:srgbClr val="000000">
                    <a:alpha val="3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3" name="Splat 633"/>
            <p:cNvSpPr>
              <a:spLocks noGrp="1"/>
            </p:cNvSpPr>
            <p:nvPr/>
          </p:nvSpPr>
          <p:spPr>
            <a:xfrm rot="5912001">
              <a:off x="245526" y="362866"/>
              <a:ext cx="324525" cy="324268"/>
            </a:xfrm>
            <a:prstGeom prst="ellipse">
              <a:avLst/>
            </a:prstGeom>
            <a:gradFill>
              <a:gsLst>
                <a:gs pos="0">
                  <a:srgbClr val="B9B9B8">
                    <a:alpha val="7182"/>
                  </a:srgbClr>
                </a:gs>
                <a:gs pos="14286">
                  <a:srgbClr val="B9B9B8">
                    <a:alpha val="6621"/>
                  </a:srgbClr>
                </a:gs>
                <a:gs pos="28571">
                  <a:srgbClr val="B9B9B8">
                    <a:alpha val="5180"/>
                  </a:srgbClr>
                </a:gs>
                <a:gs pos="42857">
                  <a:srgbClr val="B9B9B8">
                    <a:alpha val="3429"/>
                  </a:srgbClr>
                </a:gs>
                <a:gs pos="57143">
                  <a:srgbClr val="B9B9B8">
                    <a:alpha val="1915"/>
                  </a:srgbClr>
                </a:gs>
                <a:gs pos="71429">
                  <a:srgbClr val="B9B9B8">
                    <a:alpha val="901"/>
                  </a:srgbClr>
                </a:gs>
                <a:gs pos="85714">
                  <a:srgbClr val="B9B9B8">
                    <a:alpha val="357"/>
                  </a:srgbClr>
                </a:gs>
                <a:gs pos="100000">
                  <a:srgbClr val="B9B9B8">
                    <a:alpha val="1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4" name="Splat 634"/>
            <p:cNvSpPr>
              <a:spLocks noGrp="1"/>
            </p:cNvSpPr>
            <p:nvPr/>
          </p:nvSpPr>
          <p:spPr>
            <a:xfrm rot="-9937551">
              <a:off x="785050" y="848880"/>
              <a:ext cx="392901" cy="256955"/>
            </a:xfrm>
            <a:prstGeom prst="ellipse">
              <a:avLst/>
            </a:prstGeom>
            <a:gradFill>
              <a:gsLst>
                <a:gs pos="0">
                  <a:srgbClr val="000001">
                    <a:alpha val="7273"/>
                  </a:srgbClr>
                </a:gs>
                <a:gs pos="14286">
                  <a:srgbClr val="000001">
                    <a:alpha val="6705"/>
                  </a:srgbClr>
                </a:gs>
                <a:gs pos="28571">
                  <a:srgbClr val="000001">
                    <a:alpha val="5246"/>
                  </a:srgbClr>
                </a:gs>
                <a:gs pos="42857">
                  <a:srgbClr val="000001">
                    <a:alpha val="3473"/>
                  </a:srgbClr>
                </a:gs>
                <a:gs pos="57143">
                  <a:srgbClr val="000001">
                    <a:alpha val="1939"/>
                  </a:srgbClr>
                </a:gs>
                <a:gs pos="71429">
                  <a:srgbClr val="000001">
                    <a:alpha val="913"/>
                  </a:srgbClr>
                </a:gs>
                <a:gs pos="85714">
                  <a:srgbClr val="000001">
                    <a:alpha val="362"/>
                  </a:srgbClr>
                </a:gs>
                <a:gs pos="100000">
                  <a:srgbClr val="000001">
                    <a:alpha val="1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5" name="Splat 635"/>
            <p:cNvSpPr>
              <a:spLocks noGrp="1"/>
            </p:cNvSpPr>
            <p:nvPr/>
          </p:nvSpPr>
          <p:spPr>
            <a:xfrm rot="-8258445">
              <a:off x="3254023" y="215159"/>
              <a:ext cx="241310" cy="3299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6" name="Splat 636"/>
            <p:cNvSpPr>
              <a:spLocks noGrp="1"/>
            </p:cNvSpPr>
            <p:nvPr/>
          </p:nvSpPr>
          <p:spPr>
            <a:xfrm rot="4261335">
              <a:off x="789152" y="1700582"/>
              <a:ext cx="326362" cy="307518"/>
            </a:xfrm>
            <a:prstGeom prst="ellipse">
              <a:avLst/>
            </a:prstGeom>
            <a:gradFill>
              <a:gsLst>
                <a:gs pos="0">
                  <a:srgbClr val="979898">
                    <a:alpha val="16770"/>
                  </a:srgbClr>
                </a:gs>
                <a:gs pos="14286">
                  <a:srgbClr val="979898">
                    <a:alpha val="15525"/>
                  </a:srgbClr>
                </a:gs>
                <a:gs pos="28571">
                  <a:srgbClr val="979898">
                    <a:alpha val="12278"/>
                  </a:srgbClr>
                </a:gs>
                <a:gs pos="42857">
                  <a:srgbClr val="979898">
                    <a:alpha val="8233"/>
                  </a:srgbClr>
                </a:gs>
                <a:gs pos="57143">
                  <a:srgbClr val="979898">
                    <a:alpha val="4649"/>
                  </a:srgbClr>
                </a:gs>
                <a:gs pos="71429">
                  <a:srgbClr val="979898">
                    <a:alpha val="2204"/>
                  </a:srgbClr>
                </a:gs>
                <a:gs pos="85714">
                  <a:srgbClr val="979898">
                    <a:alpha val="877"/>
                  </a:srgbClr>
                </a:gs>
                <a:gs pos="100000">
                  <a:srgbClr val="979898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7" name="Splat 637"/>
            <p:cNvSpPr>
              <a:spLocks noGrp="1"/>
            </p:cNvSpPr>
            <p:nvPr/>
          </p:nvSpPr>
          <p:spPr>
            <a:xfrm rot="5941028">
              <a:off x="2074291" y="538253"/>
              <a:ext cx="343295" cy="63631"/>
            </a:xfrm>
            <a:prstGeom prst="ellipse">
              <a:avLst/>
            </a:prstGeom>
            <a:gradFill>
              <a:gsLst>
                <a:gs pos="0">
                  <a:srgbClr val="C8C9C8">
                    <a:alpha val="24674"/>
                  </a:srgbClr>
                </a:gs>
                <a:gs pos="14286">
                  <a:srgbClr val="C8C9C8">
                    <a:alpha val="22927"/>
                  </a:srgbClr>
                </a:gs>
                <a:gs pos="28571">
                  <a:srgbClr val="C8C9C8">
                    <a:alpha val="18307"/>
                  </a:srgbClr>
                </a:gs>
                <a:gs pos="42857">
                  <a:srgbClr val="C8C9C8">
                    <a:alpha val="12421"/>
                  </a:srgbClr>
                </a:gs>
                <a:gs pos="57143">
                  <a:srgbClr val="C8C9C8">
                    <a:alpha val="7086"/>
                  </a:srgbClr>
                </a:gs>
                <a:gs pos="71429">
                  <a:srgbClr val="C8C9C8">
                    <a:alpha val="3382"/>
                  </a:srgbClr>
                </a:gs>
                <a:gs pos="85714">
                  <a:srgbClr val="C8C9C8">
                    <a:alpha val="1351"/>
                  </a:srgbClr>
                </a:gs>
                <a:gs pos="100000">
                  <a:srgbClr val="C8C9C8">
                    <a:alpha val="4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8" name="Splat 638"/>
            <p:cNvSpPr>
              <a:spLocks noGrp="1"/>
            </p:cNvSpPr>
            <p:nvPr/>
          </p:nvSpPr>
          <p:spPr>
            <a:xfrm rot="8004080">
              <a:off x="1731488" y="1138226"/>
              <a:ext cx="446051" cy="35293"/>
            </a:xfrm>
            <a:prstGeom prst="ellipse">
              <a:avLst/>
            </a:prstGeom>
            <a:gradFill>
              <a:gsLst>
                <a:gs pos="0">
                  <a:srgbClr val="D0D1D0">
                    <a:alpha val="32968"/>
                  </a:srgbClr>
                </a:gs>
                <a:gs pos="14286">
                  <a:srgbClr val="D0D1D0">
                    <a:alpha val="30764"/>
                  </a:srgbClr>
                </a:gs>
                <a:gs pos="28571">
                  <a:srgbClr val="D0D1D0">
                    <a:alpha val="24833"/>
                  </a:srgbClr>
                </a:gs>
                <a:gs pos="42857">
                  <a:srgbClr val="D0D1D0">
                    <a:alpha val="17075"/>
                  </a:srgbClr>
                </a:gs>
                <a:gs pos="57143">
                  <a:srgbClr val="D0D1D0">
                    <a:alpha val="9855"/>
                  </a:srgbClr>
                </a:gs>
                <a:gs pos="71429">
                  <a:srgbClr val="D0D1D0">
                    <a:alpha val="4740"/>
                  </a:srgbClr>
                </a:gs>
                <a:gs pos="85714">
                  <a:srgbClr val="D0D1D0">
                    <a:alpha val="1902"/>
                  </a:srgbClr>
                </a:gs>
                <a:gs pos="100000">
                  <a:srgbClr val="D0D1D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9" name="Splat 639"/>
            <p:cNvSpPr>
              <a:spLocks noGrp="1"/>
            </p:cNvSpPr>
            <p:nvPr/>
          </p:nvSpPr>
          <p:spPr>
            <a:xfrm rot="9817914">
              <a:off x="223545" y="406993"/>
              <a:ext cx="357008" cy="349198"/>
            </a:xfrm>
            <a:prstGeom prst="ellipse">
              <a:avLst/>
            </a:prstGeom>
            <a:gradFill>
              <a:gsLst>
                <a:gs pos="0">
                  <a:srgbClr val="9B9B9B">
                    <a:alpha val="2525"/>
                  </a:srgbClr>
                </a:gs>
                <a:gs pos="14286">
                  <a:srgbClr val="9B9B9B">
                    <a:alpha val="2323"/>
                  </a:srgbClr>
                </a:gs>
                <a:gs pos="28571">
                  <a:srgbClr val="9B9B9B">
                    <a:alpha val="1809"/>
                  </a:srgbClr>
                </a:gs>
                <a:gs pos="42857">
                  <a:srgbClr val="9B9B9B">
                    <a:alpha val="1190"/>
                  </a:srgbClr>
                </a:gs>
                <a:gs pos="57143">
                  <a:srgbClr val="9B9B9B">
                    <a:alpha val="661"/>
                  </a:srgbClr>
                </a:gs>
                <a:gs pos="71429">
                  <a:srgbClr val="9B9B9B">
                    <a:alpha val="310"/>
                  </a:srgbClr>
                </a:gs>
                <a:gs pos="85714">
                  <a:srgbClr val="9B9B9B">
                    <a:alpha val="123"/>
                  </a:srgbClr>
                </a:gs>
                <a:gs pos="100000">
                  <a:srgbClr val="9B9B9B">
                    <a:alpha val="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0" name="Splat 640"/>
            <p:cNvSpPr>
              <a:spLocks noGrp="1"/>
            </p:cNvSpPr>
            <p:nvPr/>
          </p:nvSpPr>
          <p:spPr>
            <a:xfrm rot="5550625">
              <a:off x="3374319" y="2589204"/>
              <a:ext cx="471651" cy="67818"/>
            </a:xfrm>
            <a:prstGeom prst="ellipse">
              <a:avLst/>
            </a:prstGeom>
            <a:gradFill>
              <a:gsLst>
                <a:gs pos="0">
                  <a:srgbClr val="F8F8F8">
                    <a:alpha val="22697"/>
                  </a:srgbClr>
                </a:gs>
                <a:gs pos="14286">
                  <a:srgbClr val="F8F8F8">
                    <a:alpha val="21070"/>
                  </a:srgbClr>
                </a:gs>
                <a:gs pos="28571">
                  <a:srgbClr val="F8F8F8">
                    <a:alpha val="16783"/>
                  </a:srgbClr>
                </a:gs>
                <a:gs pos="42857">
                  <a:srgbClr val="F8F8F8">
                    <a:alpha val="11353"/>
                  </a:srgbClr>
                </a:gs>
                <a:gs pos="57143">
                  <a:srgbClr val="F8F8F8">
                    <a:alpha val="6459"/>
                  </a:srgbClr>
                </a:gs>
                <a:gs pos="71429">
                  <a:srgbClr val="F8F8F8">
                    <a:alpha val="3077"/>
                  </a:srgbClr>
                </a:gs>
                <a:gs pos="85714">
                  <a:srgbClr val="F8F8F8">
                    <a:alpha val="1228"/>
                  </a:srgbClr>
                </a:gs>
                <a:gs pos="100000">
                  <a:srgbClr val="F8F8F8">
                    <a:alpha val="4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1" name="Splat 641"/>
            <p:cNvSpPr>
              <a:spLocks noGrp="1"/>
            </p:cNvSpPr>
            <p:nvPr/>
          </p:nvSpPr>
          <p:spPr>
            <a:xfrm rot="10776674">
              <a:off x="3279125" y="2401686"/>
              <a:ext cx="381122" cy="79013"/>
            </a:xfrm>
            <a:prstGeom prst="ellipse">
              <a:avLst/>
            </a:prstGeom>
            <a:gradFill>
              <a:gsLst>
                <a:gs pos="0">
                  <a:srgbClr val="ADACAD">
                    <a:alpha val="29515"/>
                  </a:srgbClr>
                </a:gs>
                <a:gs pos="14286">
                  <a:srgbClr val="ADACAD">
                    <a:alpha val="27492"/>
                  </a:srgbClr>
                </a:gs>
                <a:gs pos="28571">
                  <a:srgbClr val="ADACAD">
                    <a:alpha val="22089"/>
                  </a:srgbClr>
                </a:gs>
                <a:gs pos="42857">
                  <a:srgbClr val="ADACAD">
                    <a:alpha val="15102"/>
                  </a:srgbClr>
                </a:gs>
                <a:gs pos="57143">
                  <a:srgbClr val="ADACAD">
                    <a:alpha val="8673"/>
                  </a:srgbClr>
                </a:gs>
                <a:gs pos="71429">
                  <a:srgbClr val="ADACAD">
                    <a:alpha val="4158"/>
                  </a:srgbClr>
                </a:gs>
                <a:gs pos="85714">
                  <a:srgbClr val="ADACAD">
                    <a:alpha val="1665"/>
                  </a:srgbClr>
                </a:gs>
                <a:gs pos="100000">
                  <a:srgbClr val="ADACAD">
                    <a:alpha val="5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2" name="Splat 642"/>
            <p:cNvSpPr>
              <a:spLocks noGrp="1"/>
            </p:cNvSpPr>
            <p:nvPr/>
          </p:nvSpPr>
          <p:spPr>
            <a:xfrm rot="4007762">
              <a:off x="1121132" y="1227461"/>
              <a:ext cx="379355" cy="300565"/>
            </a:xfrm>
            <a:prstGeom prst="ellipse">
              <a:avLst/>
            </a:prstGeom>
            <a:gradFill>
              <a:gsLst>
                <a:gs pos="0">
                  <a:srgbClr val="000000">
                    <a:alpha val="20013"/>
                  </a:srgbClr>
                </a:gs>
                <a:gs pos="14286">
                  <a:srgbClr val="000000">
                    <a:alpha val="18556"/>
                  </a:srgbClr>
                </a:gs>
                <a:gs pos="28571">
                  <a:srgbClr val="000000">
                    <a:alpha val="14732"/>
                  </a:srgbClr>
                </a:gs>
                <a:gs pos="42857">
                  <a:srgbClr val="000000">
                    <a:alpha val="9925"/>
                  </a:srgbClr>
                </a:gs>
                <a:gs pos="57143">
                  <a:srgbClr val="000000">
                    <a:alpha val="5628"/>
                  </a:srgbClr>
                </a:gs>
                <a:gs pos="71429">
                  <a:srgbClr val="000000">
                    <a:alpha val="2675"/>
                  </a:srgbClr>
                </a:gs>
                <a:gs pos="85714">
                  <a:srgbClr val="000000">
                    <a:alpha val="1066"/>
                  </a:srgbClr>
                </a:gs>
                <a:gs pos="100000">
                  <a:srgbClr val="000000">
                    <a:alpha val="3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3" name="Splat 643"/>
            <p:cNvSpPr>
              <a:spLocks noGrp="1"/>
            </p:cNvSpPr>
            <p:nvPr/>
          </p:nvSpPr>
          <p:spPr>
            <a:xfrm rot="10778034">
              <a:off x="3248134" y="1520005"/>
              <a:ext cx="381656" cy="266332"/>
            </a:xfrm>
            <a:prstGeom prst="ellipse">
              <a:avLst/>
            </a:prstGeom>
            <a:gradFill>
              <a:gsLst>
                <a:gs pos="0">
                  <a:srgbClr val="F2F2F1">
                    <a:alpha val="32968"/>
                  </a:srgbClr>
                </a:gs>
                <a:gs pos="14286">
                  <a:srgbClr val="F2F2F1">
                    <a:alpha val="30764"/>
                  </a:srgbClr>
                </a:gs>
                <a:gs pos="28571">
                  <a:srgbClr val="F2F2F1">
                    <a:alpha val="24833"/>
                  </a:srgbClr>
                </a:gs>
                <a:gs pos="42857">
                  <a:srgbClr val="F2F2F1">
                    <a:alpha val="17075"/>
                  </a:srgbClr>
                </a:gs>
                <a:gs pos="57143">
                  <a:srgbClr val="F2F2F1">
                    <a:alpha val="9855"/>
                  </a:srgbClr>
                </a:gs>
                <a:gs pos="71429">
                  <a:srgbClr val="F2F2F1">
                    <a:alpha val="4740"/>
                  </a:srgbClr>
                </a:gs>
                <a:gs pos="85714">
                  <a:srgbClr val="F2F2F1">
                    <a:alpha val="1902"/>
                  </a:srgbClr>
                </a:gs>
                <a:gs pos="100000">
                  <a:srgbClr val="F2F2F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4" name="Splat 644"/>
            <p:cNvSpPr>
              <a:spLocks noGrp="1"/>
            </p:cNvSpPr>
            <p:nvPr/>
          </p:nvSpPr>
          <p:spPr>
            <a:xfrm rot="5070634">
              <a:off x="1309683" y="2350124"/>
              <a:ext cx="359486" cy="348288"/>
            </a:xfrm>
            <a:prstGeom prst="ellipse">
              <a:avLst/>
            </a:prstGeom>
            <a:gradFill>
              <a:gsLst>
                <a:gs pos="0">
                  <a:srgbClr val="838382">
                    <a:alpha val="1249"/>
                  </a:srgbClr>
                </a:gs>
                <a:gs pos="14286">
                  <a:srgbClr val="838382">
                    <a:alpha val="1149"/>
                  </a:srgbClr>
                </a:gs>
                <a:gs pos="28571">
                  <a:srgbClr val="838382">
                    <a:alpha val="893"/>
                  </a:srgbClr>
                </a:gs>
                <a:gs pos="42857">
                  <a:srgbClr val="838382">
                    <a:alpha val="587"/>
                  </a:srgbClr>
                </a:gs>
                <a:gs pos="57143">
                  <a:srgbClr val="838382">
                    <a:alpha val="325"/>
                  </a:srgbClr>
                </a:gs>
                <a:gs pos="71429">
                  <a:srgbClr val="838382">
                    <a:alpha val="152"/>
                  </a:srgbClr>
                </a:gs>
                <a:gs pos="85714">
                  <a:srgbClr val="838382">
                    <a:alpha val="60"/>
                  </a:srgbClr>
                </a:gs>
                <a:gs pos="100000">
                  <a:srgbClr val="838382">
                    <a:alpha val="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5" name="Splat 645"/>
            <p:cNvSpPr>
              <a:spLocks noGrp="1"/>
            </p:cNvSpPr>
            <p:nvPr/>
          </p:nvSpPr>
          <p:spPr>
            <a:xfrm rot="4606933">
              <a:off x="2345543" y="344802"/>
              <a:ext cx="383702" cy="220879"/>
            </a:xfrm>
            <a:prstGeom prst="ellipse">
              <a:avLst/>
            </a:prstGeom>
            <a:gradFill>
              <a:gsLst>
                <a:gs pos="0">
                  <a:srgbClr val="E5E5E5">
                    <a:alpha val="13485"/>
                  </a:srgbClr>
                </a:gs>
                <a:gs pos="14286">
                  <a:srgbClr val="E5E5E5">
                    <a:alpha val="12466"/>
                  </a:srgbClr>
                </a:gs>
                <a:gs pos="28571">
                  <a:srgbClr val="E5E5E5">
                    <a:alpha val="9821"/>
                  </a:srgbClr>
                </a:gs>
                <a:gs pos="42857">
                  <a:srgbClr val="E5E5E5">
                    <a:alpha val="6556"/>
                  </a:srgbClr>
                </a:gs>
                <a:gs pos="57143">
                  <a:srgbClr val="E5E5E5">
                    <a:alpha val="3687"/>
                  </a:srgbClr>
                </a:gs>
                <a:gs pos="71429">
                  <a:srgbClr val="E5E5E5">
                    <a:alpha val="1743"/>
                  </a:srgbClr>
                </a:gs>
                <a:gs pos="85714">
                  <a:srgbClr val="E5E5E5">
                    <a:alpha val="693"/>
                  </a:srgbClr>
                </a:gs>
                <a:gs pos="100000">
                  <a:srgbClr val="E5E5E5">
                    <a:alpha val="2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6" name="Splat 646"/>
            <p:cNvSpPr>
              <a:spLocks noGrp="1"/>
            </p:cNvSpPr>
            <p:nvPr/>
          </p:nvSpPr>
          <p:spPr>
            <a:xfrm rot="6570519">
              <a:off x="22102" y="2295218"/>
              <a:ext cx="415115" cy="243729"/>
            </a:xfrm>
            <a:prstGeom prst="ellipse">
              <a:avLst/>
            </a:prstGeom>
            <a:gradFill>
              <a:gsLst>
                <a:gs pos="0">
                  <a:srgbClr val="838381">
                    <a:alpha val="1336"/>
                  </a:srgbClr>
                </a:gs>
                <a:gs pos="14286">
                  <a:srgbClr val="838381">
                    <a:alpha val="1228"/>
                  </a:srgbClr>
                </a:gs>
                <a:gs pos="28571">
                  <a:srgbClr val="838381">
                    <a:alpha val="955"/>
                  </a:srgbClr>
                </a:gs>
                <a:gs pos="42857">
                  <a:srgbClr val="838381">
                    <a:alpha val="628"/>
                  </a:srgbClr>
                </a:gs>
                <a:gs pos="57143">
                  <a:srgbClr val="838381">
                    <a:alpha val="348"/>
                  </a:srgbClr>
                </a:gs>
                <a:gs pos="71429">
                  <a:srgbClr val="838381">
                    <a:alpha val="163"/>
                  </a:srgbClr>
                </a:gs>
                <a:gs pos="85714">
                  <a:srgbClr val="838381">
                    <a:alpha val="65"/>
                  </a:srgbClr>
                </a:gs>
                <a:gs pos="100000">
                  <a:srgbClr val="838381">
                    <a:alpha val="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7" name="Splat 647"/>
            <p:cNvSpPr>
              <a:spLocks noGrp="1"/>
            </p:cNvSpPr>
            <p:nvPr/>
          </p:nvSpPr>
          <p:spPr>
            <a:xfrm rot="5267816">
              <a:off x="832917" y="2527964"/>
              <a:ext cx="387536" cy="99736"/>
            </a:xfrm>
            <a:prstGeom prst="ellipse">
              <a:avLst/>
            </a:prstGeom>
            <a:gradFill>
              <a:gsLst>
                <a:gs pos="0">
                  <a:srgbClr val="EFEEEF">
                    <a:alpha val="32968"/>
                  </a:srgbClr>
                </a:gs>
                <a:gs pos="14286">
                  <a:srgbClr val="EFEEEF">
                    <a:alpha val="30764"/>
                  </a:srgbClr>
                </a:gs>
                <a:gs pos="28571">
                  <a:srgbClr val="EFEEEF">
                    <a:alpha val="24833"/>
                  </a:srgbClr>
                </a:gs>
                <a:gs pos="42857">
                  <a:srgbClr val="EFEEEF">
                    <a:alpha val="17075"/>
                  </a:srgbClr>
                </a:gs>
                <a:gs pos="57143">
                  <a:srgbClr val="EFEEEF">
                    <a:alpha val="9855"/>
                  </a:srgbClr>
                </a:gs>
                <a:gs pos="71429">
                  <a:srgbClr val="EFEEEF">
                    <a:alpha val="4740"/>
                  </a:srgbClr>
                </a:gs>
                <a:gs pos="85714">
                  <a:srgbClr val="EFEEEF">
                    <a:alpha val="1902"/>
                  </a:srgbClr>
                </a:gs>
                <a:gs pos="100000">
                  <a:srgbClr val="EFEEE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8" name="Splat 648"/>
            <p:cNvSpPr>
              <a:spLocks noGrp="1"/>
            </p:cNvSpPr>
            <p:nvPr/>
          </p:nvSpPr>
          <p:spPr>
            <a:xfrm rot="9586324">
              <a:off x="1854133" y="2545203"/>
              <a:ext cx="765224" cy="49989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9" name="Splat 649"/>
            <p:cNvSpPr>
              <a:spLocks noGrp="1"/>
            </p:cNvSpPr>
            <p:nvPr/>
          </p:nvSpPr>
          <p:spPr>
            <a:xfrm rot="-9152408">
              <a:off x="1508740" y="2280770"/>
              <a:ext cx="442949" cy="214372"/>
            </a:xfrm>
            <a:prstGeom prst="ellipse">
              <a:avLst/>
            </a:prstGeom>
            <a:gradFill>
              <a:gsLst>
                <a:gs pos="0">
                  <a:srgbClr val="D5D5D5">
                    <a:alpha val="32968"/>
                  </a:srgbClr>
                </a:gs>
                <a:gs pos="14286">
                  <a:srgbClr val="D5D5D5">
                    <a:alpha val="30764"/>
                  </a:srgbClr>
                </a:gs>
                <a:gs pos="28571">
                  <a:srgbClr val="D5D5D5">
                    <a:alpha val="24833"/>
                  </a:srgbClr>
                </a:gs>
                <a:gs pos="42857">
                  <a:srgbClr val="D5D5D5">
                    <a:alpha val="17075"/>
                  </a:srgbClr>
                </a:gs>
                <a:gs pos="57143">
                  <a:srgbClr val="D5D5D5">
                    <a:alpha val="9855"/>
                  </a:srgbClr>
                </a:gs>
                <a:gs pos="71429">
                  <a:srgbClr val="D5D5D5">
                    <a:alpha val="4740"/>
                  </a:srgbClr>
                </a:gs>
                <a:gs pos="85714">
                  <a:srgbClr val="D5D5D5">
                    <a:alpha val="1902"/>
                  </a:srgbClr>
                </a:gs>
                <a:gs pos="100000">
                  <a:srgbClr val="D5D5D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0" name="Splat 650"/>
            <p:cNvSpPr>
              <a:spLocks noGrp="1"/>
            </p:cNvSpPr>
            <p:nvPr/>
          </p:nvSpPr>
          <p:spPr>
            <a:xfrm rot="9423352">
              <a:off x="2563244" y="2591409"/>
              <a:ext cx="595082" cy="9602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1" name="Splat 651"/>
            <p:cNvSpPr>
              <a:spLocks noGrp="1"/>
            </p:cNvSpPr>
            <p:nvPr/>
          </p:nvSpPr>
          <p:spPr>
            <a:xfrm rot="3400505">
              <a:off x="1036896" y="2436677"/>
              <a:ext cx="512883" cy="5596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2" name="Splat 652"/>
            <p:cNvSpPr>
              <a:spLocks noGrp="1"/>
            </p:cNvSpPr>
            <p:nvPr/>
          </p:nvSpPr>
          <p:spPr>
            <a:xfrm rot="7036876">
              <a:off x="2641715" y="1024954"/>
              <a:ext cx="390627" cy="27471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3" name="Splat 653"/>
            <p:cNvSpPr>
              <a:spLocks noGrp="1"/>
            </p:cNvSpPr>
            <p:nvPr/>
          </p:nvSpPr>
          <p:spPr>
            <a:xfrm rot="5553778">
              <a:off x="2346752" y="2492787"/>
              <a:ext cx="439367" cy="4632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4" name="Splat 654"/>
            <p:cNvSpPr>
              <a:spLocks noGrp="1"/>
            </p:cNvSpPr>
            <p:nvPr/>
          </p:nvSpPr>
          <p:spPr>
            <a:xfrm rot="6704541">
              <a:off x="385172" y="486123"/>
              <a:ext cx="371757" cy="107002"/>
            </a:xfrm>
            <a:prstGeom prst="ellipse">
              <a:avLst/>
            </a:prstGeom>
            <a:gradFill>
              <a:gsLst>
                <a:gs pos="0">
                  <a:srgbClr val="E1E1E1">
                    <a:alpha val="19189"/>
                  </a:srgbClr>
                </a:gs>
                <a:gs pos="14286">
                  <a:srgbClr val="E1E1E1">
                    <a:alpha val="17784"/>
                  </a:srgbClr>
                </a:gs>
                <a:gs pos="28571">
                  <a:srgbClr val="E1E1E1">
                    <a:alpha val="14105"/>
                  </a:srgbClr>
                </a:gs>
                <a:gs pos="42857">
                  <a:srgbClr val="E1E1E1">
                    <a:alpha val="9492"/>
                  </a:srgbClr>
                </a:gs>
                <a:gs pos="57143">
                  <a:srgbClr val="E1E1E1">
                    <a:alpha val="5376"/>
                  </a:srgbClr>
                </a:gs>
                <a:gs pos="71429">
                  <a:srgbClr val="E1E1E1">
                    <a:alpha val="2554"/>
                  </a:srgbClr>
                </a:gs>
                <a:gs pos="85714">
                  <a:srgbClr val="E1E1E1">
                    <a:alpha val="1018"/>
                  </a:srgbClr>
                </a:gs>
                <a:gs pos="100000">
                  <a:srgbClr val="E1E1E1">
                    <a:alpha val="3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5" name="Splat 655"/>
            <p:cNvSpPr>
              <a:spLocks noGrp="1"/>
            </p:cNvSpPr>
            <p:nvPr/>
          </p:nvSpPr>
          <p:spPr>
            <a:xfrm rot="10384045">
              <a:off x="307535" y="2213154"/>
              <a:ext cx="193077" cy="3073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6" name="Splat 656"/>
            <p:cNvSpPr>
              <a:spLocks noGrp="1"/>
            </p:cNvSpPr>
            <p:nvPr/>
          </p:nvSpPr>
          <p:spPr>
            <a:xfrm rot="5075151">
              <a:off x="1746292" y="517387"/>
              <a:ext cx="378744" cy="344669"/>
            </a:xfrm>
            <a:prstGeom prst="ellipse">
              <a:avLst/>
            </a:prstGeom>
            <a:gradFill>
              <a:gsLst>
                <a:gs pos="0">
                  <a:srgbClr val="000200">
                    <a:alpha val="6971"/>
                  </a:srgbClr>
                </a:gs>
                <a:gs pos="14286">
                  <a:srgbClr val="000200">
                    <a:alpha val="6425"/>
                  </a:srgbClr>
                </a:gs>
                <a:gs pos="28571">
                  <a:srgbClr val="000200">
                    <a:alpha val="5026"/>
                  </a:srgbClr>
                </a:gs>
                <a:gs pos="42857">
                  <a:srgbClr val="000200">
                    <a:alpha val="3326"/>
                  </a:srgbClr>
                </a:gs>
                <a:gs pos="57143">
                  <a:srgbClr val="000200">
                    <a:alpha val="1857"/>
                  </a:srgbClr>
                </a:gs>
                <a:gs pos="71429">
                  <a:srgbClr val="000200">
                    <a:alpha val="873"/>
                  </a:srgbClr>
                </a:gs>
                <a:gs pos="85714">
                  <a:srgbClr val="000200">
                    <a:alpha val="346"/>
                  </a:srgbClr>
                </a:gs>
                <a:gs pos="100000">
                  <a:srgbClr val="000200">
                    <a:alpha val="1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7" name="Splat 657"/>
            <p:cNvSpPr>
              <a:spLocks noGrp="1"/>
            </p:cNvSpPr>
            <p:nvPr/>
          </p:nvSpPr>
          <p:spPr>
            <a:xfrm rot="6518242">
              <a:off x="2898176" y="2450825"/>
              <a:ext cx="492430" cy="205035"/>
            </a:xfrm>
            <a:prstGeom prst="ellipse">
              <a:avLst/>
            </a:prstGeom>
            <a:gradFill>
              <a:gsLst>
                <a:gs pos="0">
                  <a:srgbClr val="211F23">
                    <a:alpha val="20565"/>
                  </a:srgbClr>
                </a:gs>
                <a:gs pos="14286">
                  <a:srgbClr val="211F23">
                    <a:alpha val="19072"/>
                  </a:srgbClr>
                </a:gs>
                <a:gs pos="28571">
                  <a:srgbClr val="211F23">
                    <a:alpha val="15151"/>
                  </a:srgbClr>
                </a:gs>
                <a:gs pos="42857">
                  <a:srgbClr val="211F23">
                    <a:alpha val="10217"/>
                  </a:srgbClr>
                </a:gs>
                <a:gs pos="57143">
                  <a:srgbClr val="211F23">
                    <a:alpha val="5797"/>
                  </a:srgbClr>
                </a:gs>
                <a:gs pos="71429">
                  <a:srgbClr val="211F23">
                    <a:alpha val="2757"/>
                  </a:srgbClr>
                </a:gs>
                <a:gs pos="85714">
                  <a:srgbClr val="211F23">
                    <a:alpha val="1099"/>
                  </a:srgbClr>
                </a:gs>
                <a:gs pos="100000">
                  <a:srgbClr val="211F23">
                    <a:alpha val="3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8" name="Splat 658"/>
            <p:cNvSpPr>
              <a:spLocks noGrp="1"/>
            </p:cNvSpPr>
            <p:nvPr/>
          </p:nvSpPr>
          <p:spPr>
            <a:xfrm rot="8970644">
              <a:off x="757430" y="369896"/>
              <a:ext cx="302045" cy="206992"/>
            </a:xfrm>
            <a:prstGeom prst="ellipse">
              <a:avLst/>
            </a:prstGeom>
            <a:gradFill>
              <a:gsLst>
                <a:gs pos="0">
                  <a:srgbClr val="E3E2E2">
                    <a:alpha val="32968"/>
                  </a:srgbClr>
                </a:gs>
                <a:gs pos="14286">
                  <a:srgbClr val="E3E2E2">
                    <a:alpha val="30764"/>
                  </a:srgbClr>
                </a:gs>
                <a:gs pos="28571">
                  <a:srgbClr val="E3E2E2">
                    <a:alpha val="24833"/>
                  </a:srgbClr>
                </a:gs>
                <a:gs pos="42857">
                  <a:srgbClr val="E3E2E2">
                    <a:alpha val="17075"/>
                  </a:srgbClr>
                </a:gs>
                <a:gs pos="57143">
                  <a:srgbClr val="E3E2E2">
                    <a:alpha val="9855"/>
                  </a:srgbClr>
                </a:gs>
                <a:gs pos="71429">
                  <a:srgbClr val="E3E2E2">
                    <a:alpha val="4740"/>
                  </a:srgbClr>
                </a:gs>
                <a:gs pos="85714">
                  <a:srgbClr val="E3E2E2">
                    <a:alpha val="1902"/>
                  </a:srgbClr>
                </a:gs>
                <a:gs pos="100000">
                  <a:srgbClr val="E3E2E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9" name="Splat 659"/>
            <p:cNvSpPr>
              <a:spLocks noGrp="1"/>
            </p:cNvSpPr>
            <p:nvPr/>
          </p:nvSpPr>
          <p:spPr>
            <a:xfrm rot="-9140709">
              <a:off x="2676057" y="2510518"/>
              <a:ext cx="393145" cy="270678"/>
            </a:xfrm>
            <a:prstGeom prst="ellipse">
              <a:avLst/>
            </a:prstGeom>
            <a:gradFill>
              <a:gsLst>
                <a:gs pos="0">
                  <a:srgbClr val="E6E6E5">
                    <a:alpha val="29076"/>
                  </a:srgbClr>
                </a:gs>
                <a:gs pos="14286">
                  <a:srgbClr val="E6E6E5">
                    <a:alpha val="27077"/>
                  </a:srgbClr>
                </a:gs>
                <a:gs pos="28571">
                  <a:srgbClr val="E6E6E5">
                    <a:alpha val="21743"/>
                  </a:srgbClr>
                </a:gs>
                <a:gs pos="42857">
                  <a:srgbClr val="E6E6E5">
                    <a:alpha val="14855"/>
                  </a:srgbClr>
                </a:gs>
                <a:gs pos="57143">
                  <a:srgbClr val="E6E6E5">
                    <a:alpha val="8525"/>
                  </a:srgbClr>
                </a:gs>
                <a:gs pos="71429">
                  <a:srgbClr val="E6E6E5">
                    <a:alpha val="4085"/>
                  </a:srgbClr>
                </a:gs>
                <a:gs pos="85714">
                  <a:srgbClr val="E6E6E5">
                    <a:alpha val="1636"/>
                  </a:srgbClr>
                </a:gs>
                <a:gs pos="100000">
                  <a:srgbClr val="E6E6E5">
                    <a:alpha val="5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0" name="Splat 660"/>
            <p:cNvSpPr>
              <a:spLocks noGrp="1"/>
            </p:cNvSpPr>
            <p:nvPr/>
          </p:nvSpPr>
          <p:spPr>
            <a:xfrm rot="4870762">
              <a:off x="1364257" y="278825"/>
              <a:ext cx="348129" cy="343306"/>
            </a:xfrm>
            <a:prstGeom prst="ellipse">
              <a:avLst/>
            </a:prstGeom>
            <a:gradFill>
              <a:gsLst>
                <a:gs pos="0">
                  <a:srgbClr val="9A9A99">
                    <a:alpha val="2414"/>
                  </a:srgbClr>
                </a:gs>
                <a:gs pos="14286">
                  <a:srgbClr val="9A9A99">
                    <a:alpha val="2221"/>
                  </a:srgbClr>
                </a:gs>
                <a:gs pos="28571">
                  <a:srgbClr val="9A9A99">
                    <a:alpha val="1729"/>
                  </a:srgbClr>
                </a:gs>
                <a:gs pos="42857">
                  <a:srgbClr val="9A9A99">
                    <a:alpha val="1138"/>
                  </a:srgbClr>
                </a:gs>
                <a:gs pos="57143">
                  <a:srgbClr val="9A9A99">
                    <a:alpha val="632"/>
                  </a:srgbClr>
                </a:gs>
                <a:gs pos="71429">
                  <a:srgbClr val="9A9A99">
                    <a:alpha val="296"/>
                  </a:srgbClr>
                </a:gs>
                <a:gs pos="85714">
                  <a:srgbClr val="9A9A99">
                    <a:alpha val="117"/>
                  </a:srgbClr>
                </a:gs>
                <a:gs pos="100000">
                  <a:srgbClr val="9A9A99">
                    <a:alpha val="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1" name="Splat 661"/>
            <p:cNvSpPr>
              <a:spLocks noGrp="1"/>
            </p:cNvSpPr>
            <p:nvPr/>
          </p:nvSpPr>
          <p:spPr>
            <a:xfrm rot="6175837">
              <a:off x="358364" y="290072"/>
              <a:ext cx="323681" cy="319114"/>
            </a:xfrm>
            <a:prstGeom prst="ellipse">
              <a:avLst/>
            </a:prstGeom>
            <a:gradFill>
              <a:gsLst>
                <a:gs pos="0">
                  <a:srgbClr val="A7A7A6">
                    <a:alpha val="5170"/>
                  </a:srgbClr>
                </a:gs>
                <a:gs pos="14286">
                  <a:srgbClr val="A7A7A6">
                    <a:alpha val="4762"/>
                  </a:srgbClr>
                </a:gs>
                <a:gs pos="28571">
                  <a:srgbClr val="A7A7A6">
                    <a:alpha val="3717"/>
                  </a:srgbClr>
                </a:gs>
                <a:gs pos="42857">
                  <a:srgbClr val="A7A7A6">
                    <a:alpha val="2454"/>
                  </a:srgbClr>
                </a:gs>
                <a:gs pos="57143">
                  <a:srgbClr val="A7A7A6">
                    <a:alpha val="1367"/>
                  </a:srgbClr>
                </a:gs>
                <a:gs pos="71429">
                  <a:srgbClr val="A7A7A6">
                    <a:alpha val="642"/>
                  </a:srgbClr>
                </a:gs>
                <a:gs pos="85714">
                  <a:srgbClr val="A7A7A6">
                    <a:alpha val="255"/>
                  </a:srgbClr>
                </a:gs>
                <a:gs pos="100000">
                  <a:srgbClr val="A7A7A6">
                    <a:alpha val="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2" name="Splat 662"/>
            <p:cNvSpPr>
              <a:spLocks noGrp="1"/>
            </p:cNvSpPr>
            <p:nvPr/>
          </p:nvSpPr>
          <p:spPr>
            <a:xfrm rot="5468050">
              <a:off x="1332911" y="260118"/>
              <a:ext cx="342056" cy="340284"/>
            </a:xfrm>
            <a:prstGeom prst="ellipse">
              <a:avLst/>
            </a:prstGeom>
            <a:gradFill>
              <a:gsLst>
                <a:gs pos="0">
                  <a:srgbClr val="848686">
                    <a:alpha val="4488"/>
                  </a:srgbClr>
                </a:gs>
                <a:gs pos="14286">
                  <a:srgbClr val="848686">
                    <a:alpha val="4133"/>
                  </a:srgbClr>
                </a:gs>
                <a:gs pos="28571">
                  <a:srgbClr val="848686">
                    <a:alpha val="3224"/>
                  </a:srgbClr>
                </a:gs>
                <a:gs pos="42857">
                  <a:srgbClr val="848686">
                    <a:alpha val="2127"/>
                  </a:srgbClr>
                </a:gs>
                <a:gs pos="57143">
                  <a:srgbClr val="848686">
                    <a:alpha val="1184"/>
                  </a:srgbClr>
                </a:gs>
                <a:gs pos="71429">
                  <a:srgbClr val="848686">
                    <a:alpha val="556"/>
                  </a:srgbClr>
                </a:gs>
                <a:gs pos="85714">
                  <a:srgbClr val="848686">
                    <a:alpha val="220"/>
                  </a:srgbClr>
                </a:gs>
                <a:gs pos="100000">
                  <a:srgbClr val="848686">
                    <a:alpha val="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3" name="Splat 663"/>
            <p:cNvSpPr>
              <a:spLocks noGrp="1"/>
            </p:cNvSpPr>
            <p:nvPr/>
          </p:nvSpPr>
          <p:spPr>
            <a:xfrm rot="-8429812">
              <a:off x="3001493" y="1219854"/>
              <a:ext cx="219005" cy="121345"/>
            </a:xfrm>
            <a:prstGeom prst="ellipse">
              <a:avLst/>
            </a:prstGeom>
            <a:gradFill>
              <a:gsLst>
                <a:gs pos="0">
                  <a:srgbClr val="FFFFFF">
                    <a:alpha val="25755"/>
                  </a:srgbClr>
                </a:gs>
                <a:gs pos="14286">
                  <a:srgbClr val="FFFFFF">
                    <a:alpha val="23945"/>
                  </a:srgbClr>
                </a:gs>
                <a:gs pos="28571">
                  <a:srgbClr val="FFFFFF">
                    <a:alpha val="19146"/>
                  </a:srgbClr>
                </a:gs>
                <a:gs pos="42857">
                  <a:srgbClr val="FFFFFF">
                    <a:alpha val="13012"/>
                  </a:srgbClr>
                </a:gs>
                <a:gs pos="57143">
                  <a:srgbClr val="FFFFFF">
                    <a:alpha val="7433"/>
                  </a:srgbClr>
                </a:gs>
                <a:gs pos="71429">
                  <a:srgbClr val="FFFFFF">
                    <a:alpha val="3551"/>
                  </a:srgbClr>
                </a:gs>
                <a:gs pos="85714">
                  <a:srgbClr val="FFFFFF">
                    <a:alpha val="1420"/>
                  </a:srgbClr>
                </a:gs>
                <a:gs pos="100000">
                  <a:srgbClr val="FFFFFF">
                    <a:alpha val="4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4" name="Splat 664"/>
            <p:cNvSpPr>
              <a:spLocks noGrp="1"/>
            </p:cNvSpPr>
            <p:nvPr/>
          </p:nvSpPr>
          <p:spPr>
            <a:xfrm rot="4379693">
              <a:off x="377195" y="1633798"/>
              <a:ext cx="433995" cy="319080"/>
            </a:xfrm>
            <a:prstGeom prst="ellipse">
              <a:avLst/>
            </a:prstGeom>
            <a:gradFill>
              <a:gsLst>
                <a:gs pos="0">
                  <a:srgbClr val="282C27">
                    <a:alpha val="24510"/>
                  </a:srgbClr>
                </a:gs>
                <a:gs pos="14286">
                  <a:srgbClr val="282C27">
                    <a:alpha val="22774"/>
                  </a:srgbClr>
                </a:gs>
                <a:gs pos="28571">
                  <a:srgbClr val="282C27">
                    <a:alpha val="18181"/>
                  </a:srgbClr>
                </a:gs>
                <a:gs pos="42857">
                  <a:srgbClr val="282C27">
                    <a:alpha val="12332"/>
                  </a:srgbClr>
                </a:gs>
                <a:gs pos="57143">
                  <a:srgbClr val="282C27">
                    <a:alpha val="7033"/>
                  </a:srgbClr>
                </a:gs>
                <a:gs pos="71429">
                  <a:srgbClr val="282C27">
                    <a:alpha val="3356"/>
                  </a:srgbClr>
                </a:gs>
                <a:gs pos="85714">
                  <a:srgbClr val="282C27">
                    <a:alpha val="1341"/>
                  </a:srgbClr>
                </a:gs>
                <a:gs pos="100000">
                  <a:srgbClr val="282C27">
                    <a:alpha val="4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5" name="Splat 665"/>
            <p:cNvSpPr>
              <a:spLocks noGrp="1"/>
            </p:cNvSpPr>
            <p:nvPr/>
          </p:nvSpPr>
          <p:spPr>
            <a:xfrm rot="9824406">
              <a:off x="2600201" y="2489307"/>
              <a:ext cx="310792" cy="213270"/>
            </a:xfrm>
            <a:prstGeom prst="ellipse">
              <a:avLst/>
            </a:prstGeom>
            <a:gradFill>
              <a:gsLst>
                <a:gs pos="0">
                  <a:srgbClr val="ECECEC">
                    <a:alpha val="32968"/>
                  </a:srgbClr>
                </a:gs>
                <a:gs pos="14286">
                  <a:srgbClr val="ECECEC">
                    <a:alpha val="30764"/>
                  </a:srgbClr>
                </a:gs>
                <a:gs pos="28571">
                  <a:srgbClr val="ECECEC">
                    <a:alpha val="24833"/>
                  </a:srgbClr>
                </a:gs>
                <a:gs pos="42857">
                  <a:srgbClr val="ECECEC">
                    <a:alpha val="17075"/>
                  </a:srgbClr>
                </a:gs>
                <a:gs pos="57143">
                  <a:srgbClr val="ECECEC">
                    <a:alpha val="9855"/>
                  </a:srgbClr>
                </a:gs>
                <a:gs pos="71429">
                  <a:srgbClr val="ECECEC">
                    <a:alpha val="4740"/>
                  </a:srgbClr>
                </a:gs>
                <a:gs pos="85714">
                  <a:srgbClr val="ECECEC">
                    <a:alpha val="1902"/>
                  </a:srgbClr>
                </a:gs>
                <a:gs pos="100000">
                  <a:srgbClr val="ECECE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6" name="Splat 666"/>
            <p:cNvSpPr>
              <a:spLocks noGrp="1"/>
            </p:cNvSpPr>
            <p:nvPr/>
          </p:nvSpPr>
          <p:spPr>
            <a:xfrm rot="8234078">
              <a:off x="2252182" y="2572728"/>
              <a:ext cx="385298" cy="102942"/>
            </a:xfrm>
            <a:prstGeom prst="ellipse">
              <a:avLst/>
            </a:prstGeom>
            <a:gradFill>
              <a:gsLst>
                <a:gs pos="0">
                  <a:srgbClr val="F7F8F8">
                    <a:alpha val="32968"/>
                  </a:srgbClr>
                </a:gs>
                <a:gs pos="14286">
                  <a:srgbClr val="F7F8F8">
                    <a:alpha val="30764"/>
                  </a:srgbClr>
                </a:gs>
                <a:gs pos="28571">
                  <a:srgbClr val="F7F8F8">
                    <a:alpha val="24833"/>
                  </a:srgbClr>
                </a:gs>
                <a:gs pos="42857">
                  <a:srgbClr val="F7F8F8">
                    <a:alpha val="17075"/>
                  </a:srgbClr>
                </a:gs>
                <a:gs pos="57143">
                  <a:srgbClr val="F7F8F8">
                    <a:alpha val="9855"/>
                  </a:srgbClr>
                </a:gs>
                <a:gs pos="71429">
                  <a:srgbClr val="F7F8F8">
                    <a:alpha val="4740"/>
                  </a:srgbClr>
                </a:gs>
                <a:gs pos="85714">
                  <a:srgbClr val="F7F8F8">
                    <a:alpha val="1902"/>
                  </a:srgbClr>
                </a:gs>
                <a:gs pos="100000">
                  <a:srgbClr val="F7F8F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7" name="Splat 667"/>
            <p:cNvSpPr>
              <a:spLocks noGrp="1"/>
            </p:cNvSpPr>
            <p:nvPr/>
          </p:nvSpPr>
          <p:spPr>
            <a:xfrm rot="7563871">
              <a:off x="917812" y="536040"/>
              <a:ext cx="289493" cy="131536"/>
            </a:xfrm>
            <a:prstGeom prst="ellipse">
              <a:avLst/>
            </a:prstGeom>
            <a:gradFill>
              <a:gsLst>
                <a:gs pos="0">
                  <a:srgbClr val="E6E6E7">
                    <a:alpha val="30566"/>
                  </a:srgbClr>
                </a:gs>
                <a:gs pos="14286">
                  <a:srgbClr val="E6E6E7">
                    <a:alpha val="28487"/>
                  </a:srgbClr>
                </a:gs>
                <a:gs pos="28571">
                  <a:srgbClr val="E6E6E7">
                    <a:alpha val="22921"/>
                  </a:srgbClr>
                </a:gs>
                <a:gs pos="42857">
                  <a:srgbClr val="E6E6E7">
                    <a:alpha val="15697"/>
                  </a:srgbClr>
                </a:gs>
                <a:gs pos="57143">
                  <a:srgbClr val="E6E6E7">
                    <a:alpha val="9028"/>
                  </a:srgbClr>
                </a:gs>
                <a:gs pos="71429">
                  <a:srgbClr val="E6E6E7">
                    <a:alpha val="4332"/>
                  </a:srgbClr>
                </a:gs>
                <a:gs pos="85714">
                  <a:srgbClr val="E6E6E7">
                    <a:alpha val="1736"/>
                  </a:srgbClr>
                </a:gs>
                <a:gs pos="100000">
                  <a:srgbClr val="E6E6E7">
                    <a:alpha val="5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8" name="Splat 668"/>
            <p:cNvSpPr>
              <a:spLocks noGrp="1"/>
            </p:cNvSpPr>
            <p:nvPr/>
          </p:nvSpPr>
          <p:spPr>
            <a:xfrm rot="-10163640">
              <a:off x="1309929" y="1076027"/>
              <a:ext cx="445419" cy="131198"/>
            </a:xfrm>
            <a:prstGeom prst="ellipse">
              <a:avLst/>
            </a:prstGeom>
            <a:gradFill>
              <a:gsLst>
                <a:gs pos="0">
                  <a:srgbClr val="E9E9E9">
                    <a:alpha val="32968"/>
                  </a:srgbClr>
                </a:gs>
                <a:gs pos="14286">
                  <a:srgbClr val="E9E9E9">
                    <a:alpha val="30764"/>
                  </a:srgbClr>
                </a:gs>
                <a:gs pos="28571">
                  <a:srgbClr val="E9E9E9">
                    <a:alpha val="24833"/>
                  </a:srgbClr>
                </a:gs>
                <a:gs pos="42857">
                  <a:srgbClr val="E9E9E9">
                    <a:alpha val="17075"/>
                  </a:srgbClr>
                </a:gs>
                <a:gs pos="57143">
                  <a:srgbClr val="E9E9E9">
                    <a:alpha val="9855"/>
                  </a:srgbClr>
                </a:gs>
                <a:gs pos="71429">
                  <a:srgbClr val="E9E9E9">
                    <a:alpha val="4740"/>
                  </a:srgbClr>
                </a:gs>
                <a:gs pos="85714">
                  <a:srgbClr val="E9E9E9">
                    <a:alpha val="1902"/>
                  </a:srgbClr>
                </a:gs>
                <a:gs pos="100000">
                  <a:srgbClr val="E9E9E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9" name="Splat 669"/>
            <p:cNvSpPr>
              <a:spLocks noGrp="1"/>
            </p:cNvSpPr>
            <p:nvPr/>
          </p:nvSpPr>
          <p:spPr>
            <a:xfrm rot="-9536324">
              <a:off x="1292637" y="305894"/>
              <a:ext cx="384464" cy="89296"/>
            </a:xfrm>
            <a:prstGeom prst="ellipse">
              <a:avLst/>
            </a:prstGeom>
            <a:gradFill>
              <a:gsLst>
                <a:gs pos="0">
                  <a:srgbClr val="6D6C6C">
                    <a:alpha val="17056"/>
                  </a:srgbClr>
                </a:gs>
                <a:gs pos="14286">
                  <a:srgbClr val="6D6C6C">
                    <a:alpha val="15792"/>
                  </a:srgbClr>
                </a:gs>
                <a:gs pos="28571">
                  <a:srgbClr val="6D6C6C">
                    <a:alpha val="12493"/>
                  </a:srgbClr>
                </a:gs>
                <a:gs pos="42857">
                  <a:srgbClr val="6D6C6C">
                    <a:alpha val="8381"/>
                  </a:srgbClr>
                </a:gs>
                <a:gs pos="57143">
                  <a:srgbClr val="6D6C6C">
                    <a:alpha val="4735"/>
                  </a:srgbClr>
                </a:gs>
                <a:gs pos="71429">
                  <a:srgbClr val="6D6C6C">
                    <a:alpha val="2245"/>
                  </a:srgbClr>
                </a:gs>
                <a:gs pos="85714">
                  <a:srgbClr val="6D6C6C">
                    <a:alpha val="894"/>
                  </a:srgbClr>
                </a:gs>
                <a:gs pos="100000">
                  <a:srgbClr val="6D6C6C">
                    <a:alpha val="2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0" name="Splat 670"/>
            <p:cNvSpPr>
              <a:spLocks noGrp="1"/>
            </p:cNvSpPr>
            <p:nvPr/>
          </p:nvSpPr>
          <p:spPr>
            <a:xfrm rot="5957619">
              <a:off x="1982689" y="2443633"/>
              <a:ext cx="292230" cy="8199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1" name="Splat 671"/>
            <p:cNvSpPr>
              <a:spLocks noGrp="1"/>
            </p:cNvSpPr>
            <p:nvPr/>
          </p:nvSpPr>
          <p:spPr>
            <a:xfrm rot="5554857">
              <a:off x="154077" y="1784501"/>
              <a:ext cx="319998" cy="160404"/>
            </a:xfrm>
            <a:prstGeom prst="ellipse">
              <a:avLst/>
            </a:prstGeom>
            <a:gradFill>
              <a:gsLst>
                <a:gs pos="0">
                  <a:srgbClr val="D5D6D5">
                    <a:alpha val="32968"/>
                  </a:srgbClr>
                </a:gs>
                <a:gs pos="14286">
                  <a:srgbClr val="D5D6D5">
                    <a:alpha val="30764"/>
                  </a:srgbClr>
                </a:gs>
                <a:gs pos="28571">
                  <a:srgbClr val="D5D6D5">
                    <a:alpha val="24833"/>
                  </a:srgbClr>
                </a:gs>
                <a:gs pos="42857">
                  <a:srgbClr val="D5D6D5">
                    <a:alpha val="17075"/>
                  </a:srgbClr>
                </a:gs>
                <a:gs pos="57143">
                  <a:srgbClr val="D5D6D5">
                    <a:alpha val="9855"/>
                  </a:srgbClr>
                </a:gs>
                <a:gs pos="71429">
                  <a:srgbClr val="D5D6D5">
                    <a:alpha val="4740"/>
                  </a:srgbClr>
                </a:gs>
                <a:gs pos="85714">
                  <a:srgbClr val="D5D6D5">
                    <a:alpha val="1902"/>
                  </a:srgbClr>
                </a:gs>
                <a:gs pos="100000">
                  <a:srgbClr val="D5D6D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2" name="Splat 672"/>
            <p:cNvSpPr>
              <a:spLocks noGrp="1"/>
            </p:cNvSpPr>
            <p:nvPr/>
          </p:nvSpPr>
          <p:spPr>
            <a:xfrm rot="4169974">
              <a:off x="3245473" y="1821129"/>
              <a:ext cx="307989" cy="111756"/>
            </a:xfrm>
            <a:prstGeom prst="ellipse">
              <a:avLst/>
            </a:prstGeom>
            <a:gradFill>
              <a:gsLst>
                <a:gs pos="0">
                  <a:srgbClr val="FBFCFC">
                    <a:alpha val="18734"/>
                  </a:srgbClr>
                </a:gs>
                <a:gs pos="14286">
                  <a:srgbClr val="FBFCFC">
                    <a:alpha val="17359"/>
                  </a:srgbClr>
                </a:gs>
                <a:gs pos="28571">
                  <a:srgbClr val="FBFCFC">
                    <a:alpha val="13760"/>
                  </a:srgbClr>
                </a:gs>
                <a:gs pos="42857">
                  <a:srgbClr val="FBFCFC">
                    <a:alpha val="9253"/>
                  </a:srgbClr>
                </a:gs>
                <a:gs pos="57143">
                  <a:srgbClr val="FBFCFC">
                    <a:alpha val="5238"/>
                  </a:srgbClr>
                </a:gs>
                <a:gs pos="71429">
                  <a:srgbClr val="FBFCFC">
                    <a:alpha val="2487"/>
                  </a:srgbClr>
                </a:gs>
                <a:gs pos="85714">
                  <a:srgbClr val="FBFCFC">
                    <a:alpha val="991"/>
                  </a:srgbClr>
                </a:gs>
                <a:gs pos="100000">
                  <a:srgbClr val="FBFCFC">
                    <a:alpha val="3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3" name="Splat 673"/>
            <p:cNvSpPr>
              <a:spLocks noGrp="1"/>
            </p:cNvSpPr>
            <p:nvPr/>
          </p:nvSpPr>
          <p:spPr>
            <a:xfrm rot="-8936557">
              <a:off x="1724202" y="1207454"/>
              <a:ext cx="420514" cy="61254"/>
            </a:xfrm>
            <a:prstGeom prst="ellipse">
              <a:avLst/>
            </a:prstGeom>
            <a:gradFill>
              <a:gsLst>
                <a:gs pos="0">
                  <a:srgbClr val="828281">
                    <a:alpha val="27968"/>
                  </a:srgbClr>
                </a:gs>
                <a:gs pos="14286">
                  <a:srgbClr val="828281">
                    <a:alpha val="26031"/>
                  </a:srgbClr>
                </a:gs>
                <a:gs pos="28571">
                  <a:srgbClr val="828281">
                    <a:alpha val="20873"/>
                  </a:srgbClr>
                </a:gs>
                <a:gs pos="42857">
                  <a:srgbClr val="828281">
                    <a:alpha val="14236"/>
                  </a:srgbClr>
                </a:gs>
                <a:gs pos="57143">
                  <a:srgbClr val="828281">
                    <a:alpha val="8157"/>
                  </a:srgbClr>
                </a:gs>
                <a:gs pos="71429">
                  <a:srgbClr val="828281">
                    <a:alpha val="3905"/>
                  </a:srgbClr>
                </a:gs>
                <a:gs pos="85714">
                  <a:srgbClr val="828281">
                    <a:alpha val="1563"/>
                  </a:srgbClr>
                </a:gs>
                <a:gs pos="100000">
                  <a:srgbClr val="828281">
                    <a:alpha val="5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4" name="Splat 674"/>
            <p:cNvSpPr>
              <a:spLocks noGrp="1"/>
            </p:cNvSpPr>
            <p:nvPr/>
          </p:nvSpPr>
          <p:spPr>
            <a:xfrm rot="-10555683">
              <a:off x="820363" y="361501"/>
              <a:ext cx="272327" cy="63609"/>
            </a:xfrm>
            <a:prstGeom prst="ellipse">
              <a:avLst/>
            </a:prstGeom>
            <a:gradFill>
              <a:gsLst>
                <a:gs pos="0">
                  <a:srgbClr val="F6F6F6">
                    <a:alpha val="29519"/>
                  </a:srgbClr>
                </a:gs>
                <a:gs pos="14286">
                  <a:srgbClr val="F6F6F6">
                    <a:alpha val="27496"/>
                  </a:srgbClr>
                </a:gs>
                <a:gs pos="28571">
                  <a:srgbClr val="F6F6F6">
                    <a:alpha val="22093"/>
                  </a:srgbClr>
                </a:gs>
                <a:gs pos="42857">
                  <a:srgbClr val="F6F6F6">
                    <a:alpha val="15105"/>
                  </a:srgbClr>
                </a:gs>
                <a:gs pos="57143">
                  <a:srgbClr val="F6F6F6">
                    <a:alpha val="8674"/>
                  </a:srgbClr>
                </a:gs>
                <a:gs pos="71429">
                  <a:srgbClr val="F6F6F6">
                    <a:alpha val="4158"/>
                  </a:srgbClr>
                </a:gs>
                <a:gs pos="85714">
                  <a:srgbClr val="F6F6F6">
                    <a:alpha val="1665"/>
                  </a:srgbClr>
                </a:gs>
                <a:gs pos="100000">
                  <a:srgbClr val="F6F6F6">
                    <a:alpha val="5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5" name="Splat 675"/>
            <p:cNvSpPr>
              <a:spLocks noGrp="1"/>
            </p:cNvSpPr>
            <p:nvPr/>
          </p:nvSpPr>
          <p:spPr>
            <a:xfrm rot="2737166">
              <a:off x="1031475" y="2393248"/>
              <a:ext cx="316710" cy="115213"/>
            </a:xfrm>
            <a:prstGeom prst="ellipse">
              <a:avLst/>
            </a:prstGeom>
            <a:gradFill>
              <a:gsLst>
                <a:gs pos="0">
                  <a:srgbClr val="000400">
                    <a:alpha val="32968"/>
                  </a:srgbClr>
                </a:gs>
                <a:gs pos="14286">
                  <a:srgbClr val="000400">
                    <a:alpha val="30764"/>
                  </a:srgbClr>
                </a:gs>
                <a:gs pos="28571">
                  <a:srgbClr val="000400">
                    <a:alpha val="24833"/>
                  </a:srgbClr>
                </a:gs>
                <a:gs pos="42857">
                  <a:srgbClr val="000400">
                    <a:alpha val="17075"/>
                  </a:srgbClr>
                </a:gs>
                <a:gs pos="57143">
                  <a:srgbClr val="000400">
                    <a:alpha val="9855"/>
                  </a:srgbClr>
                </a:gs>
                <a:gs pos="71429">
                  <a:srgbClr val="000400">
                    <a:alpha val="4740"/>
                  </a:srgbClr>
                </a:gs>
                <a:gs pos="85714">
                  <a:srgbClr val="000400">
                    <a:alpha val="1902"/>
                  </a:srgbClr>
                </a:gs>
                <a:gs pos="100000">
                  <a:srgbClr val="000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6" name="Splat 676"/>
            <p:cNvSpPr>
              <a:spLocks noGrp="1"/>
            </p:cNvSpPr>
            <p:nvPr/>
          </p:nvSpPr>
          <p:spPr>
            <a:xfrm rot="5955340">
              <a:off x="1307833" y="2272846"/>
              <a:ext cx="311731" cy="308791"/>
            </a:xfrm>
            <a:prstGeom prst="ellipse">
              <a:avLst/>
            </a:prstGeom>
            <a:gradFill>
              <a:gsLst>
                <a:gs pos="0">
                  <a:srgbClr val="5D5F5E">
                    <a:alpha val="3691"/>
                  </a:srgbClr>
                </a:gs>
                <a:gs pos="14286">
                  <a:srgbClr val="5D5F5E">
                    <a:alpha val="3398"/>
                  </a:srgbClr>
                </a:gs>
                <a:gs pos="28571">
                  <a:srgbClr val="5D5F5E">
                    <a:alpha val="2648"/>
                  </a:srgbClr>
                </a:gs>
                <a:gs pos="42857">
                  <a:srgbClr val="5D5F5E">
                    <a:alpha val="1745"/>
                  </a:srgbClr>
                </a:gs>
                <a:gs pos="57143">
                  <a:srgbClr val="5D5F5E">
                    <a:alpha val="971"/>
                  </a:srgbClr>
                </a:gs>
                <a:gs pos="71429">
                  <a:srgbClr val="5D5F5E">
                    <a:alpha val="456"/>
                  </a:srgbClr>
                </a:gs>
                <a:gs pos="85714">
                  <a:srgbClr val="5D5F5E">
                    <a:alpha val="180"/>
                  </a:srgbClr>
                </a:gs>
                <a:gs pos="100000">
                  <a:srgbClr val="5D5F5E">
                    <a:alpha val="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7" name="Splat 677"/>
            <p:cNvSpPr>
              <a:spLocks noGrp="1"/>
            </p:cNvSpPr>
            <p:nvPr/>
          </p:nvSpPr>
          <p:spPr>
            <a:xfrm rot="4088027">
              <a:off x="1644573" y="198735"/>
              <a:ext cx="373672" cy="360494"/>
            </a:xfrm>
            <a:prstGeom prst="ellipse">
              <a:avLst/>
            </a:prstGeom>
            <a:gradFill>
              <a:gsLst>
                <a:gs pos="0">
                  <a:srgbClr val="505050">
                    <a:alpha val="8167"/>
                  </a:srgbClr>
                </a:gs>
                <a:gs pos="14286">
                  <a:srgbClr val="505050">
                    <a:alpha val="7532"/>
                  </a:srgbClr>
                </a:gs>
                <a:gs pos="28571">
                  <a:srgbClr val="505050">
                    <a:alpha val="5899"/>
                  </a:srgbClr>
                </a:gs>
                <a:gs pos="42857">
                  <a:srgbClr val="505050">
                    <a:alpha val="3910"/>
                  </a:srgbClr>
                </a:gs>
                <a:gs pos="57143">
                  <a:srgbClr val="505050">
                    <a:alpha val="2186"/>
                  </a:srgbClr>
                </a:gs>
                <a:gs pos="71429">
                  <a:srgbClr val="505050">
                    <a:alpha val="1029"/>
                  </a:srgbClr>
                </a:gs>
                <a:gs pos="85714">
                  <a:srgbClr val="505050">
                    <a:alpha val="408"/>
                  </a:srgbClr>
                </a:gs>
                <a:gs pos="100000">
                  <a:srgbClr val="505050">
                    <a:alpha val="1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8" name="Splat 678"/>
            <p:cNvSpPr>
              <a:spLocks noGrp="1"/>
            </p:cNvSpPr>
            <p:nvPr/>
          </p:nvSpPr>
          <p:spPr>
            <a:xfrm rot="9659805">
              <a:off x="2606907" y="2279693"/>
              <a:ext cx="380315" cy="8167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9" name="Splat 679"/>
            <p:cNvSpPr>
              <a:spLocks noGrp="1"/>
            </p:cNvSpPr>
            <p:nvPr/>
          </p:nvSpPr>
          <p:spPr>
            <a:xfrm rot="3290905">
              <a:off x="3401317" y="2409322"/>
              <a:ext cx="287562" cy="94642"/>
            </a:xfrm>
            <a:prstGeom prst="ellipse">
              <a:avLst/>
            </a:prstGeom>
            <a:gradFill>
              <a:gsLst>
                <a:gs pos="0">
                  <a:srgbClr val="EAEBEB">
                    <a:alpha val="30276"/>
                  </a:srgbClr>
                </a:gs>
                <a:gs pos="14286">
                  <a:srgbClr val="EAEBEB">
                    <a:alpha val="28213"/>
                  </a:srgbClr>
                </a:gs>
                <a:gs pos="28571">
                  <a:srgbClr val="EAEBEB">
                    <a:alpha val="22691"/>
                  </a:srgbClr>
                </a:gs>
                <a:gs pos="42857">
                  <a:srgbClr val="EAEBEB">
                    <a:alpha val="15533"/>
                  </a:srgbClr>
                </a:gs>
                <a:gs pos="57143">
                  <a:srgbClr val="EAEBEB">
                    <a:alpha val="8930"/>
                  </a:srgbClr>
                </a:gs>
                <a:gs pos="71429">
                  <a:srgbClr val="EAEBEB">
                    <a:alpha val="4284"/>
                  </a:srgbClr>
                </a:gs>
                <a:gs pos="85714">
                  <a:srgbClr val="EAEBEB">
                    <a:alpha val="1716"/>
                  </a:srgbClr>
                </a:gs>
                <a:gs pos="100000">
                  <a:srgbClr val="EAEBEB">
                    <a:alpha val="5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0" name="Splat 680"/>
            <p:cNvSpPr>
              <a:spLocks noGrp="1"/>
            </p:cNvSpPr>
            <p:nvPr/>
          </p:nvSpPr>
          <p:spPr>
            <a:xfrm rot="9688536">
              <a:off x="3401065" y="-126003"/>
              <a:ext cx="427565" cy="29927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1" name="Splat 681"/>
            <p:cNvSpPr>
              <a:spLocks noGrp="1"/>
            </p:cNvSpPr>
            <p:nvPr/>
          </p:nvSpPr>
          <p:spPr>
            <a:xfrm rot="9052463">
              <a:off x="420941" y="2373720"/>
              <a:ext cx="322002" cy="209332"/>
            </a:xfrm>
            <a:prstGeom prst="ellipse">
              <a:avLst/>
            </a:prstGeom>
            <a:gradFill>
              <a:gsLst>
                <a:gs pos="0">
                  <a:srgbClr val="E7E7E6">
                    <a:alpha val="20570"/>
                  </a:srgbClr>
                </a:gs>
                <a:gs pos="14286">
                  <a:srgbClr val="E7E7E6">
                    <a:alpha val="19077"/>
                  </a:srgbClr>
                </a:gs>
                <a:gs pos="28571">
                  <a:srgbClr val="E7E7E6">
                    <a:alpha val="15155"/>
                  </a:srgbClr>
                </a:gs>
                <a:gs pos="42857">
                  <a:srgbClr val="E7E7E6">
                    <a:alpha val="10219"/>
                  </a:srgbClr>
                </a:gs>
                <a:gs pos="57143">
                  <a:srgbClr val="E7E7E6">
                    <a:alpha val="5798"/>
                  </a:srgbClr>
                </a:gs>
                <a:gs pos="71429">
                  <a:srgbClr val="E7E7E6">
                    <a:alpha val="2757"/>
                  </a:srgbClr>
                </a:gs>
                <a:gs pos="85714">
                  <a:srgbClr val="E7E7E6">
                    <a:alpha val="1100"/>
                  </a:srgbClr>
                </a:gs>
                <a:gs pos="100000">
                  <a:srgbClr val="E7E7E6">
                    <a:alpha val="3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2" name="Splat 682"/>
            <p:cNvSpPr>
              <a:spLocks noGrp="1"/>
            </p:cNvSpPr>
            <p:nvPr/>
          </p:nvSpPr>
          <p:spPr>
            <a:xfrm rot="-9249447">
              <a:off x="2937848" y="595477"/>
              <a:ext cx="260631" cy="6469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3" name="Splat 683"/>
            <p:cNvSpPr>
              <a:spLocks noGrp="1"/>
            </p:cNvSpPr>
            <p:nvPr/>
          </p:nvSpPr>
          <p:spPr>
            <a:xfrm rot="-8162329">
              <a:off x="2575006" y="2483470"/>
              <a:ext cx="465386" cy="95618"/>
            </a:xfrm>
            <a:prstGeom prst="ellipse">
              <a:avLst/>
            </a:prstGeom>
            <a:gradFill>
              <a:gsLst>
                <a:gs pos="0">
                  <a:srgbClr val="BDBCBD">
                    <a:alpha val="25664"/>
                  </a:srgbClr>
                </a:gs>
                <a:gs pos="14286">
                  <a:srgbClr val="BDBCBD">
                    <a:alpha val="23859"/>
                  </a:srgbClr>
                </a:gs>
                <a:gs pos="28571">
                  <a:srgbClr val="BDBCBD">
                    <a:alpha val="19075"/>
                  </a:srgbClr>
                </a:gs>
                <a:gs pos="42857">
                  <a:srgbClr val="BDBCBD">
                    <a:alpha val="12962"/>
                  </a:srgbClr>
                </a:gs>
                <a:gs pos="57143">
                  <a:srgbClr val="BDBCBD">
                    <a:alpha val="7404"/>
                  </a:srgbClr>
                </a:gs>
                <a:gs pos="71429">
                  <a:srgbClr val="BDBCBD">
                    <a:alpha val="3537"/>
                  </a:srgbClr>
                </a:gs>
                <a:gs pos="85714">
                  <a:srgbClr val="BDBCBD">
                    <a:alpha val="1414"/>
                  </a:srgbClr>
                </a:gs>
                <a:gs pos="100000">
                  <a:srgbClr val="BDBCBD">
                    <a:alpha val="4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4" name="Splat 684"/>
            <p:cNvSpPr>
              <a:spLocks noGrp="1"/>
            </p:cNvSpPr>
            <p:nvPr/>
          </p:nvSpPr>
          <p:spPr>
            <a:xfrm rot="-10477066">
              <a:off x="252038" y="2683088"/>
              <a:ext cx="289559" cy="6435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5" name="Splat 685"/>
            <p:cNvSpPr>
              <a:spLocks noGrp="1"/>
            </p:cNvSpPr>
            <p:nvPr/>
          </p:nvSpPr>
          <p:spPr>
            <a:xfrm rot="8610277">
              <a:off x="187872" y="313883"/>
              <a:ext cx="401629" cy="53241"/>
            </a:xfrm>
            <a:prstGeom prst="ellipse">
              <a:avLst/>
            </a:prstGeom>
            <a:gradFill>
              <a:gsLst>
                <a:gs pos="0">
                  <a:srgbClr val="A09F9D">
                    <a:alpha val="14929"/>
                  </a:srgbClr>
                </a:gs>
                <a:gs pos="14286">
                  <a:srgbClr val="A09F9D">
                    <a:alpha val="13809"/>
                  </a:srgbClr>
                </a:gs>
                <a:gs pos="28571">
                  <a:srgbClr val="A09F9D">
                    <a:alpha val="10898"/>
                  </a:srgbClr>
                </a:gs>
                <a:gs pos="42857">
                  <a:srgbClr val="A09F9D">
                    <a:alpha val="7289"/>
                  </a:srgbClr>
                </a:gs>
                <a:gs pos="57143">
                  <a:srgbClr val="A09F9D">
                    <a:alpha val="4107"/>
                  </a:srgbClr>
                </a:gs>
                <a:gs pos="71429">
                  <a:srgbClr val="A09F9D">
                    <a:alpha val="1944"/>
                  </a:srgbClr>
                </a:gs>
                <a:gs pos="85714">
                  <a:srgbClr val="A09F9D">
                    <a:alpha val="773"/>
                  </a:srgbClr>
                </a:gs>
                <a:gs pos="100000">
                  <a:srgbClr val="A09F9D">
                    <a:alpha val="2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6" name="Splat 686"/>
            <p:cNvSpPr>
              <a:spLocks noGrp="1"/>
            </p:cNvSpPr>
            <p:nvPr/>
          </p:nvSpPr>
          <p:spPr>
            <a:xfrm rot="6249900">
              <a:off x="3436016" y="2210411"/>
              <a:ext cx="359033" cy="334546"/>
            </a:xfrm>
            <a:prstGeom prst="ellipse">
              <a:avLst/>
            </a:prstGeom>
            <a:gradFill>
              <a:gsLst>
                <a:gs pos="0">
                  <a:srgbClr val="757675">
                    <a:alpha val="7177"/>
                  </a:srgbClr>
                </a:gs>
                <a:gs pos="14286">
                  <a:srgbClr val="757675">
                    <a:alpha val="6616"/>
                  </a:srgbClr>
                </a:gs>
                <a:gs pos="28571">
                  <a:srgbClr val="757675">
                    <a:alpha val="5176"/>
                  </a:srgbClr>
                </a:gs>
                <a:gs pos="42857">
                  <a:srgbClr val="757675">
                    <a:alpha val="3426"/>
                  </a:srgbClr>
                </a:gs>
                <a:gs pos="57143">
                  <a:srgbClr val="757675">
                    <a:alpha val="1913"/>
                  </a:srgbClr>
                </a:gs>
                <a:gs pos="71429">
                  <a:srgbClr val="757675">
                    <a:alpha val="900"/>
                  </a:srgbClr>
                </a:gs>
                <a:gs pos="85714">
                  <a:srgbClr val="757675">
                    <a:alpha val="357"/>
                  </a:srgbClr>
                </a:gs>
                <a:gs pos="100000">
                  <a:srgbClr val="757675">
                    <a:alpha val="1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7" name="Splat 687"/>
            <p:cNvSpPr>
              <a:spLocks noGrp="1"/>
            </p:cNvSpPr>
            <p:nvPr/>
          </p:nvSpPr>
          <p:spPr>
            <a:xfrm rot="-10788364">
              <a:off x="1125359" y="2038532"/>
              <a:ext cx="651591" cy="8673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8" name="Splat 688"/>
            <p:cNvSpPr>
              <a:spLocks noGrp="1"/>
            </p:cNvSpPr>
            <p:nvPr/>
          </p:nvSpPr>
          <p:spPr>
            <a:xfrm rot="10406631">
              <a:off x="2452756" y="1625975"/>
              <a:ext cx="265180" cy="6951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9" name="Splat 689"/>
            <p:cNvSpPr>
              <a:spLocks noGrp="1"/>
            </p:cNvSpPr>
            <p:nvPr/>
          </p:nvSpPr>
          <p:spPr>
            <a:xfrm rot="3960221">
              <a:off x="1779265" y="538416"/>
              <a:ext cx="142777" cy="38861"/>
            </a:xfrm>
            <a:prstGeom prst="ellipse">
              <a:avLst/>
            </a:prstGeom>
            <a:gradFill>
              <a:gsLst>
                <a:gs pos="0">
                  <a:srgbClr val="EFEFF0">
                    <a:alpha val="32968"/>
                  </a:srgbClr>
                </a:gs>
                <a:gs pos="14286">
                  <a:srgbClr val="EFEFF0">
                    <a:alpha val="30764"/>
                  </a:srgbClr>
                </a:gs>
                <a:gs pos="28571">
                  <a:srgbClr val="EFEFF0">
                    <a:alpha val="24833"/>
                  </a:srgbClr>
                </a:gs>
                <a:gs pos="42857">
                  <a:srgbClr val="EFEFF0">
                    <a:alpha val="17075"/>
                  </a:srgbClr>
                </a:gs>
                <a:gs pos="57143">
                  <a:srgbClr val="EFEFF0">
                    <a:alpha val="9855"/>
                  </a:srgbClr>
                </a:gs>
                <a:gs pos="71429">
                  <a:srgbClr val="EFEFF0">
                    <a:alpha val="4740"/>
                  </a:srgbClr>
                </a:gs>
                <a:gs pos="85714">
                  <a:srgbClr val="EFEFF0">
                    <a:alpha val="1902"/>
                  </a:srgbClr>
                </a:gs>
                <a:gs pos="100000">
                  <a:srgbClr val="EFEFF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0" name="Splat 690"/>
            <p:cNvSpPr>
              <a:spLocks noGrp="1"/>
            </p:cNvSpPr>
            <p:nvPr/>
          </p:nvSpPr>
          <p:spPr>
            <a:xfrm rot="9131477">
              <a:off x="943992" y="1853406"/>
              <a:ext cx="260259" cy="125702"/>
            </a:xfrm>
            <a:prstGeom prst="ellipse">
              <a:avLst/>
            </a:prstGeom>
            <a:gradFill>
              <a:gsLst>
                <a:gs pos="0">
                  <a:srgbClr val="FFFFFF">
                    <a:alpha val="18984"/>
                  </a:srgbClr>
                </a:gs>
                <a:gs pos="14286">
                  <a:srgbClr val="FFFFFF">
                    <a:alpha val="17593"/>
                  </a:srgbClr>
                </a:gs>
                <a:gs pos="28571">
                  <a:srgbClr val="FFFFFF">
                    <a:alpha val="13950"/>
                  </a:srgbClr>
                </a:gs>
                <a:gs pos="42857">
                  <a:srgbClr val="FFFFFF">
                    <a:alpha val="9385"/>
                  </a:srgbClr>
                </a:gs>
                <a:gs pos="57143">
                  <a:srgbClr val="FFFFFF">
                    <a:alpha val="5314"/>
                  </a:srgbClr>
                </a:gs>
                <a:gs pos="71429">
                  <a:srgbClr val="FFFFFF">
                    <a:alpha val="2524"/>
                  </a:srgbClr>
                </a:gs>
                <a:gs pos="85714">
                  <a:srgbClr val="FFFFFF">
                    <a:alpha val="1006"/>
                  </a:srgbClr>
                </a:gs>
                <a:gs pos="100000">
                  <a:srgbClr val="FFFFFF">
                    <a:alpha val="3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1" name="Splat 691"/>
            <p:cNvSpPr>
              <a:spLocks noGrp="1"/>
            </p:cNvSpPr>
            <p:nvPr/>
          </p:nvSpPr>
          <p:spPr>
            <a:xfrm rot="8887470">
              <a:off x="2967687" y="1513517"/>
              <a:ext cx="475009" cy="156944"/>
            </a:xfrm>
            <a:prstGeom prst="ellipse">
              <a:avLst/>
            </a:prstGeom>
            <a:gradFill>
              <a:gsLst>
                <a:gs pos="0">
                  <a:srgbClr val="FDFDFC">
                    <a:alpha val="23346"/>
                  </a:srgbClr>
                </a:gs>
                <a:gs pos="14286">
                  <a:srgbClr val="FDFDFC">
                    <a:alpha val="21679"/>
                  </a:srgbClr>
                </a:gs>
                <a:gs pos="28571">
                  <a:srgbClr val="FDFDFC">
                    <a:alpha val="17282"/>
                  </a:srgbClr>
                </a:gs>
                <a:gs pos="42857">
                  <a:srgbClr val="FDFDFC">
                    <a:alpha val="11702"/>
                  </a:srgbClr>
                </a:gs>
                <a:gs pos="57143">
                  <a:srgbClr val="FDFDFC">
                    <a:alpha val="6663"/>
                  </a:srgbClr>
                </a:gs>
                <a:gs pos="71429">
                  <a:srgbClr val="FDFDFC">
                    <a:alpha val="3176"/>
                  </a:srgbClr>
                </a:gs>
                <a:gs pos="85714">
                  <a:srgbClr val="FDFDFC">
                    <a:alpha val="1268"/>
                  </a:srgbClr>
                </a:gs>
                <a:gs pos="100000">
                  <a:srgbClr val="FDFDFC">
                    <a:alpha val="4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2" name="Splat 692"/>
            <p:cNvSpPr>
              <a:spLocks noGrp="1"/>
            </p:cNvSpPr>
            <p:nvPr/>
          </p:nvSpPr>
          <p:spPr>
            <a:xfrm rot="-8679990">
              <a:off x="1348029" y="338397"/>
              <a:ext cx="378386" cy="128827"/>
            </a:xfrm>
            <a:prstGeom prst="ellipse">
              <a:avLst/>
            </a:prstGeom>
            <a:gradFill>
              <a:gsLst>
                <a:gs pos="0">
                  <a:srgbClr val="B8B8B9">
                    <a:alpha val="32968"/>
                  </a:srgbClr>
                </a:gs>
                <a:gs pos="14286">
                  <a:srgbClr val="B8B8B9">
                    <a:alpha val="30764"/>
                  </a:srgbClr>
                </a:gs>
                <a:gs pos="28571">
                  <a:srgbClr val="B8B8B9">
                    <a:alpha val="24833"/>
                  </a:srgbClr>
                </a:gs>
                <a:gs pos="42857">
                  <a:srgbClr val="B8B8B9">
                    <a:alpha val="17075"/>
                  </a:srgbClr>
                </a:gs>
                <a:gs pos="57143">
                  <a:srgbClr val="B8B8B9">
                    <a:alpha val="9855"/>
                  </a:srgbClr>
                </a:gs>
                <a:gs pos="71429">
                  <a:srgbClr val="B8B8B9">
                    <a:alpha val="4740"/>
                  </a:srgbClr>
                </a:gs>
                <a:gs pos="85714">
                  <a:srgbClr val="B8B8B9">
                    <a:alpha val="1902"/>
                  </a:srgbClr>
                </a:gs>
                <a:gs pos="100000">
                  <a:srgbClr val="B8B8B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3" name="Splat 693"/>
            <p:cNvSpPr>
              <a:spLocks noGrp="1"/>
            </p:cNvSpPr>
            <p:nvPr/>
          </p:nvSpPr>
          <p:spPr>
            <a:xfrm rot="6022368">
              <a:off x="2820732" y="360604"/>
              <a:ext cx="256732" cy="2581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4" name="Splat 694"/>
            <p:cNvSpPr>
              <a:spLocks noGrp="1"/>
            </p:cNvSpPr>
            <p:nvPr/>
          </p:nvSpPr>
          <p:spPr>
            <a:xfrm rot="9151164">
              <a:off x="416081" y="1839100"/>
              <a:ext cx="380531" cy="294531"/>
            </a:xfrm>
            <a:prstGeom prst="ellipse">
              <a:avLst/>
            </a:prstGeom>
            <a:gradFill>
              <a:gsLst>
                <a:gs pos="0">
                  <a:srgbClr val="000005">
                    <a:alpha val="27199"/>
                  </a:srgbClr>
                </a:gs>
                <a:gs pos="14286">
                  <a:srgbClr val="000005">
                    <a:alpha val="25306"/>
                  </a:srgbClr>
                </a:gs>
                <a:gs pos="28571">
                  <a:srgbClr val="000005">
                    <a:alpha val="20271"/>
                  </a:srgbClr>
                </a:gs>
                <a:gs pos="42857">
                  <a:srgbClr val="000005">
                    <a:alpha val="13808"/>
                  </a:srgbClr>
                </a:gs>
                <a:gs pos="57143">
                  <a:srgbClr val="000005">
                    <a:alpha val="7904"/>
                  </a:srgbClr>
                </a:gs>
                <a:gs pos="71429">
                  <a:srgbClr val="000005">
                    <a:alpha val="3781"/>
                  </a:srgbClr>
                </a:gs>
                <a:gs pos="85714">
                  <a:srgbClr val="000005">
                    <a:alpha val="1512"/>
                  </a:srgbClr>
                </a:gs>
                <a:gs pos="100000">
                  <a:srgbClr val="000005">
                    <a:alpha val="5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5" name="Splat 695"/>
            <p:cNvSpPr>
              <a:spLocks noGrp="1"/>
            </p:cNvSpPr>
            <p:nvPr/>
          </p:nvSpPr>
          <p:spPr>
            <a:xfrm rot="6764435">
              <a:off x="3181927" y="2512268"/>
              <a:ext cx="471436" cy="100206"/>
            </a:xfrm>
            <a:prstGeom prst="ellipse">
              <a:avLst/>
            </a:prstGeom>
            <a:gradFill>
              <a:gsLst>
                <a:gs pos="0">
                  <a:srgbClr val="E9E9E9">
                    <a:alpha val="18500"/>
                  </a:srgbClr>
                </a:gs>
                <a:gs pos="14286">
                  <a:srgbClr val="E9E9E9">
                    <a:alpha val="17140"/>
                  </a:srgbClr>
                </a:gs>
                <a:gs pos="28571">
                  <a:srgbClr val="E9E9E9">
                    <a:alpha val="13583"/>
                  </a:srgbClr>
                </a:gs>
                <a:gs pos="42857">
                  <a:srgbClr val="E9E9E9">
                    <a:alpha val="9132"/>
                  </a:srgbClr>
                </a:gs>
                <a:gs pos="57143">
                  <a:srgbClr val="E9E9E9">
                    <a:alpha val="5168"/>
                  </a:srgbClr>
                </a:gs>
                <a:gs pos="71429">
                  <a:srgbClr val="E9E9E9">
                    <a:alpha val="2453"/>
                  </a:srgbClr>
                </a:gs>
                <a:gs pos="85714">
                  <a:srgbClr val="E9E9E9">
                    <a:alpha val="977"/>
                  </a:srgbClr>
                </a:gs>
                <a:gs pos="100000">
                  <a:srgbClr val="E9E9E9">
                    <a:alpha val="3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6" name="Splat 696"/>
            <p:cNvSpPr>
              <a:spLocks noGrp="1"/>
            </p:cNvSpPr>
            <p:nvPr/>
          </p:nvSpPr>
          <p:spPr>
            <a:xfrm rot="-8979826">
              <a:off x="1162296" y="443842"/>
              <a:ext cx="440506" cy="211154"/>
            </a:xfrm>
            <a:prstGeom prst="ellipse">
              <a:avLst/>
            </a:prstGeom>
            <a:gradFill>
              <a:gsLst>
                <a:gs pos="0">
                  <a:srgbClr val="EBECEB">
                    <a:alpha val="32968"/>
                  </a:srgbClr>
                </a:gs>
                <a:gs pos="14286">
                  <a:srgbClr val="EBECEB">
                    <a:alpha val="30764"/>
                  </a:srgbClr>
                </a:gs>
                <a:gs pos="28571">
                  <a:srgbClr val="EBECEB">
                    <a:alpha val="24833"/>
                  </a:srgbClr>
                </a:gs>
                <a:gs pos="42857">
                  <a:srgbClr val="EBECEB">
                    <a:alpha val="17075"/>
                  </a:srgbClr>
                </a:gs>
                <a:gs pos="57143">
                  <a:srgbClr val="EBECEB">
                    <a:alpha val="9855"/>
                  </a:srgbClr>
                </a:gs>
                <a:gs pos="71429">
                  <a:srgbClr val="EBECEB">
                    <a:alpha val="4740"/>
                  </a:srgbClr>
                </a:gs>
                <a:gs pos="85714">
                  <a:srgbClr val="EBECEB">
                    <a:alpha val="1902"/>
                  </a:srgbClr>
                </a:gs>
                <a:gs pos="100000">
                  <a:srgbClr val="EBECE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7" name="Splat 697"/>
            <p:cNvSpPr>
              <a:spLocks noGrp="1"/>
            </p:cNvSpPr>
            <p:nvPr/>
          </p:nvSpPr>
          <p:spPr>
            <a:xfrm rot="-8629591">
              <a:off x="3328262" y="1527379"/>
              <a:ext cx="293356" cy="4780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8" name="Splat 698"/>
            <p:cNvSpPr>
              <a:spLocks noGrp="1"/>
            </p:cNvSpPr>
            <p:nvPr/>
          </p:nvSpPr>
          <p:spPr>
            <a:xfrm rot="5027992">
              <a:off x="272303" y="149202"/>
              <a:ext cx="358390" cy="306752"/>
            </a:xfrm>
            <a:prstGeom prst="ellipse">
              <a:avLst/>
            </a:prstGeom>
            <a:gradFill>
              <a:gsLst>
                <a:gs pos="0">
                  <a:srgbClr val="000700">
                    <a:alpha val="9409"/>
                  </a:srgbClr>
                </a:gs>
                <a:gs pos="14286">
                  <a:srgbClr val="000700">
                    <a:alpha val="8682"/>
                  </a:srgbClr>
                </a:gs>
                <a:gs pos="28571">
                  <a:srgbClr val="000700">
                    <a:alpha val="6809"/>
                  </a:srgbClr>
                </a:gs>
                <a:gs pos="42857">
                  <a:srgbClr val="000700">
                    <a:alpha val="4520"/>
                  </a:srgbClr>
                </a:gs>
                <a:gs pos="57143">
                  <a:srgbClr val="000700">
                    <a:alpha val="2530"/>
                  </a:srgbClr>
                </a:gs>
                <a:gs pos="71429">
                  <a:srgbClr val="000700">
                    <a:alpha val="1193"/>
                  </a:srgbClr>
                </a:gs>
                <a:gs pos="85714">
                  <a:srgbClr val="000700">
                    <a:alpha val="473"/>
                  </a:srgbClr>
                </a:gs>
                <a:gs pos="100000">
                  <a:srgbClr val="000700">
                    <a:alpha val="1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9" name="Splat 699"/>
            <p:cNvSpPr>
              <a:spLocks noGrp="1"/>
            </p:cNvSpPr>
            <p:nvPr/>
          </p:nvSpPr>
          <p:spPr>
            <a:xfrm rot="-9496717">
              <a:off x="1200853" y="2040126"/>
              <a:ext cx="403188" cy="5456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0" name="Splat 700"/>
            <p:cNvSpPr>
              <a:spLocks noGrp="1"/>
            </p:cNvSpPr>
            <p:nvPr/>
          </p:nvSpPr>
          <p:spPr>
            <a:xfrm rot="-9315287">
              <a:off x="1310343" y="992430"/>
              <a:ext cx="409483" cy="85492"/>
            </a:xfrm>
            <a:prstGeom prst="ellipse">
              <a:avLst/>
            </a:prstGeom>
            <a:gradFill>
              <a:gsLst>
                <a:gs pos="0">
                  <a:srgbClr val="020006">
                    <a:alpha val="6463"/>
                  </a:srgbClr>
                </a:gs>
                <a:gs pos="14286">
                  <a:srgbClr val="020006">
                    <a:alpha val="5956"/>
                  </a:srgbClr>
                </a:gs>
                <a:gs pos="28571">
                  <a:srgbClr val="020006">
                    <a:alpha val="4656"/>
                  </a:srgbClr>
                </a:gs>
                <a:gs pos="42857">
                  <a:srgbClr val="020006">
                    <a:alpha val="3079"/>
                  </a:srgbClr>
                </a:gs>
                <a:gs pos="57143">
                  <a:srgbClr val="020006">
                    <a:alpha val="1718"/>
                  </a:srgbClr>
                </a:gs>
                <a:gs pos="71429">
                  <a:srgbClr val="020006">
                    <a:alpha val="808"/>
                  </a:srgbClr>
                </a:gs>
                <a:gs pos="85714">
                  <a:srgbClr val="020006">
                    <a:alpha val="320"/>
                  </a:srgbClr>
                </a:gs>
                <a:gs pos="100000">
                  <a:srgbClr val="020006">
                    <a:alpha val="1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1" name="Splat 701"/>
            <p:cNvSpPr>
              <a:spLocks noGrp="1"/>
            </p:cNvSpPr>
            <p:nvPr/>
          </p:nvSpPr>
          <p:spPr>
            <a:xfrm rot="-10120861">
              <a:off x="1790152" y="421812"/>
              <a:ext cx="261351" cy="103281"/>
            </a:xfrm>
            <a:prstGeom prst="ellipse">
              <a:avLst/>
            </a:prstGeom>
            <a:gradFill>
              <a:gsLst>
                <a:gs pos="0">
                  <a:srgbClr val="D7D7D7">
                    <a:alpha val="28870"/>
                  </a:srgbClr>
                </a:gs>
                <a:gs pos="14286">
                  <a:srgbClr val="D7D7D7">
                    <a:alpha val="26883"/>
                  </a:srgbClr>
                </a:gs>
                <a:gs pos="28571">
                  <a:srgbClr val="D7D7D7">
                    <a:alpha val="21581"/>
                  </a:srgbClr>
                </a:gs>
                <a:gs pos="42857">
                  <a:srgbClr val="D7D7D7">
                    <a:alpha val="14740"/>
                  </a:srgbClr>
                </a:gs>
                <a:gs pos="57143">
                  <a:srgbClr val="D7D7D7">
                    <a:alpha val="8457"/>
                  </a:srgbClr>
                </a:gs>
                <a:gs pos="71429">
                  <a:srgbClr val="D7D7D7">
                    <a:alpha val="4052"/>
                  </a:srgbClr>
                </a:gs>
                <a:gs pos="85714">
                  <a:srgbClr val="D7D7D7">
                    <a:alpha val="1622"/>
                  </a:srgbClr>
                </a:gs>
                <a:gs pos="100000">
                  <a:srgbClr val="D7D7D7">
                    <a:alpha val="5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2" name="Splat 702"/>
            <p:cNvSpPr>
              <a:spLocks noGrp="1"/>
            </p:cNvSpPr>
            <p:nvPr/>
          </p:nvSpPr>
          <p:spPr>
            <a:xfrm rot="-9441421">
              <a:off x="3054113" y="1051033"/>
              <a:ext cx="335066" cy="139748"/>
            </a:xfrm>
            <a:prstGeom prst="ellipse">
              <a:avLst/>
            </a:prstGeom>
            <a:gradFill>
              <a:gsLst>
                <a:gs pos="0">
                  <a:srgbClr val="FAFAFA">
                    <a:alpha val="19974"/>
                  </a:srgbClr>
                </a:gs>
                <a:gs pos="14286">
                  <a:srgbClr val="FAFAFA">
                    <a:alpha val="18518"/>
                  </a:srgbClr>
                </a:gs>
                <a:gs pos="28571">
                  <a:srgbClr val="FAFAFA">
                    <a:alpha val="14701"/>
                  </a:srgbClr>
                </a:gs>
                <a:gs pos="42857">
                  <a:srgbClr val="FAFAFA">
                    <a:alpha val="9904"/>
                  </a:srgbClr>
                </a:gs>
                <a:gs pos="57143">
                  <a:srgbClr val="FAFAFA">
                    <a:alpha val="5615"/>
                  </a:srgbClr>
                </a:gs>
                <a:gs pos="71429">
                  <a:srgbClr val="FAFAFA">
                    <a:alpha val="2669"/>
                  </a:srgbClr>
                </a:gs>
                <a:gs pos="85714">
                  <a:srgbClr val="FAFAFA">
                    <a:alpha val="1064"/>
                  </a:srgbClr>
                </a:gs>
                <a:gs pos="100000">
                  <a:srgbClr val="FAFAFA">
                    <a:alpha val="3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3" name="Splat 703"/>
            <p:cNvSpPr>
              <a:spLocks noGrp="1"/>
            </p:cNvSpPr>
            <p:nvPr/>
          </p:nvSpPr>
          <p:spPr>
            <a:xfrm rot="10373385">
              <a:off x="72639" y="416182"/>
              <a:ext cx="594795" cy="76025"/>
            </a:xfrm>
            <a:prstGeom prst="ellipse">
              <a:avLst/>
            </a:prstGeom>
            <a:gradFill>
              <a:gsLst>
                <a:gs pos="0">
                  <a:srgbClr val="CACCCC">
                    <a:alpha val="24396"/>
                  </a:srgbClr>
                </a:gs>
                <a:gs pos="14286">
                  <a:srgbClr val="CACCCC">
                    <a:alpha val="22666"/>
                  </a:srgbClr>
                </a:gs>
                <a:gs pos="28571">
                  <a:srgbClr val="CACCCC">
                    <a:alpha val="18092"/>
                  </a:srgbClr>
                </a:gs>
                <a:gs pos="42857">
                  <a:srgbClr val="CACCCC">
                    <a:alpha val="12270"/>
                  </a:srgbClr>
                </a:gs>
                <a:gs pos="57143">
                  <a:srgbClr val="CACCCC">
                    <a:alpha val="6997"/>
                  </a:srgbClr>
                </a:gs>
                <a:gs pos="71429">
                  <a:srgbClr val="CACCCC">
                    <a:alpha val="3338"/>
                  </a:srgbClr>
                </a:gs>
                <a:gs pos="85714">
                  <a:srgbClr val="CACCCC">
                    <a:alpha val="1334"/>
                  </a:srgbClr>
                </a:gs>
                <a:gs pos="100000">
                  <a:srgbClr val="CACCCC">
                    <a:alpha val="4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4" name="Splat 704"/>
            <p:cNvSpPr>
              <a:spLocks noGrp="1"/>
            </p:cNvSpPr>
            <p:nvPr/>
          </p:nvSpPr>
          <p:spPr>
            <a:xfrm rot="3502333">
              <a:off x="3470148" y="2430468"/>
              <a:ext cx="218347" cy="43290"/>
            </a:xfrm>
            <a:prstGeom prst="ellipse">
              <a:avLst/>
            </a:prstGeom>
            <a:gradFill>
              <a:gsLst>
                <a:gs pos="0">
                  <a:srgbClr val="F8F8F8">
                    <a:alpha val="32968"/>
                  </a:srgbClr>
                </a:gs>
                <a:gs pos="14286">
                  <a:srgbClr val="F8F8F8">
                    <a:alpha val="30764"/>
                  </a:srgbClr>
                </a:gs>
                <a:gs pos="28571">
                  <a:srgbClr val="F8F8F8">
                    <a:alpha val="24833"/>
                  </a:srgbClr>
                </a:gs>
                <a:gs pos="42857">
                  <a:srgbClr val="F8F8F8">
                    <a:alpha val="17075"/>
                  </a:srgbClr>
                </a:gs>
                <a:gs pos="57143">
                  <a:srgbClr val="F8F8F8">
                    <a:alpha val="9855"/>
                  </a:srgbClr>
                </a:gs>
                <a:gs pos="71429">
                  <a:srgbClr val="F8F8F8">
                    <a:alpha val="4740"/>
                  </a:srgbClr>
                </a:gs>
                <a:gs pos="85714">
                  <a:srgbClr val="F8F8F8">
                    <a:alpha val="1902"/>
                  </a:srgbClr>
                </a:gs>
                <a:gs pos="100000">
                  <a:srgbClr val="F8F8F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5" name="Splat 705"/>
            <p:cNvSpPr>
              <a:spLocks noGrp="1"/>
            </p:cNvSpPr>
            <p:nvPr/>
          </p:nvSpPr>
          <p:spPr>
            <a:xfrm rot="5307361">
              <a:off x="2889821" y="1726534"/>
              <a:ext cx="286433" cy="9915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6" name="Splat 706"/>
            <p:cNvSpPr>
              <a:spLocks noGrp="1"/>
            </p:cNvSpPr>
            <p:nvPr/>
          </p:nvSpPr>
          <p:spPr>
            <a:xfrm rot="8084830">
              <a:off x="717798" y="1694523"/>
              <a:ext cx="254157" cy="6600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7" name="Splat 707"/>
            <p:cNvSpPr>
              <a:spLocks noGrp="1"/>
            </p:cNvSpPr>
            <p:nvPr/>
          </p:nvSpPr>
          <p:spPr>
            <a:xfrm rot="10754456">
              <a:off x="1460248" y="2656091"/>
              <a:ext cx="354375" cy="8471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8" name="Splat 708"/>
            <p:cNvSpPr>
              <a:spLocks noGrp="1"/>
            </p:cNvSpPr>
            <p:nvPr/>
          </p:nvSpPr>
          <p:spPr>
            <a:xfrm rot="-8943225">
              <a:off x="755222" y="506396"/>
              <a:ext cx="325981" cy="159301"/>
            </a:xfrm>
            <a:prstGeom prst="ellipse">
              <a:avLst/>
            </a:prstGeom>
            <a:gradFill>
              <a:gsLst>
                <a:gs pos="0">
                  <a:srgbClr val="DCDDDD">
                    <a:alpha val="32968"/>
                  </a:srgbClr>
                </a:gs>
                <a:gs pos="14286">
                  <a:srgbClr val="DCDDDD">
                    <a:alpha val="30764"/>
                  </a:srgbClr>
                </a:gs>
                <a:gs pos="28571">
                  <a:srgbClr val="DCDDDD">
                    <a:alpha val="24833"/>
                  </a:srgbClr>
                </a:gs>
                <a:gs pos="42857">
                  <a:srgbClr val="DCDDDD">
                    <a:alpha val="17075"/>
                  </a:srgbClr>
                </a:gs>
                <a:gs pos="57143">
                  <a:srgbClr val="DCDDDD">
                    <a:alpha val="9855"/>
                  </a:srgbClr>
                </a:gs>
                <a:gs pos="71429">
                  <a:srgbClr val="DCDDDD">
                    <a:alpha val="4740"/>
                  </a:srgbClr>
                </a:gs>
                <a:gs pos="85714">
                  <a:srgbClr val="DCDDDD">
                    <a:alpha val="1902"/>
                  </a:srgbClr>
                </a:gs>
                <a:gs pos="100000">
                  <a:srgbClr val="DCDDD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9" name="Splat 709"/>
            <p:cNvSpPr>
              <a:spLocks noGrp="1"/>
            </p:cNvSpPr>
            <p:nvPr/>
          </p:nvSpPr>
          <p:spPr>
            <a:xfrm rot="9843660">
              <a:off x="3354234" y="2705055"/>
              <a:ext cx="237505" cy="39800"/>
            </a:xfrm>
            <a:prstGeom prst="ellipse">
              <a:avLst/>
            </a:prstGeom>
            <a:gradFill>
              <a:gsLst>
                <a:gs pos="0">
                  <a:srgbClr val="E0DFE0">
                    <a:alpha val="32968"/>
                  </a:srgbClr>
                </a:gs>
                <a:gs pos="14286">
                  <a:srgbClr val="E0DFE0">
                    <a:alpha val="30764"/>
                  </a:srgbClr>
                </a:gs>
                <a:gs pos="28571">
                  <a:srgbClr val="E0DFE0">
                    <a:alpha val="24833"/>
                  </a:srgbClr>
                </a:gs>
                <a:gs pos="42857">
                  <a:srgbClr val="E0DFE0">
                    <a:alpha val="17075"/>
                  </a:srgbClr>
                </a:gs>
                <a:gs pos="57143">
                  <a:srgbClr val="E0DFE0">
                    <a:alpha val="9855"/>
                  </a:srgbClr>
                </a:gs>
                <a:gs pos="71429">
                  <a:srgbClr val="E0DFE0">
                    <a:alpha val="4740"/>
                  </a:srgbClr>
                </a:gs>
                <a:gs pos="85714">
                  <a:srgbClr val="E0DFE0">
                    <a:alpha val="1902"/>
                  </a:srgbClr>
                </a:gs>
                <a:gs pos="100000">
                  <a:srgbClr val="E0DFE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0" name="Splat 710"/>
            <p:cNvSpPr>
              <a:spLocks noGrp="1"/>
            </p:cNvSpPr>
            <p:nvPr/>
          </p:nvSpPr>
          <p:spPr>
            <a:xfrm rot="3001756">
              <a:off x="894977" y="414105"/>
              <a:ext cx="345544" cy="94558"/>
            </a:xfrm>
            <a:prstGeom prst="ellipse">
              <a:avLst/>
            </a:prstGeom>
            <a:gradFill>
              <a:gsLst>
                <a:gs pos="0">
                  <a:srgbClr val="FFFFFF">
                    <a:alpha val="22092"/>
                  </a:srgbClr>
                </a:gs>
                <a:gs pos="14286">
                  <a:srgbClr val="FFFFFF">
                    <a:alpha val="20503"/>
                  </a:srgbClr>
                </a:gs>
                <a:gs pos="28571">
                  <a:srgbClr val="FFFFFF">
                    <a:alpha val="16319"/>
                  </a:srgbClr>
                </a:gs>
                <a:gs pos="42857">
                  <a:srgbClr val="FFFFFF">
                    <a:alpha val="11029"/>
                  </a:srgbClr>
                </a:gs>
                <a:gs pos="57143">
                  <a:srgbClr val="FFFFFF">
                    <a:alpha val="6270"/>
                  </a:srgbClr>
                </a:gs>
                <a:gs pos="71429">
                  <a:srgbClr val="FFFFFF">
                    <a:alpha val="2985"/>
                  </a:srgbClr>
                </a:gs>
                <a:gs pos="85714">
                  <a:srgbClr val="FFFFFF">
                    <a:alpha val="1191"/>
                  </a:srgbClr>
                </a:gs>
                <a:gs pos="100000">
                  <a:srgbClr val="FFFFFF">
                    <a:alpha val="4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1" name="Splat 711"/>
            <p:cNvSpPr>
              <a:spLocks noGrp="1"/>
            </p:cNvSpPr>
            <p:nvPr/>
          </p:nvSpPr>
          <p:spPr>
            <a:xfrm rot="3065532">
              <a:off x="3168598" y="2552102"/>
              <a:ext cx="230658" cy="177321"/>
            </a:xfrm>
            <a:prstGeom prst="ellipse">
              <a:avLst/>
            </a:prstGeom>
            <a:gradFill>
              <a:gsLst>
                <a:gs pos="0">
                  <a:srgbClr val="BEBDBD">
                    <a:alpha val="32968"/>
                  </a:srgbClr>
                </a:gs>
                <a:gs pos="14286">
                  <a:srgbClr val="BEBDBD">
                    <a:alpha val="30764"/>
                  </a:srgbClr>
                </a:gs>
                <a:gs pos="28571">
                  <a:srgbClr val="BEBDBD">
                    <a:alpha val="24833"/>
                  </a:srgbClr>
                </a:gs>
                <a:gs pos="42857">
                  <a:srgbClr val="BEBDBD">
                    <a:alpha val="17075"/>
                  </a:srgbClr>
                </a:gs>
                <a:gs pos="57143">
                  <a:srgbClr val="BEBDBD">
                    <a:alpha val="9855"/>
                  </a:srgbClr>
                </a:gs>
                <a:gs pos="71429">
                  <a:srgbClr val="BEBDBD">
                    <a:alpha val="4740"/>
                  </a:srgbClr>
                </a:gs>
                <a:gs pos="85714">
                  <a:srgbClr val="BEBDBD">
                    <a:alpha val="1902"/>
                  </a:srgbClr>
                </a:gs>
                <a:gs pos="100000">
                  <a:srgbClr val="BEBDB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2" name="Splat 712"/>
            <p:cNvSpPr>
              <a:spLocks noGrp="1"/>
            </p:cNvSpPr>
            <p:nvPr/>
          </p:nvSpPr>
          <p:spPr>
            <a:xfrm rot="-9632923">
              <a:off x="2177559" y="2287537"/>
              <a:ext cx="397636" cy="180394"/>
            </a:xfrm>
            <a:prstGeom prst="ellipse">
              <a:avLst/>
            </a:prstGeom>
            <a:gradFill>
              <a:gsLst>
                <a:gs pos="0">
                  <a:srgbClr val="FEFFFF">
                    <a:alpha val="19780"/>
                  </a:srgbClr>
                </a:gs>
                <a:gs pos="14286">
                  <a:srgbClr val="FEFFFF">
                    <a:alpha val="18337"/>
                  </a:srgbClr>
                </a:gs>
                <a:gs pos="28571">
                  <a:srgbClr val="FEFFFF">
                    <a:alpha val="14554"/>
                  </a:srgbClr>
                </a:gs>
                <a:gs pos="42857">
                  <a:srgbClr val="FEFFFF">
                    <a:alpha val="9802"/>
                  </a:srgbClr>
                </a:gs>
                <a:gs pos="57143">
                  <a:srgbClr val="FEFFFF">
                    <a:alpha val="5556"/>
                  </a:srgbClr>
                </a:gs>
                <a:gs pos="71429">
                  <a:srgbClr val="FEFFFF">
                    <a:alpha val="2640"/>
                  </a:srgbClr>
                </a:gs>
                <a:gs pos="85714">
                  <a:srgbClr val="FEFFFF">
                    <a:alpha val="1053"/>
                  </a:srgbClr>
                </a:gs>
                <a:gs pos="100000">
                  <a:srgbClr val="FEFFFF">
                    <a:alpha val="3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3" name="Splat 713"/>
            <p:cNvSpPr>
              <a:spLocks noGrp="1"/>
            </p:cNvSpPr>
            <p:nvPr/>
          </p:nvSpPr>
          <p:spPr>
            <a:xfrm rot="6632241">
              <a:off x="2066854" y="2318791"/>
              <a:ext cx="282250" cy="229080"/>
            </a:xfrm>
            <a:prstGeom prst="ellipse">
              <a:avLst/>
            </a:prstGeom>
            <a:gradFill>
              <a:gsLst>
                <a:gs pos="0">
                  <a:srgbClr val="EEEEEF">
                    <a:alpha val="28803"/>
                  </a:srgbClr>
                </a:gs>
                <a:gs pos="14286">
                  <a:srgbClr val="EEEEEF">
                    <a:alpha val="26820"/>
                  </a:srgbClr>
                </a:gs>
                <a:gs pos="28571">
                  <a:srgbClr val="EEEEEF">
                    <a:alpha val="21529"/>
                  </a:srgbClr>
                </a:gs>
                <a:gs pos="42857">
                  <a:srgbClr val="EEEEEF">
                    <a:alpha val="14702"/>
                  </a:srgbClr>
                </a:gs>
                <a:gs pos="57143">
                  <a:srgbClr val="EEEEEF">
                    <a:alpha val="8434"/>
                  </a:srgbClr>
                </a:gs>
                <a:gs pos="71429">
                  <a:srgbClr val="EEEEEF">
                    <a:alpha val="4041"/>
                  </a:srgbClr>
                </a:gs>
                <a:gs pos="85714">
                  <a:srgbClr val="EEEEEF">
                    <a:alpha val="1618"/>
                  </a:srgbClr>
                </a:gs>
                <a:gs pos="100000">
                  <a:srgbClr val="EEEEEF">
                    <a:alpha val="5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4" name="Splat 714"/>
            <p:cNvSpPr>
              <a:spLocks noGrp="1"/>
            </p:cNvSpPr>
            <p:nvPr/>
          </p:nvSpPr>
          <p:spPr>
            <a:xfrm rot="10182198">
              <a:off x="3256475" y="2668271"/>
              <a:ext cx="354484" cy="81889"/>
            </a:xfrm>
            <a:prstGeom prst="ellipse">
              <a:avLst/>
            </a:prstGeom>
            <a:gradFill>
              <a:gsLst>
                <a:gs pos="0">
                  <a:srgbClr val="BCBCBD">
                    <a:alpha val="31554"/>
                  </a:srgbClr>
                </a:gs>
                <a:gs pos="14286">
                  <a:srgbClr val="BCBCBD">
                    <a:alpha val="29422"/>
                  </a:srgbClr>
                </a:gs>
                <a:gs pos="28571">
                  <a:srgbClr val="BCBCBD">
                    <a:alpha val="23705"/>
                  </a:srgbClr>
                </a:gs>
                <a:gs pos="42857">
                  <a:srgbClr val="BCBCBD">
                    <a:alpha val="16261"/>
                  </a:srgbClr>
                </a:gs>
                <a:gs pos="57143">
                  <a:srgbClr val="BCBCBD">
                    <a:alpha val="9365"/>
                  </a:srgbClr>
                </a:gs>
                <a:gs pos="71429">
                  <a:srgbClr val="BCBCBD">
                    <a:alpha val="4499"/>
                  </a:srgbClr>
                </a:gs>
                <a:gs pos="85714">
                  <a:srgbClr val="BCBCBD">
                    <a:alpha val="1804"/>
                  </a:srgbClr>
                </a:gs>
                <a:gs pos="100000">
                  <a:srgbClr val="BCBCBD">
                    <a:alpha val="6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5" name="Splat 715"/>
            <p:cNvSpPr>
              <a:spLocks noGrp="1"/>
            </p:cNvSpPr>
            <p:nvPr/>
          </p:nvSpPr>
          <p:spPr>
            <a:xfrm rot="6994587">
              <a:off x="2957225" y="1080901"/>
              <a:ext cx="203899" cy="6370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6" name="Splat 716"/>
            <p:cNvSpPr>
              <a:spLocks noGrp="1"/>
            </p:cNvSpPr>
            <p:nvPr/>
          </p:nvSpPr>
          <p:spPr>
            <a:xfrm rot="7811959">
              <a:off x="296335" y="1116280"/>
              <a:ext cx="410206" cy="19591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7" name="Splat 717"/>
            <p:cNvSpPr>
              <a:spLocks noGrp="1"/>
            </p:cNvSpPr>
            <p:nvPr/>
          </p:nvSpPr>
          <p:spPr>
            <a:xfrm rot="9080643">
              <a:off x="2081507" y="2311665"/>
              <a:ext cx="270344" cy="91278"/>
            </a:xfrm>
            <a:prstGeom prst="ellipse">
              <a:avLst/>
            </a:prstGeom>
            <a:gradFill>
              <a:gsLst>
                <a:gs pos="0">
                  <a:srgbClr val="FFFEFF">
                    <a:alpha val="24058"/>
                  </a:srgbClr>
                </a:gs>
                <a:gs pos="14286">
                  <a:srgbClr val="FFFEFF">
                    <a:alpha val="22348"/>
                  </a:srgbClr>
                </a:gs>
                <a:gs pos="28571">
                  <a:srgbClr val="FFFEFF">
                    <a:alpha val="17831"/>
                  </a:srgbClr>
                </a:gs>
                <a:gs pos="42857">
                  <a:srgbClr val="FFFEFF">
                    <a:alpha val="12087"/>
                  </a:srgbClr>
                </a:gs>
                <a:gs pos="57143">
                  <a:srgbClr val="FFFEFF">
                    <a:alpha val="6889"/>
                  </a:srgbClr>
                </a:gs>
                <a:gs pos="71429">
                  <a:srgbClr val="FFFEFF">
                    <a:alpha val="3286"/>
                  </a:srgbClr>
                </a:gs>
                <a:gs pos="85714">
                  <a:srgbClr val="FFFEFF">
                    <a:alpha val="1313"/>
                  </a:srgbClr>
                </a:gs>
                <a:gs pos="100000">
                  <a:srgbClr val="FFFEFF">
                    <a:alpha val="4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8" name="Splat 718"/>
            <p:cNvSpPr>
              <a:spLocks noGrp="1"/>
            </p:cNvSpPr>
            <p:nvPr/>
          </p:nvSpPr>
          <p:spPr>
            <a:xfrm rot="4760399">
              <a:off x="418869" y="1812735"/>
              <a:ext cx="280041" cy="10486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9" name="Splat 719"/>
            <p:cNvSpPr>
              <a:spLocks noGrp="1"/>
            </p:cNvSpPr>
            <p:nvPr/>
          </p:nvSpPr>
          <p:spPr>
            <a:xfrm rot="8322973">
              <a:off x="803567" y="1886942"/>
              <a:ext cx="234477" cy="156510"/>
            </a:xfrm>
            <a:prstGeom prst="ellipse">
              <a:avLst/>
            </a:prstGeom>
            <a:gradFill>
              <a:gsLst>
                <a:gs pos="0">
                  <a:srgbClr val="FFFFFF">
                    <a:alpha val="28743"/>
                  </a:srgbClr>
                </a:gs>
                <a:gs pos="14286">
                  <a:srgbClr val="FFFFFF">
                    <a:alpha val="26763"/>
                  </a:srgbClr>
                </a:gs>
                <a:gs pos="28571">
                  <a:srgbClr val="FFFFFF">
                    <a:alpha val="21482"/>
                  </a:srgbClr>
                </a:gs>
                <a:gs pos="42857">
                  <a:srgbClr val="FFFFFF">
                    <a:alpha val="14669"/>
                  </a:srgbClr>
                </a:gs>
                <a:gs pos="57143">
                  <a:srgbClr val="FFFFFF">
                    <a:alpha val="8414"/>
                  </a:srgbClr>
                </a:gs>
                <a:gs pos="71429">
                  <a:srgbClr val="FFFFFF">
                    <a:alpha val="4031"/>
                  </a:srgbClr>
                </a:gs>
                <a:gs pos="85714">
                  <a:srgbClr val="FFFFFF">
                    <a:alpha val="1614"/>
                  </a:srgbClr>
                </a:gs>
                <a:gs pos="100000">
                  <a:srgbClr val="FFFFFF">
                    <a:alpha val="5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0" name="Splat 720"/>
            <p:cNvSpPr>
              <a:spLocks noGrp="1"/>
            </p:cNvSpPr>
            <p:nvPr/>
          </p:nvSpPr>
          <p:spPr>
            <a:xfrm rot="-8255800">
              <a:off x="3048312" y="2657951"/>
              <a:ext cx="373145" cy="5026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1" name="Splat 721"/>
            <p:cNvSpPr>
              <a:spLocks noGrp="1"/>
            </p:cNvSpPr>
            <p:nvPr/>
          </p:nvSpPr>
          <p:spPr>
            <a:xfrm rot="6832138">
              <a:off x="108262" y="389105"/>
              <a:ext cx="329305" cy="17454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2" name="Splat 722"/>
            <p:cNvSpPr>
              <a:spLocks noGrp="1"/>
            </p:cNvSpPr>
            <p:nvPr/>
          </p:nvSpPr>
          <p:spPr>
            <a:xfrm rot="5855680">
              <a:off x="2551909" y="996398"/>
              <a:ext cx="336463" cy="188691"/>
            </a:xfrm>
            <a:prstGeom prst="ellipse">
              <a:avLst/>
            </a:prstGeom>
            <a:gradFill>
              <a:gsLst>
                <a:gs pos="0">
                  <a:srgbClr val="F1F1F1">
                    <a:alpha val="31892"/>
                  </a:srgbClr>
                </a:gs>
                <a:gs pos="14286">
                  <a:srgbClr val="F1F1F1">
                    <a:alpha val="29743"/>
                  </a:srgbClr>
                </a:gs>
                <a:gs pos="28571">
                  <a:srgbClr val="F1F1F1">
                    <a:alpha val="23974"/>
                  </a:srgbClr>
                </a:gs>
                <a:gs pos="42857">
                  <a:srgbClr val="F1F1F1">
                    <a:alpha val="16455"/>
                  </a:srgbClr>
                </a:gs>
                <a:gs pos="57143">
                  <a:srgbClr val="F1F1F1">
                    <a:alpha val="9482"/>
                  </a:srgbClr>
                </a:gs>
                <a:gs pos="71429">
                  <a:srgbClr val="F1F1F1">
                    <a:alpha val="4556"/>
                  </a:srgbClr>
                </a:gs>
                <a:gs pos="85714">
                  <a:srgbClr val="F1F1F1">
                    <a:alpha val="1827"/>
                  </a:srgbClr>
                </a:gs>
                <a:gs pos="100000">
                  <a:srgbClr val="F1F1F1">
                    <a:alpha val="6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3" name="Splat 723"/>
            <p:cNvSpPr>
              <a:spLocks noGrp="1"/>
            </p:cNvSpPr>
            <p:nvPr/>
          </p:nvSpPr>
          <p:spPr>
            <a:xfrm rot="9805219">
              <a:off x="219127" y="2226987"/>
              <a:ext cx="353388" cy="60906"/>
            </a:xfrm>
            <a:prstGeom prst="ellipse">
              <a:avLst/>
            </a:prstGeom>
            <a:gradFill>
              <a:gsLst>
                <a:gs pos="0">
                  <a:srgbClr val="D7D8D7">
                    <a:alpha val="32968"/>
                  </a:srgbClr>
                </a:gs>
                <a:gs pos="14286">
                  <a:srgbClr val="D7D8D7">
                    <a:alpha val="30764"/>
                  </a:srgbClr>
                </a:gs>
                <a:gs pos="28571">
                  <a:srgbClr val="D7D8D7">
                    <a:alpha val="24833"/>
                  </a:srgbClr>
                </a:gs>
                <a:gs pos="42857">
                  <a:srgbClr val="D7D8D7">
                    <a:alpha val="17075"/>
                  </a:srgbClr>
                </a:gs>
                <a:gs pos="57143">
                  <a:srgbClr val="D7D8D7">
                    <a:alpha val="9855"/>
                  </a:srgbClr>
                </a:gs>
                <a:gs pos="71429">
                  <a:srgbClr val="D7D8D7">
                    <a:alpha val="4740"/>
                  </a:srgbClr>
                </a:gs>
                <a:gs pos="85714">
                  <a:srgbClr val="D7D8D7">
                    <a:alpha val="1902"/>
                  </a:srgbClr>
                </a:gs>
                <a:gs pos="100000">
                  <a:srgbClr val="D7D8D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4" name="Splat 724"/>
            <p:cNvSpPr>
              <a:spLocks noGrp="1"/>
            </p:cNvSpPr>
            <p:nvPr/>
          </p:nvSpPr>
          <p:spPr>
            <a:xfrm rot="-9180763">
              <a:off x="1810628" y="466058"/>
              <a:ext cx="293106" cy="55808"/>
            </a:xfrm>
            <a:prstGeom prst="ellipse">
              <a:avLst/>
            </a:prstGeom>
            <a:gradFill>
              <a:gsLst>
                <a:gs pos="0">
                  <a:srgbClr val="000005">
                    <a:alpha val="28528"/>
                  </a:srgbClr>
                </a:gs>
                <a:gs pos="14286">
                  <a:srgbClr val="000005">
                    <a:alpha val="26559"/>
                  </a:srgbClr>
                </a:gs>
                <a:gs pos="28571">
                  <a:srgbClr val="000005">
                    <a:alpha val="21312"/>
                  </a:srgbClr>
                </a:gs>
                <a:gs pos="42857">
                  <a:srgbClr val="000005">
                    <a:alpha val="14548"/>
                  </a:srgbClr>
                </a:gs>
                <a:gs pos="57143">
                  <a:srgbClr val="000005">
                    <a:alpha val="8343"/>
                  </a:srgbClr>
                </a:gs>
                <a:gs pos="71429">
                  <a:srgbClr val="000005">
                    <a:alpha val="3996"/>
                  </a:srgbClr>
                </a:gs>
                <a:gs pos="85714">
                  <a:srgbClr val="000005">
                    <a:alpha val="1600"/>
                  </a:srgbClr>
                </a:gs>
                <a:gs pos="100000">
                  <a:srgbClr val="000005">
                    <a:alpha val="5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5" name="Splat 725"/>
            <p:cNvSpPr>
              <a:spLocks noGrp="1"/>
            </p:cNvSpPr>
            <p:nvPr/>
          </p:nvSpPr>
          <p:spPr>
            <a:xfrm rot="4024602">
              <a:off x="167030" y="1198677"/>
              <a:ext cx="256928" cy="104802"/>
            </a:xfrm>
            <a:prstGeom prst="ellipse">
              <a:avLst/>
            </a:prstGeom>
            <a:gradFill>
              <a:gsLst>
                <a:gs pos="0">
                  <a:srgbClr val="FFFFFF">
                    <a:alpha val="25240"/>
                  </a:srgbClr>
                </a:gs>
                <a:gs pos="14286">
                  <a:srgbClr val="FFFFFF">
                    <a:alpha val="23460"/>
                  </a:srgbClr>
                </a:gs>
                <a:gs pos="28571">
                  <a:srgbClr val="FFFFFF">
                    <a:alpha val="18746"/>
                  </a:srgbClr>
                </a:gs>
                <a:gs pos="42857">
                  <a:srgbClr val="FFFFFF">
                    <a:alpha val="12730"/>
                  </a:srgbClr>
                </a:gs>
                <a:gs pos="57143">
                  <a:srgbClr val="FFFFFF">
                    <a:alpha val="7267"/>
                  </a:srgbClr>
                </a:gs>
                <a:gs pos="71429">
                  <a:srgbClr val="FFFFFF">
                    <a:alpha val="3470"/>
                  </a:srgbClr>
                </a:gs>
                <a:gs pos="85714">
                  <a:srgbClr val="FFFFFF">
                    <a:alpha val="1387"/>
                  </a:srgbClr>
                </a:gs>
                <a:gs pos="100000">
                  <a:srgbClr val="FFFFFF">
                    <a:alpha val="4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6" name="Splat 726"/>
            <p:cNvSpPr>
              <a:spLocks noGrp="1"/>
            </p:cNvSpPr>
            <p:nvPr/>
          </p:nvSpPr>
          <p:spPr>
            <a:xfrm rot="3311855">
              <a:off x="2933515" y="1869771"/>
              <a:ext cx="340612" cy="12685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7" name="Splat 727"/>
            <p:cNvSpPr>
              <a:spLocks noGrp="1"/>
            </p:cNvSpPr>
            <p:nvPr/>
          </p:nvSpPr>
          <p:spPr>
            <a:xfrm rot="8953095">
              <a:off x="2914256" y="172581"/>
              <a:ext cx="282114" cy="77915"/>
            </a:xfrm>
            <a:prstGeom prst="ellipse">
              <a:avLst/>
            </a:prstGeom>
            <a:gradFill>
              <a:gsLst>
                <a:gs pos="0">
                  <a:srgbClr val="F1F1F1">
                    <a:alpha val="32968"/>
                  </a:srgbClr>
                </a:gs>
                <a:gs pos="14286">
                  <a:srgbClr val="F1F1F1">
                    <a:alpha val="30764"/>
                  </a:srgbClr>
                </a:gs>
                <a:gs pos="28571">
                  <a:srgbClr val="F1F1F1">
                    <a:alpha val="24833"/>
                  </a:srgbClr>
                </a:gs>
                <a:gs pos="42857">
                  <a:srgbClr val="F1F1F1">
                    <a:alpha val="17075"/>
                  </a:srgbClr>
                </a:gs>
                <a:gs pos="57143">
                  <a:srgbClr val="F1F1F1">
                    <a:alpha val="9855"/>
                  </a:srgbClr>
                </a:gs>
                <a:gs pos="71429">
                  <a:srgbClr val="F1F1F1">
                    <a:alpha val="4740"/>
                  </a:srgbClr>
                </a:gs>
                <a:gs pos="85714">
                  <a:srgbClr val="F1F1F1">
                    <a:alpha val="1902"/>
                  </a:srgbClr>
                </a:gs>
                <a:gs pos="100000">
                  <a:srgbClr val="F1F1F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8" name="Splat 728"/>
            <p:cNvSpPr>
              <a:spLocks noGrp="1"/>
            </p:cNvSpPr>
            <p:nvPr/>
          </p:nvSpPr>
          <p:spPr>
            <a:xfrm rot="-10167902">
              <a:off x="176061" y="621008"/>
              <a:ext cx="346352" cy="85427"/>
            </a:xfrm>
            <a:prstGeom prst="ellipse">
              <a:avLst/>
            </a:prstGeom>
            <a:gradFill>
              <a:gsLst>
                <a:gs pos="0">
                  <a:srgbClr val="CECECE">
                    <a:alpha val="32515"/>
                  </a:srgbClr>
                </a:gs>
                <a:gs pos="14286">
                  <a:srgbClr val="CECECE">
                    <a:alpha val="30334"/>
                  </a:srgbClr>
                </a:gs>
                <a:gs pos="28571">
                  <a:srgbClr val="CECECE">
                    <a:alpha val="24471"/>
                  </a:srgbClr>
                </a:gs>
                <a:gs pos="42857">
                  <a:srgbClr val="CECECE">
                    <a:alpha val="16814"/>
                  </a:srgbClr>
                </a:gs>
                <a:gs pos="57143">
                  <a:srgbClr val="CECECE">
                    <a:alpha val="9697"/>
                  </a:srgbClr>
                </a:gs>
                <a:gs pos="71429">
                  <a:srgbClr val="CECECE">
                    <a:alpha val="4662"/>
                  </a:srgbClr>
                </a:gs>
                <a:gs pos="85714">
                  <a:srgbClr val="CECECE">
                    <a:alpha val="1870"/>
                  </a:srgbClr>
                </a:gs>
                <a:gs pos="100000">
                  <a:srgbClr val="CECECE">
                    <a:alpha val="6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9" name="Splat 729"/>
            <p:cNvSpPr>
              <a:spLocks noGrp="1"/>
            </p:cNvSpPr>
            <p:nvPr/>
          </p:nvSpPr>
          <p:spPr>
            <a:xfrm rot="4338564">
              <a:off x="1493650" y="371577"/>
              <a:ext cx="326317" cy="43626"/>
            </a:xfrm>
            <a:prstGeom prst="ellipse">
              <a:avLst/>
            </a:prstGeom>
            <a:gradFill>
              <a:gsLst>
                <a:gs pos="0">
                  <a:srgbClr val="FFFFFF">
                    <a:alpha val="23487"/>
                  </a:srgbClr>
                </a:gs>
                <a:gs pos="14286">
                  <a:srgbClr val="FFFFFF">
                    <a:alpha val="21812"/>
                  </a:srgbClr>
                </a:gs>
                <a:gs pos="28571">
                  <a:srgbClr val="FFFFFF">
                    <a:alpha val="17390"/>
                  </a:srgbClr>
                </a:gs>
                <a:gs pos="42857">
                  <a:srgbClr val="FFFFFF">
                    <a:alpha val="11778"/>
                  </a:srgbClr>
                </a:gs>
                <a:gs pos="57143">
                  <a:srgbClr val="FFFFFF">
                    <a:alpha val="6708"/>
                  </a:srgbClr>
                </a:gs>
                <a:gs pos="71429">
                  <a:srgbClr val="FFFFFF">
                    <a:alpha val="3198"/>
                  </a:srgbClr>
                </a:gs>
                <a:gs pos="85714">
                  <a:srgbClr val="FFFFFF">
                    <a:alpha val="1277"/>
                  </a:srgbClr>
                </a:gs>
                <a:gs pos="100000">
                  <a:srgbClr val="FFFFFF">
                    <a:alpha val="4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0" name="Splat 730"/>
            <p:cNvSpPr>
              <a:spLocks noGrp="1"/>
            </p:cNvSpPr>
            <p:nvPr/>
          </p:nvSpPr>
          <p:spPr>
            <a:xfrm rot="-9681678">
              <a:off x="3069535" y="166028"/>
              <a:ext cx="373531" cy="43699"/>
            </a:xfrm>
            <a:prstGeom prst="ellipse">
              <a:avLst/>
            </a:prstGeom>
            <a:gradFill>
              <a:gsLst>
                <a:gs pos="0">
                  <a:srgbClr val="535555">
                    <a:alpha val="32968"/>
                  </a:srgbClr>
                </a:gs>
                <a:gs pos="14286">
                  <a:srgbClr val="535555">
                    <a:alpha val="30764"/>
                  </a:srgbClr>
                </a:gs>
                <a:gs pos="28571">
                  <a:srgbClr val="535555">
                    <a:alpha val="24833"/>
                  </a:srgbClr>
                </a:gs>
                <a:gs pos="42857">
                  <a:srgbClr val="535555">
                    <a:alpha val="17075"/>
                  </a:srgbClr>
                </a:gs>
                <a:gs pos="57143">
                  <a:srgbClr val="535555">
                    <a:alpha val="9855"/>
                  </a:srgbClr>
                </a:gs>
                <a:gs pos="71429">
                  <a:srgbClr val="535555">
                    <a:alpha val="4740"/>
                  </a:srgbClr>
                </a:gs>
                <a:gs pos="85714">
                  <a:srgbClr val="535555">
                    <a:alpha val="1902"/>
                  </a:srgbClr>
                </a:gs>
                <a:gs pos="100000">
                  <a:srgbClr val="53555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1" name="Splat 731"/>
            <p:cNvSpPr>
              <a:spLocks noGrp="1"/>
            </p:cNvSpPr>
            <p:nvPr/>
          </p:nvSpPr>
          <p:spPr>
            <a:xfrm rot="3874839">
              <a:off x="3319861" y="2510439"/>
              <a:ext cx="411177" cy="59445"/>
            </a:xfrm>
            <a:prstGeom prst="ellipse">
              <a:avLst/>
            </a:prstGeom>
            <a:gradFill>
              <a:gsLst>
                <a:gs pos="0">
                  <a:srgbClr val="FDFCFD">
                    <a:alpha val="32968"/>
                  </a:srgbClr>
                </a:gs>
                <a:gs pos="14286">
                  <a:srgbClr val="FDFCFD">
                    <a:alpha val="30764"/>
                  </a:srgbClr>
                </a:gs>
                <a:gs pos="28571">
                  <a:srgbClr val="FDFCFD">
                    <a:alpha val="24833"/>
                  </a:srgbClr>
                </a:gs>
                <a:gs pos="42857">
                  <a:srgbClr val="FDFCFD">
                    <a:alpha val="17075"/>
                  </a:srgbClr>
                </a:gs>
                <a:gs pos="57143">
                  <a:srgbClr val="FDFCFD">
                    <a:alpha val="9855"/>
                  </a:srgbClr>
                </a:gs>
                <a:gs pos="71429">
                  <a:srgbClr val="FDFCFD">
                    <a:alpha val="4740"/>
                  </a:srgbClr>
                </a:gs>
                <a:gs pos="85714">
                  <a:srgbClr val="FDFCFD">
                    <a:alpha val="1902"/>
                  </a:srgbClr>
                </a:gs>
                <a:gs pos="100000">
                  <a:srgbClr val="FDFCF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2" name="Splat 732"/>
            <p:cNvSpPr>
              <a:spLocks noGrp="1"/>
            </p:cNvSpPr>
            <p:nvPr/>
          </p:nvSpPr>
          <p:spPr>
            <a:xfrm rot="7667740">
              <a:off x="1718443" y="1066061"/>
              <a:ext cx="186844" cy="44432"/>
            </a:xfrm>
            <a:prstGeom prst="ellipse">
              <a:avLst/>
            </a:prstGeom>
            <a:gradFill>
              <a:gsLst>
                <a:gs pos="0">
                  <a:srgbClr val="FFFEFF">
                    <a:alpha val="32968"/>
                  </a:srgbClr>
                </a:gs>
                <a:gs pos="14286">
                  <a:srgbClr val="FFFEFF">
                    <a:alpha val="30764"/>
                  </a:srgbClr>
                </a:gs>
                <a:gs pos="28571">
                  <a:srgbClr val="FFFEFF">
                    <a:alpha val="24833"/>
                  </a:srgbClr>
                </a:gs>
                <a:gs pos="42857">
                  <a:srgbClr val="FFFEFF">
                    <a:alpha val="17075"/>
                  </a:srgbClr>
                </a:gs>
                <a:gs pos="57143">
                  <a:srgbClr val="FFFEFF">
                    <a:alpha val="9855"/>
                  </a:srgbClr>
                </a:gs>
                <a:gs pos="71429">
                  <a:srgbClr val="FFFEFF">
                    <a:alpha val="4740"/>
                  </a:srgbClr>
                </a:gs>
                <a:gs pos="85714">
                  <a:srgbClr val="FFFEFF">
                    <a:alpha val="1902"/>
                  </a:srgbClr>
                </a:gs>
                <a:gs pos="100000">
                  <a:srgbClr val="FFF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3" name="Splat 733"/>
            <p:cNvSpPr>
              <a:spLocks noGrp="1"/>
            </p:cNvSpPr>
            <p:nvPr/>
          </p:nvSpPr>
          <p:spPr>
            <a:xfrm rot="10128011">
              <a:off x="1288891" y="261271"/>
              <a:ext cx="330889" cy="102365"/>
            </a:xfrm>
            <a:prstGeom prst="ellipse">
              <a:avLst/>
            </a:prstGeom>
            <a:gradFill>
              <a:gsLst>
                <a:gs pos="0">
                  <a:srgbClr val="C2C3C3">
                    <a:alpha val="32968"/>
                  </a:srgbClr>
                </a:gs>
                <a:gs pos="14286">
                  <a:srgbClr val="C2C3C3">
                    <a:alpha val="30764"/>
                  </a:srgbClr>
                </a:gs>
                <a:gs pos="28571">
                  <a:srgbClr val="C2C3C3">
                    <a:alpha val="24833"/>
                  </a:srgbClr>
                </a:gs>
                <a:gs pos="42857">
                  <a:srgbClr val="C2C3C3">
                    <a:alpha val="17075"/>
                  </a:srgbClr>
                </a:gs>
                <a:gs pos="57143">
                  <a:srgbClr val="C2C3C3">
                    <a:alpha val="9855"/>
                  </a:srgbClr>
                </a:gs>
                <a:gs pos="71429">
                  <a:srgbClr val="C2C3C3">
                    <a:alpha val="4740"/>
                  </a:srgbClr>
                </a:gs>
                <a:gs pos="85714">
                  <a:srgbClr val="C2C3C3">
                    <a:alpha val="1902"/>
                  </a:srgbClr>
                </a:gs>
                <a:gs pos="100000">
                  <a:srgbClr val="C2C3C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4" name="Splat 734"/>
            <p:cNvSpPr>
              <a:spLocks noGrp="1"/>
            </p:cNvSpPr>
            <p:nvPr/>
          </p:nvSpPr>
          <p:spPr>
            <a:xfrm rot="7808900">
              <a:off x="142608" y="416918"/>
              <a:ext cx="410573" cy="293034"/>
            </a:xfrm>
            <a:prstGeom prst="ellipse">
              <a:avLst/>
            </a:prstGeom>
            <a:gradFill>
              <a:gsLst>
                <a:gs pos="0">
                  <a:srgbClr val="DADADA">
                    <a:alpha val="32968"/>
                  </a:srgbClr>
                </a:gs>
                <a:gs pos="14286">
                  <a:srgbClr val="DADADA">
                    <a:alpha val="30764"/>
                  </a:srgbClr>
                </a:gs>
                <a:gs pos="28571">
                  <a:srgbClr val="DADADA">
                    <a:alpha val="24833"/>
                  </a:srgbClr>
                </a:gs>
                <a:gs pos="42857">
                  <a:srgbClr val="DADADA">
                    <a:alpha val="17075"/>
                  </a:srgbClr>
                </a:gs>
                <a:gs pos="57143">
                  <a:srgbClr val="DADADA">
                    <a:alpha val="9855"/>
                  </a:srgbClr>
                </a:gs>
                <a:gs pos="71429">
                  <a:srgbClr val="DADADA">
                    <a:alpha val="4740"/>
                  </a:srgbClr>
                </a:gs>
                <a:gs pos="85714">
                  <a:srgbClr val="DADADA">
                    <a:alpha val="1902"/>
                  </a:srgbClr>
                </a:gs>
                <a:gs pos="100000">
                  <a:srgbClr val="DADAD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5" name="Splat 735"/>
            <p:cNvSpPr>
              <a:spLocks noGrp="1"/>
            </p:cNvSpPr>
            <p:nvPr/>
          </p:nvSpPr>
          <p:spPr>
            <a:xfrm rot="8070824">
              <a:off x="2981601" y="1101340"/>
              <a:ext cx="242898" cy="94736"/>
            </a:xfrm>
            <a:prstGeom prst="ellipse">
              <a:avLst/>
            </a:prstGeom>
            <a:gradFill>
              <a:gsLst>
                <a:gs pos="0">
                  <a:srgbClr val="F9F9F9">
                    <a:alpha val="15271"/>
                  </a:srgbClr>
                </a:gs>
                <a:gs pos="14286">
                  <a:srgbClr val="F9F9F9">
                    <a:alpha val="14128"/>
                  </a:srgbClr>
                </a:gs>
                <a:gs pos="28571">
                  <a:srgbClr val="F9F9F9">
                    <a:alpha val="11154"/>
                  </a:srgbClr>
                </a:gs>
                <a:gs pos="42857">
                  <a:srgbClr val="F9F9F9">
                    <a:alpha val="7464"/>
                  </a:srgbClr>
                </a:gs>
                <a:gs pos="57143">
                  <a:srgbClr val="F9F9F9">
                    <a:alpha val="4207"/>
                  </a:srgbClr>
                </a:gs>
                <a:gs pos="71429">
                  <a:srgbClr val="F9F9F9">
                    <a:alpha val="1992"/>
                  </a:srgbClr>
                </a:gs>
                <a:gs pos="85714">
                  <a:srgbClr val="F9F9F9">
                    <a:alpha val="792"/>
                  </a:srgbClr>
                </a:gs>
                <a:gs pos="100000">
                  <a:srgbClr val="F9F9F9">
                    <a:alpha val="2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6" name="Splat 736"/>
            <p:cNvSpPr>
              <a:spLocks noGrp="1"/>
            </p:cNvSpPr>
            <p:nvPr/>
          </p:nvSpPr>
          <p:spPr>
            <a:xfrm rot="7958158">
              <a:off x="1742475" y="346661"/>
              <a:ext cx="289969" cy="55551"/>
            </a:xfrm>
            <a:prstGeom prst="ellipse">
              <a:avLst/>
            </a:prstGeom>
            <a:gradFill>
              <a:gsLst>
                <a:gs pos="0">
                  <a:srgbClr val="C3C1C2">
                    <a:alpha val="31499"/>
                  </a:srgbClr>
                </a:gs>
                <a:gs pos="14286">
                  <a:srgbClr val="C3C1C2">
                    <a:alpha val="29370"/>
                  </a:srgbClr>
                </a:gs>
                <a:gs pos="28571">
                  <a:srgbClr val="C3C1C2">
                    <a:alpha val="23661"/>
                  </a:srgbClr>
                </a:gs>
                <a:gs pos="42857">
                  <a:srgbClr val="C3C1C2">
                    <a:alpha val="16229"/>
                  </a:srgbClr>
                </a:gs>
                <a:gs pos="57143">
                  <a:srgbClr val="C3C1C2">
                    <a:alpha val="9346"/>
                  </a:srgbClr>
                </a:gs>
                <a:gs pos="71429">
                  <a:srgbClr val="C3C1C2">
                    <a:alpha val="4489"/>
                  </a:srgbClr>
                </a:gs>
                <a:gs pos="85714">
                  <a:srgbClr val="C3C1C2">
                    <a:alpha val="1800"/>
                  </a:srgbClr>
                </a:gs>
                <a:gs pos="100000">
                  <a:srgbClr val="C3C1C2">
                    <a:alpha val="6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7" name="Splat 737"/>
            <p:cNvSpPr>
              <a:spLocks noGrp="1"/>
            </p:cNvSpPr>
            <p:nvPr/>
          </p:nvSpPr>
          <p:spPr>
            <a:xfrm rot="9936354">
              <a:off x="2249744" y="1046683"/>
              <a:ext cx="470930" cy="194477"/>
            </a:xfrm>
            <a:prstGeom prst="ellipse">
              <a:avLst/>
            </a:prstGeom>
            <a:gradFill>
              <a:gsLst>
                <a:gs pos="0">
                  <a:srgbClr val="FDFDFD">
                    <a:alpha val="16058"/>
                  </a:srgbClr>
                </a:gs>
                <a:gs pos="14286">
                  <a:srgbClr val="FDFDFD">
                    <a:alpha val="14861"/>
                  </a:srgbClr>
                </a:gs>
                <a:gs pos="28571">
                  <a:srgbClr val="FDFDFD">
                    <a:alpha val="11743"/>
                  </a:srgbClr>
                </a:gs>
                <a:gs pos="42857">
                  <a:srgbClr val="FDFDFD">
                    <a:alpha val="7867"/>
                  </a:srgbClr>
                </a:gs>
                <a:gs pos="57143">
                  <a:srgbClr val="FDFDFD">
                    <a:alpha val="4439"/>
                  </a:srgbClr>
                </a:gs>
                <a:gs pos="71429">
                  <a:srgbClr val="FDFDFD">
                    <a:alpha val="2103"/>
                  </a:srgbClr>
                </a:gs>
                <a:gs pos="85714">
                  <a:srgbClr val="FDFDFD">
                    <a:alpha val="837"/>
                  </a:srgbClr>
                </a:gs>
                <a:gs pos="100000">
                  <a:srgbClr val="FDFDFD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8" name="Splat 738"/>
            <p:cNvSpPr>
              <a:spLocks noGrp="1"/>
            </p:cNvSpPr>
            <p:nvPr/>
          </p:nvSpPr>
          <p:spPr>
            <a:xfrm rot="-8954741">
              <a:off x="222726" y="1261481"/>
              <a:ext cx="397162" cy="67654"/>
            </a:xfrm>
            <a:prstGeom prst="ellipse">
              <a:avLst/>
            </a:prstGeom>
            <a:gradFill>
              <a:gsLst>
                <a:gs pos="0">
                  <a:srgbClr val="FFFFFF">
                    <a:alpha val="19525"/>
                  </a:srgbClr>
                </a:gs>
                <a:gs pos="14286">
                  <a:srgbClr val="FFFFFF">
                    <a:alpha val="18099"/>
                  </a:srgbClr>
                </a:gs>
                <a:gs pos="28571">
                  <a:srgbClr val="FFFFFF">
                    <a:alpha val="14360"/>
                  </a:srgbClr>
                </a:gs>
                <a:gs pos="42857">
                  <a:srgbClr val="FFFFFF">
                    <a:alpha val="9668"/>
                  </a:srgbClr>
                </a:gs>
                <a:gs pos="57143">
                  <a:srgbClr val="FFFFFF">
                    <a:alpha val="5479"/>
                  </a:srgbClr>
                </a:gs>
                <a:gs pos="71429">
                  <a:srgbClr val="FFFFFF">
                    <a:alpha val="2603"/>
                  </a:srgbClr>
                </a:gs>
                <a:gs pos="85714">
                  <a:srgbClr val="FFFFFF">
                    <a:alpha val="1037"/>
                  </a:srgbClr>
                </a:gs>
                <a:gs pos="100000">
                  <a:srgbClr val="FFFFFF">
                    <a:alpha val="3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9" name="Splat 739"/>
            <p:cNvSpPr>
              <a:spLocks noGrp="1"/>
            </p:cNvSpPr>
            <p:nvPr/>
          </p:nvSpPr>
          <p:spPr>
            <a:xfrm rot="7241966">
              <a:off x="527983" y="2559006"/>
              <a:ext cx="276977" cy="39975"/>
            </a:xfrm>
            <a:prstGeom prst="ellipse">
              <a:avLst/>
            </a:prstGeom>
            <a:gradFill>
              <a:gsLst>
                <a:gs pos="0">
                  <a:srgbClr val="E2E3E2">
                    <a:alpha val="27320"/>
                  </a:srgbClr>
                </a:gs>
                <a:gs pos="14286">
                  <a:srgbClr val="E2E3E2">
                    <a:alpha val="25420"/>
                  </a:srgbClr>
                </a:gs>
                <a:gs pos="28571">
                  <a:srgbClr val="E2E3E2">
                    <a:alpha val="20366"/>
                  </a:srgbClr>
                </a:gs>
                <a:gs pos="42857">
                  <a:srgbClr val="E2E3E2">
                    <a:alpha val="13875"/>
                  </a:srgbClr>
                </a:gs>
                <a:gs pos="57143">
                  <a:srgbClr val="E2E3E2">
                    <a:alpha val="7944"/>
                  </a:srgbClr>
                </a:gs>
                <a:gs pos="71429">
                  <a:srgbClr val="E2E3E2">
                    <a:alpha val="3800"/>
                  </a:srgbClr>
                </a:gs>
                <a:gs pos="85714">
                  <a:srgbClr val="E2E3E2">
                    <a:alpha val="1520"/>
                  </a:srgbClr>
                </a:gs>
                <a:gs pos="100000">
                  <a:srgbClr val="E2E3E2">
                    <a:alpha val="5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0" name="Splat 740"/>
            <p:cNvSpPr>
              <a:spLocks noGrp="1"/>
            </p:cNvSpPr>
            <p:nvPr/>
          </p:nvSpPr>
          <p:spPr>
            <a:xfrm rot="6825799">
              <a:off x="716981" y="1695646"/>
              <a:ext cx="326036" cy="216438"/>
            </a:xfrm>
            <a:prstGeom prst="ellipse">
              <a:avLst/>
            </a:prstGeom>
            <a:gradFill>
              <a:gsLst>
                <a:gs pos="0">
                  <a:srgbClr val="E0E0E0">
                    <a:alpha val="27349"/>
                  </a:srgbClr>
                </a:gs>
                <a:gs pos="14286">
                  <a:srgbClr val="E0E0E0">
                    <a:alpha val="25447"/>
                  </a:srgbClr>
                </a:gs>
                <a:gs pos="28571">
                  <a:srgbClr val="E0E0E0">
                    <a:alpha val="20389"/>
                  </a:srgbClr>
                </a:gs>
                <a:gs pos="42857">
                  <a:srgbClr val="E0E0E0">
                    <a:alpha val="13891"/>
                  </a:srgbClr>
                </a:gs>
                <a:gs pos="57143">
                  <a:srgbClr val="E0E0E0">
                    <a:alpha val="7953"/>
                  </a:srgbClr>
                </a:gs>
                <a:gs pos="71429">
                  <a:srgbClr val="E0E0E0">
                    <a:alpha val="3805"/>
                  </a:srgbClr>
                </a:gs>
                <a:gs pos="85714">
                  <a:srgbClr val="E0E0E0">
                    <a:alpha val="1522"/>
                  </a:srgbClr>
                </a:gs>
                <a:gs pos="100000">
                  <a:srgbClr val="E0E0E0">
                    <a:alpha val="5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1" name="Splat 741"/>
            <p:cNvSpPr>
              <a:spLocks noGrp="1"/>
            </p:cNvSpPr>
            <p:nvPr/>
          </p:nvSpPr>
          <p:spPr>
            <a:xfrm rot="-9705793">
              <a:off x="2118229" y="2635213"/>
              <a:ext cx="281310" cy="9988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2" name="Splat 742"/>
            <p:cNvSpPr>
              <a:spLocks noGrp="1"/>
            </p:cNvSpPr>
            <p:nvPr/>
          </p:nvSpPr>
          <p:spPr>
            <a:xfrm rot="7290049">
              <a:off x="298383" y="362849"/>
              <a:ext cx="402896" cy="261772"/>
            </a:xfrm>
            <a:prstGeom prst="ellipse">
              <a:avLst/>
            </a:prstGeom>
            <a:gradFill>
              <a:gsLst>
                <a:gs pos="0">
                  <a:srgbClr val="C3C3C4">
                    <a:alpha val="32909"/>
                  </a:srgbClr>
                </a:gs>
                <a:gs pos="14286">
                  <a:srgbClr val="C3C3C4">
                    <a:alpha val="30708"/>
                  </a:srgbClr>
                </a:gs>
                <a:gs pos="28571">
                  <a:srgbClr val="C3C3C4">
                    <a:alpha val="24786"/>
                  </a:srgbClr>
                </a:gs>
                <a:gs pos="42857">
                  <a:srgbClr val="C3C3C4">
                    <a:alpha val="17041"/>
                  </a:srgbClr>
                </a:gs>
                <a:gs pos="57143">
                  <a:srgbClr val="C3C3C4">
                    <a:alpha val="9834"/>
                  </a:srgbClr>
                </a:gs>
                <a:gs pos="71429">
                  <a:srgbClr val="C3C3C4">
                    <a:alpha val="4730"/>
                  </a:srgbClr>
                </a:gs>
                <a:gs pos="85714">
                  <a:srgbClr val="C3C3C4">
                    <a:alpha val="1898"/>
                  </a:srgbClr>
                </a:gs>
                <a:gs pos="100000">
                  <a:srgbClr val="C3C3C4">
                    <a:alpha val="6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3" name="Splat 743"/>
            <p:cNvSpPr>
              <a:spLocks noGrp="1"/>
            </p:cNvSpPr>
            <p:nvPr/>
          </p:nvSpPr>
          <p:spPr>
            <a:xfrm rot="7510115">
              <a:off x="720603" y="1076181"/>
              <a:ext cx="338055" cy="174886"/>
            </a:xfrm>
            <a:prstGeom prst="ellipse">
              <a:avLst/>
            </a:prstGeom>
            <a:gradFill>
              <a:gsLst>
                <a:gs pos="0">
                  <a:srgbClr val="E7E7E7">
                    <a:alpha val="32968"/>
                  </a:srgbClr>
                </a:gs>
                <a:gs pos="14286">
                  <a:srgbClr val="E7E7E7">
                    <a:alpha val="30764"/>
                  </a:srgbClr>
                </a:gs>
                <a:gs pos="28571">
                  <a:srgbClr val="E7E7E7">
                    <a:alpha val="24833"/>
                  </a:srgbClr>
                </a:gs>
                <a:gs pos="42857">
                  <a:srgbClr val="E7E7E7">
                    <a:alpha val="17075"/>
                  </a:srgbClr>
                </a:gs>
                <a:gs pos="57143">
                  <a:srgbClr val="E7E7E7">
                    <a:alpha val="9855"/>
                  </a:srgbClr>
                </a:gs>
                <a:gs pos="71429">
                  <a:srgbClr val="E7E7E7">
                    <a:alpha val="4740"/>
                  </a:srgbClr>
                </a:gs>
                <a:gs pos="85714">
                  <a:srgbClr val="E7E7E7">
                    <a:alpha val="1902"/>
                  </a:srgbClr>
                </a:gs>
                <a:gs pos="100000">
                  <a:srgbClr val="E7E7E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4" name="Splat 744"/>
            <p:cNvSpPr>
              <a:spLocks noGrp="1"/>
            </p:cNvSpPr>
            <p:nvPr/>
          </p:nvSpPr>
          <p:spPr>
            <a:xfrm rot="5988102">
              <a:off x="2659138" y="1159637"/>
              <a:ext cx="274959" cy="3259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5" name="Splat 745"/>
            <p:cNvSpPr>
              <a:spLocks noGrp="1"/>
            </p:cNvSpPr>
            <p:nvPr/>
          </p:nvSpPr>
          <p:spPr>
            <a:xfrm rot="4941470">
              <a:off x="1504472" y="1854567"/>
              <a:ext cx="570901" cy="5744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6" name="Splat 746"/>
            <p:cNvSpPr>
              <a:spLocks noGrp="1"/>
            </p:cNvSpPr>
            <p:nvPr/>
          </p:nvSpPr>
          <p:spPr>
            <a:xfrm rot="-10644701">
              <a:off x="1224714" y="1092032"/>
              <a:ext cx="529731" cy="219883"/>
            </a:xfrm>
            <a:prstGeom prst="ellipse">
              <a:avLst/>
            </a:prstGeom>
            <a:gradFill>
              <a:gsLst>
                <a:gs pos="0">
                  <a:srgbClr val="ECECEC">
                    <a:alpha val="32968"/>
                  </a:srgbClr>
                </a:gs>
                <a:gs pos="14286">
                  <a:srgbClr val="ECECEC">
                    <a:alpha val="30764"/>
                  </a:srgbClr>
                </a:gs>
                <a:gs pos="28571">
                  <a:srgbClr val="ECECEC">
                    <a:alpha val="24833"/>
                  </a:srgbClr>
                </a:gs>
                <a:gs pos="42857">
                  <a:srgbClr val="ECECEC">
                    <a:alpha val="17075"/>
                  </a:srgbClr>
                </a:gs>
                <a:gs pos="57143">
                  <a:srgbClr val="ECECEC">
                    <a:alpha val="9855"/>
                  </a:srgbClr>
                </a:gs>
                <a:gs pos="71429">
                  <a:srgbClr val="ECECEC">
                    <a:alpha val="4740"/>
                  </a:srgbClr>
                </a:gs>
                <a:gs pos="85714">
                  <a:srgbClr val="ECECEC">
                    <a:alpha val="1902"/>
                  </a:srgbClr>
                </a:gs>
                <a:gs pos="100000">
                  <a:srgbClr val="ECECE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7" name="Splat 747"/>
            <p:cNvSpPr>
              <a:spLocks noGrp="1"/>
            </p:cNvSpPr>
            <p:nvPr/>
          </p:nvSpPr>
          <p:spPr>
            <a:xfrm rot="3346016">
              <a:off x="2477795" y="1834378"/>
              <a:ext cx="415338" cy="82476"/>
            </a:xfrm>
            <a:prstGeom prst="ellipse">
              <a:avLst/>
            </a:prstGeom>
            <a:gradFill>
              <a:gsLst>
                <a:gs pos="0">
                  <a:srgbClr val="ECECEC">
                    <a:alpha val="14154"/>
                  </a:srgbClr>
                </a:gs>
                <a:gs pos="14286">
                  <a:srgbClr val="ECECEC">
                    <a:alpha val="13088"/>
                  </a:srgbClr>
                </a:gs>
                <a:gs pos="28571">
                  <a:srgbClr val="ECECEC">
                    <a:alpha val="10319"/>
                  </a:srgbClr>
                </a:gs>
                <a:gs pos="42857">
                  <a:srgbClr val="ECECEC">
                    <a:alpha val="6895"/>
                  </a:srgbClr>
                </a:gs>
                <a:gs pos="57143">
                  <a:srgbClr val="ECECEC">
                    <a:alpha val="3881"/>
                  </a:srgbClr>
                </a:gs>
                <a:gs pos="71429">
                  <a:srgbClr val="ECECEC">
                    <a:alpha val="1836"/>
                  </a:srgbClr>
                </a:gs>
                <a:gs pos="85714">
                  <a:srgbClr val="ECECEC">
                    <a:alpha val="730"/>
                  </a:srgbClr>
                </a:gs>
                <a:gs pos="100000">
                  <a:srgbClr val="ECECEC">
                    <a:alpha val="2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8" name="Splat 748"/>
            <p:cNvSpPr>
              <a:spLocks noGrp="1"/>
            </p:cNvSpPr>
            <p:nvPr/>
          </p:nvSpPr>
          <p:spPr>
            <a:xfrm rot="9868481">
              <a:off x="3207127" y="2347001"/>
              <a:ext cx="305545" cy="97616"/>
            </a:xfrm>
            <a:prstGeom prst="ellipse">
              <a:avLst/>
            </a:prstGeom>
            <a:gradFill>
              <a:gsLst>
                <a:gs pos="0">
                  <a:srgbClr val="F0F0F0">
                    <a:alpha val="32968"/>
                  </a:srgbClr>
                </a:gs>
                <a:gs pos="14286">
                  <a:srgbClr val="F0F0F0">
                    <a:alpha val="30764"/>
                  </a:srgbClr>
                </a:gs>
                <a:gs pos="28571">
                  <a:srgbClr val="F0F0F0">
                    <a:alpha val="24833"/>
                  </a:srgbClr>
                </a:gs>
                <a:gs pos="42857">
                  <a:srgbClr val="F0F0F0">
                    <a:alpha val="17075"/>
                  </a:srgbClr>
                </a:gs>
                <a:gs pos="57143">
                  <a:srgbClr val="F0F0F0">
                    <a:alpha val="9855"/>
                  </a:srgbClr>
                </a:gs>
                <a:gs pos="71429">
                  <a:srgbClr val="F0F0F0">
                    <a:alpha val="4740"/>
                  </a:srgbClr>
                </a:gs>
                <a:gs pos="85714">
                  <a:srgbClr val="F0F0F0">
                    <a:alpha val="1902"/>
                  </a:srgbClr>
                </a:gs>
                <a:gs pos="100000">
                  <a:srgbClr val="F0F0F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9" name="Splat 749"/>
            <p:cNvSpPr>
              <a:spLocks noGrp="1"/>
            </p:cNvSpPr>
            <p:nvPr/>
          </p:nvSpPr>
          <p:spPr>
            <a:xfrm rot="-8208532">
              <a:off x="411309" y="2232708"/>
              <a:ext cx="328100" cy="163006"/>
            </a:xfrm>
            <a:prstGeom prst="ellipse">
              <a:avLst/>
            </a:prstGeom>
            <a:gradFill>
              <a:gsLst>
                <a:gs pos="0">
                  <a:srgbClr val="E8E8E8">
                    <a:alpha val="31909"/>
                  </a:srgbClr>
                </a:gs>
                <a:gs pos="14286">
                  <a:srgbClr val="E8E8E8">
                    <a:alpha val="29759"/>
                  </a:srgbClr>
                </a:gs>
                <a:gs pos="28571">
                  <a:srgbClr val="E8E8E8">
                    <a:alpha val="23987"/>
                  </a:srgbClr>
                </a:gs>
                <a:gs pos="42857">
                  <a:srgbClr val="E8E8E8">
                    <a:alpha val="16465"/>
                  </a:srgbClr>
                </a:gs>
                <a:gs pos="57143">
                  <a:srgbClr val="E8E8E8">
                    <a:alpha val="9488"/>
                  </a:srgbClr>
                </a:gs>
                <a:gs pos="71429">
                  <a:srgbClr val="E8E8E8">
                    <a:alpha val="4559"/>
                  </a:srgbClr>
                </a:gs>
                <a:gs pos="85714">
                  <a:srgbClr val="E8E8E8">
                    <a:alpha val="1828"/>
                  </a:srgbClr>
                </a:gs>
                <a:gs pos="100000">
                  <a:srgbClr val="E8E8E8">
                    <a:alpha val="6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0" name="Splat 750"/>
            <p:cNvSpPr>
              <a:spLocks noGrp="1"/>
            </p:cNvSpPr>
            <p:nvPr/>
          </p:nvSpPr>
          <p:spPr>
            <a:xfrm rot="6333857">
              <a:off x="2666180" y="518136"/>
              <a:ext cx="316497" cy="280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1" name="Splat 751"/>
            <p:cNvSpPr>
              <a:spLocks noGrp="1"/>
            </p:cNvSpPr>
            <p:nvPr/>
          </p:nvSpPr>
          <p:spPr>
            <a:xfrm rot="-9988631">
              <a:off x="2357199" y="1212487"/>
              <a:ext cx="406519" cy="54661"/>
            </a:xfrm>
            <a:prstGeom prst="ellipse">
              <a:avLst/>
            </a:prstGeom>
            <a:gradFill>
              <a:gsLst>
                <a:gs pos="0">
                  <a:srgbClr val="FFFFFF">
                    <a:alpha val="13950"/>
                  </a:srgbClr>
                </a:gs>
                <a:gs pos="14286">
                  <a:srgbClr val="FFFFFF">
                    <a:alpha val="12898"/>
                  </a:srgbClr>
                </a:gs>
                <a:gs pos="28571">
                  <a:srgbClr val="FFFFFF">
                    <a:alpha val="10167"/>
                  </a:srgbClr>
                </a:gs>
                <a:gs pos="42857">
                  <a:srgbClr val="FFFFFF">
                    <a:alpha val="6791"/>
                  </a:srgbClr>
                </a:gs>
                <a:gs pos="57143">
                  <a:srgbClr val="FFFFFF">
                    <a:alpha val="3822"/>
                  </a:srgbClr>
                </a:gs>
                <a:gs pos="71429">
                  <a:srgbClr val="FFFFFF">
                    <a:alpha val="1808"/>
                  </a:srgbClr>
                </a:gs>
                <a:gs pos="85714">
                  <a:srgbClr val="FFFFFF">
                    <a:alpha val="719"/>
                  </a:srgbClr>
                </a:gs>
                <a:gs pos="100000">
                  <a:srgbClr val="FFFFFF">
                    <a:alpha val="2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2" name="Splat 752"/>
            <p:cNvSpPr>
              <a:spLocks noGrp="1"/>
            </p:cNvSpPr>
            <p:nvPr/>
          </p:nvSpPr>
          <p:spPr>
            <a:xfrm rot="-10537105">
              <a:off x="1512982" y="2244053"/>
              <a:ext cx="296488" cy="4367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3" name="Splat 753"/>
            <p:cNvSpPr>
              <a:spLocks noGrp="1"/>
            </p:cNvSpPr>
            <p:nvPr/>
          </p:nvSpPr>
          <p:spPr>
            <a:xfrm rot="7014700">
              <a:off x="222313" y="1091105"/>
              <a:ext cx="376956" cy="173143"/>
            </a:xfrm>
            <a:prstGeom prst="ellipse">
              <a:avLst/>
            </a:prstGeom>
            <a:gradFill>
              <a:gsLst>
                <a:gs pos="0">
                  <a:srgbClr val="F6F6F5">
                    <a:alpha val="28152"/>
                  </a:srgbClr>
                </a:gs>
                <a:gs pos="14286">
                  <a:srgbClr val="F6F6F5">
                    <a:alpha val="26205"/>
                  </a:srgbClr>
                </a:gs>
                <a:gs pos="28571">
                  <a:srgbClr val="F6F6F5">
                    <a:alpha val="21018"/>
                  </a:srgbClr>
                </a:gs>
                <a:gs pos="42857">
                  <a:srgbClr val="F6F6F5">
                    <a:alpha val="14338"/>
                  </a:srgbClr>
                </a:gs>
                <a:gs pos="57143">
                  <a:srgbClr val="F6F6F5">
                    <a:alpha val="8218"/>
                  </a:srgbClr>
                </a:gs>
                <a:gs pos="71429">
                  <a:srgbClr val="F6F6F5">
                    <a:alpha val="3935"/>
                  </a:srgbClr>
                </a:gs>
                <a:gs pos="85714">
                  <a:srgbClr val="F6F6F5">
                    <a:alpha val="1575"/>
                  </a:srgbClr>
                </a:gs>
                <a:gs pos="100000">
                  <a:srgbClr val="F6F6F5">
                    <a:alpha val="5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4" name="Splat 754"/>
            <p:cNvSpPr>
              <a:spLocks noGrp="1"/>
            </p:cNvSpPr>
            <p:nvPr/>
          </p:nvSpPr>
          <p:spPr>
            <a:xfrm rot="6270576">
              <a:off x="1077087" y="2388889"/>
              <a:ext cx="191701" cy="108347"/>
            </a:xfrm>
            <a:prstGeom prst="ellipse">
              <a:avLst/>
            </a:prstGeom>
            <a:gradFill>
              <a:gsLst>
                <a:gs pos="0">
                  <a:srgbClr val="FEFEFE">
                    <a:alpha val="20070"/>
                  </a:srgbClr>
                </a:gs>
                <a:gs pos="14286">
                  <a:srgbClr val="FEFEFE">
                    <a:alpha val="18608"/>
                  </a:srgbClr>
                </a:gs>
                <a:gs pos="28571">
                  <a:srgbClr val="FEFEFE">
                    <a:alpha val="14774"/>
                  </a:srgbClr>
                </a:gs>
                <a:gs pos="42857">
                  <a:srgbClr val="FEFEFE">
                    <a:alpha val="9955"/>
                  </a:srgbClr>
                </a:gs>
                <a:gs pos="57143">
                  <a:srgbClr val="FEFEFE">
                    <a:alpha val="5645"/>
                  </a:srgbClr>
                </a:gs>
                <a:gs pos="71429">
                  <a:srgbClr val="FEFEFE">
                    <a:alpha val="2683"/>
                  </a:srgbClr>
                </a:gs>
                <a:gs pos="85714">
                  <a:srgbClr val="FEFEFE">
                    <a:alpha val="1070"/>
                  </a:srgbClr>
                </a:gs>
                <a:gs pos="100000">
                  <a:srgbClr val="FEFEFE">
                    <a:alpha val="3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5" name="Splat 755"/>
            <p:cNvSpPr>
              <a:spLocks noGrp="1"/>
            </p:cNvSpPr>
            <p:nvPr/>
          </p:nvSpPr>
          <p:spPr>
            <a:xfrm rot="-9855319">
              <a:off x="254698" y="1793058"/>
              <a:ext cx="389550" cy="12619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6" name="Splat 756"/>
            <p:cNvSpPr>
              <a:spLocks noGrp="1"/>
            </p:cNvSpPr>
            <p:nvPr/>
          </p:nvSpPr>
          <p:spPr>
            <a:xfrm rot="10778311">
              <a:off x="165996" y="2576948"/>
              <a:ext cx="470998" cy="173715"/>
            </a:xfrm>
            <a:prstGeom prst="ellipse">
              <a:avLst/>
            </a:prstGeom>
            <a:gradFill>
              <a:gsLst>
                <a:gs pos="0">
                  <a:srgbClr val="C9CACA">
                    <a:alpha val="29845"/>
                  </a:srgbClr>
                </a:gs>
                <a:gs pos="14286">
                  <a:srgbClr val="C9CACA">
                    <a:alpha val="27805"/>
                  </a:srgbClr>
                </a:gs>
                <a:gs pos="28571">
                  <a:srgbClr val="C9CACA">
                    <a:alpha val="22350"/>
                  </a:srgbClr>
                </a:gs>
                <a:gs pos="42857">
                  <a:srgbClr val="C9CACA">
                    <a:alpha val="15289"/>
                  </a:srgbClr>
                </a:gs>
                <a:gs pos="57143">
                  <a:srgbClr val="C9CACA">
                    <a:alpha val="8784"/>
                  </a:srgbClr>
                </a:gs>
                <a:gs pos="71429">
                  <a:srgbClr val="C9CACA">
                    <a:alpha val="4212"/>
                  </a:srgbClr>
                </a:gs>
                <a:gs pos="85714">
                  <a:srgbClr val="C9CACA">
                    <a:alpha val="1687"/>
                  </a:srgbClr>
                </a:gs>
                <a:gs pos="100000">
                  <a:srgbClr val="C9CACA">
                    <a:alpha val="5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7" name="Splat 757"/>
            <p:cNvSpPr>
              <a:spLocks noGrp="1"/>
            </p:cNvSpPr>
            <p:nvPr/>
          </p:nvSpPr>
          <p:spPr>
            <a:xfrm rot="6599252">
              <a:off x="2479495" y="2443279"/>
              <a:ext cx="476358" cy="97165"/>
            </a:xfrm>
            <a:prstGeom prst="ellipse">
              <a:avLst/>
            </a:prstGeom>
            <a:gradFill>
              <a:gsLst>
                <a:gs pos="0">
                  <a:srgbClr val="DDDEDD">
                    <a:alpha val="27568"/>
                  </a:srgbClr>
                </a:gs>
                <a:gs pos="14286">
                  <a:srgbClr val="DDDEDD">
                    <a:alpha val="25653"/>
                  </a:srgbClr>
                </a:gs>
                <a:gs pos="28571">
                  <a:srgbClr val="DDDEDD">
                    <a:alpha val="20560"/>
                  </a:srgbClr>
                </a:gs>
                <a:gs pos="42857">
                  <a:srgbClr val="DDDEDD">
                    <a:alpha val="14013"/>
                  </a:srgbClr>
                </a:gs>
                <a:gs pos="57143">
                  <a:srgbClr val="DDDEDD">
                    <a:alpha val="8025"/>
                  </a:srgbClr>
                </a:gs>
                <a:gs pos="71429">
                  <a:srgbClr val="DDDEDD">
                    <a:alpha val="3840"/>
                  </a:srgbClr>
                </a:gs>
                <a:gs pos="85714">
                  <a:srgbClr val="DDDEDD">
                    <a:alpha val="1536"/>
                  </a:srgbClr>
                </a:gs>
                <a:gs pos="100000">
                  <a:srgbClr val="DDDEDD">
                    <a:alpha val="5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8" name="Splat 758"/>
            <p:cNvSpPr>
              <a:spLocks noGrp="1"/>
            </p:cNvSpPr>
            <p:nvPr/>
          </p:nvSpPr>
          <p:spPr>
            <a:xfrm rot="9097182">
              <a:off x="3211357" y="1626793"/>
              <a:ext cx="303854" cy="82996"/>
            </a:xfrm>
            <a:prstGeom prst="ellipse">
              <a:avLst/>
            </a:prstGeom>
            <a:gradFill>
              <a:gsLst>
                <a:gs pos="0">
                  <a:srgbClr val="272426">
                    <a:alpha val="32968"/>
                  </a:srgbClr>
                </a:gs>
                <a:gs pos="14286">
                  <a:srgbClr val="272426">
                    <a:alpha val="30764"/>
                  </a:srgbClr>
                </a:gs>
                <a:gs pos="28571">
                  <a:srgbClr val="272426">
                    <a:alpha val="24833"/>
                  </a:srgbClr>
                </a:gs>
                <a:gs pos="42857">
                  <a:srgbClr val="272426">
                    <a:alpha val="17075"/>
                  </a:srgbClr>
                </a:gs>
                <a:gs pos="57143">
                  <a:srgbClr val="272426">
                    <a:alpha val="9855"/>
                  </a:srgbClr>
                </a:gs>
                <a:gs pos="71429">
                  <a:srgbClr val="272426">
                    <a:alpha val="4740"/>
                  </a:srgbClr>
                </a:gs>
                <a:gs pos="85714">
                  <a:srgbClr val="272426">
                    <a:alpha val="1902"/>
                  </a:srgbClr>
                </a:gs>
                <a:gs pos="100000">
                  <a:srgbClr val="27242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9" name="Splat 759"/>
            <p:cNvSpPr>
              <a:spLocks noGrp="1"/>
            </p:cNvSpPr>
            <p:nvPr/>
          </p:nvSpPr>
          <p:spPr>
            <a:xfrm rot="-8703844">
              <a:off x="3156229" y="198729"/>
              <a:ext cx="343950" cy="171927"/>
            </a:xfrm>
            <a:prstGeom prst="ellipse">
              <a:avLst/>
            </a:prstGeom>
            <a:gradFill>
              <a:gsLst>
                <a:gs pos="0">
                  <a:srgbClr val="FBFAFB">
                    <a:alpha val="32968"/>
                  </a:srgbClr>
                </a:gs>
                <a:gs pos="14286">
                  <a:srgbClr val="FBFAFB">
                    <a:alpha val="30764"/>
                  </a:srgbClr>
                </a:gs>
                <a:gs pos="28571">
                  <a:srgbClr val="FBFAFB">
                    <a:alpha val="24833"/>
                  </a:srgbClr>
                </a:gs>
                <a:gs pos="42857">
                  <a:srgbClr val="FBFAFB">
                    <a:alpha val="17075"/>
                  </a:srgbClr>
                </a:gs>
                <a:gs pos="57143">
                  <a:srgbClr val="FBFAFB">
                    <a:alpha val="9855"/>
                  </a:srgbClr>
                </a:gs>
                <a:gs pos="71429">
                  <a:srgbClr val="FBFAFB">
                    <a:alpha val="4740"/>
                  </a:srgbClr>
                </a:gs>
                <a:gs pos="85714">
                  <a:srgbClr val="FBFAFB">
                    <a:alpha val="1902"/>
                  </a:srgbClr>
                </a:gs>
                <a:gs pos="100000">
                  <a:srgbClr val="FBFAF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0" name="Splat 760"/>
            <p:cNvSpPr>
              <a:spLocks noGrp="1"/>
            </p:cNvSpPr>
            <p:nvPr/>
          </p:nvSpPr>
          <p:spPr>
            <a:xfrm rot="3769364">
              <a:off x="1029458" y="1076691"/>
              <a:ext cx="154658" cy="8333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1" name="Splat 761"/>
            <p:cNvSpPr>
              <a:spLocks noGrp="1"/>
            </p:cNvSpPr>
            <p:nvPr/>
          </p:nvSpPr>
          <p:spPr>
            <a:xfrm rot="3880109">
              <a:off x="810688" y="2569688"/>
              <a:ext cx="261042" cy="101940"/>
            </a:xfrm>
            <a:prstGeom prst="ellipse">
              <a:avLst/>
            </a:prstGeom>
            <a:gradFill>
              <a:gsLst>
                <a:gs pos="0">
                  <a:srgbClr val="F2F2F2">
                    <a:alpha val="32968"/>
                  </a:srgbClr>
                </a:gs>
                <a:gs pos="14286">
                  <a:srgbClr val="F2F2F2">
                    <a:alpha val="30764"/>
                  </a:srgbClr>
                </a:gs>
                <a:gs pos="28571">
                  <a:srgbClr val="F2F2F2">
                    <a:alpha val="24833"/>
                  </a:srgbClr>
                </a:gs>
                <a:gs pos="42857">
                  <a:srgbClr val="F2F2F2">
                    <a:alpha val="17075"/>
                  </a:srgbClr>
                </a:gs>
                <a:gs pos="57143">
                  <a:srgbClr val="F2F2F2">
                    <a:alpha val="9855"/>
                  </a:srgbClr>
                </a:gs>
                <a:gs pos="71429">
                  <a:srgbClr val="F2F2F2">
                    <a:alpha val="4740"/>
                  </a:srgbClr>
                </a:gs>
                <a:gs pos="85714">
                  <a:srgbClr val="F2F2F2">
                    <a:alpha val="1902"/>
                  </a:srgbClr>
                </a:gs>
                <a:gs pos="100000">
                  <a:srgbClr val="F2F2F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2" name="Splat 762"/>
            <p:cNvSpPr>
              <a:spLocks noGrp="1"/>
            </p:cNvSpPr>
            <p:nvPr/>
          </p:nvSpPr>
          <p:spPr>
            <a:xfrm rot="9221773">
              <a:off x="3041877" y="1558607"/>
              <a:ext cx="316754" cy="5547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3" name="Splat 763"/>
            <p:cNvSpPr>
              <a:spLocks noGrp="1"/>
            </p:cNvSpPr>
            <p:nvPr/>
          </p:nvSpPr>
          <p:spPr>
            <a:xfrm rot="7947365">
              <a:off x="1974309" y="1866586"/>
              <a:ext cx="344034" cy="129489"/>
            </a:xfrm>
            <a:prstGeom prst="ellipse">
              <a:avLst/>
            </a:prstGeom>
            <a:gradFill>
              <a:gsLst>
                <a:gs pos="0">
                  <a:srgbClr val="FFFFFF">
                    <a:alpha val="11383"/>
                  </a:srgbClr>
                </a:gs>
                <a:gs pos="14286">
                  <a:srgbClr val="FFFFFF">
                    <a:alpha val="10513"/>
                  </a:srgbClr>
                </a:gs>
                <a:gs pos="28571">
                  <a:srgbClr val="FFFFFF">
                    <a:alpha val="8263"/>
                  </a:srgbClr>
                </a:gs>
                <a:gs pos="42857">
                  <a:srgbClr val="FFFFFF">
                    <a:alpha val="5500"/>
                  </a:srgbClr>
                </a:gs>
                <a:gs pos="57143">
                  <a:srgbClr val="FFFFFF">
                    <a:alpha val="3086"/>
                  </a:srgbClr>
                </a:gs>
                <a:gs pos="71429">
                  <a:srgbClr val="FFFFFF">
                    <a:alpha val="1457"/>
                  </a:srgbClr>
                </a:gs>
                <a:gs pos="85714">
                  <a:srgbClr val="FFFFFF">
                    <a:alpha val="579"/>
                  </a:srgbClr>
                </a:gs>
                <a:gs pos="100000">
                  <a:srgbClr val="FFFFFF">
                    <a:alpha val="1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4" name="Splat 764"/>
            <p:cNvSpPr>
              <a:spLocks noGrp="1"/>
            </p:cNvSpPr>
            <p:nvPr/>
          </p:nvSpPr>
          <p:spPr>
            <a:xfrm rot="3158701">
              <a:off x="1177261" y="1264164"/>
              <a:ext cx="299867" cy="5642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5" name="Splat 765"/>
            <p:cNvSpPr>
              <a:spLocks noGrp="1"/>
            </p:cNvSpPr>
            <p:nvPr/>
          </p:nvSpPr>
          <p:spPr>
            <a:xfrm rot="-8980476">
              <a:off x="270616" y="1801277"/>
              <a:ext cx="388013" cy="125726"/>
            </a:xfrm>
            <a:prstGeom prst="ellipse">
              <a:avLst/>
            </a:prstGeom>
            <a:gradFill>
              <a:gsLst>
                <a:gs pos="0">
                  <a:srgbClr val="525153">
                    <a:alpha val="32968"/>
                  </a:srgbClr>
                </a:gs>
                <a:gs pos="14286">
                  <a:srgbClr val="525153">
                    <a:alpha val="30764"/>
                  </a:srgbClr>
                </a:gs>
                <a:gs pos="28571">
                  <a:srgbClr val="525153">
                    <a:alpha val="24833"/>
                  </a:srgbClr>
                </a:gs>
                <a:gs pos="42857">
                  <a:srgbClr val="525153">
                    <a:alpha val="17075"/>
                  </a:srgbClr>
                </a:gs>
                <a:gs pos="57143">
                  <a:srgbClr val="525153">
                    <a:alpha val="9855"/>
                  </a:srgbClr>
                </a:gs>
                <a:gs pos="71429">
                  <a:srgbClr val="525153">
                    <a:alpha val="4740"/>
                  </a:srgbClr>
                </a:gs>
                <a:gs pos="85714">
                  <a:srgbClr val="525153">
                    <a:alpha val="1902"/>
                  </a:srgbClr>
                </a:gs>
                <a:gs pos="100000">
                  <a:srgbClr val="52515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6" name="Splat 766"/>
            <p:cNvSpPr>
              <a:spLocks noGrp="1"/>
            </p:cNvSpPr>
            <p:nvPr/>
          </p:nvSpPr>
          <p:spPr>
            <a:xfrm rot="10370263">
              <a:off x="1895796" y="1757831"/>
              <a:ext cx="318581" cy="271446"/>
            </a:xfrm>
            <a:prstGeom prst="ellipse">
              <a:avLst/>
            </a:prstGeom>
            <a:gradFill>
              <a:gsLst>
                <a:gs pos="0">
                  <a:srgbClr val="EDEDED">
                    <a:alpha val="29947"/>
                  </a:srgbClr>
                </a:gs>
                <a:gs pos="14286">
                  <a:srgbClr val="EDEDED">
                    <a:alpha val="27901"/>
                  </a:srgbClr>
                </a:gs>
                <a:gs pos="28571">
                  <a:srgbClr val="EDEDED">
                    <a:alpha val="22430"/>
                  </a:srgbClr>
                </a:gs>
                <a:gs pos="42857">
                  <a:srgbClr val="EDEDED">
                    <a:alpha val="15346"/>
                  </a:srgbClr>
                </a:gs>
                <a:gs pos="57143">
                  <a:srgbClr val="EDEDED">
                    <a:alpha val="8818"/>
                  </a:srgbClr>
                </a:gs>
                <a:gs pos="71429">
                  <a:srgbClr val="EDEDED">
                    <a:alpha val="4229"/>
                  </a:srgbClr>
                </a:gs>
                <a:gs pos="85714">
                  <a:srgbClr val="EDEDED">
                    <a:alpha val="1694"/>
                  </a:srgbClr>
                </a:gs>
                <a:gs pos="100000">
                  <a:srgbClr val="EDEDED">
                    <a:alpha val="5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7" name="Splat 767"/>
            <p:cNvSpPr>
              <a:spLocks noGrp="1"/>
            </p:cNvSpPr>
            <p:nvPr/>
          </p:nvSpPr>
          <p:spPr>
            <a:xfrm rot="-8226915">
              <a:off x="2646873" y="2520068"/>
              <a:ext cx="449325" cy="44050"/>
            </a:xfrm>
            <a:prstGeom prst="ellipse">
              <a:avLst/>
            </a:prstGeom>
            <a:gradFill>
              <a:gsLst>
                <a:gs pos="0">
                  <a:srgbClr val="000803">
                    <a:alpha val="29334"/>
                  </a:srgbClr>
                </a:gs>
                <a:gs pos="14286">
                  <a:srgbClr val="000803">
                    <a:alpha val="27321"/>
                  </a:srgbClr>
                </a:gs>
                <a:gs pos="28571">
                  <a:srgbClr val="000803">
                    <a:alpha val="21947"/>
                  </a:srgbClr>
                </a:gs>
                <a:gs pos="42857">
                  <a:srgbClr val="000803">
                    <a:alpha val="15000"/>
                  </a:srgbClr>
                </a:gs>
                <a:gs pos="57143">
                  <a:srgbClr val="000803">
                    <a:alpha val="8612"/>
                  </a:srgbClr>
                </a:gs>
                <a:gs pos="71429">
                  <a:srgbClr val="000803">
                    <a:alpha val="4128"/>
                  </a:srgbClr>
                </a:gs>
                <a:gs pos="85714">
                  <a:srgbClr val="000803">
                    <a:alpha val="1653"/>
                  </a:srgbClr>
                </a:gs>
                <a:gs pos="100000">
                  <a:srgbClr val="000803">
                    <a:alpha val="5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8" name="Splat 768"/>
            <p:cNvSpPr>
              <a:spLocks noGrp="1"/>
            </p:cNvSpPr>
            <p:nvPr/>
          </p:nvSpPr>
          <p:spPr>
            <a:xfrm rot="4197081">
              <a:off x="2707625" y="426427"/>
              <a:ext cx="182506" cy="2939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9" name="Splat 769"/>
            <p:cNvSpPr>
              <a:spLocks noGrp="1"/>
            </p:cNvSpPr>
            <p:nvPr/>
          </p:nvSpPr>
          <p:spPr>
            <a:xfrm rot="-9402275">
              <a:off x="2094244" y="2441891"/>
              <a:ext cx="375578" cy="293794"/>
            </a:xfrm>
            <a:prstGeom prst="ellipse">
              <a:avLst/>
            </a:prstGeom>
            <a:gradFill>
              <a:gsLst>
                <a:gs pos="0">
                  <a:srgbClr val="D1D1D2">
                    <a:alpha val="32968"/>
                  </a:srgbClr>
                </a:gs>
                <a:gs pos="14286">
                  <a:srgbClr val="D1D1D2">
                    <a:alpha val="30764"/>
                  </a:srgbClr>
                </a:gs>
                <a:gs pos="28571">
                  <a:srgbClr val="D1D1D2">
                    <a:alpha val="24833"/>
                  </a:srgbClr>
                </a:gs>
                <a:gs pos="42857">
                  <a:srgbClr val="D1D1D2">
                    <a:alpha val="17075"/>
                  </a:srgbClr>
                </a:gs>
                <a:gs pos="57143">
                  <a:srgbClr val="D1D1D2">
                    <a:alpha val="9855"/>
                  </a:srgbClr>
                </a:gs>
                <a:gs pos="71429">
                  <a:srgbClr val="D1D1D2">
                    <a:alpha val="4740"/>
                  </a:srgbClr>
                </a:gs>
                <a:gs pos="85714">
                  <a:srgbClr val="D1D1D2">
                    <a:alpha val="1902"/>
                  </a:srgbClr>
                </a:gs>
                <a:gs pos="100000">
                  <a:srgbClr val="D1D1D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0" name="Splat 770"/>
            <p:cNvSpPr>
              <a:spLocks noGrp="1"/>
            </p:cNvSpPr>
            <p:nvPr/>
          </p:nvSpPr>
          <p:spPr>
            <a:xfrm rot="8142556">
              <a:off x="1704735" y="1054718"/>
              <a:ext cx="289691" cy="110198"/>
            </a:xfrm>
            <a:prstGeom prst="ellipse">
              <a:avLst/>
            </a:prstGeom>
            <a:gradFill>
              <a:gsLst>
                <a:gs pos="0">
                  <a:srgbClr val="F3F3F3">
                    <a:alpha val="19663"/>
                  </a:srgbClr>
                </a:gs>
                <a:gs pos="14286">
                  <a:srgbClr val="F3F3F3">
                    <a:alpha val="18228"/>
                  </a:srgbClr>
                </a:gs>
                <a:gs pos="28571">
                  <a:srgbClr val="F3F3F3">
                    <a:alpha val="14465"/>
                  </a:srgbClr>
                </a:gs>
                <a:gs pos="42857">
                  <a:srgbClr val="F3F3F3">
                    <a:alpha val="9741"/>
                  </a:srgbClr>
                </a:gs>
                <a:gs pos="57143">
                  <a:srgbClr val="F3F3F3">
                    <a:alpha val="5521"/>
                  </a:srgbClr>
                </a:gs>
                <a:gs pos="71429">
                  <a:srgbClr val="F3F3F3">
                    <a:alpha val="2623"/>
                  </a:srgbClr>
                </a:gs>
                <a:gs pos="85714">
                  <a:srgbClr val="F3F3F3">
                    <a:alpha val="1046"/>
                  </a:srgbClr>
                </a:gs>
                <a:gs pos="100000">
                  <a:srgbClr val="F3F3F3">
                    <a:alpha val="3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1" name="Splat 771"/>
            <p:cNvSpPr>
              <a:spLocks noGrp="1"/>
            </p:cNvSpPr>
            <p:nvPr/>
          </p:nvSpPr>
          <p:spPr>
            <a:xfrm rot="7729310">
              <a:off x="715034" y="414685"/>
              <a:ext cx="235091" cy="79648"/>
            </a:xfrm>
            <a:prstGeom prst="ellipse">
              <a:avLst/>
            </a:prstGeom>
            <a:gradFill>
              <a:gsLst>
                <a:gs pos="0">
                  <a:srgbClr val="FFFFFF">
                    <a:alpha val="22569"/>
                  </a:srgbClr>
                </a:gs>
                <a:gs pos="14286">
                  <a:srgbClr val="FFFFFF">
                    <a:alpha val="20951"/>
                  </a:srgbClr>
                </a:gs>
                <a:gs pos="28571">
                  <a:srgbClr val="FFFFFF">
                    <a:alpha val="16685"/>
                  </a:srgbClr>
                </a:gs>
                <a:gs pos="42857">
                  <a:srgbClr val="FFFFFF">
                    <a:alpha val="11284"/>
                  </a:srgbClr>
                </a:gs>
                <a:gs pos="57143">
                  <a:srgbClr val="FFFFFF">
                    <a:alpha val="6419"/>
                  </a:srgbClr>
                </a:gs>
                <a:gs pos="71429">
                  <a:srgbClr val="FFFFFF">
                    <a:alpha val="3058"/>
                  </a:srgbClr>
                </a:gs>
                <a:gs pos="85714">
                  <a:srgbClr val="FFFFFF">
                    <a:alpha val="1221"/>
                  </a:srgbClr>
                </a:gs>
                <a:gs pos="100000">
                  <a:srgbClr val="FFFFFF">
                    <a:alpha val="4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2" name="Splat 772"/>
            <p:cNvSpPr>
              <a:spLocks noGrp="1"/>
            </p:cNvSpPr>
            <p:nvPr/>
          </p:nvSpPr>
          <p:spPr>
            <a:xfrm rot="9887819">
              <a:off x="3100726" y="1486864"/>
              <a:ext cx="265784" cy="4968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3" name="Splat 773"/>
            <p:cNvSpPr>
              <a:spLocks noGrp="1"/>
            </p:cNvSpPr>
            <p:nvPr/>
          </p:nvSpPr>
          <p:spPr>
            <a:xfrm rot="4950733">
              <a:off x="2552799" y="402486"/>
              <a:ext cx="414069" cy="106810"/>
            </a:xfrm>
            <a:prstGeom prst="ellipse">
              <a:avLst/>
            </a:prstGeom>
            <a:gradFill>
              <a:gsLst>
                <a:gs pos="0">
                  <a:srgbClr val="FFFFFF">
                    <a:alpha val="5975"/>
                  </a:srgbClr>
                </a:gs>
                <a:gs pos="14286">
                  <a:srgbClr val="FFFFFF">
                    <a:alpha val="5505"/>
                  </a:srgbClr>
                </a:gs>
                <a:gs pos="28571">
                  <a:srgbClr val="FFFFFF">
                    <a:alpha val="4301"/>
                  </a:srgbClr>
                </a:gs>
                <a:gs pos="42857">
                  <a:srgbClr val="FFFFFF">
                    <a:alpha val="2843"/>
                  </a:srgbClr>
                </a:gs>
                <a:gs pos="57143">
                  <a:srgbClr val="FFFFFF">
                    <a:alpha val="1585"/>
                  </a:srgbClr>
                </a:gs>
                <a:gs pos="71429">
                  <a:srgbClr val="FFFFFF">
                    <a:alpha val="745"/>
                  </a:srgbClr>
                </a:gs>
                <a:gs pos="85714">
                  <a:srgbClr val="FFFFFF">
                    <a:alpha val="295"/>
                  </a:srgbClr>
                </a:gs>
                <a:gs pos="100000">
                  <a:srgbClr val="FFFFFF">
                    <a:alpha val="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4" name="Splat 774"/>
            <p:cNvSpPr>
              <a:spLocks noGrp="1"/>
            </p:cNvSpPr>
            <p:nvPr/>
          </p:nvSpPr>
          <p:spPr>
            <a:xfrm rot="5271882">
              <a:off x="3141221" y="1108996"/>
              <a:ext cx="227371" cy="215453"/>
            </a:xfrm>
            <a:prstGeom prst="ellipse">
              <a:avLst/>
            </a:prstGeom>
            <a:gradFill>
              <a:gsLst>
                <a:gs pos="0">
                  <a:srgbClr val="939394">
                    <a:alpha val="32544"/>
                  </a:srgbClr>
                </a:gs>
                <a:gs pos="14286">
                  <a:srgbClr val="939394">
                    <a:alpha val="30361"/>
                  </a:srgbClr>
                </a:gs>
                <a:gs pos="28571">
                  <a:srgbClr val="939394">
                    <a:alpha val="24494"/>
                  </a:srgbClr>
                </a:gs>
                <a:gs pos="42857">
                  <a:srgbClr val="939394">
                    <a:alpha val="16830"/>
                  </a:srgbClr>
                </a:gs>
                <a:gs pos="57143">
                  <a:srgbClr val="939394">
                    <a:alpha val="9707"/>
                  </a:srgbClr>
                </a:gs>
                <a:gs pos="71429">
                  <a:srgbClr val="939394">
                    <a:alpha val="4667"/>
                  </a:srgbClr>
                </a:gs>
                <a:gs pos="85714">
                  <a:srgbClr val="939394">
                    <a:alpha val="1872"/>
                  </a:srgbClr>
                </a:gs>
                <a:gs pos="100000">
                  <a:srgbClr val="939394">
                    <a:alpha val="6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5" name="Splat 775"/>
            <p:cNvSpPr>
              <a:spLocks noGrp="1"/>
            </p:cNvSpPr>
            <p:nvPr/>
          </p:nvSpPr>
          <p:spPr>
            <a:xfrm rot="7669484">
              <a:off x="1342250" y="2348973"/>
              <a:ext cx="587405" cy="58326"/>
            </a:xfrm>
            <a:prstGeom prst="ellipse">
              <a:avLst/>
            </a:prstGeom>
            <a:gradFill>
              <a:gsLst>
                <a:gs pos="0">
                  <a:srgbClr val="000004">
                    <a:alpha val="32968"/>
                  </a:srgbClr>
                </a:gs>
                <a:gs pos="14286">
                  <a:srgbClr val="000004">
                    <a:alpha val="30764"/>
                  </a:srgbClr>
                </a:gs>
                <a:gs pos="28571">
                  <a:srgbClr val="000004">
                    <a:alpha val="24833"/>
                  </a:srgbClr>
                </a:gs>
                <a:gs pos="42857">
                  <a:srgbClr val="000004">
                    <a:alpha val="17075"/>
                  </a:srgbClr>
                </a:gs>
                <a:gs pos="57143">
                  <a:srgbClr val="000004">
                    <a:alpha val="9855"/>
                  </a:srgbClr>
                </a:gs>
                <a:gs pos="71429">
                  <a:srgbClr val="000004">
                    <a:alpha val="4740"/>
                  </a:srgbClr>
                </a:gs>
                <a:gs pos="85714">
                  <a:srgbClr val="000004">
                    <a:alpha val="1902"/>
                  </a:srgbClr>
                </a:gs>
                <a:gs pos="100000">
                  <a:srgbClr val="00000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6" name="Splat 776"/>
            <p:cNvSpPr>
              <a:spLocks noGrp="1"/>
            </p:cNvSpPr>
            <p:nvPr/>
          </p:nvSpPr>
          <p:spPr>
            <a:xfrm rot="9775746">
              <a:off x="197572" y="315574"/>
              <a:ext cx="340533" cy="151318"/>
            </a:xfrm>
            <a:prstGeom prst="ellipse">
              <a:avLst/>
            </a:prstGeom>
            <a:gradFill>
              <a:gsLst>
                <a:gs pos="0">
                  <a:srgbClr val="CBCBCB">
                    <a:alpha val="32733"/>
                  </a:srgbClr>
                </a:gs>
                <a:gs pos="14286">
                  <a:srgbClr val="CBCBCB">
                    <a:alpha val="30540"/>
                  </a:srgbClr>
                </a:gs>
                <a:gs pos="28571">
                  <a:srgbClr val="CBCBCB">
                    <a:alpha val="24645"/>
                  </a:srgbClr>
                </a:gs>
                <a:gs pos="42857">
                  <a:srgbClr val="CBCBCB">
                    <a:alpha val="16939"/>
                  </a:srgbClr>
                </a:gs>
                <a:gs pos="57143">
                  <a:srgbClr val="CBCBCB">
                    <a:alpha val="9773"/>
                  </a:srgbClr>
                </a:gs>
                <a:gs pos="71429">
                  <a:srgbClr val="CBCBCB">
                    <a:alpha val="4700"/>
                  </a:srgbClr>
                </a:gs>
                <a:gs pos="85714">
                  <a:srgbClr val="CBCBCB">
                    <a:alpha val="1886"/>
                  </a:srgbClr>
                </a:gs>
                <a:gs pos="100000">
                  <a:srgbClr val="CBCBCB">
                    <a:alpha val="6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7" name="Splat 777"/>
            <p:cNvSpPr>
              <a:spLocks noGrp="1"/>
            </p:cNvSpPr>
            <p:nvPr/>
          </p:nvSpPr>
          <p:spPr>
            <a:xfrm rot="4043362">
              <a:off x="2113537" y="410433"/>
              <a:ext cx="264276" cy="20412"/>
            </a:xfrm>
            <a:prstGeom prst="ellipse">
              <a:avLst/>
            </a:prstGeom>
            <a:gradFill>
              <a:gsLst>
                <a:gs pos="0">
                  <a:srgbClr val="FDFDFD">
                    <a:alpha val="32968"/>
                  </a:srgbClr>
                </a:gs>
                <a:gs pos="14286">
                  <a:srgbClr val="FDFDFD">
                    <a:alpha val="30764"/>
                  </a:srgbClr>
                </a:gs>
                <a:gs pos="28571">
                  <a:srgbClr val="FDFDFD">
                    <a:alpha val="24833"/>
                  </a:srgbClr>
                </a:gs>
                <a:gs pos="42857">
                  <a:srgbClr val="FDFDFD">
                    <a:alpha val="17075"/>
                  </a:srgbClr>
                </a:gs>
                <a:gs pos="57143">
                  <a:srgbClr val="FDFDFD">
                    <a:alpha val="9855"/>
                  </a:srgbClr>
                </a:gs>
                <a:gs pos="71429">
                  <a:srgbClr val="FDFDFD">
                    <a:alpha val="4740"/>
                  </a:srgbClr>
                </a:gs>
                <a:gs pos="85714">
                  <a:srgbClr val="FDFDFD">
                    <a:alpha val="1902"/>
                  </a:srgbClr>
                </a:gs>
                <a:gs pos="100000">
                  <a:srgbClr val="FDFDF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8" name="Splat 778"/>
            <p:cNvSpPr>
              <a:spLocks noGrp="1"/>
            </p:cNvSpPr>
            <p:nvPr/>
          </p:nvSpPr>
          <p:spPr>
            <a:xfrm rot="-8533294">
              <a:off x="222695" y="1985005"/>
              <a:ext cx="165016" cy="39521"/>
            </a:xfrm>
            <a:prstGeom prst="ellipse">
              <a:avLst/>
            </a:prstGeom>
            <a:gradFill>
              <a:gsLst>
                <a:gs pos="0">
                  <a:srgbClr val="DCDCDC">
                    <a:alpha val="32968"/>
                  </a:srgbClr>
                </a:gs>
                <a:gs pos="14286">
                  <a:srgbClr val="DCDCDC">
                    <a:alpha val="30764"/>
                  </a:srgbClr>
                </a:gs>
                <a:gs pos="28571">
                  <a:srgbClr val="DCDCDC">
                    <a:alpha val="24833"/>
                  </a:srgbClr>
                </a:gs>
                <a:gs pos="42857">
                  <a:srgbClr val="DCDCDC">
                    <a:alpha val="17075"/>
                  </a:srgbClr>
                </a:gs>
                <a:gs pos="57143">
                  <a:srgbClr val="DCDCDC">
                    <a:alpha val="9855"/>
                  </a:srgbClr>
                </a:gs>
                <a:gs pos="71429">
                  <a:srgbClr val="DCDCDC">
                    <a:alpha val="4740"/>
                  </a:srgbClr>
                </a:gs>
                <a:gs pos="85714">
                  <a:srgbClr val="DCDCDC">
                    <a:alpha val="1902"/>
                  </a:srgbClr>
                </a:gs>
                <a:gs pos="100000">
                  <a:srgbClr val="DCDCD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9" name="Splat 779"/>
            <p:cNvSpPr>
              <a:spLocks noGrp="1"/>
            </p:cNvSpPr>
            <p:nvPr/>
          </p:nvSpPr>
          <p:spPr>
            <a:xfrm rot="-8380816">
              <a:off x="1867375" y="1598284"/>
              <a:ext cx="597081" cy="8848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0" name="Splat 780"/>
            <p:cNvSpPr>
              <a:spLocks noGrp="1"/>
            </p:cNvSpPr>
            <p:nvPr/>
          </p:nvSpPr>
          <p:spPr>
            <a:xfrm rot="5596928">
              <a:off x="2795569" y="2409409"/>
              <a:ext cx="335106" cy="115483"/>
            </a:xfrm>
            <a:prstGeom prst="ellipse">
              <a:avLst/>
            </a:prstGeom>
            <a:gradFill>
              <a:gsLst>
                <a:gs pos="0">
                  <a:srgbClr val="E7E7E6">
                    <a:alpha val="32968"/>
                  </a:srgbClr>
                </a:gs>
                <a:gs pos="14286">
                  <a:srgbClr val="E7E7E6">
                    <a:alpha val="30764"/>
                  </a:srgbClr>
                </a:gs>
                <a:gs pos="28571">
                  <a:srgbClr val="E7E7E6">
                    <a:alpha val="24833"/>
                  </a:srgbClr>
                </a:gs>
                <a:gs pos="42857">
                  <a:srgbClr val="E7E7E6">
                    <a:alpha val="17075"/>
                  </a:srgbClr>
                </a:gs>
                <a:gs pos="57143">
                  <a:srgbClr val="E7E7E6">
                    <a:alpha val="9855"/>
                  </a:srgbClr>
                </a:gs>
                <a:gs pos="71429">
                  <a:srgbClr val="E7E7E6">
                    <a:alpha val="4740"/>
                  </a:srgbClr>
                </a:gs>
                <a:gs pos="85714">
                  <a:srgbClr val="E7E7E6">
                    <a:alpha val="1902"/>
                  </a:srgbClr>
                </a:gs>
                <a:gs pos="100000">
                  <a:srgbClr val="E7E7E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1" name="Splat 781"/>
            <p:cNvSpPr>
              <a:spLocks noGrp="1"/>
            </p:cNvSpPr>
            <p:nvPr/>
          </p:nvSpPr>
          <p:spPr>
            <a:xfrm rot="-8152994">
              <a:off x="839654" y="379345"/>
              <a:ext cx="317899" cy="244137"/>
            </a:xfrm>
            <a:prstGeom prst="ellipse">
              <a:avLst/>
            </a:prstGeom>
            <a:gradFill>
              <a:gsLst>
                <a:gs pos="0">
                  <a:srgbClr val="DAD9DA">
                    <a:alpha val="32968"/>
                  </a:srgbClr>
                </a:gs>
                <a:gs pos="14286">
                  <a:srgbClr val="DAD9DA">
                    <a:alpha val="30764"/>
                  </a:srgbClr>
                </a:gs>
                <a:gs pos="28571">
                  <a:srgbClr val="DAD9DA">
                    <a:alpha val="24833"/>
                  </a:srgbClr>
                </a:gs>
                <a:gs pos="42857">
                  <a:srgbClr val="DAD9DA">
                    <a:alpha val="17075"/>
                  </a:srgbClr>
                </a:gs>
                <a:gs pos="57143">
                  <a:srgbClr val="DAD9DA">
                    <a:alpha val="9855"/>
                  </a:srgbClr>
                </a:gs>
                <a:gs pos="71429">
                  <a:srgbClr val="DAD9DA">
                    <a:alpha val="4740"/>
                  </a:srgbClr>
                </a:gs>
                <a:gs pos="85714">
                  <a:srgbClr val="DAD9DA">
                    <a:alpha val="1902"/>
                  </a:srgbClr>
                </a:gs>
                <a:gs pos="100000">
                  <a:srgbClr val="DAD9D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2" name="Splat 782"/>
            <p:cNvSpPr>
              <a:spLocks noGrp="1"/>
            </p:cNvSpPr>
            <p:nvPr/>
          </p:nvSpPr>
          <p:spPr>
            <a:xfrm rot="3138969">
              <a:off x="2187363" y="2328325"/>
              <a:ext cx="657238" cy="6358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3" name="Splat 783"/>
            <p:cNvSpPr>
              <a:spLocks noGrp="1"/>
            </p:cNvSpPr>
            <p:nvPr/>
          </p:nvSpPr>
          <p:spPr>
            <a:xfrm rot="4996752">
              <a:off x="2829455" y="346919"/>
              <a:ext cx="422909" cy="150872"/>
            </a:xfrm>
            <a:prstGeom prst="ellipse">
              <a:avLst/>
            </a:prstGeom>
            <a:gradFill>
              <a:gsLst>
                <a:gs pos="0">
                  <a:srgbClr val="EAEAEA">
                    <a:alpha val="32968"/>
                  </a:srgbClr>
                </a:gs>
                <a:gs pos="14286">
                  <a:srgbClr val="EAEAEA">
                    <a:alpha val="30764"/>
                  </a:srgbClr>
                </a:gs>
                <a:gs pos="28571">
                  <a:srgbClr val="EAEAEA">
                    <a:alpha val="24833"/>
                  </a:srgbClr>
                </a:gs>
                <a:gs pos="42857">
                  <a:srgbClr val="EAEAEA">
                    <a:alpha val="17075"/>
                  </a:srgbClr>
                </a:gs>
                <a:gs pos="57143">
                  <a:srgbClr val="EAEAEA">
                    <a:alpha val="9855"/>
                  </a:srgbClr>
                </a:gs>
                <a:gs pos="71429">
                  <a:srgbClr val="EAEAEA">
                    <a:alpha val="4740"/>
                  </a:srgbClr>
                </a:gs>
                <a:gs pos="85714">
                  <a:srgbClr val="EAEAEA">
                    <a:alpha val="1902"/>
                  </a:srgbClr>
                </a:gs>
                <a:gs pos="100000">
                  <a:srgbClr val="EAEAE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4" name="Splat 784"/>
            <p:cNvSpPr>
              <a:spLocks noGrp="1"/>
            </p:cNvSpPr>
            <p:nvPr/>
          </p:nvSpPr>
          <p:spPr>
            <a:xfrm rot="-8733007">
              <a:off x="3115057" y="1844283"/>
              <a:ext cx="393126" cy="162057"/>
            </a:xfrm>
            <a:prstGeom prst="ellipse">
              <a:avLst/>
            </a:prstGeom>
            <a:gradFill>
              <a:gsLst>
                <a:gs pos="0">
                  <a:srgbClr val="E8E8E8">
                    <a:alpha val="22114"/>
                  </a:srgbClr>
                </a:gs>
                <a:gs pos="14286">
                  <a:srgbClr val="E8E8E8">
                    <a:alpha val="20523"/>
                  </a:srgbClr>
                </a:gs>
                <a:gs pos="28571">
                  <a:srgbClr val="E8E8E8">
                    <a:alpha val="16335"/>
                  </a:srgbClr>
                </a:gs>
                <a:gs pos="42857">
                  <a:srgbClr val="E8E8E8">
                    <a:alpha val="11040"/>
                  </a:srgbClr>
                </a:gs>
                <a:gs pos="57143">
                  <a:srgbClr val="E8E8E8">
                    <a:alpha val="6277"/>
                  </a:srgbClr>
                </a:gs>
                <a:gs pos="71429">
                  <a:srgbClr val="E8E8E8">
                    <a:alpha val="2989"/>
                  </a:srgbClr>
                </a:gs>
                <a:gs pos="85714">
                  <a:srgbClr val="E8E8E8">
                    <a:alpha val="1193"/>
                  </a:srgbClr>
                </a:gs>
                <a:gs pos="100000">
                  <a:srgbClr val="E8E8E8">
                    <a:alpha val="4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5" name="Splat 785"/>
            <p:cNvSpPr>
              <a:spLocks noGrp="1"/>
            </p:cNvSpPr>
            <p:nvPr/>
          </p:nvSpPr>
          <p:spPr>
            <a:xfrm rot="6203142">
              <a:off x="3122292" y="1669440"/>
              <a:ext cx="286936" cy="78336"/>
            </a:xfrm>
            <a:prstGeom prst="ellipse">
              <a:avLst/>
            </a:prstGeom>
            <a:gradFill>
              <a:gsLst>
                <a:gs pos="0">
                  <a:srgbClr val="060604">
                    <a:alpha val="28759"/>
                  </a:srgbClr>
                </a:gs>
                <a:gs pos="14286">
                  <a:srgbClr val="060604">
                    <a:alpha val="26778"/>
                  </a:srgbClr>
                </a:gs>
                <a:gs pos="28571">
                  <a:srgbClr val="060604">
                    <a:alpha val="21494"/>
                  </a:srgbClr>
                </a:gs>
                <a:gs pos="42857">
                  <a:srgbClr val="060604">
                    <a:alpha val="14678"/>
                  </a:srgbClr>
                </a:gs>
                <a:gs pos="57143">
                  <a:srgbClr val="060604">
                    <a:alpha val="8420"/>
                  </a:srgbClr>
                </a:gs>
                <a:gs pos="71429">
                  <a:srgbClr val="060604">
                    <a:alpha val="4034"/>
                  </a:srgbClr>
                </a:gs>
                <a:gs pos="85714">
                  <a:srgbClr val="060604">
                    <a:alpha val="1615"/>
                  </a:srgbClr>
                </a:gs>
                <a:gs pos="100000">
                  <a:srgbClr val="060604">
                    <a:alpha val="5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6" name="Splat 786"/>
            <p:cNvSpPr>
              <a:spLocks noGrp="1"/>
            </p:cNvSpPr>
            <p:nvPr/>
          </p:nvSpPr>
          <p:spPr>
            <a:xfrm rot="8785375">
              <a:off x="955248" y="2423331"/>
              <a:ext cx="334439" cy="203597"/>
            </a:xfrm>
            <a:prstGeom prst="ellipse">
              <a:avLst/>
            </a:prstGeom>
            <a:gradFill>
              <a:gsLst>
                <a:gs pos="0">
                  <a:srgbClr val="E8E7E7">
                    <a:alpha val="32968"/>
                  </a:srgbClr>
                </a:gs>
                <a:gs pos="14286">
                  <a:srgbClr val="E8E7E7">
                    <a:alpha val="30764"/>
                  </a:srgbClr>
                </a:gs>
                <a:gs pos="28571">
                  <a:srgbClr val="E8E7E7">
                    <a:alpha val="24833"/>
                  </a:srgbClr>
                </a:gs>
                <a:gs pos="42857">
                  <a:srgbClr val="E8E7E7">
                    <a:alpha val="17075"/>
                  </a:srgbClr>
                </a:gs>
                <a:gs pos="57143">
                  <a:srgbClr val="E8E7E7">
                    <a:alpha val="9855"/>
                  </a:srgbClr>
                </a:gs>
                <a:gs pos="71429">
                  <a:srgbClr val="E8E7E7">
                    <a:alpha val="4740"/>
                  </a:srgbClr>
                </a:gs>
                <a:gs pos="85714">
                  <a:srgbClr val="E8E7E7">
                    <a:alpha val="1902"/>
                  </a:srgbClr>
                </a:gs>
                <a:gs pos="100000">
                  <a:srgbClr val="E8E7E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7" name="Splat 787"/>
            <p:cNvSpPr>
              <a:spLocks noGrp="1"/>
            </p:cNvSpPr>
            <p:nvPr/>
          </p:nvSpPr>
          <p:spPr>
            <a:xfrm rot="10521365">
              <a:off x="1853271" y="997880"/>
              <a:ext cx="280604" cy="177059"/>
            </a:xfrm>
            <a:prstGeom prst="ellipse">
              <a:avLst/>
            </a:prstGeom>
            <a:gradFill>
              <a:gsLst>
                <a:gs pos="0">
                  <a:srgbClr val="FFFFFF">
                    <a:alpha val="18233"/>
                  </a:srgbClr>
                </a:gs>
                <a:gs pos="14286">
                  <a:srgbClr val="FFFFFF">
                    <a:alpha val="16891"/>
                  </a:srgbClr>
                </a:gs>
                <a:gs pos="28571">
                  <a:srgbClr val="FFFFFF">
                    <a:alpha val="13382"/>
                  </a:srgbClr>
                </a:gs>
                <a:gs pos="42857">
                  <a:srgbClr val="FFFFFF">
                    <a:alpha val="8992"/>
                  </a:srgbClr>
                </a:gs>
                <a:gs pos="57143">
                  <a:srgbClr val="FFFFFF">
                    <a:alpha val="5087"/>
                  </a:srgbClr>
                </a:gs>
                <a:gs pos="71429">
                  <a:srgbClr val="FFFFFF">
                    <a:alpha val="2414"/>
                  </a:srgbClr>
                </a:gs>
                <a:gs pos="85714">
                  <a:srgbClr val="FFFFFF">
                    <a:alpha val="962"/>
                  </a:srgbClr>
                </a:gs>
                <a:gs pos="100000">
                  <a:srgbClr val="FFFFFF">
                    <a:alpha val="3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8" name="Splat 788"/>
            <p:cNvSpPr>
              <a:spLocks noGrp="1"/>
            </p:cNvSpPr>
            <p:nvPr/>
          </p:nvSpPr>
          <p:spPr>
            <a:xfrm rot="5100283">
              <a:off x="3100052" y="2531639"/>
              <a:ext cx="272277" cy="87034"/>
            </a:xfrm>
            <a:prstGeom prst="ellipse">
              <a:avLst/>
            </a:prstGeom>
            <a:gradFill>
              <a:gsLst>
                <a:gs pos="0">
                  <a:srgbClr val="D6D6D7">
                    <a:alpha val="32968"/>
                  </a:srgbClr>
                </a:gs>
                <a:gs pos="14286">
                  <a:srgbClr val="D6D6D7">
                    <a:alpha val="30764"/>
                  </a:srgbClr>
                </a:gs>
                <a:gs pos="28571">
                  <a:srgbClr val="D6D6D7">
                    <a:alpha val="24833"/>
                  </a:srgbClr>
                </a:gs>
                <a:gs pos="42857">
                  <a:srgbClr val="D6D6D7">
                    <a:alpha val="17075"/>
                  </a:srgbClr>
                </a:gs>
                <a:gs pos="57143">
                  <a:srgbClr val="D6D6D7">
                    <a:alpha val="9855"/>
                  </a:srgbClr>
                </a:gs>
                <a:gs pos="71429">
                  <a:srgbClr val="D6D6D7">
                    <a:alpha val="4740"/>
                  </a:srgbClr>
                </a:gs>
                <a:gs pos="85714">
                  <a:srgbClr val="D6D6D7">
                    <a:alpha val="1902"/>
                  </a:srgbClr>
                </a:gs>
                <a:gs pos="100000">
                  <a:srgbClr val="D6D6D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9" name="Splat 789"/>
            <p:cNvSpPr>
              <a:spLocks noGrp="1"/>
            </p:cNvSpPr>
            <p:nvPr/>
          </p:nvSpPr>
          <p:spPr>
            <a:xfrm rot="3482567">
              <a:off x="3008125" y="1688810"/>
              <a:ext cx="460286" cy="166982"/>
            </a:xfrm>
            <a:prstGeom prst="ellipse">
              <a:avLst/>
            </a:prstGeom>
            <a:gradFill>
              <a:gsLst>
                <a:gs pos="0">
                  <a:srgbClr val="050000">
                    <a:alpha val="9916"/>
                  </a:srgbClr>
                </a:gs>
                <a:gs pos="14286">
                  <a:srgbClr val="050000">
                    <a:alpha val="9152"/>
                  </a:srgbClr>
                </a:gs>
                <a:gs pos="28571">
                  <a:srgbClr val="050000">
                    <a:alpha val="7182"/>
                  </a:srgbClr>
                </a:gs>
                <a:gs pos="42857">
                  <a:srgbClr val="050000">
                    <a:alpha val="4771"/>
                  </a:srgbClr>
                </a:gs>
                <a:gs pos="57143">
                  <a:srgbClr val="050000">
                    <a:alpha val="2672"/>
                  </a:srgbClr>
                </a:gs>
                <a:gs pos="71429">
                  <a:srgbClr val="050000">
                    <a:alpha val="1260"/>
                  </a:srgbClr>
                </a:gs>
                <a:gs pos="85714">
                  <a:srgbClr val="050000">
                    <a:alpha val="500"/>
                  </a:srgbClr>
                </a:gs>
                <a:gs pos="100000">
                  <a:srgbClr val="050000">
                    <a:alpha val="1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0" name="Splat 790"/>
            <p:cNvSpPr>
              <a:spLocks noGrp="1"/>
            </p:cNvSpPr>
            <p:nvPr/>
          </p:nvSpPr>
          <p:spPr>
            <a:xfrm rot="-9530410">
              <a:off x="1643712" y="2259945"/>
              <a:ext cx="233230" cy="6526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1" name="Splat 791"/>
            <p:cNvSpPr>
              <a:spLocks noGrp="1"/>
            </p:cNvSpPr>
            <p:nvPr/>
          </p:nvSpPr>
          <p:spPr>
            <a:xfrm rot="-10340686">
              <a:off x="2240654" y="2276426"/>
              <a:ext cx="250921" cy="7746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2" name="Splat 792"/>
            <p:cNvSpPr>
              <a:spLocks noGrp="1"/>
            </p:cNvSpPr>
            <p:nvPr/>
          </p:nvSpPr>
          <p:spPr>
            <a:xfrm rot="7867521">
              <a:off x="920571" y="2633290"/>
              <a:ext cx="644289" cy="6673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3" name="Splat 793"/>
            <p:cNvSpPr>
              <a:spLocks noGrp="1"/>
            </p:cNvSpPr>
            <p:nvPr/>
          </p:nvSpPr>
          <p:spPr>
            <a:xfrm rot="8471303">
              <a:off x="2785769" y="1006738"/>
              <a:ext cx="596088" cy="5562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4" name="Splat 794"/>
            <p:cNvSpPr>
              <a:spLocks noGrp="1"/>
            </p:cNvSpPr>
            <p:nvPr/>
          </p:nvSpPr>
          <p:spPr>
            <a:xfrm rot="-9079134">
              <a:off x="2168363" y="2330115"/>
              <a:ext cx="420285" cy="277848"/>
            </a:xfrm>
            <a:prstGeom prst="ellipse">
              <a:avLst/>
            </a:prstGeom>
            <a:gradFill>
              <a:gsLst>
                <a:gs pos="0">
                  <a:srgbClr val="CCCCCC">
                    <a:alpha val="31851"/>
                  </a:srgbClr>
                </a:gs>
                <a:gs pos="14286">
                  <a:srgbClr val="CCCCCC">
                    <a:alpha val="29705"/>
                  </a:srgbClr>
                </a:gs>
                <a:gs pos="28571">
                  <a:srgbClr val="CCCCCC">
                    <a:alpha val="23942"/>
                  </a:srgbClr>
                </a:gs>
                <a:gs pos="42857">
                  <a:srgbClr val="CCCCCC">
                    <a:alpha val="16432"/>
                  </a:srgbClr>
                </a:gs>
                <a:gs pos="57143">
                  <a:srgbClr val="CCCCCC">
                    <a:alpha val="9468"/>
                  </a:srgbClr>
                </a:gs>
                <a:gs pos="71429">
                  <a:srgbClr val="CCCCCC">
                    <a:alpha val="4549"/>
                  </a:srgbClr>
                </a:gs>
                <a:gs pos="85714">
                  <a:srgbClr val="CCCCCC">
                    <a:alpha val="1824"/>
                  </a:srgbClr>
                </a:gs>
                <a:gs pos="100000">
                  <a:srgbClr val="CCCCCC">
                    <a:alpha val="6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5" name="Splat 795"/>
            <p:cNvSpPr>
              <a:spLocks noGrp="1"/>
            </p:cNvSpPr>
            <p:nvPr/>
          </p:nvSpPr>
          <p:spPr>
            <a:xfrm rot="10033079">
              <a:off x="1968798" y="526493"/>
              <a:ext cx="339877" cy="164404"/>
            </a:xfrm>
            <a:prstGeom prst="ellipse">
              <a:avLst/>
            </a:prstGeom>
            <a:gradFill>
              <a:gsLst>
                <a:gs pos="0">
                  <a:srgbClr val="F9F9F9">
                    <a:alpha val="26144"/>
                  </a:srgbClr>
                </a:gs>
                <a:gs pos="14286">
                  <a:srgbClr val="F9F9F9">
                    <a:alpha val="24312"/>
                  </a:srgbClr>
                </a:gs>
                <a:gs pos="28571">
                  <a:srgbClr val="F9F9F9">
                    <a:alpha val="19449"/>
                  </a:srgbClr>
                </a:gs>
                <a:gs pos="42857">
                  <a:srgbClr val="F9F9F9">
                    <a:alpha val="13226"/>
                  </a:srgbClr>
                </a:gs>
                <a:gs pos="57143">
                  <a:srgbClr val="F9F9F9">
                    <a:alpha val="7559"/>
                  </a:srgbClr>
                </a:gs>
                <a:gs pos="71429">
                  <a:srgbClr val="F9F9F9">
                    <a:alpha val="3613"/>
                  </a:srgbClr>
                </a:gs>
                <a:gs pos="85714">
                  <a:srgbClr val="F9F9F9">
                    <a:alpha val="1444"/>
                  </a:srgbClr>
                </a:gs>
                <a:gs pos="100000">
                  <a:srgbClr val="F9F9F9">
                    <a:alpha val="4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6" name="Splat 796"/>
            <p:cNvSpPr>
              <a:spLocks noGrp="1"/>
            </p:cNvSpPr>
            <p:nvPr/>
          </p:nvSpPr>
          <p:spPr>
            <a:xfrm rot="4106337">
              <a:off x="1714379" y="1750284"/>
              <a:ext cx="376464" cy="125420"/>
            </a:xfrm>
            <a:prstGeom prst="ellipse">
              <a:avLst/>
            </a:prstGeom>
            <a:gradFill>
              <a:gsLst>
                <a:gs pos="0">
                  <a:srgbClr val="B7B7B8">
                    <a:alpha val="22754"/>
                  </a:srgbClr>
                </a:gs>
                <a:gs pos="14286">
                  <a:srgbClr val="B7B7B8">
                    <a:alpha val="21124"/>
                  </a:srgbClr>
                </a:gs>
                <a:gs pos="28571">
                  <a:srgbClr val="B7B7B8">
                    <a:alpha val="16827"/>
                  </a:srgbClr>
                </a:gs>
                <a:gs pos="42857">
                  <a:srgbClr val="B7B7B8">
                    <a:alpha val="11383"/>
                  </a:srgbClr>
                </a:gs>
                <a:gs pos="57143">
                  <a:srgbClr val="B7B7B8">
                    <a:alpha val="6477"/>
                  </a:srgbClr>
                </a:gs>
                <a:gs pos="71429">
                  <a:srgbClr val="B7B7B8">
                    <a:alpha val="3086"/>
                  </a:srgbClr>
                </a:gs>
                <a:gs pos="85714">
                  <a:srgbClr val="B7B7B8">
                    <a:alpha val="1232"/>
                  </a:srgbClr>
                </a:gs>
                <a:gs pos="100000">
                  <a:srgbClr val="B7B7B8">
                    <a:alpha val="4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7" name="Splat 797"/>
            <p:cNvSpPr>
              <a:spLocks noGrp="1"/>
            </p:cNvSpPr>
            <p:nvPr/>
          </p:nvSpPr>
          <p:spPr>
            <a:xfrm rot="-8742276">
              <a:off x="2391176" y="1604973"/>
              <a:ext cx="639612" cy="9182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8" name="Splat 798"/>
            <p:cNvSpPr>
              <a:spLocks noGrp="1"/>
            </p:cNvSpPr>
            <p:nvPr/>
          </p:nvSpPr>
          <p:spPr>
            <a:xfrm rot="-10543216">
              <a:off x="2925778" y="1353686"/>
              <a:ext cx="667940" cy="17962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9" name="Splat 799"/>
            <p:cNvSpPr>
              <a:spLocks noGrp="1"/>
            </p:cNvSpPr>
            <p:nvPr/>
          </p:nvSpPr>
          <p:spPr>
            <a:xfrm rot="3887245">
              <a:off x="2799367" y="455955"/>
              <a:ext cx="311521" cy="8014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0" name="Splat 800"/>
            <p:cNvSpPr>
              <a:spLocks noGrp="1"/>
            </p:cNvSpPr>
            <p:nvPr/>
          </p:nvSpPr>
          <p:spPr>
            <a:xfrm rot="-10089205">
              <a:off x="2915068" y="2040647"/>
              <a:ext cx="591996" cy="6602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1" name="Splat 801"/>
            <p:cNvSpPr>
              <a:spLocks noGrp="1"/>
            </p:cNvSpPr>
            <p:nvPr/>
          </p:nvSpPr>
          <p:spPr>
            <a:xfrm rot="3331135">
              <a:off x="534738" y="2304581"/>
              <a:ext cx="227233" cy="4330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2" name="Splat 802"/>
            <p:cNvSpPr>
              <a:spLocks noGrp="1"/>
            </p:cNvSpPr>
            <p:nvPr/>
          </p:nvSpPr>
          <p:spPr>
            <a:xfrm rot="5695694">
              <a:off x="1039268" y="1181870"/>
              <a:ext cx="190382" cy="6011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3" name="Splat 803"/>
            <p:cNvSpPr>
              <a:spLocks noGrp="1"/>
            </p:cNvSpPr>
            <p:nvPr/>
          </p:nvSpPr>
          <p:spPr>
            <a:xfrm rot="9530505">
              <a:off x="1407940" y="2250761"/>
              <a:ext cx="228647" cy="80314"/>
            </a:xfrm>
            <a:prstGeom prst="ellipse">
              <a:avLst/>
            </a:prstGeom>
            <a:gradFill>
              <a:gsLst>
                <a:gs pos="0">
                  <a:srgbClr val="F8F7F7">
                    <a:alpha val="32968"/>
                  </a:srgbClr>
                </a:gs>
                <a:gs pos="14286">
                  <a:srgbClr val="F8F7F7">
                    <a:alpha val="30764"/>
                  </a:srgbClr>
                </a:gs>
                <a:gs pos="28571">
                  <a:srgbClr val="F8F7F7">
                    <a:alpha val="24833"/>
                  </a:srgbClr>
                </a:gs>
                <a:gs pos="42857">
                  <a:srgbClr val="F8F7F7">
                    <a:alpha val="17075"/>
                  </a:srgbClr>
                </a:gs>
                <a:gs pos="57143">
                  <a:srgbClr val="F8F7F7">
                    <a:alpha val="9855"/>
                  </a:srgbClr>
                </a:gs>
                <a:gs pos="71429">
                  <a:srgbClr val="F8F7F7">
                    <a:alpha val="4740"/>
                  </a:srgbClr>
                </a:gs>
                <a:gs pos="85714">
                  <a:srgbClr val="F8F7F7">
                    <a:alpha val="1902"/>
                  </a:srgbClr>
                </a:gs>
                <a:gs pos="100000">
                  <a:srgbClr val="F8F7F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4" name="Splat 804"/>
            <p:cNvSpPr>
              <a:spLocks noGrp="1"/>
            </p:cNvSpPr>
            <p:nvPr/>
          </p:nvSpPr>
          <p:spPr>
            <a:xfrm rot="7905310">
              <a:off x="1124266" y="2631909"/>
              <a:ext cx="198085" cy="4493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5" name="Splat 805"/>
            <p:cNvSpPr>
              <a:spLocks noGrp="1"/>
            </p:cNvSpPr>
            <p:nvPr/>
          </p:nvSpPr>
          <p:spPr>
            <a:xfrm rot="5694153">
              <a:off x="15170" y="2425279"/>
              <a:ext cx="349161" cy="66142"/>
            </a:xfrm>
            <a:prstGeom prst="ellipse">
              <a:avLst/>
            </a:prstGeom>
            <a:gradFill>
              <a:gsLst>
                <a:gs pos="0">
                  <a:srgbClr val="B6B6B6">
                    <a:alpha val="32968"/>
                  </a:srgbClr>
                </a:gs>
                <a:gs pos="14286">
                  <a:srgbClr val="B6B6B6">
                    <a:alpha val="30764"/>
                  </a:srgbClr>
                </a:gs>
                <a:gs pos="28571">
                  <a:srgbClr val="B6B6B6">
                    <a:alpha val="24833"/>
                  </a:srgbClr>
                </a:gs>
                <a:gs pos="42857">
                  <a:srgbClr val="B6B6B6">
                    <a:alpha val="17075"/>
                  </a:srgbClr>
                </a:gs>
                <a:gs pos="57143">
                  <a:srgbClr val="B6B6B6">
                    <a:alpha val="9855"/>
                  </a:srgbClr>
                </a:gs>
                <a:gs pos="71429">
                  <a:srgbClr val="B6B6B6">
                    <a:alpha val="4740"/>
                  </a:srgbClr>
                </a:gs>
                <a:gs pos="85714">
                  <a:srgbClr val="B6B6B6">
                    <a:alpha val="1902"/>
                  </a:srgbClr>
                </a:gs>
                <a:gs pos="100000">
                  <a:srgbClr val="B6B6B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6" name="Splat 806"/>
            <p:cNvSpPr>
              <a:spLocks noGrp="1"/>
            </p:cNvSpPr>
            <p:nvPr/>
          </p:nvSpPr>
          <p:spPr>
            <a:xfrm rot="4659619">
              <a:off x="3060218" y="1821628"/>
              <a:ext cx="462936" cy="46548"/>
            </a:xfrm>
            <a:prstGeom prst="ellipse">
              <a:avLst/>
            </a:prstGeom>
            <a:gradFill>
              <a:gsLst>
                <a:gs pos="0">
                  <a:srgbClr val="FFFFFF">
                    <a:alpha val="28830"/>
                  </a:srgbClr>
                </a:gs>
                <a:gs pos="14286">
                  <a:srgbClr val="FFFFFF">
                    <a:alpha val="26845"/>
                  </a:srgbClr>
                </a:gs>
                <a:gs pos="28571">
                  <a:srgbClr val="FFFFFF">
                    <a:alpha val="21550"/>
                  </a:srgbClr>
                </a:gs>
                <a:gs pos="42857">
                  <a:srgbClr val="FFFFFF">
                    <a:alpha val="14717"/>
                  </a:srgbClr>
                </a:gs>
                <a:gs pos="57143">
                  <a:srgbClr val="FFFFFF">
                    <a:alpha val="8443"/>
                  </a:srgbClr>
                </a:gs>
                <a:gs pos="71429">
                  <a:srgbClr val="FFFFFF">
                    <a:alpha val="4045"/>
                  </a:srgbClr>
                </a:gs>
                <a:gs pos="85714">
                  <a:srgbClr val="FFFFFF">
                    <a:alpha val="1620"/>
                  </a:srgbClr>
                </a:gs>
                <a:gs pos="100000">
                  <a:srgbClr val="FFFFFF">
                    <a:alpha val="5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7" name="Splat 807"/>
            <p:cNvSpPr>
              <a:spLocks noGrp="1"/>
            </p:cNvSpPr>
            <p:nvPr/>
          </p:nvSpPr>
          <p:spPr>
            <a:xfrm rot="9400617">
              <a:off x="1174338" y="2017540"/>
              <a:ext cx="714003" cy="10932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8" name="Splat 808"/>
            <p:cNvSpPr>
              <a:spLocks noGrp="1"/>
            </p:cNvSpPr>
            <p:nvPr/>
          </p:nvSpPr>
          <p:spPr>
            <a:xfrm rot="-8922440">
              <a:off x="689660" y="664924"/>
              <a:ext cx="310518" cy="4092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9" name="Splat 809"/>
            <p:cNvSpPr>
              <a:spLocks noGrp="1"/>
            </p:cNvSpPr>
            <p:nvPr/>
          </p:nvSpPr>
          <p:spPr>
            <a:xfrm rot="-8799681">
              <a:off x="3004576" y="266999"/>
              <a:ext cx="288752" cy="40786"/>
            </a:xfrm>
            <a:prstGeom prst="ellipse">
              <a:avLst/>
            </a:prstGeom>
            <a:gradFill>
              <a:gsLst>
                <a:gs pos="0">
                  <a:srgbClr val="B5B4B4">
                    <a:alpha val="32968"/>
                  </a:srgbClr>
                </a:gs>
                <a:gs pos="14286">
                  <a:srgbClr val="B5B4B4">
                    <a:alpha val="30764"/>
                  </a:srgbClr>
                </a:gs>
                <a:gs pos="28571">
                  <a:srgbClr val="B5B4B4">
                    <a:alpha val="24833"/>
                  </a:srgbClr>
                </a:gs>
                <a:gs pos="42857">
                  <a:srgbClr val="B5B4B4">
                    <a:alpha val="17075"/>
                  </a:srgbClr>
                </a:gs>
                <a:gs pos="57143">
                  <a:srgbClr val="B5B4B4">
                    <a:alpha val="9855"/>
                  </a:srgbClr>
                </a:gs>
                <a:gs pos="71429">
                  <a:srgbClr val="B5B4B4">
                    <a:alpha val="4740"/>
                  </a:srgbClr>
                </a:gs>
                <a:gs pos="85714">
                  <a:srgbClr val="B5B4B4">
                    <a:alpha val="1902"/>
                  </a:srgbClr>
                </a:gs>
                <a:gs pos="100000">
                  <a:srgbClr val="B5B4B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0" name="Splat 810"/>
            <p:cNvSpPr>
              <a:spLocks noGrp="1"/>
            </p:cNvSpPr>
            <p:nvPr/>
          </p:nvSpPr>
          <p:spPr>
            <a:xfrm rot="3525713">
              <a:off x="2751770" y="1249104"/>
              <a:ext cx="546643" cy="7396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1" name="Splat 811"/>
            <p:cNvSpPr>
              <a:spLocks noGrp="1"/>
            </p:cNvSpPr>
            <p:nvPr/>
          </p:nvSpPr>
          <p:spPr>
            <a:xfrm rot="6242316">
              <a:off x="1414422" y="457758"/>
              <a:ext cx="302236" cy="208177"/>
            </a:xfrm>
            <a:prstGeom prst="ellipse">
              <a:avLst/>
            </a:prstGeom>
            <a:gradFill>
              <a:gsLst>
                <a:gs pos="0">
                  <a:srgbClr val="DFDFDF">
                    <a:alpha val="23422"/>
                  </a:srgbClr>
                </a:gs>
                <a:gs pos="14286">
                  <a:srgbClr val="DFDFDF">
                    <a:alpha val="21752"/>
                  </a:srgbClr>
                </a:gs>
                <a:gs pos="28571">
                  <a:srgbClr val="DFDFDF">
                    <a:alpha val="17341"/>
                  </a:srgbClr>
                </a:gs>
                <a:gs pos="42857">
                  <a:srgbClr val="DFDFDF">
                    <a:alpha val="11743"/>
                  </a:srgbClr>
                </a:gs>
                <a:gs pos="57143">
                  <a:srgbClr val="DFDFDF">
                    <a:alpha val="6688"/>
                  </a:srgbClr>
                </a:gs>
                <a:gs pos="71429">
                  <a:srgbClr val="DFDFDF">
                    <a:alpha val="3188"/>
                  </a:srgbClr>
                </a:gs>
                <a:gs pos="85714">
                  <a:srgbClr val="DFDFDF">
                    <a:alpha val="1273"/>
                  </a:srgbClr>
                </a:gs>
                <a:gs pos="100000">
                  <a:srgbClr val="DFDFDF">
                    <a:alpha val="4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2" name="Splat 812"/>
            <p:cNvSpPr>
              <a:spLocks noGrp="1"/>
            </p:cNvSpPr>
            <p:nvPr/>
          </p:nvSpPr>
          <p:spPr>
            <a:xfrm rot="6805732">
              <a:off x="3095036" y="1809249"/>
              <a:ext cx="419084" cy="103160"/>
            </a:xfrm>
            <a:prstGeom prst="ellipse">
              <a:avLst/>
            </a:prstGeom>
            <a:gradFill>
              <a:gsLst>
                <a:gs pos="0">
                  <a:srgbClr val="4C4C4C">
                    <a:alpha val="32968"/>
                  </a:srgbClr>
                </a:gs>
                <a:gs pos="14286">
                  <a:srgbClr val="4C4C4C">
                    <a:alpha val="30764"/>
                  </a:srgbClr>
                </a:gs>
                <a:gs pos="28571">
                  <a:srgbClr val="4C4C4C">
                    <a:alpha val="24833"/>
                  </a:srgbClr>
                </a:gs>
                <a:gs pos="42857">
                  <a:srgbClr val="4C4C4C">
                    <a:alpha val="17075"/>
                  </a:srgbClr>
                </a:gs>
                <a:gs pos="57143">
                  <a:srgbClr val="4C4C4C">
                    <a:alpha val="9855"/>
                  </a:srgbClr>
                </a:gs>
                <a:gs pos="71429">
                  <a:srgbClr val="4C4C4C">
                    <a:alpha val="4740"/>
                  </a:srgbClr>
                </a:gs>
                <a:gs pos="85714">
                  <a:srgbClr val="4C4C4C">
                    <a:alpha val="1902"/>
                  </a:srgbClr>
                </a:gs>
                <a:gs pos="100000">
                  <a:srgbClr val="4C4C4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3" name="Splat 813"/>
            <p:cNvSpPr>
              <a:spLocks noGrp="1"/>
            </p:cNvSpPr>
            <p:nvPr/>
          </p:nvSpPr>
          <p:spPr>
            <a:xfrm rot="6856550">
              <a:off x="1729319" y="423263"/>
              <a:ext cx="411796" cy="27879"/>
            </a:xfrm>
            <a:prstGeom prst="ellipse">
              <a:avLst/>
            </a:prstGeom>
            <a:gradFill>
              <a:gsLst>
                <a:gs pos="0">
                  <a:srgbClr val="575557">
                    <a:alpha val="32968"/>
                  </a:srgbClr>
                </a:gs>
                <a:gs pos="14286">
                  <a:srgbClr val="575557">
                    <a:alpha val="30764"/>
                  </a:srgbClr>
                </a:gs>
                <a:gs pos="28571">
                  <a:srgbClr val="575557">
                    <a:alpha val="24833"/>
                  </a:srgbClr>
                </a:gs>
                <a:gs pos="42857">
                  <a:srgbClr val="575557">
                    <a:alpha val="17075"/>
                  </a:srgbClr>
                </a:gs>
                <a:gs pos="57143">
                  <a:srgbClr val="575557">
                    <a:alpha val="9855"/>
                  </a:srgbClr>
                </a:gs>
                <a:gs pos="71429">
                  <a:srgbClr val="575557">
                    <a:alpha val="4740"/>
                  </a:srgbClr>
                </a:gs>
                <a:gs pos="85714">
                  <a:srgbClr val="575557">
                    <a:alpha val="1902"/>
                  </a:srgbClr>
                </a:gs>
                <a:gs pos="100000">
                  <a:srgbClr val="57555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4" name="Splat 814"/>
            <p:cNvSpPr>
              <a:spLocks noGrp="1"/>
            </p:cNvSpPr>
            <p:nvPr/>
          </p:nvSpPr>
          <p:spPr>
            <a:xfrm rot="2925801">
              <a:off x="1454640" y="1272486"/>
              <a:ext cx="681984" cy="5029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5" name="Splat 815"/>
            <p:cNvSpPr>
              <a:spLocks noGrp="1"/>
            </p:cNvSpPr>
            <p:nvPr/>
          </p:nvSpPr>
          <p:spPr>
            <a:xfrm rot="7550477">
              <a:off x="2926328" y="1606495"/>
              <a:ext cx="265928" cy="4188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6" name="Splat 816"/>
            <p:cNvSpPr>
              <a:spLocks noGrp="1"/>
            </p:cNvSpPr>
            <p:nvPr/>
          </p:nvSpPr>
          <p:spPr>
            <a:xfrm rot="8805273">
              <a:off x="237241" y="997972"/>
              <a:ext cx="278364" cy="154096"/>
            </a:xfrm>
            <a:prstGeom prst="ellipse">
              <a:avLst/>
            </a:prstGeom>
            <a:gradFill>
              <a:gsLst>
                <a:gs pos="0">
                  <a:srgbClr val="E6E6E6">
                    <a:alpha val="32968"/>
                  </a:srgbClr>
                </a:gs>
                <a:gs pos="14286">
                  <a:srgbClr val="E6E6E6">
                    <a:alpha val="30764"/>
                  </a:srgbClr>
                </a:gs>
                <a:gs pos="28571">
                  <a:srgbClr val="E6E6E6">
                    <a:alpha val="24833"/>
                  </a:srgbClr>
                </a:gs>
                <a:gs pos="42857">
                  <a:srgbClr val="E6E6E6">
                    <a:alpha val="17075"/>
                  </a:srgbClr>
                </a:gs>
                <a:gs pos="57143">
                  <a:srgbClr val="E6E6E6">
                    <a:alpha val="9855"/>
                  </a:srgbClr>
                </a:gs>
                <a:gs pos="71429">
                  <a:srgbClr val="E6E6E6">
                    <a:alpha val="4740"/>
                  </a:srgbClr>
                </a:gs>
                <a:gs pos="85714">
                  <a:srgbClr val="E6E6E6">
                    <a:alpha val="1902"/>
                  </a:srgbClr>
                </a:gs>
                <a:gs pos="100000">
                  <a:srgbClr val="E6E6E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7" name="Splat 817"/>
            <p:cNvSpPr>
              <a:spLocks noGrp="1"/>
            </p:cNvSpPr>
            <p:nvPr/>
          </p:nvSpPr>
          <p:spPr>
            <a:xfrm rot="9318301">
              <a:off x="2350902" y="1306200"/>
              <a:ext cx="696554" cy="10080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8" name="Splat 818"/>
            <p:cNvSpPr>
              <a:spLocks noGrp="1"/>
            </p:cNvSpPr>
            <p:nvPr/>
          </p:nvSpPr>
          <p:spPr>
            <a:xfrm rot="3270726">
              <a:off x="1395332" y="302316"/>
              <a:ext cx="400583" cy="145732"/>
            </a:xfrm>
            <a:prstGeom prst="ellipse">
              <a:avLst/>
            </a:prstGeom>
            <a:gradFill>
              <a:gsLst>
                <a:gs pos="0">
                  <a:srgbClr val="DDDDDE">
                    <a:alpha val="18049"/>
                  </a:srgbClr>
                </a:gs>
                <a:gs pos="14286">
                  <a:srgbClr val="DDDDDE">
                    <a:alpha val="16719"/>
                  </a:srgbClr>
                </a:gs>
                <a:gs pos="28571">
                  <a:srgbClr val="DDDDDE">
                    <a:alpha val="13242"/>
                  </a:srgbClr>
                </a:gs>
                <a:gs pos="42857">
                  <a:srgbClr val="DDDDDE">
                    <a:alpha val="8896"/>
                  </a:srgbClr>
                </a:gs>
                <a:gs pos="57143">
                  <a:srgbClr val="DDDDDE">
                    <a:alpha val="5032"/>
                  </a:srgbClr>
                </a:gs>
                <a:gs pos="71429">
                  <a:srgbClr val="DDDDDE">
                    <a:alpha val="2388"/>
                  </a:srgbClr>
                </a:gs>
                <a:gs pos="85714">
                  <a:srgbClr val="DDDDDE">
                    <a:alpha val="951"/>
                  </a:srgbClr>
                </a:gs>
                <a:gs pos="100000">
                  <a:srgbClr val="DDDDDE">
                    <a:alpha val="3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9" name="Splat 819"/>
            <p:cNvSpPr>
              <a:spLocks noGrp="1"/>
            </p:cNvSpPr>
            <p:nvPr/>
          </p:nvSpPr>
          <p:spPr>
            <a:xfrm rot="4174117">
              <a:off x="2327276" y="2582503"/>
              <a:ext cx="593078" cy="7859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0" name="Splat 820"/>
            <p:cNvSpPr>
              <a:spLocks noGrp="1"/>
            </p:cNvSpPr>
            <p:nvPr/>
          </p:nvSpPr>
          <p:spPr>
            <a:xfrm rot="10402046">
              <a:off x="238844" y="1849610"/>
              <a:ext cx="411144" cy="20477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1" name="Splat 821"/>
            <p:cNvSpPr>
              <a:spLocks noGrp="1"/>
            </p:cNvSpPr>
            <p:nvPr/>
          </p:nvSpPr>
          <p:spPr>
            <a:xfrm rot="9916239">
              <a:off x="1996983" y="2221093"/>
              <a:ext cx="568311" cy="10538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2" name="Splat 822"/>
            <p:cNvSpPr>
              <a:spLocks noGrp="1"/>
            </p:cNvSpPr>
            <p:nvPr/>
          </p:nvSpPr>
          <p:spPr>
            <a:xfrm rot="-10768811">
              <a:off x="2463861" y="300809"/>
              <a:ext cx="291419" cy="75459"/>
            </a:xfrm>
            <a:prstGeom prst="ellipse">
              <a:avLst/>
            </a:prstGeom>
            <a:gradFill>
              <a:gsLst>
                <a:gs pos="0">
                  <a:srgbClr val="E2E1E1">
                    <a:alpha val="22071"/>
                  </a:srgbClr>
                </a:gs>
                <a:gs pos="14286">
                  <a:srgbClr val="E2E1E1">
                    <a:alpha val="20483"/>
                  </a:srgbClr>
                </a:gs>
                <a:gs pos="28571">
                  <a:srgbClr val="E2E1E1">
                    <a:alpha val="16303"/>
                  </a:srgbClr>
                </a:gs>
                <a:gs pos="42857">
                  <a:srgbClr val="E2E1E1">
                    <a:alpha val="11018"/>
                  </a:srgbClr>
                </a:gs>
                <a:gs pos="57143">
                  <a:srgbClr val="E2E1E1">
                    <a:alpha val="6263"/>
                  </a:srgbClr>
                </a:gs>
                <a:gs pos="71429">
                  <a:srgbClr val="E2E1E1">
                    <a:alpha val="2982"/>
                  </a:srgbClr>
                </a:gs>
                <a:gs pos="85714">
                  <a:srgbClr val="E2E1E1">
                    <a:alpha val="1190"/>
                  </a:srgbClr>
                </a:gs>
                <a:gs pos="100000">
                  <a:srgbClr val="E2E1E1">
                    <a:alpha val="3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3" name="Splat 823"/>
            <p:cNvSpPr>
              <a:spLocks noGrp="1"/>
            </p:cNvSpPr>
            <p:nvPr/>
          </p:nvSpPr>
          <p:spPr>
            <a:xfrm rot="5133682">
              <a:off x="144906" y="1127556"/>
              <a:ext cx="368584" cy="103681"/>
            </a:xfrm>
            <a:prstGeom prst="ellipse">
              <a:avLst/>
            </a:prstGeom>
            <a:gradFill>
              <a:gsLst>
                <a:gs pos="0">
                  <a:srgbClr val="F3F3F3">
                    <a:alpha val="21952"/>
                  </a:srgbClr>
                </a:gs>
                <a:gs pos="14286">
                  <a:srgbClr val="F3F3F3">
                    <a:alpha val="20372"/>
                  </a:srgbClr>
                </a:gs>
                <a:gs pos="28571">
                  <a:srgbClr val="F3F3F3">
                    <a:alpha val="16212"/>
                  </a:srgbClr>
                </a:gs>
                <a:gs pos="42857">
                  <a:srgbClr val="F3F3F3">
                    <a:alpha val="10954"/>
                  </a:srgbClr>
                </a:gs>
                <a:gs pos="57143">
                  <a:srgbClr val="F3F3F3">
                    <a:alpha val="6226"/>
                  </a:srgbClr>
                </a:gs>
                <a:gs pos="71429">
                  <a:srgbClr val="F3F3F3">
                    <a:alpha val="2964"/>
                  </a:srgbClr>
                </a:gs>
                <a:gs pos="85714">
                  <a:srgbClr val="F3F3F3">
                    <a:alpha val="1183"/>
                  </a:srgbClr>
                </a:gs>
                <a:gs pos="100000">
                  <a:srgbClr val="F3F3F3">
                    <a:alpha val="3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4" name="Splat 824"/>
            <p:cNvSpPr>
              <a:spLocks noGrp="1"/>
            </p:cNvSpPr>
            <p:nvPr/>
          </p:nvSpPr>
          <p:spPr>
            <a:xfrm rot="7310853">
              <a:off x="814302" y="2396759"/>
              <a:ext cx="283713" cy="169541"/>
            </a:xfrm>
            <a:prstGeom prst="ellipse">
              <a:avLst/>
            </a:prstGeom>
            <a:gradFill>
              <a:gsLst>
                <a:gs pos="0">
                  <a:srgbClr val="FFFFFF">
                    <a:alpha val="17847"/>
                  </a:srgbClr>
                </a:gs>
                <a:gs pos="14286">
                  <a:srgbClr val="FFFFFF">
                    <a:alpha val="16530"/>
                  </a:srgbClr>
                </a:gs>
                <a:gs pos="28571">
                  <a:srgbClr val="FFFFFF">
                    <a:alpha val="13089"/>
                  </a:srgbClr>
                </a:gs>
                <a:gs pos="42857">
                  <a:srgbClr val="FFFFFF">
                    <a:alpha val="8791"/>
                  </a:srgbClr>
                </a:gs>
                <a:gs pos="57143">
                  <a:srgbClr val="FFFFFF">
                    <a:alpha val="4971"/>
                  </a:srgbClr>
                </a:gs>
                <a:gs pos="71429">
                  <a:srgbClr val="FFFFFF">
                    <a:alpha val="2358"/>
                  </a:srgbClr>
                </a:gs>
                <a:gs pos="85714">
                  <a:srgbClr val="FFFFFF">
                    <a:alpha val="939"/>
                  </a:srgbClr>
                </a:gs>
                <a:gs pos="100000">
                  <a:srgbClr val="FFFFFF">
                    <a:alpha val="3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5" name="Splat 825"/>
            <p:cNvSpPr>
              <a:spLocks noGrp="1"/>
            </p:cNvSpPr>
            <p:nvPr/>
          </p:nvSpPr>
          <p:spPr>
            <a:xfrm rot="-9371302">
              <a:off x="2897967" y="937797"/>
              <a:ext cx="671502" cy="8390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6" name="Splat 826"/>
            <p:cNvSpPr>
              <a:spLocks noGrp="1"/>
            </p:cNvSpPr>
            <p:nvPr/>
          </p:nvSpPr>
          <p:spPr>
            <a:xfrm rot="7979774">
              <a:off x="1537591" y="611624"/>
              <a:ext cx="240499" cy="4334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7" name="Splat 827"/>
            <p:cNvSpPr>
              <a:spLocks noGrp="1"/>
            </p:cNvSpPr>
            <p:nvPr/>
          </p:nvSpPr>
          <p:spPr>
            <a:xfrm rot="3428940">
              <a:off x="2036463" y="312218"/>
              <a:ext cx="301404" cy="113050"/>
            </a:xfrm>
            <a:prstGeom prst="ellipse">
              <a:avLst/>
            </a:prstGeom>
            <a:gradFill>
              <a:gsLst>
                <a:gs pos="0">
                  <a:srgbClr val="CECFCE">
                    <a:alpha val="32968"/>
                  </a:srgbClr>
                </a:gs>
                <a:gs pos="14286">
                  <a:srgbClr val="CECFCE">
                    <a:alpha val="30764"/>
                  </a:srgbClr>
                </a:gs>
                <a:gs pos="28571">
                  <a:srgbClr val="CECFCE">
                    <a:alpha val="24833"/>
                  </a:srgbClr>
                </a:gs>
                <a:gs pos="42857">
                  <a:srgbClr val="CECFCE">
                    <a:alpha val="17075"/>
                  </a:srgbClr>
                </a:gs>
                <a:gs pos="57143">
                  <a:srgbClr val="CECFCE">
                    <a:alpha val="9855"/>
                  </a:srgbClr>
                </a:gs>
                <a:gs pos="71429">
                  <a:srgbClr val="CECFCE">
                    <a:alpha val="4740"/>
                  </a:srgbClr>
                </a:gs>
                <a:gs pos="85714">
                  <a:srgbClr val="CECFCE">
                    <a:alpha val="1902"/>
                  </a:srgbClr>
                </a:gs>
                <a:gs pos="100000">
                  <a:srgbClr val="CECFC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8" name="Splat 828"/>
            <p:cNvSpPr>
              <a:spLocks noGrp="1"/>
            </p:cNvSpPr>
            <p:nvPr/>
          </p:nvSpPr>
          <p:spPr>
            <a:xfrm rot="5999733">
              <a:off x="2311309" y="1840540"/>
              <a:ext cx="493599" cy="78550"/>
            </a:xfrm>
            <a:prstGeom prst="ellipse">
              <a:avLst/>
            </a:prstGeom>
            <a:gradFill>
              <a:gsLst>
                <a:gs pos="0">
                  <a:srgbClr val="FFFFFF">
                    <a:alpha val="13379"/>
                  </a:srgbClr>
                </a:gs>
                <a:gs pos="14286">
                  <a:srgbClr val="FFFFFF">
                    <a:alpha val="12367"/>
                  </a:srgbClr>
                </a:gs>
                <a:gs pos="28571">
                  <a:srgbClr val="FFFFFF">
                    <a:alpha val="9742"/>
                  </a:srgbClr>
                </a:gs>
                <a:gs pos="42857">
                  <a:srgbClr val="FFFFFF">
                    <a:alpha val="6502"/>
                  </a:srgbClr>
                </a:gs>
                <a:gs pos="57143">
                  <a:srgbClr val="FFFFFF">
                    <a:alpha val="3657"/>
                  </a:srgbClr>
                </a:gs>
                <a:gs pos="71429">
                  <a:srgbClr val="FFFFFF">
                    <a:alpha val="1729"/>
                  </a:srgbClr>
                </a:gs>
                <a:gs pos="85714">
                  <a:srgbClr val="FFFFFF">
                    <a:alpha val="687"/>
                  </a:srgbClr>
                </a:gs>
                <a:gs pos="100000">
                  <a:srgbClr val="FFFFFF">
                    <a:alpha val="2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9" name="Splat 829"/>
            <p:cNvSpPr>
              <a:spLocks noGrp="1"/>
            </p:cNvSpPr>
            <p:nvPr/>
          </p:nvSpPr>
          <p:spPr>
            <a:xfrm rot="-10791175">
              <a:off x="1743422" y="2045575"/>
              <a:ext cx="541044" cy="4498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0" name="Splat 830"/>
            <p:cNvSpPr>
              <a:spLocks noGrp="1"/>
            </p:cNvSpPr>
            <p:nvPr/>
          </p:nvSpPr>
          <p:spPr>
            <a:xfrm rot="-8586166">
              <a:off x="2184152" y="2278432"/>
              <a:ext cx="541521" cy="5743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1" name="Splat 831"/>
            <p:cNvSpPr>
              <a:spLocks noGrp="1"/>
            </p:cNvSpPr>
            <p:nvPr/>
          </p:nvSpPr>
          <p:spPr>
            <a:xfrm rot="-8936801">
              <a:off x="2594035" y="2425145"/>
              <a:ext cx="488467" cy="7995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2" name="Splat 832"/>
            <p:cNvSpPr>
              <a:spLocks noGrp="1"/>
            </p:cNvSpPr>
            <p:nvPr/>
          </p:nvSpPr>
          <p:spPr>
            <a:xfrm rot="4139258">
              <a:off x="1284994" y="2490823"/>
              <a:ext cx="301889" cy="150303"/>
            </a:xfrm>
            <a:prstGeom prst="ellipse">
              <a:avLst/>
            </a:prstGeom>
            <a:gradFill>
              <a:gsLst>
                <a:gs pos="0">
                  <a:srgbClr val="EEEFEF">
                    <a:alpha val="31935"/>
                  </a:srgbClr>
                </a:gs>
                <a:gs pos="14286">
                  <a:srgbClr val="EEEFEF">
                    <a:alpha val="29784"/>
                  </a:srgbClr>
                </a:gs>
                <a:gs pos="28571">
                  <a:srgbClr val="EEEFEF">
                    <a:alpha val="24008"/>
                  </a:srgbClr>
                </a:gs>
                <a:gs pos="42857">
                  <a:srgbClr val="EEEFEF">
                    <a:alpha val="16479"/>
                  </a:srgbClr>
                </a:gs>
                <a:gs pos="57143">
                  <a:srgbClr val="EEEFEF">
                    <a:alpha val="9497"/>
                  </a:srgbClr>
                </a:gs>
                <a:gs pos="71429">
                  <a:srgbClr val="EEEFEF">
                    <a:alpha val="4563"/>
                  </a:srgbClr>
                </a:gs>
                <a:gs pos="85714">
                  <a:srgbClr val="EEEFEF">
                    <a:alpha val="1830"/>
                  </a:srgbClr>
                </a:gs>
                <a:gs pos="100000">
                  <a:srgbClr val="EEEFEF">
                    <a:alpha val="6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3" name="Splat 833"/>
            <p:cNvSpPr>
              <a:spLocks noGrp="1"/>
            </p:cNvSpPr>
            <p:nvPr/>
          </p:nvSpPr>
          <p:spPr>
            <a:xfrm rot="9631981">
              <a:off x="578807" y="1617055"/>
              <a:ext cx="611691" cy="8052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4" name="Splat 834"/>
            <p:cNvSpPr>
              <a:spLocks noGrp="1"/>
            </p:cNvSpPr>
            <p:nvPr/>
          </p:nvSpPr>
          <p:spPr>
            <a:xfrm rot="-9129576">
              <a:off x="2783075" y="1314119"/>
              <a:ext cx="657783" cy="10689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5" name="Splat 835"/>
            <p:cNvSpPr>
              <a:spLocks noGrp="1"/>
            </p:cNvSpPr>
            <p:nvPr/>
          </p:nvSpPr>
          <p:spPr>
            <a:xfrm rot="9185494">
              <a:off x="2726227" y="2689170"/>
              <a:ext cx="503521" cy="7276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6" name="Splat 836"/>
            <p:cNvSpPr>
              <a:spLocks noGrp="1"/>
            </p:cNvSpPr>
            <p:nvPr/>
          </p:nvSpPr>
          <p:spPr>
            <a:xfrm rot="-10142537">
              <a:off x="2327817" y="1588146"/>
              <a:ext cx="656532" cy="7932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7" name="Splat 837"/>
            <p:cNvSpPr>
              <a:spLocks noGrp="1"/>
            </p:cNvSpPr>
            <p:nvPr/>
          </p:nvSpPr>
          <p:spPr>
            <a:xfrm rot="-9654124">
              <a:off x="257661" y="2257266"/>
              <a:ext cx="501255" cy="207284"/>
            </a:xfrm>
            <a:prstGeom prst="ellipse">
              <a:avLst/>
            </a:prstGeom>
            <a:gradFill>
              <a:gsLst>
                <a:gs pos="0">
                  <a:srgbClr val="BDBDBC">
                    <a:alpha val="22460"/>
                  </a:srgbClr>
                </a:gs>
                <a:gs pos="14286">
                  <a:srgbClr val="BDBDBC">
                    <a:alpha val="20848"/>
                  </a:srgbClr>
                </a:gs>
                <a:gs pos="28571">
                  <a:srgbClr val="BDBDBC">
                    <a:alpha val="16601"/>
                  </a:srgbClr>
                </a:gs>
                <a:gs pos="42857">
                  <a:srgbClr val="BDBDBC">
                    <a:alpha val="11225"/>
                  </a:srgbClr>
                </a:gs>
                <a:gs pos="57143">
                  <a:srgbClr val="BDBDBC">
                    <a:alpha val="6385"/>
                  </a:srgbClr>
                </a:gs>
                <a:gs pos="71429">
                  <a:srgbClr val="BDBDBC">
                    <a:alpha val="3041"/>
                  </a:srgbClr>
                </a:gs>
                <a:gs pos="85714">
                  <a:srgbClr val="BDBDBC">
                    <a:alpha val="1214"/>
                  </a:srgbClr>
                </a:gs>
                <a:gs pos="100000">
                  <a:srgbClr val="BDBDBC">
                    <a:alpha val="4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8" name="Splat 838"/>
            <p:cNvSpPr>
              <a:spLocks noGrp="1"/>
            </p:cNvSpPr>
            <p:nvPr/>
          </p:nvSpPr>
          <p:spPr>
            <a:xfrm rot="-9683465">
              <a:off x="291069" y="2174405"/>
              <a:ext cx="515382" cy="8097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9" name="Splat 839"/>
            <p:cNvSpPr>
              <a:spLocks noGrp="1"/>
            </p:cNvSpPr>
            <p:nvPr/>
          </p:nvSpPr>
          <p:spPr>
            <a:xfrm rot="5078805">
              <a:off x="3330589" y="1706181"/>
              <a:ext cx="461387" cy="15408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0" name="Splat 840"/>
            <p:cNvSpPr>
              <a:spLocks noGrp="1"/>
            </p:cNvSpPr>
            <p:nvPr/>
          </p:nvSpPr>
          <p:spPr>
            <a:xfrm rot="8379722">
              <a:off x="3073101" y="586886"/>
              <a:ext cx="650085" cy="5892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1" name="Splat 841"/>
            <p:cNvSpPr>
              <a:spLocks noGrp="1"/>
            </p:cNvSpPr>
            <p:nvPr/>
          </p:nvSpPr>
          <p:spPr>
            <a:xfrm rot="-8477887">
              <a:off x="1273897" y="1706008"/>
              <a:ext cx="672933" cy="8036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2" name="Splat 842"/>
            <p:cNvSpPr>
              <a:spLocks noGrp="1"/>
            </p:cNvSpPr>
            <p:nvPr/>
          </p:nvSpPr>
          <p:spPr>
            <a:xfrm rot="10596640">
              <a:off x="2559972" y="2722385"/>
              <a:ext cx="590918" cy="6516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3" name="Splat 843"/>
            <p:cNvSpPr>
              <a:spLocks noGrp="1"/>
            </p:cNvSpPr>
            <p:nvPr/>
          </p:nvSpPr>
          <p:spPr>
            <a:xfrm rot="-9987940">
              <a:off x="2195167" y="1317745"/>
              <a:ext cx="651737" cy="12438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4" name="Splat 844"/>
            <p:cNvSpPr>
              <a:spLocks noGrp="1"/>
            </p:cNvSpPr>
            <p:nvPr/>
          </p:nvSpPr>
          <p:spPr>
            <a:xfrm rot="5819476">
              <a:off x="2943366" y="1636396"/>
              <a:ext cx="298725" cy="218643"/>
            </a:xfrm>
            <a:prstGeom prst="ellipse">
              <a:avLst/>
            </a:prstGeom>
            <a:gradFill>
              <a:gsLst>
                <a:gs pos="0">
                  <a:srgbClr val="EAEAEA">
                    <a:alpha val="24629"/>
                  </a:srgbClr>
                </a:gs>
                <a:gs pos="14286">
                  <a:srgbClr val="EAEAEA">
                    <a:alpha val="22886"/>
                  </a:srgbClr>
                </a:gs>
                <a:gs pos="28571">
                  <a:srgbClr val="EAEAEA">
                    <a:alpha val="18273"/>
                  </a:srgbClr>
                </a:gs>
                <a:gs pos="42857">
                  <a:srgbClr val="EAEAEA">
                    <a:alpha val="12397"/>
                  </a:srgbClr>
                </a:gs>
                <a:gs pos="57143">
                  <a:srgbClr val="EAEAEA">
                    <a:alpha val="7071"/>
                  </a:srgbClr>
                </a:gs>
                <a:gs pos="71429">
                  <a:srgbClr val="EAEAEA">
                    <a:alpha val="3375"/>
                  </a:srgbClr>
                </a:gs>
                <a:gs pos="85714">
                  <a:srgbClr val="EAEAEA">
                    <a:alpha val="1348"/>
                  </a:srgbClr>
                </a:gs>
                <a:gs pos="100000">
                  <a:srgbClr val="EAEAEA">
                    <a:alpha val="4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5" name="Splat 845"/>
            <p:cNvSpPr>
              <a:spLocks noGrp="1"/>
            </p:cNvSpPr>
            <p:nvPr/>
          </p:nvSpPr>
          <p:spPr>
            <a:xfrm rot="7863915">
              <a:off x="2876530" y="2618317"/>
              <a:ext cx="295008" cy="53169"/>
            </a:xfrm>
            <a:prstGeom prst="ellipse">
              <a:avLst/>
            </a:prstGeom>
            <a:gradFill>
              <a:gsLst>
                <a:gs pos="0">
                  <a:srgbClr val="CCCCCC">
                    <a:alpha val="32968"/>
                  </a:srgbClr>
                </a:gs>
                <a:gs pos="14286">
                  <a:srgbClr val="CCCCCC">
                    <a:alpha val="30764"/>
                  </a:srgbClr>
                </a:gs>
                <a:gs pos="28571">
                  <a:srgbClr val="CCCCCC">
                    <a:alpha val="24833"/>
                  </a:srgbClr>
                </a:gs>
                <a:gs pos="42857">
                  <a:srgbClr val="CCCCCC">
                    <a:alpha val="17075"/>
                  </a:srgbClr>
                </a:gs>
                <a:gs pos="57143">
                  <a:srgbClr val="CCCCCC">
                    <a:alpha val="9855"/>
                  </a:srgbClr>
                </a:gs>
                <a:gs pos="71429">
                  <a:srgbClr val="CCCCCC">
                    <a:alpha val="4740"/>
                  </a:srgbClr>
                </a:gs>
                <a:gs pos="85714">
                  <a:srgbClr val="CCCCCC">
                    <a:alpha val="1902"/>
                  </a:srgbClr>
                </a:gs>
                <a:gs pos="100000">
                  <a:srgbClr val="CCCCC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6" name="Splat 846"/>
            <p:cNvSpPr>
              <a:spLocks noGrp="1"/>
            </p:cNvSpPr>
            <p:nvPr/>
          </p:nvSpPr>
          <p:spPr>
            <a:xfrm rot="5400003">
              <a:off x="3260718" y="2519560"/>
              <a:ext cx="774715" cy="1134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7" name="Splat 847"/>
            <p:cNvSpPr>
              <a:spLocks noGrp="1"/>
            </p:cNvSpPr>
            <p:nvPr/>
          </p:nvSpPr>
          <p:spPr>
            <a:xfrm rot="6494147">
              <a:off x="3198259" y="360929"/>
              <a:ext cx="384062" cy="15662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8" name="Splat 848"/>
            <p:cNvSpPr>
              <a:spLocks noGrp="1"/>
            </p:cNvSpPr>
            <p:nvPr/>
          </p:nvSpPr>
          <p:spPr>
            <a:xfrm rot="10508385">
              <a:off x="166476" y="2727542"/>
              <a:ext cx="568279" cy="3190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9" name="Splat 849"/>
            <p:cNvSpPr>
              <a:spLocks noGrp="1"/>
            </p:cNvSpPr>
            <p:nvPr/>
          </p:nvSpPr>
          <p:spPr>
            <a:xfrm rot="9425844">
              <a:off x="1704789" y="1342792"/>
              <a:ext cx="597936" cy="5877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0" name="Splat 850"/>
            <p:cNvSpPr>
              <a:spLocks noGrp="1"/>
            </p:cNvSpPr>
            <p:nvPr/>
          </p:nvSpPr>
          <p:spPr>
            <a:xfrm rot="3273319">
              <a:off x="2086323" y="1219412"/>
              <a:ext cx="534102" cy="7709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1" name="Splat 851"/>
            <p:cNvSpPr>
              <a:spLocks noGrp="1"/>
            </p:cNvSpPr>
            <p:nvPr/>
          </p:nvSpPr>
          <p:spPr>
            <a:xfrm rot="-9617973">
              <a:off x="1820395" y="1582395"/>
              <a:ext cx="605472" cy="7822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2" name="Splat 852"/>
            <p:cNvSpPr>
              <a:spLocks noGrp="1"/>
            </p:cNvSpPr>
            <p:nvPr/>
          </p:nvSpPr>
          <p:spPr>
            <a:xfrm rot="-9121704">
              <a:off x="1353683" y="2638499"/>
              <a:ext cx="293869" cy="6348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3" name="Splat 853"/>
            <p:cNvSpPr>
              <a:spLocks noGrp="1"/>
            </p:cNvSpPr>
            <p:nvPr/>
          </p:nvSpPr>
          <p:spPr>
            <a:xfrm rot="6766223">
              <a:off x="2542039" y="1916951"/>
              <a:ext cx="554796" cy="93091"/>
            </a:xfrm>
            <a:prstGeom prst="ellipse">
              <a:avLst/>
            </a:prstGeom>
            <a:gradFill>
              <a:gsLst>
                <a:gs pos="0">
                  <a:srgbClr val="0D040A">
                    <a:alpha val="32968"/>
                  </a:srgbClr>
                </a:gs>
                <a:gs pos="14286">
                  <a:srgbClr val="0D040A">
                    <a:alpha val="30764"/>
                  </a:srgbClr>
                </a:gs>
                <a:gs pos="28571">
                  <a:srgbClr val="0D040A">
                    <a:alpha val="24833"/>
                  </a:srgbClr>
                </a:gs>
                <a:gs pos="42857">
                  <a:srgbClr val="0D040A">
                    <a:alpha val="17075"/>
                  </a:srgbClr>
                </a:gs>
                <a:gs pos="57143">
                  <a:srgbClr val="0D040A">
                    <a:alpha val="9855"/>
                  </a:srgbClr>
                </a:gs>
                <a:gs pos="71429">
                  <a:srgbClr val="0D040A">
                    <a:alpha val="4740"/>
                  </a:srgbClr>
                </a:gs>
                <a:gs pos="85714">
                  <a:srgbClr val="0D040A">
                    <a:alpha val="1902"/>
                  </a:srgbClr>
                </a:gs>
                <a:gs pos="100000">
                  <a:srgbClr val="0D040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4" name="Splat 854"/>
            <p:cNvSpPr>
              <a:spLocks noGrp="1"/>
            </p:cNvSpPr>
            <p:nvPr/>
          </p:nvSpPr>
          <p:spPr>
            <a:xfrm rot="-10475709">
              <a:off x="3205721" y="2732352"/>
              <a:ext cx="359325" cy="4658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5" name="Splat 855"/>
            <p:cNvSpPr>
              <a:spLocks noGrp="1"/>
            </p:cNvSpPr>
            <p:nvPr/>
          </p:nvSpPr>
          <p:spPr>
            <a:xfrm rot="4427172">
              <a:off x="2862328" y="2366888"/>
              <a:ext cx="358550" cy="126857"/>
            </a:xfrm>
            <a:prstGeom prst="ellipse">
              <a:avLst/>
            </a:prstGeom>
            <a:gradFill>
              <a:gsLst>
                <a:gs pos="0">
                  <a:srgbClr val="F7F7F7">
                    <a:alpha val="20010"/>
                  </a:srgbClr>
                </a:gs>
                <a:gs pos="14286">
                  <a:srgbClr val="F7F7F7">
                    <a:alpha val="18553"/>
                  </a:srgbClr>
                </a:gs>
                <a:gs pos="28571">
                  <a:srgbClr val="F7F7F7">
                    <a:alpha val="14729"/>
                  </a:srgbClr>
                </a:gs>
                <a:gs pos="42857">
                  <a:srgbClr val="F7F7F7">
                    <a:alpha val="9924"/>
                  </a:srgbClr>
                </a:gs>
                <a:gs pos="57143">
                  <a:srgbClr val="F7F7F7">
                    <a:alpha val="5627"/>
                  </a:srgbClr>
                </a:gs>
                <a:gs pos="71429">
                  <a:srgbClr val="F7F7F7">
                    <a:alpha val="2674"/>
                  </a:srgbClr>
                </a:gs>
                <a:gs pos="85714">
                  <a:srgbClr val="F7F7F7">
                    <a:alpha val="1066"/>
                  </a:srgbClr>
                </a:gs>
                <a:gs pos="100000">
                  <a:srgbClr val="F7F7F7">
                    <a:alpha val="3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6" name="Splat 856"/>
            <p:cNvSpPr>
              <a:spLocks noGrp="1"/>
            </p:cNvSpPr>
            <p:nvPr/>
          </p:nvSpPr>
          <p:spPr>
            <a:xfrm rot="9835436">
              <a:off x="1644329" y="1591071"/>
              <a:ext cx="583441" cy="6294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7" name="Splat 857"/>
            <p:cNvSpPr>
              <a:spLocks noGrp="1"/>
            </p:cNvSpPr>
            <p:nvPr/>
          </p:nvSpPr>
          <p:spPr>
            <a:xfrm rot="10059907">
              <a:off x="1358927" y="1201108"/>
              <a:ext cx="297632" cy="194263"/>
            </a:xfrm>
            <a:prstGeom prst="ellipse">
              <a:avLst/>
            </a:prstGeom>
            <a:gradFill>
              <a:gsLst>
                <a:gs pos="0">
                  <a:srgbClr val="FFFFFF">
                    <a:alpha val="32313"/>
                  </a:srgbClr>
                </a:gs>
                <a:gs pos="14286">
                  <a:srgbClr val="FFFFFF">
                    <a:alpha val="30142"/>
                  </a:srgbClr>
                </a:gs>
                <a:gs pos="28571">
                  <a:srgbClr val="FFFFFF">
                    <a:alpha val="24310"/>
                  </a:srgbClr>
                </a:gs>
                <a:gs pos="42857">
                  <a:srgbClr val="FFFFFF">
                    <a:alpha val="16697"/>
                  </a:srgbClr>
                </a:gs>
                <a:gs pos="57143">
                  <a:srgbClr val="FFFFFF">
                    <a:alpha val="9627"/>
                  </a:srgbClr>
                </a:gs>
                <a:gs pos="71429">
                  <a:srgbClr val="FFFFFF">
                    <a:alpha val="4628"/>
                  </a:srgbClr>
                </a:gs>
                <a:gs pos="85714">
                  <a:srgbClr val="FFFFFF">
                    <a:alpha val="1856"/>
                  </a:srgbClr>
                </a:gs>
                <a:gs pos="100000">
                  <a:srgbClr val="FFFFFF">
                    <a:alpha val="6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8" name="Splat 858"/>
            <p:cNvSpPr>
              <a:spLocks noGrp="1"/>
            </p:cNvSpPr>
            <p:nvPr/>
          </p:nvSpPr>
          <p:spPr>
            <a:xfrm rot="8687069">
              <a:off x="445522" y="2475284"/>
              <a:ext cx="329034" cy="171991"/>
            </a:xfrm>
            <a:prstGeom prst="ellipse">
              <a:avLst/>
            </a:prstGeom>
            <a:gradFill>
              <a:gsLst>
                <a:gs pos="0">
                  <a:srgbClr val="A9A8A8">
                    <a:alpha val="32968"/>
                  </a:srgbClr>
                </a:gs>
                <a:gs pos="14286">
                  <a:srgbClr val="A9A8A8">
                    <a:alpha val="30764"/>
                  </a:srgbClr>
                </a:gs>
                <a:gs pos="28571">
                  <a:srgbClr val="A9A8A8">
                    <a:alpha val="24833"/>
                  </a:srgbClr>
                </a:gs>
                <a:gs pos="42857">
                  <a:srgbClr val="A9A8A8">
                    <a:alpha val="17075"/>
                  </a:srgbClr>
                </a:gs>
                <a:gs pos="57143">
                  <a:srgbClr val="A9A8A8">
                    <a:alpha val="9855"/>
                  </a:srgbClr>
                </a:gs>
                <a:gs pos="71429">
                  <a:srgbClr val="A9A8A8">
                    <a:alpha val="4740"/>
                  </a:srgbClr>
                </a:gs>
                <a:gs pos="85714">
                  <a:srgbClr val="A9A8A8">
                    <a:alpha val="1902"/>
                  </a:srgbClr>
                </a:gs>
                <a:gs pos="100000">
                  <a:srgbClr val="A9A8A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9" name="Splat 859"/>
            <p:cNvSpPr>
              <a:spLocks noGrp="1"/>
            </p:cNvSpPr>
            <p:nvPr/>
          </p:nvSpPr>
          <p:spPr>
            <a:xfrm rot="4950810">
              <a:off x="429914" y="2422985"/>
              <a:ext cx="557960" cy="34857"/>
            </a:xfrm>
            <a:prstGeom prst="ellipse">
              <a:avLst/>
            </a:prstGeom>
            <a:gradFill>
              <a:gsLst>
                <a:gs pos="0">
                  <a:srgbClr val="040007">
                    <a:alpha val="32968"/>
                  </a:srgbClr>
                </a:gs>
                <a:gs pos="14286">
                  <a:srgbClr val="040007">
                    <a:alpha val="30764"/>
                  </a:srgbClr>
                </a:gs>
                <a:gs pos="28571">
                  <a:srgbClr val="040007">
                    <a:alpha val="24833"/>
                  </a:srgbClr>
                </a:gs>
                <a:gs pos="42857">
                  <a:srgbClr val="040007">
                    <a:alpha val="17075"/>
                  </a:srgbClr>
                </a:gs>
                <a:gs pos="57143">
                  <a:srgbClr val="040007">
                    <a:alpha val="9855"/>
                  </a:srgbClr>
                </a:gs>
                <a:gs pos="71429">
                  <a:srgbClr val="040007">
                    <a:alpha val="4740"/>
                  </a:srgbClr>
                </a:gs>
                <a:gs pos="85714">
                  <a:srgbClr val="040007">
                    <a:alpha val="1902"/>
                  </a:srgbClr>
                </a:gs>
                <a:gs pos="100000">
                  <a:srgbClr val="04000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0" name="Splat 860"/>
            <p:cNvSpPr>
              <a:spLocks noGrp="1"/>
            </p:cNvSpPr>
            <p:nvPr/>
          </p:nvSpPr>
          <p:spPr>
            <a:xfrm rot="9554944">
              <a:off x="1200934" y="1338196"/>
              <a:ext cx="700269" cy="8845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1" name="Splat 861"/>
            <p:cNvSpPr>
              <a:spLocks noGrp="1"/>
            </p:cNvSpPr>
            <p:nvPr/>
          </p:nvSpPr>
          <p:spPr>
            <a:xfrm rot="4362743">
              <a:off x="2535024" y="1806887"/>
              <a:ext cx="585488" cy="5123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2" name="Splat 862"/>
            <p:cNvSpPr>
              <a:spLocks noGrp="1"/>
            </p:cNvSpPr>
            <p:nvPr/>
          </p:nvSpPr>
          <p:spPr>
            <a:xfrm rot="10733354">
              <a:off x="1130022" y="1357648"/>
              <a:ext cx="669887" cy="6049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3" name="Splat 863"/>
            <p:cNvSpPr>
              <a:spLocks noGrp="1"/>
            </p:cNvSpPr>
            <p:nvPr/>
          </p:nvSpPr>
          <p:spPr>
            <a:xfrm rot="10311454">
              <a:off x="1855947" y="255816"/>
              <a:ext cx="345403" cy="114650"/>
            </a:xfrm>
            <a:prstGeom prst="ellipse">
              <a:avLst/>
            </a:prstGeom>
            <a:gradFill>
              <a:gsLst>
                <a:gs pos="0">
                  <a:srgbClr val="BABABA">
                    <a:alpha val="32968"/>
                  </a:srgbClr>
                </a:gs>
                <a:gs pos="14286">
                  <a:srgbClr val="BABABA">
                    <a:alpha val="30764"/>
                  </a:srgbClr>
                </a:gs>
                <a:gs pos="28571">
                  <a:srgbClr val="BABABA">
                    <a:alpha val="24833"/>
                  </a:srgbClr>
                </a:gs>
                <a:gs pos="42857">
                  <a:srgbClr val="BABABA">
                    <a:alpha val="17075"/>
                  </a:srgbClr>
                </a:gs>
                <a:gs pos="57143">
                  <a:srgbClr val="BABABA">
                    <a:alpha val="9855"/>
                  </a:srgbClr>
                </a:gs>
                <a:gs pos="71429">
                  <a:srgbClr val="BABABA">
                    <a:alpha val="4740"/>
                  </a:srgbClr>
                </a:gs>
                <a:gs pos="85714">
                  <a:srgbClr val="BABABA">
                    <a:alpha val="1902"/>
                  </a:srgbClr>
                </a:gs>
                <a:gs pos="100000">
                  <a:srgbClr val="BABAB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4" name="Splat 864"/>
            <p:cNvSpPr>
              <a:spLocks noGrp="1"/>
            </p:cNvSpPr>
            <p:nvPr/>
          </p:nvSpPr>
          <p:spPr>
            <a:xfrm rot="5823022">
              <a:off x="364386" y="1098260"/>
              <a:ext cx="322121" cy="106877"/>
            </a:xfrm>
            <a:prstGeom prst="ellipse">
              <a:avLst/>
            </a:prstGeom>
            <a:gradFill>
              <a:gsLst>
                <a:gs pos="0">
                  <a:srgbClr val="000501">
                    <a:alpha val="29539"/>
                  </a:srgbClr>
                </a:gs>
                <a:gs pos="14286">
                  <a:srgbClr val="000501">
                    <a:alpha val="27516"/>
                  </a:srgbClr>
                </a:gs>
                <a:gs pos="28571">
                  <a:srgbClr val="000501">
                    <a:alpha val="22109"/>
                  </a:srgbClr>
                </a:gs>
                <a:gs pos="42857">
                  <a:srgbClr val="000501">
                    <a:alpha val="15116"/>
                  </a:srgbClr>
                </a:gs>
                <a:gs pos="57143">
                  <a:srgbClr val="000501">
                    <a:alpha val="8681"/>
                  </a:srgbClr>
                </a:gs>
                <a:gs pos="71429">
                  <a:srgbClr val="000501">
                    <a:alpha val="4162"/>
                  </a:srgbClr>
                </a:gs>
                <a:gs pos="85714">
                  <a:srgbClr val="000501">
                    <a:alpha val="1667"/>
                  </a:srgbClr>
                </a:gs>
                <a:gs pos="100000">
                  <a:srgbClr val="000501">
                    <a:alpha val="5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5" name="Splat 865"/>
            <p:cNvSpPr>
              <a:spLocks noGrp="1"/>
            </p:cNvSpPr>
            <p:nvPr/>
          </p:nvSpPr>
          <p:spPr>
            <a:xfrm rot="-8621953">
              <a:off x="3138279" y="228792"/>
              <a:ext cx="399326" cy="127041"/>
            </a:xfrm>
            <a:prstGeom prst="ellipse">
              <a:avLst/>
            </a:prstGeom>
            <a:gradFill>
              <a:gsLst>
                <a:gs pos="0">
                  <a:srgbClr val="3A3438">
                    <a:alpha val="32088"/>
                  </a:srgbClr>
                </a:gs>
                <a:gs pos="14286">
                  <a:srgbClr val="3A3438">
                    <a:alpha val="29929"/>
                  </a:srgbClr>
                </a:gs>
                <a:gs pos="28571">
                  <a:srgbClr val="3A3438">
                    <a:alpha val="24130"/>
                  </a:srgbClr>
                </a:gs>
                <a:gs pos="42857">
                  <a:srgbClr val="3A3438">
                    <a:alpha val="16568"/>
                  </a:srgbClr>
                </a:gs>
                <a:gs pos="57143">
                  <a:srgbClr val="3A3438">
                    <a:alpha val="9549"/>
                  </a:srgbClr>
                </a:gs>
                <a:gs pos="71429">
                  <a:srgbClr val="3A3438">
                    <a:alpha val="4589"/>
                  </a:srgbClr>
                </a:gs>
                <a:gs pos="85714">
                  <a:srgbClr val="3A3438">
                    <a:alpha val="1841"/>
                  </a:srgbClr>
                </a:gs>
                <a:gs pos="100000">
                  <a:srgbClr val="3A3438">
                    <a:alpha val="6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6" name="Splat 866"/>
            <p:cNvSpPr>
              <a:spLocks noGrp="1"/>
            </p:cNvSpPr>
            <p:nvPr/>
          </p:nvSpPr>
          <p:spPr>
            <a:xfrm rot="6470529">
              <a:off x="2813127" y="2529816"/>
              <a:ext cx="576205" cy="5730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7" name="Splat 867"/>
            <p:cNvSpPr>
              <a:spLocks noGrp="1"/>
            </p:cNvSpPr>
            <p:nvPr/>
          </p:nvSpPr>
          <p:spPr>
            <a:xfrm rot="8787020">
              <a:off x="1944330" y="525335"/>
              <a:ext cx="464310" cy="111589"/>
            </a:xfrm>
            <a:prstGeom prst="ellipse">
              <a:avLst/>
            </a:prstGeom>
            <a:gradFill>
              <a:gsLst>
                <a:gs pos="0">
                  <a:srgbClr val="959595">
                    <a:alpha val="32968"/>
                  </a:srgbClr>
                </a:gs>
                <a:gs pos="14286">
                  <a:srgbClr val="959595">
                    <a:alpha val="30764"/>
                  </a:srgbClr>
                </a:gs>
                <a:gs pos="28571">
                  <a:srgbClr val="959595">
                    <a:alpha val="24833"/>
                  </a:srgbClr>
                </a:gs>
                <a:gs pos="42857">
                  <a:srgbClr val="959595">
                    <a:alpha val="17075"/>
                  </a:srgbClr>
                </a:gs>
                <a:gs pos="57143">
                  <a:srgbClr val="959595">
                    <a:alpha val="9855"/>
                  </a:srgbClr>
                </a:gs>
                <a:gs pos="71429">
                  <a:srgbClr val="959595">
                    <a:alpha val="4740"/>
                  </a:srgbClr>
                </a:gs>
                <a:gs pos="85714">
                  <a:srgbClr val="959595">
                    <a:alpha val="1902"/>
                  </a:srgbClr>
                </a:gs>
                <a:gs pos="100000">
                  <a:srgbClr val="95959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8" name="Splat 868"/>
            <p:cNvSpPr>
              <a:spLocks noGrp="1"/>
            </p:cNvSpPr>
            <p:nvPr/>
          </p:nvSpPr>
          <p:spPr>
            <a:xfrm rot="6408080">
              <a:off x="474254" y="2523149"/>
              <a:ext cx="452260" cy="3995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9" name="Splat 869"/>
            <p:cNvSpPr>
              <a:spLocks noGrp="1"/>
            </p:cNvSpPr>
            <p:nvPr/>
          </p:nvSpPr>
          <p:spPr>
            <a:xfrm rot="8421744">
              <a:off x="1584044" y="1623472"/>
              <a:ext cx="567048" cy="7510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0" name="Splat 870"/>
            <p:cNvSpPr>
              <a:spLocks noGrp="1"/>
            </p:cNvSpPr>
            <p:nvPr/>
          </p:nvSpPr>
          <p:spPr>
            <a:xfrm rot="2818394">
              <a:off x="2496829" y="934286"/>
              <a:ext cx="568603" cy="8448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1" name="Splat 871"/>
            <p:cNvSpPr>
              <a:spLocks noGrp="1"/>
            </p:cNvSpPr>
            <p:nvPr/>
          </p:nvSpPr>
          <p:spPr>
            <a:xfrm rot="-8581049">
              <a:off x="2945280" y="1838550"/>
              <a:ext cx="450978" cy="111094"/>
            </a:xfrm>
            <a:prstGeom prst="ellipse">
              <a:avLst/>
            </a:prstGeom>
            <a:gradFill>
              <a:gsLst>
                <a:gs pos="0">
                  <a:srgbClr val="F4F4F4">
                    <a:alpha val="12213"/>
                  </a:srgbClr>
                </a:gs>
                <a:gs pos="14286">
                  <a:srgbClr val="F4F4F4">
                    <a:alpha val="11284"/>
                  </a:srgbClr>
                </a:gs>
                <a:gs pos="28571">
                  <a:srgbClr val="F4F4F4">
                    <a:alpha val="8877"/>
                  </a:srgbClr>
                </a:gs>
                <a:gs pos="42857">
                  <a:srgbClr val="F4F4F4">
                    <a:alpha val="5915"/>
                  </a:srgbClr>
                </a:gs>
                <a:gs pos="57143">
                  <a:srgbClr val="F4F4F4">
                    <a:alpha val="3322"/>
                  </a:srgbClr>
                </a:gs>
                <a:gs pos="71429">
                  <a:srgbClr val="F4F4F4">
                    <a:alpha val="1569"/>
                  </a:srgbClr>
                </a:gs>
                <a:gs pos="85714">
                  <a:srgbClr val="F4F4F4">
                    <a:alpha val="623"/>
                  </a:srgbClr>
                </a:gs>
                <a:gs pos="100000">
                  <a:srgbClr val="F4F4F4">
                    <a:alpha val="2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2" name="Splat 872"/>
            <p:cNvSpPr>
              <a:spLocks noGrp="1"/>
            </p:cNvSpPr>
            <p:nvPr/>
          </p:nvSpPr>
          <p:spPr>
            <a:xfrm rot="-9258159">
              <a:off x="345044" y="327066"/>
              <a:ext cx="314058" cy="96740"/>
            </a:xfrm>
            <a:prstGeom prst="ellipse">
              <a:avLst/>
            </a:prstGeom>
            <a:gradFill>
              <a:gsLst>
                <a:gs pos="0">
                  <a:srgbClr val="E0DFE0">
                    <a:alpha val="29281"/>
                  </a:srgbClr>
                </a:gs>
                <a:gs pos="14286">
                  <a:srgbClr val="E0DFE0">
                    <a:alpha val="27271"/>
                  </a:srgbClr>
                </a:gs>
                <a:gs pos="28571">
                  <a:srgbClr val="E0DFE0">
                    <a:alpha val="21905"/>
                  </a:srgbClr>
                </a:gs>
                <a:gs pos="42857">
                  <a:srgbClr val="E0DFE0">
                    <a:alpha val="14971"/>
                  </a:srgbClr>
                </a:gs>
                <a:gs pos="57143">
                  <a:srgbClr val="E0DFE0">
                    <a:alpha val="8594"/>
                  </a:srgbClr>
                </a:gs>
                <a:gs pos="71429">
                  <a:srgbClr val="E0DFE0">
                    <a:alpha val="4119"/>
                  </a:srgbClr>
                </a:gs>
                <a:gs pos="85714">
                  <a:srgbClr val="E0DFE0">
                    <a:alpha val="1650"/>
                  </a:srgbClr>
                </a:gs>
                <a:gs pos="100000">
                  <a:srgbClr val="E0DFE0">
                    <a:alpha val="5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3" name="Splat 873"/>
            <p:cNvSpPr>
              <a:spLocks noGrp="1"/>
            </p:cNvSpPr>
            <p:nvPr/>
          </p:nvSpPr>
          <p:spPr>
            <a:xfrm rot="2794088">
              <a:off x="1403132" y="2558741"/>
              <a:ext cx="290603" cy="147568"/>
            </a:xfrm>
            <a:prstGeom prst="ellipse">
              <a:avLst/>
            </a:prstGeom>
            <a:gradFill>
              <a:gsLst>
                <a:gs pos="0">
                  <a:srgbClr val="FFFFFF">
                    <a:alpha val="18369"/>
                  </a:srgbClr>
                </a:gs>
                <a:gs pos="14286">
                  <a:srgbClr val="FFFFFF">
                    <a:alpha val="17017"/>
                  </a:srgbClr>
                </a:gs>
                <a:gs pos="28571">
                  <a:srgbClr val="FFFFFF">
                    <a:alpha val="13484"/>
                  </a:srgbClr>
                </a:gs>
                <a:gs pos="42857">
                  <a:srgbClr val="FFFFFF">
                    <a:alpha val="9063"/>
                  </a:srgbClr>
                </a:gs>
                <a:gs pos="57143">
                  <a:srgbClr val="FFFFFF">
                    <a:alpha val="5128"/>
                  </a:srgbClr>
                </a:gs>
                <a:gs pos="71429">
                  <a:srgbClr val="FFFFFF">
                    <a:alpha val="2434"/>
                  </a:srgbClr>
                </a:gs>
                <a:gs pos="85714">
                  <a:srgbClr val="FFFFFF">
                    <a:alpha val="970"/>
                  </a:srgbClr>
                </a:gs>
                <a:gs pos="100000">
                  <a:srgbClr val="FFFFFF">
                    <a:alpha val="3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4" name="Splat 874"/>
            <p:cNvSpPr>
              <a:spLocks noGrp="1"/>
            </p:cNvSpPr>
            <p:nvPr/>
          </p:nvSpPr>
          <p:spPr>
            <a:xfrm rot="8298344">
              <a:off x="886365" y="2639876"/>
              <a:ext cx="687373" cy="206165"/>
            </a:xfrm>
            <a:prstGeom prst="ellipse">
              <a:avLst/>
            </a:prstGeom>
            <a:gradFill>
              <a:gsLst>
                <a:gs pos="0">
                  <a:srgbClr val="010103">
                    <a:alpha val="32968"/>
                  </a:srgbClr>
                </a:gs>
                <a:gs pos="14286">
                  <a:srgbClr val="010103">
                    <a:alpha val="30764"/>
                  </a:srgbClr>
                </a:gs>
                <a:gs pos="28571">
                  <a:srgbClr val="010103">
                    <a:alpha val="24833"/>
                  </a:srgbClr>
                </a:gs>
                <a:gs pos="42857">
                  <a:srgbClr val="010103">
                    <a:alpha val="17075"/>
                  </a:srgbClr>
                </a:gs>
                <a:gs pos="57143">
                  <a:srgbClr val="010103">
                    <a:alpha val="9855"/>
                  </a:srgbClr>
                </a:gs>
                <a:gs pos="71429">
                  <a:srgbClr val="010103">
                    <a:alpha val="4740"/>
                  </a:srgbClr>
                </a:gs>
                <a:gs pos="85714">
                  <a:srgbClr val="010103">
                    <a:alpha val="1902"/>
                  </a:srgbClr>
                </a:gs>
                <a:gs pos="100000">
                  <a:srgbClr val="0101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5" name="Splat 875"/>
            <p:cNvSpPr>
              <a:spLocks noGrp="1"/>
            </p:cNvSpPr>
            <p:nvPr/>
          </p:nvSpPr>
          <p:spPr>
            <a:xfrm rot="6596608">
              <a:off x="3214311" y="362469"/>
              <a:ext cx="351903" cy="133720"/>
            </a:xfrm>
            <a:prstGeom prst="ellipse">
              <a:avLst/>
            </a:prstGeom>
            <a:gradFill>
              <a:gsLst>
                <a:gs pos="0">
                  <a:srgbClr val="302E33">
                    <a:alpha val="32968"/>
                  </a:srgbClr>
                </a:gs>
                <a:gs pos="14286">
                  <a:srgbClr val="302E33">
                    <a:alpha val="30764"/>
                  </a:srgbClr>
                </a:gs>
                <a:gs pos="28571">
                  <a:srgbClr val="302E33">
                    <a:alpha val="24833"/>
                  </a:srgbClr>
                </a:gs>
                <a:gs pos="42857">
                  <a:srgbClr val="302E33">
                    <a:alpha val="17075"/>
                  </a:srgbClr>
                </a:gs>
                <a:gs pos="57143">
                  <a:srgbClr val="302E33">
                    <a:alpha val="9855"/>
                  </a:srgbClr>
                </a:gs>
                <a:gs pos="71429">
                  <a:srgbClr val="302E33">
                    <a:alpha val="4740"/>
                  </a:srgbClr>
                </a:gs>
                <a:gs pos="85714">
                  <a:srgbClr val="302E33">
                    <a:alpha val="1902"/>
                  </a:srgbClr>
                </a:gs>
                <a:gs pos="100000">
                  <a:srgbClr val="302E3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6" name="Splat 876"/>
            <p:cNvSpPr>
              <a:spLocks noGrp="1"/>
            </p:cNvSpPr>
            <p:nvPr/>
          </p:nvSpPr>
          <p:spPr>
            <a:xfrm rot="6441928">
              <a:off x="3304333" y="474263"/>
              <a:ext cx="267858" cy="3933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7" name="Splat 877"/>
            <p:cNvSpPr>
              <a:spLocks noGrp="1"/>
            </p:cNvSpPr>
            <p:nvPr/>
          </p:nvSpPr>
          <p:spPr>
            <a:xfrm rot="-9061024">
              <a:off x="1284874" y="470114"/>
              <a:ext cx="248452" cy="144453"/>
            </a:xfrm>
            <a:prstGeom prst="ellipse">
              <a:avLst/>
            </a:prstGeom>
            <a:gradFill>
              <a:gsLst>
                <a:gs pos="0">
                  <a:srgbClr val="3F3B3B">
                    <a:alpha val="32968"/>
                  </a:srgbClr>
                </a:gs>
                <a:gs pos="14286">
                  <a:srgbClr val="3F3B3B">
                    <a:alpha val="30764"/>
                  </a:srgbClr>
                </a:gs>
                <a:gs pos="28571">
                  <a:srgbClr val="3F3B3B">
                    <a:alpha val="24833"/>
                  </a:srgbClr>
                </a:gs>
                <a:gs pos="42857">
                  <a:srgbClr val="3F3B3B">
                    <a:alpha val="17075"/>
                  </a:srgbClr>
                </a:gs>
                <a:gs pos="57143">
                  <a:srgbClr val="3F3B3B">
                    <a:alpha val="9855"/>
                  </a:srgbClr>
                </a:gs>
                <a:gs pos="71429">
                  <a:srgbClr val="3F3B3B">
                    <a:alpha val="4740"/>
                  </a:srgbClr>
                </a:gs>
                <a:gs pos="85714">
                  <a:srgbClr val="3F3B3B">
                    <a:alpha val="1902"/>
                  </a:srgbClr>
                </a:gs>
                <a:gs pos="100000">
                  <a:srgbClr val="3F3B3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8" name="Splat 878"/>
            <p:cNvSpPr>
              <a:spLocks noGrp="1"/>
            </p:cNvSpPr>
            <p:nvPr/>
          </p:nvSpPr>
          <p:spPr>
            <a:xfrm rot="-9377914">
              <a:off x="2986423" y="2670559"/>
              <a:ext cx="589133" cy="135424"/>
            </a:xfrm>
            <a:prstGeom prst="ellipse">
              <a:avLst/>
            </a:prstGeom>
            <a:gradFill>
              <a:gsLst>
                <a:gs pos="0">
                  <a:srgbClr val="000200">
                    <a:alpha val="25652"/>
                  </a:srgbClr>
                </a:gs>
                <a:gs pos="14286">
                  <a:srgbClr val="000200">
                    <a:alpha val="23848"/>
                  </a:srgbClr>
                </a:gs>
                <a:gs pos="28571">
                  <a:srgbClr val="000200">
                    <a:alpha val="19066"/>
                  </a:srgbClr>
                </a:gs>
                <a:gs pos="42857">
                  <a:srgbClr val="000200">
                    <a:alpha val="12955"/>
                  </a:srgbClr>
                </a:gs>
                <a:gs pos="57143">
                  <a:srgbClr val="000200">
                    <a:alpha val="7400"/>
                  </a:srgbClr>
                </a:gs>
                <a:gs pos="71429">
                  <a:srgbClr val="000200">
                    <a:alpha val="3535"/>
                  </a:srgbClr>
                </a:gs>
                <a:gs pos="85714">
                  <a:srgbClr val="000200">
                    <a:alpha val="1413"/>
                  </a:srgbClr>
                </a:gs>
                <a:gs pos="100000">
                  <a:srgbClr val="000200">
                    <a:alpha val="4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9" name="Splat 879"/>
            <p:cNvSpPr>
              <a:spLocks noGrp="1"/>
            </p:cNvSpPr>
            <p:nvPr/>
          </p:nvSpPr>
          <p:spPr>
            <a:xfrm rot="9703481">
              <a:off x="1785443" y="2008024"/>
              <a:ext cx="614044" cy="14790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0" name="Splat 880"/>
            <p:cNvSpPr>
              <a:spLocks noGrp="1"/>
            </p:cNvSpPr>
            <p:nvPr/>
          </p:nvSpPr>
          <p:spPr>
            <a:xfrm rot="5835921">
              <a:off x="3284967" y="2732607"/>
              <a:ext cx="702140" cy="13731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1" name="Splat 881"/>
            <p:cNvSpPr>
              <a:spLocks noGrp="1"/>
            </p:cNvSpPr>
            <p:nvPr/>
          </p:nvSpPr>
          <p:spPr>
            <a:xfrm rot="4464522">
              <a:off x="265455" y="1809418"/>
              <a:ext cx="645034" cy="3974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2" name="Splat 882"/>
            <p:cNvSpPr>
              <a:spLocks noGrp="1"/>
            </p:cNvSpPr>
            <p:nvPr/>
          </p:nvSpPr>
          <p:spPr>
            <a:xfrm rot="6920421">
              <a:off x="1305371" y="1261705"/>
              <a:ext cx="664818" cy="4993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3" name="Splat 883"/>
            <p:cNvSpPr>
              <a:spLocks noGrp="1"/>
            </p:cNvSpPr>
            <p:nvPr/>
          </p:nvSpPr>
          <p:spPr>
            <a:xfrm rot="-8384889">
              <a:off x="1864153" y="1003308"/>
              <a:ext cx="478491" cy="63114"/>
            </a:xfrm>
            <a:prstGeom prst="ellipse">
              <a:avLst/>
            </a:prstGeom>
            <a:gradFill>
              <a:gsLst>
                <a:gs pos="0">
                  <a:srgbClr val="000002">
                    <a:alpha val="32968"/>
                  </a:srgbClr>
                </a:gs>
                <a:gs pos="14286">
                  <a:srgbClr val="000002">
                    <a:alpha val="30764"/>
                  </a:srgbClr>
                </a:gs>
                <a:gs pos="28571">
                  <a:srgbClr val="000002">
                    <a:alpha val="24833"/>
                  </a:srgbClr>
                </a:gs>
                <a:gs pos="42857">
                  <a:srgbClr val="000002">
                    <a:alpha val="17075"/>
                  </a:srgbClr>
                </a:gs>
                <a:gs pos="57143">
                  <a:srgbClr val="000002">
                    <a:alpha val="9855"/>
                  </a:srgbClr>
                </a:gs>
                <a:gs pos="71429">
                  <a:srgbClr val="000002">
                    <a:alpha val="4740"/>
                  </a:srgbClr>
                </a:gs>
                <a:gs pos="85714">
                  <a:srgbClr val="000002">
                    <a:alpha val="1902"/>
                  </a:srgbClr>
                </a:gs>
                <a:gs pos="100000">
                  <a:srgbClr val="0000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4" name="Splat 884"/>
            <p:cNvSpPr>
              <a:spLocks noGrp="1"/>
            </p:cNvSpPr>
            <p:nvPr/>
          </p:nvSpPr>
          <p:spPr>
            <a:xfrm rot="3874126">
              <a:off x="1404921" y="1185159"/>
              <a:ext cx="680995" cy="145480"/>
            </a:xfrm>
            <a:prstGeom prst="ellipse">
              <a:avLst/>
            </a:prstGeom>
            <a:gradFill>
              <a:gsLst>
                <a:gs pos="0">
                  <a:srgbClr val="171917">
                    <a:alpha val="32968"/>
                  </a:srgbClr>
                </a:gs>
                <a:gs pos="14286">
                  <a:srgbClr val="171917">
                    <a:alpha val="30764"/>
                  </a:srgbClr>
                </a:gs>
                <a:gs pos="28571">
                  <a:srgbClr val="171917">
                    <a:alpha val="24833"/>
                  </a:srgbClr>
                </a:gs>
                <a:gs pos="42857">
                  <a:srgbClr val="171917">
                    <a:alpha val="17075"/>
                  </a:srgbClr>
                </a:gs>
                <a:gs pos="57143">
                  <a:srgbClr val="171917">
                    <a:alpha val="9855"/>
                  </a:srgbClr>
                </a:gs>
                <a:gs pos="71429">
                  <a:srgbClr val="171917">
                    <a:alpha val="4740"/>
                  </a:srgbClr>
                </a:gs>
                <a:gs pos="85714">
                  <a:srgbClr val="171917">
                    <a:alpha val="1902"/>
                  </a:srgbClr>
                </a:gs>
                <a:gs pos="100000">
                  <a:srgbClr val="17191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5" name="Splat 885"/>
            <p:cNvSpPr>
              <a:spLocks noGrp="1"/>
            </p:cNvSpPr>
            <p:nvPr/>
          </p:nvSpPr>
          <p:spPr>
            <a:xfrm rot="8165466">
              <a:off x="816596" y="1293505"/>
              <a:ext cx="585266" cy="44925"/>
            </a:xfrm>
            <a:prstGeom prst="ellipse">
              <a:avLst/>
            </a:prstGeom>
            <a:gradFill>
              <a:gsLst>
                <a:gs pos="0">
                  <a:srgbClr val="09000C">
                    <a:alpha val="32968"/>
                  </a:srgbClr>
                </a:gs>
                <a:gs pos="14286">
                  <a:srgbClr val="09000C">
                    <a:alpha val="30764"/>
                  </a:srgbClr>
                </a:gs>
                <a:gs pos="28571">
                  <a:srgbClr val="09000C">
                    <a:alpha val="24833"/>
                  </a:srgbClr>
                </a:gs>
                <a:gs pos="42857">
                  <a:srgbClr val="09000C">
                    <a:alpha val="17075"/>
                  </a:srgbClr>
                </a:gs>
                <a:gs pos="57143">
                  <a:srgbClr val="09000C">
                    <a:alpha val="9855"/>
                  </a:srgbClr>
                </a:gs>
                <a:gs pos="71429">
                  <a:srgbClr val="09000C">
                    <a:alpha val="4740"/>
                  </a:srgbClr>
                </a:gs>
                <a:gs pos="85714">
                  <a:srgbClr val="09000C">
                    <a:alpha val="1902"/>
                  </a:srgbClr>
                </a:gs>
                <a:gs pos="100000">
                  <a:srgbClr val="09000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6" name="Splat 886"/>
            <p:cNvSpPr>
              <a:spLocks noGrp="1"/>
            </p:cNvSpPr>
            <p:nvPr/>
          </p:nvSpPr>
          <p:spPr>
            <a:xfrm rot="6399183">
              <a:off x="1251620" y="2401812"/>
              <a:ext cx="314823" cy="10048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7" name="Splat 887"/>
            <p:cNvSpPr>
              <a:spLocks noGrp="1"/>
            </p:cNvSpPr>
            <p:nvPr/>
          </p:nvSpPr>
          <p:spPr>
            <a:xfrm rot="5593779">
              <a:off x="1404380" y="1185315"/>
              <a:ext cx="504018" cy="52374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8" name="Splat 888"/>
            <p:cNvSpPr>
              <a:spLocks noGrp="1"/>
            </p:cNvSpPr>
            <p:nvPr/>
          </p:nvSpPr>
          <p:spPr>
            <a:xfrm rot="7670305">
              <a:off x="3339447" y="1822633"/>
              <a:ext cx="357188" cy="181205"/>
            </a:xfrm>
            <a:prstGeom prst="ellipse">
              <a:avLst/>
            </a:prstGeom>
            <a:gradFill>
              <a:gsLst>
                <a:gs pos="0">
                  <a:srgbClr val="FEFEFE">
                    <a:alpha val="32968"/>
                  </a:srgbClr>
                </a:gs>
                <a:gs pos="14286">
                  <a:srgbClr val="FEFEFE">
                    <a:alpha val="30764"/>
                  </a:srgbClr>
                </a:gs>
                <a:gs pos="28571">
                  <a:srgbClr val="FEFEFE">
                    <a:alpha val="24833"/>
                  </a:srgbClr>
                </a:gs>
                <a:gs pos="42857">
                  <a:srgbClr val="FEFEFE">
                    <a:alpha val="17075"/>
                  </a:srgbClr>
                </a:gs>
                <a:gs pos="57143">
                  <a:srgbClr val="FEFEFE">
                    <a:alpha val="9855"/>
                  </a:srgbClr>
                </a:gs>
                <a:gs pos="71429">
                  <a:srgbClr val="FEFEFE">
                    <a:alpha val="4740"/>
                  </a:srgbClr>
                </a:gs>
                <a:gs pos="85714">
                  <a:srgbClr val="FEFEFE">
                    <a:alpha val="1902"/>
                  </a:srgbClr>
                </a:gs>
                <a:gs pos="100000">
                  <a:srgbClr val="FEFE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9" name="Splat 889"/>
            <p:cNvSpPr>
              <a:spLocks noGrp="1"/>
            </p:cNvSpPr>
            <p:nvPr/>
          </p:nvSpPr>
          <p:spPr>
            <a:xfrm rot="-8378346">
              <a:off x="954054" y="2319701"/>
              <a:ext cx="535603" cy="7973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0" name="Splat 890"/>
            <p:cNvSpPr>
              <a:spLocks noGrp="1"/>
            </p:cNvSpPr>
            <p:nvPr/>
          </p:nvSpPr>
          <p:spPr>
            <a:xfrm rot="-10010377">
              <a:off x="1852013" y="1671351"/>
              <a:ext cx="260257" cy="90882"/>
            </a:xfrm>
            <a:prstGeom prst="ellipse">
              <a:avLst/>
            </a:prstGeom>
            <a:gradFill>
              <a:gsLst>
                <a:gs pos="0">
                  <a:srgbClr val="F1F1F1">
                    <a:alpha val="27048"/>
                  </a:srgbClr>
                </a:gs>
                <a:gs pos="14286">
                  <a:srgbClr val="F1F1F1">
                    <a:alpha val="25163"/>
                  </a:srgbClr>
                </a:gs>
                <a:gs pos="28571">
                  <a:srgbClr val="F1F1F1">
                    <a:alpha val="20153"/>
                  </a:srgbClr>
                </a:gs>
                <a:gs pos="42857">
                  <a:srgbClr val="F1F1F1">
                    <a:alpha val="13724"/>
                  </a:srgbClr>
                </a:gs>
                <a:gs pos="57143">
                  <a:srgbClr val="F1F1F1">
                    <a:alpha val="7854"/>
                  </a:srgbClr>
                </a:gs>
                <a:gs pos="71429">
                  <a:srgbClr val="F1F1F1">
                    <a:alpha val="3757"/>
                  </a:srgbClr>
                </a:gs>
                <a:gs pos="85714">
                  <a:srgbClr val="F1F1F1">
                    <a:alpha val="1503"/>
                  </a:srgbClr>
                </a:gs>
                <a:gs pos="100000">
                  <a:srgbClr val="F1F1F1">
                    <a:alpha val="5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1" name="Splat 891"/>
            <p:cNvSpPr>
              <a:spLocks noGrp="1"/>
            </p:cNvSpPr>
            <p:nvPr/>
          </p:nvSpPr>
          <p:spPr>
            <a:xfrm rot="8410829">
              <a:off x="1384985" y="2348383"/>
              <a:ext cx="460828" cy="289431"/>
            </a:xfrm>
            <a:prstGeom prst="ellipse">
              <a:avLst/>
            </a:prstGeom>
            <a:gradFill>
              <a:gsLst>
                <a:gs pos="0">
                  <a:srgbClr val="CFCFCF">
                    <a:alpha val="26912"/>
                  </a:srgbClr>
                </a:gs>
                <a:gs pos="14286">
                  <a:srgbClr val="CFCFCF">
                    <a:alpha val="25035"/>
                  </a:srgbClr>
                </a:gs>
                <a:gs pos="28571">
                  <a:srgbClr val="CFCFCF">
                    <a:alpha val="20047"/>
                  </a:srgbClr>
                </a:gs>
                <a:gs pos="42857">
                  <a:srgbClr val="CFCFCF">
                    <a:alpha val="13649"/>
                  </a:srgbClr>
                </a:gs>
                <a:gs pos="57143">
                  <a:srgbClr val="CFCFCF">
                    <a:alpha val="7810"/>
                  </a:srgbClr>
                </a:gs>
                <a:gs pos="71429">
                  <a:srgbClr val="CFCFCF">
                    <a:alpha val="3735"/>
                  </a:srgbClr>
                </a:gs>
                <a:gs pos="85714">
                  <a:srgbClr val="CFCFCF">
                    <a:alpha val="1494"/>
                  </a:srgbClr>
                </a:gs>
                <a:gs pos="100000">
                  <a:srgbClr val="CFCFCF">
                    <a:alpha val="5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2" name="Splat 892"/>
            <p:cNvSpPr>
              <a:spLocks noGrp="1"/>
            </p:cNvSpPr>
            <p:nvPr/>
          </p:nvSpPr>
          <p:spPr>
            <a:xfrm rot="7223409">
              <a:off x="595805" y="2408743"/>
              <a:ext cx="578800" cy="7025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3" name="Splat 893"/>
            <p:cNvSpPr>
              <a:spLocks noGrp="1"/>
            </p:cNvSpPr>
            <p:nvPr/>
          </p:nvSpPr>
          <p:spPr>
            <a:xfrm rot="3533841">
              <a:off x="1730792" y="2561664"/>
              <a:ext cx="733824" cy="7032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4" name="Splat 894"/>
            <p:cNvSpPr>
              <a:spLocks noGrp="1"/>
            </p:cNvSpPr>
            <p:nvPr/>
          </p:nvSpPr>
          <p:spPr>
            <a:xfrm rot="5933943">
              <a:off x="2355378" y="400054"/>
              <a:ext cx="238492" cy="158285"/>
            </a:xfrm>
            <a:prstGeom prst="ellipse">
              <a:avLst/>
            </a:prstGeom>
            <a:gradFill>
              <a:gsLst>
                <a:gs pos="0">
                  <a:srgbClr val="C9C9C9">
                    <a:alpha val="19020"/>
                  </a:srgbClr>
                </a:gs>
                <a:gs pos="14286">
                  <a:srgbClr val="C9C9C9">
                    <a:alpha val="17626"/>
                  </a:srgbClr>
                </a:gs>
                <a:gs pos="28571">
                  <a:srgbClr val="C9C9C9">
                    <a:alpha val="13977"/>
                  </a:srgbClr>
                </a:gs>
                <a:gs pos="42857">
                  <a:srgbClr val="C9C9C9">
                    <a:alpha val="9403"/>
                  </a:srgbClr>
                </a:gs>
                <a:gs pos="57143">
                  <a:srgbClr val="C9C9C9">
                    <a:alpha val="5325"/>
                  </a:srgbClr>
                </a:gs>
                <a:gs pos="71429">
                  <a:srgbClr val="C9C9C9">
                    <a:alpha val="2529"/>
                  </a:srgbClr>
                </a:gs>
                <a:gs pos="85714">
                  <a:srgbClr val="C9C9C9">
                    <a:alpha val="1008"/>
                  </a:srgbClr>
                </a:gs>
                <a:gs pos="100000">
                  <a:srgbClr val="C9C9C9">
                    <a:alpha val="3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5" name="Splat 895"/>
            <p:cNvSpPr>
              <a:spLocks noGrp="1"/>
            </p:cNvSpPr>
            <p:nvPr/>
          </p:nvSpPr>
          <p:spPr>
            <a:xfrm rot="6354229">
              <a:off x="3409233" y="2644018"/>
              <a:ext cx="394480" cy="65164"/>
            </a:xfrm>
            <a:prstGeom prst="ellipse">
              <a:avLst/>
            </a:prstGeom>
            <a:gradFill>
              <a:gsLst>
                <a:gs pos="0">
                  <a:srgbClr val="000002">
                    <a:alpha val="32968"/>
                  </a:srgbClr>
                </a:gs>
                <a:gs pos="14286">
                  <a:srgbClr val="000002">
                    <a:alpha val="30764"/>
                  </a:srgbClr>
                </a:gs>
                <a:gs pos="28571">
                  <a:srgbClr val="000002">
                    <a:alpha val="24833"/>
                  </a:srgbClr>
                </a:gs>
                <a:gs pos="42857">
                  <a:srgbClr val="000002">
                    <a:alpha val="17075"/>
                  </a:srgbClr>
                </a:gs>
                <a:gs pos="57143">
                  <a:srgbClr val="000002">
                    <a:alpha val="9855"/>
                  </a:srgbClr>
                </a:gs>
                <a:gs pos="71429">
                  <a:srgbClr val="000002">
                    <a:alpha val="4740"/>
                  </a:srgbClr>
                </a:gs>
                <a:gs pos="85714">
                  <a:srgbClr val="000002">
                    <a:alpha val="1902"/>
                  </a:srgbClr>
                </a:gs>
                <a:gs pos="100000">
                  <a:srgbClr val="0000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6" name="Splat 896"/>
            <p:cNvSpPr>
              <a:spLocks noGrp="1"/>
            </p:cNvSpPr>
            <p:nvPr/>
          </p:nvSpPr>
          <p:spPr>
            <a:xfrm rot="-10017159">
              <a:off x="1696847" y="2013295"/>
              <a:ext cx="537027" cy="14644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7" name="Splat 897"/>
            <p:cNvSpPr>
              <a:spLocks noGrp="1"/>
            </p:cNvSpPr>
            <p:nvPr/>
          </p:nvSpPr>
          <p:spPr>
            <a:xfrm rot="5437512">
              <a:off x="321671" y="1910278"/>
              <a:ext cx="555659" cy="4732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8" name="Splat 898"/>
            <p:cNvSpPr>
              <a:spLocks noGrp="1"/>
            </p:cNvSpPr>
            <p:nvPr/>
          </p:nvSpPr>
          <p:spPr>
            <a:xfrm rot="4540736">
              <a:off x="1935582" y="1761497"/>
              <a:ext cx="627543" cy="4924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9" name="Splat 899"/>
            <p:cNvSpPr>
              <a:spLocks noGrp="1"/>
            </p:cNvSpPr>
            <p:nvPr/>
          </p:nvSpPr>
          <p:spPr>
            <a:xfrm rot="6174248">
              <a:off x="-10016" y="2306932"/>
              <a:ext cx="533617" cy="271395"/>
            </a:xfrm>
            <a:prstGeom prst="ellipse">
              <a:avLst/>
            </a:prstGeom>
            <a:gradFill>
              <a:gsLst>
                <a:gs pos="0">
                  <a:srgbClr val="A4A3A4">
                    <a:alpha val="32968"/>
                  </a:srgbClr>
                </a:gs>
                <a:gs pos="14286">
                  <a:srgbClr val="A4A3A4">
                    <a:alpha val="30764"/>
                  </a:srgbClr>
                </a:gs>
                <a:gs pos="28571">
                  <a:srgbClr val="A4A3A4">
                    <a:alpha val="24833"/>
                  </a:srgbClr>
                </a:gs>
                <a:gs pos="42857">
                  <a:srgbClr val="A4A3A4">
                    <a:alpha val="17075"/>
                  </a:srgbClr>
                </a:gs>
                <a:gs pos="57143">
                  <a:srgbClr val="A4A3A4">
                    <a:alpha val="9855"/>
                  </a:srgbClr>
                </a:gs>
                <a:gs pos="71429">
                  <a:srgbClr val="A4A3A4">
                    <a:alpha val="4740"/>
                  </a:srgbClr>
                </a:gs>
                <a:gs pos="85714">
                  <a:srgbClr val="A4A3A4">
                    <a:alpha val="1902"/>
                  </a:srgbClr>
                </a:gs>
                <a:gs pos="100000">
                  <a:srgbClr val="A4A3A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0" name="Splat 900"/>
            <p:cNvSpPr>
              <a:spLocks noGrp="1"/>
            </p:cNvSpPr>
            <p:nvPr/>
          </p:nvSpPr>
          <p:spPr>
            <a:xfrm rot="9587901">
              <a:off x="2171521" y="1625968"/>
              <a:ext cx="665565" cy="4473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" name="Splat 901"/>
            <p:cNvSpPr>
              <a:spLocks noGrp="1"/>
            </p:cNvSpPr>
            <p:nvPr/>
          </p:nvSpPr>
          <p:spPr>
            <a:xfrm rot="8429681">
              <a:off x="333658" y="1866773"/>
              <a:ext cx="227856" cy="167163"/>
            </a:xfrm>
            <a:prstGeom prst="ellipse">
              <a:avLst/>
            </a:prstGeom>
            <a:gradFill>
              <a:gsLst>
                <a:gs pos="0">
                  <a:srgbClr val="000004">
                    <a:alpha val="32968"/>
                  </a:srgbClr>
                </a:gs>
                <a:gs pos="14286">
                  <a:srgbClr val="000004">
                    <a:alpha val="30764"/>
                  </a:srgbClr>
                </a:gs>
                <a:gs pos="28571">
                  <a:srgbClr val="000004">
                    <a:alpha val="24833"/>
                  </a:srgbClr>
                </a:gs>
                <a:gs pos="42857">
                  <a:srgbClr val="000004">
                    <a:alpha val="17075"/>
                  </a:srgbClr>
                </a:gs>
                <a:gs pos="57143">
                  <a:srgbClr val="000004">
                    <a:alpha val="9855"/>
                  </a:srgbClr>
                </a:gs>
                <a:gs pos="71429">
                  <a:srgbClr val="000004">
                    <a:alpha val="4740"/>
                  </a:srgbClr>
                </a:gs>
                <a:gs pos="85714">
                  <a:srgbClr val="000004">
                    <a:alpha val="1902"/>
                  </a:srgbClr>
                </a:gs>
                <a:gs pos="100000">
                  <a:srgbClr val="00000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2" name="Splat 902"/>
            <p:cNvSpPr>
              <a:spLocks noGrp="1"/>
            </p:cNvSpPr>
            <p:nvPr/>
          </p:nvSpPr>
          <p:spPr>
            <a:xfrm rot="8074602">
              <a:off x="2446429" y="1268866"/>
              <a:ext cx="628651" cy="7489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3" name="Splat 903"/>
            <p:cNvSpPr>
              <a:spLocks noGrp="1"/>
            </p:cNvSpPr>
            <p:nvPr/>
          </p:nvSpPr>
          <p:spPr>
            <a:xfrm rot="10254251">
              <a:off x="1343680" y="673439"/>
              <a:ext cx="405347" cy="49155"/>
            </a:xfrm>
            <a:prstGeom prst="ellipse">
              <a:avLst/>
            </a:prstGeom>
            <a:gradFill>
              <a:gsLst>
                <a:gs pos="0">
                  <a:srgbClr val="000300">
                    <a:alpha val="32968"/>
                  </a:srgbClr>
                </a:gs>
                <a:gs pos="14286">
                  <a:srgbClr val="000300">
                    <a:alpha val="30764"/>
                  </a:srgbClr>
                </a:gs>
                <a:gs pos="28571">
                  <a:srgbClr val="000300">
                    <a:alpha val="24833"/>
                  </a:srgbClr>
                </a:gs>
                <a:gs pos="42857">
                  <a:srgbClr val="000300">
                    <a:alpha val="17075"/>
                  </a:srgbClr>
                </a:gs>
                <a:gs pos="57143">
                  <a:srgbClr val="000300">
                    <a:alpha val="9855"/>
                  </a:srgbClr>
                </a:gs>
                <a:gs pos="71429">
                  <a:srgbClr val="000300">
                    <a:alpha val="4740"/>
                  </a:srgbClr>
                </a:gs>
                <a:gs pos="85714">
                  <a:srgbClr val="000300">
                    <a:alpha val="1902"/>
                  </a:srgbClr>
                </a:gs>
                <a:gs pos="100000">
                  <a:srgbClr val="000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4" name="Splat 904"/>
            <p:cNvSpPr>
              <a:spLocks noGrp="1"/>
            </p:cNvSpPr>
            <p:nvPr/>
          </p:nvSpPr>
          <p:spPr>
            <a:xfrm rot="6375756">
              <a:off x="2530569" y="1907958"/>
              <a:ext cx="568913" cy="3871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5" name="Splat 905"/>
            <p:cNvSpPr>
              <a:spLocks noGrp="1"/>
            </p:cNvSpPr>
            <p:nvPr/>
          </p:nvSpPr>
          <p:spPr>
            <a:xfrm rot="7574152">
              <a:off x="1823438" y="2336449"/>
              <a:ext cx="603568" cy="8221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6" name="Splat 906"/>
            <p:cNvSpPr>
              <a:spLocks noGrp="1"/>
            </p:cNvSpPr>
            <p:nvPr/>
          </p:nvSpPr>
          <p:spPr>
            <a:xfrm rot="4351257">
              <a:off x="913288" y="457369"/>
              <a:ext cx="564715" cy="147092"/>
            </a:xfrm>
            <a:prstGeom prst="ellipse">
              <a:avLst/>
            </a:prstGeom>
            <a:gradFill>
              <a:gsLst>
                <a:gs pos="0">
                  <a:srgbClr val="737372">
                    <a:alpha val="32968"/>
                  </a:srgbClr>
                </a:gs>
                <a:gs pos="14286">
                  <a:srgbClr val="737372">
                    <a:alpha val="30764"/>
                  </a:srgbClr>
                </a:gs>
                <a:gs pos="28571">
                  <a:srgbClr val="737372">
                    <a:alpha val="24833"/>
                  </a:srgbClr>
                </a:gs>
                <a:gs pos="42857">
                  <a:srgbClr val="737372">
                    <a:alpha val="17075"/>
                  </a:srgbClr>
                </a:gs>
                <a:gs pos="57143">
                  <a:srgbClr val="737372">
                    <a:alpha val="9855"/>
                  </a:srgbClr>
                </a:gs>
                <a:gs pos="71429">
                  <a:srgbClr val="737372">
                    <a:alpha val="4740"/>
                  </a:srgbClr>
                </a:gs>
                <a:gs pos="85714">
                  <a:srgbClr val="737372">
                    <a:alpha val="1902"/>
                  </a:srgbClr>
                </a:gs>
                <a:gs pos="100000">
                  <a:srgbClr val="73737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7" name="Splat 907"/>
            <p:cNvSpPr>
              <a:spLocks noGrp="1"/>
            </p:cNvSpPr>
            <p:nvPr/>
          </p:nvSpPr>
          <p:spPr>
            <a:xfrm rot="6950576">
              <a:off x="2280621" y="2467014"/>
              <a:ext cx="328272" cy="174268"/>
            </a:xfrm>
            <a:prstGeom prst="ellipse">
              <a:avLst/>
            </a:prstGeom>
            <a:gradFill>
              <a:gsLst>
                <a:gs pos="0">
                  <a:srgbClr val="CCCDCD">
                    <a:alpha val="32968"/>
                  </a:srgbClr>
                </a:gs>
                <a:gs pos="14286">
                  <a:srgbClr val="CCCDCD">
                    <a:alpha val="30764"/>
                  </a:srgbClr>
                </a:gs>
                <a:gs pos="28571">
                  <a:srgbClr val="CCCDCD">
                    <a:alpha val="24833"/>
                  </a:srgbClr>
                </a:gs>
                <a:gs pos="42857">
                  <a:srgbClr val="CCCDCD">
                    <a:alpha val="17075"/>
                  </a:srgbClr>
                </a:gs>
                <a:gs pos="57143">
                  <a:srgbClr val="CCCDCD">
                    <a:alpha val="9855"/>
                  </a:srgbClr>
                </a:gs>
                <a:gs pos="71429">
                  <a:srgbClr val="CCCDCD">
                    <a:alpha val="4740"/>
                  </a:srgbClr>
                </a:gs>
                <a:gs pos="85714">
                  <a:srgbClr val="CCCDCD">
                    <a:alpha val="1902"/>
                  </a:srgbClr>
                </a:gs>
                <a:gs pos="100000">
                  <a:srgbClr val="CCCDC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8" name="Splat 908"/>
            <p:cNvSpPr>
              <a:spLocks noGrp="1"/>
            </p:cNvSpPr>
            <p:nvPr/>
          </p:nvSpPr>
          <p:spPr>
            <a:xfrm rot="10601489">
              <a:off x="2596760" y="2221765"/>
              <a:ext cx="643716" cy="7341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9" name="Splat 909"/>
            <p:cNvSpPr>
              <a:spLocks noGrp="1"/>
            </p:cNvSpPr>
            <p:nvPr/>
          </p:nvSpPr>
          <p:spPr>
            <a:xfrm rot="7419711">
              <a:off x="857364" y="1857908"/>
              <a:ext cx="720280" cy="79020"/>
            </a:xfrm>
            <a:prstGeom prst="ellipse">
              <a:avLst/>
            </a:prstGeom>
            <a:gradFill>
              <a:gsLst>
                <a:gs pos="0">
                  <a:srgbClr val="12181A">
                    <a:alpha val="32968"/>
                  </a:srgbClr>
                </a:gs>
                <a:gs pos="14286">
                  <a:srgbClr val="12181A">
                    <a:alpha val="30764"/>
                  </a:srgbClr>
                </a:gs>
                <a:gs pos="28571">
                  <a:srgbClr val="12181A">
                    <a:alpha val="24833"/>
                  </a:srgbClr>
                </a:gs>
                <a:gs pos="42857">
                  <a:srgbClr val="12181A">
                    <a:alpha val="17075"/>
                  </a:srgbClr>
                </a:gs>
                <a:gs pos="57143">
                  <a:srgbClr val="12181A">
                    <a:alpha val="9855"/>
                  </a:srgbClr>
                </a:gs>
                <a:gs pos="71429">
                  <a:srgbClr val="12181A">
                    <a:alpha val="4740"/>
                  </a:srgbClr>
                </a:gs>
                <a:gs pos="85714">
                  <a:srgbClr val="12181A">
                    <a:alpha val="1902"/>
                  </a:srgbClr>
                </a:gs>
                <a:gs pos="100000">
                  <a:srgbClr val="12181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0" name="Splat 910"/>
            <p:cNvSpPr>
              <a:spLocks noGrp="1"/>
            </p:cNvSpPr>
            <p:nvPr/>
          </p:nvSpPr>
          <p:spPr>
            <a:xfrm rot="-9226798">
              <a:off x="250252" y="1677401"/>
              <a:ext cx="457709" cy="4048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1" name="Splat 911"/>
            <p:cNvSpPr>
              <a:spLocks noGrp="1"/>
            </p:cNvSpPr>
            <p:nvPr/>
          </p:nvSpPr>
          <p:spPr>
            <a:xfrm rot="4130513">
              <a:off x="1391232" y="1130842"/>
              <a:ext cx="526435" cy="55335"/>
            </a:xfrm>
            <a:prstGeom prst="ellipse">
              <a:avLst/>
            </a:prstGeom>
            <a:gradFill>
              <a:gsLst>
                <a:gs pos="0">
                  <a:srgbClr val="030006">
                    <a:alpha val="32968"/>
                  </a:srgbClr>
                </a:gs>
                <a:gs pos="14286">
                  <a:srgbClr val="030006">
                    <a:alpha val="30764"/>
                  </a:srgbClr>
                </a:gs>
                <a:gs pos="28571">
                  <a:srgbClr val="030006">
                    <a:alpha val="24833"/>
                  </a:srgbClr>
                </a:gs>
                <a:gs pos="42857">
                  <a:srgbClr val="030006">
                    <a:alpha val="17075"/>
                  </a:srgbClr>
                </a:gs>
                <a:gs pos="57143">
                  <a:srgbClr val="030006">
                    <a:alpha val="9855"/>
                  </a:srgbClr>
                </a:gs>
                <a:gs pos="71429">
                  <a:srgbClr val="030006">
                    <a:alpha val="4740"/>
                  </a:srgbClr>
                </a:gs>
                <a:gs pos="85714">
                  <a:srgbClr val="030006">
                    <a:alpha val="1902"/>
                  </a:srgbClr>
                </a:gs>
                <a:gs pos="100000">
                  <a:srgbClr val="03000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2" name="Splat 912"/>
            <p:cNvSpPr>
              <a:spLocks noGrp="1"/>
            </p:cNvSpPr>
            <p:nvPr/>
          </p:nvSpPr>
          <p:spPr>
            <a:xfrm rot="-8721274">
              <a:off x="105156" y="639173"/>
              <a:ext cx="313984" cy="6200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3" name="Splat 913"/>
            <p:cNvSpPr>
              <a:spLocks noGrp="1"/>
            </p:cNvSpPr>
            <p:nvPr/>
          </p:nvSpPr>
          <p:spPr>
            <a:xfrm rot="7143170">
              <a:off x="95308" y="1741515"/>
              <a:ext cx="338721" cy="3477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4" name="Splat 914"/>
            <p:cNvSpPr>
              <a:spLocks noGrp="1"/>
            </p:cNvSpPr>
            <p:nvPr/>
          </p:nvSpPr>
          <p:spPr>
            <a:xfrm rot="-8547403">
              <a:off x="651642" y="2666681"/>
              <a:ext cx="615185" cy="6468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5" name="Splat 915"/>
            <p:cNvSpPr>
              <a:spLocks noGrp="1"/>
            </p:cNvSpPr>
            <p:nvPr/>
          </p:nvSpPr>
          <p:spPr>
            <a:xfrm rot="3614747">
              <a:off x="1381506" y="1826391"/>
              <a:ext cx="614593" cy="79395"/>
            </a:xfrm>
            <a:prstGeom prst="ellipse">
              <a:avLst/>
            </a:prstGeom>
            <a:gradFill>
              <a:gsLst>
                <a:gs pos="0">
                  <a:srgbClr val="161719">
                    <a:alpha val="32968"/>
                  </a:srgbClr>
                </a:gs>
                <a:gs pos="14286">
                  <a:srgbClr val="161719">
                    <a:alpha val="30764"/>
                  </a:srgbClr>
                </a:gs>
                <a:gs pos="28571">
                  <a:srgbClr val="161719">
                    <a:alpha val="24833"/>
                  </a:srgbClr>
                </a:gs>
                <a:gs pos="42857">
                  <a:srgbClr val="161719">
                    <a:alpha val="17075"/>
                  </a:srgbClr>
                </a:gs>
                <a:gs pos="57143">
                  <a:srgbClr val="161719">
                    <a:alpha val="9855"/>
                  </a:srgbClr>
                </a:gs>
                <a:gs pos="71429">
                  <a:srgbClr val="161719">
                    <a:alpha val="4740"/>
                  </a:srgbClr>
                </a:gs>
                <a:gs pos="85714">
                  <a:srgbClr val="161719">
                    <a:alpha val="1902"/>
                  </a:srgbClr>
                </a:gs>
                <a:gs pos="100000">
                  <a:srgbClr val="16171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6" name="Splat 916"/>
            <p:cNvSpPr>
              <a:spLocks noGrp="1"/>
            </p:cNvSpPr>
            <p:nvPr/>
          </p:nvSpPr>
          <p:spPr>
            <a:xfrm rot="8096074">
              <a:off x="2325889" y="314254"/>
              <a:ext cx="317354" cy="79249"/>
            </a:xfrm>
            <a:prstGeom prst="ellipse">
              <a:avLst/>
            </a:prstGeom>
            <a:gradFill>
              <a:gsLst>
                <a:gs pos="0">
                  <a:srgbClr val="292723">
                    <a:alpha val="31910"/>
                  </a:srgbClr>
                </a:gs>
                <a:gs pos="14286">
                  <a:srgbClr val="292723">
                    <a:alpha val="29760"/>
                  </a:srgbClr>
                </a:gs>
                <a:gs pos="28571">
                  <a:srgbClr val="292723">
                    <a:alpha val="23988"/>
                  </a:srgbClr>
                </a:gs>
                <a:gs pos="42857">
                  <a:srgbClr val="292723">
                    <a:alpha val="16465"/>
                  </a:srgbClr>
                </a:gs>
                <a:gs pos="57143">
                  <a:srgbClr val="292723">
                    <a:alpha val="9488"/>
                  </a:srgbClr>
                </a:gs>
                <a:gs pos="71429">
                  <a:srgbClr val="292723">
                    <a:alpha val="4559"/>
                  </a:srgbClr>
                </a:gs>
                <a:gs pos="85714">
                  <a:srgbClr val="292723">
                    <a:alpha val="1828"/>
                  </a:srgbClr>
                </a:gs>
                <a:gs pos="100000">
                  <a:srgbClr val="292723">
                    <a:alpha val="6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7" name="Splat 917"/>
            <p:cNvSpPr>
              <a:spLocks noGrp="1"/>
            </p:cNvSpPr>
            <p:nvPr/>
          </p:nvSpPr>
          <p:spPr>
            <a:xfrm rot="8918873">
              <a:off x="881063" y="2687117"/>
              <a:ext cx="621206" cy="5632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8" name="Splat 918"/>
            <p:cNvSpPr>
              <a:spLocks noGrp="1"/>
            </p:cNvSpPr>
            <p:nvPr/>
          </p:nvSpPr>
          <p:spPr>
            <a:xfrm rot="5852584">
              <a:off x="953528" y="1827336"/>
              <a:ext cx="630135" cy="7453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9" name="Splat 919"/>
            <p:cNvSpPr>
              <a:spLocks noGrp="1"/>
            </p:cNvSpPr>
            <p:nvPr/>
          </p:nvSpPr>
          <p:spPr>
            <a:xfrm rot="9798659">
              <a:off x="1853349" y="672631"/>
              <a:ext cx="530387" cy="2049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0" name="Splat 920"/>
            <p:cNvSpPr>
              <a:spLocks noGrp="1"/>
            </p:cNvSpPr>
            <p:nvPr/>
          </p:nvSpPr>
          <p:spPr>
            <a:xfrm rot="3400931">
              <a:off x="331899" y="1020541"/>
              <a:ext cx="355736" cy="181335"/>
            </a:xfrm>
            <a:prstGeom prst="ellipse">
              <a:avLst/>
            </a:prstGeom>
            <a:gradFill>
              <a:gsLst>
                <a:gs pos="0">
                  <a:srgbClr val="FFFFFF">
                    <a:alpha val="26328"/>
                  </a:srgbClr>
                </a:gs>
                <a:gs pos="14286">
                  <a:srgbClr val="FFFFFF">
                    <a:alpha val="24484"/>
                  </a:srgbClr>
                </a:gs>
                <a:gs pos="28571">
                  <a:srgbClr val="FFFFFF">
                    <a:alpha val="19591"/>
                  </a:srgbClr>
                </a:gs>
                <a:gs pos="42857">
                  <a:srgbClr val="FFFFFF">
                    <a:alpha val="13327"/>
                  </a:srgbClr>
                </a:gs>
                <a:gs pos="57143">
                  <a:srgbClr val="FFFFFF">
                    <a:alpha val="7619"/>
                  </a:srgbClr>
                </a:gs>
                <a:gs pos="71429">
                  <a:srgbClr val="FFFFFF">
                    <a:alpha val="3642"/>
                  </a:srgbClr>
                </a:gs>
                <a:gs pos="85714">
                  <a:srgbClr val="FFFFFF">
                    <a:alpha val="1456"/>
                  </a:srgbClr>
                </a:gs>
                <a:gs pos="100000">
                  <a:srgbClr val="FFFFFF">
                    <a:alpha val="4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1" name="Splat 921"/>
            <p:cNvSpPr>
              <a:spLocks noGrp="1"/>
            </p:cNvSpPr>
            <p:nvPr/>
          </p:nvSpPr>
          <p:spPr>
            <a:xfrm rot="9619803">
              <a:off x="2443965" y="302490"/>
              <a:ext cx="221167" cy="3589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2" name="Splat 922"/>
            <p:cNvSpPr>
              <a:spLocks noGrp="1"/>
            </p:cNvSpPr>
            <p:nvPr/>
          </p:nvSpPr>
          <p:spPr>
            <a:xfrm rot="5361668">
              <a:off x="35183" y="1839528"/>
              <a:ext cx="397843" cy="2904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3" name="Splat 923"/>
            <p:cNvSpPr>
              <a:spLocks noGrp="1"/>
            </p:cNvSpPr>
            <p:nvPr/>
          </p:nvSpPr>
          <p:spPr>
            <a:xfrm rot="4466376">
              <a:off x="948645" y="1215612"/>
              <a:ext cx="629943" cy="84024"/>
            </a:xfrm>
            <a:prstGeom prst="ellipse">
              <a:avLst/>
            </a:prstGeom>
            <a:gradFill>
              <a:gsLst>
                <a:gs pos="0">
                  <a:srgbClr val="170915">
                    <a:alpha val="32968"/>
                  </a:srgbClr>
                </a:gs>
                <a:gs pos="14286">
                  <a:srgbClr val="170915">
                    <a:alpha val="30764"/>
                  </a:srgbClr>
                </a:gs>
                <a:gs pos="28571">
                  <a:srgbClr val="170915">
                    <a:alpha val="24833"/>
                  </a:srgbClr>
                </a:gs>
                <a:gs pos="42857">
                  <a:srgbClr val="170915">
                    <a:alpha val="17075"/>
                  </a:srgbClr>
                </a:gs>
                <a:gs pos="57143">
                  <a:srgbClr val="170915">
                    <a:alpha val="9855"/>
                  </a:srgbClr>
                </a:gs>
                <a:gs pos="71429">
                  <a:srgbClr val="170915">
                    <a:alpha val="4740"/>
                  </a:srgbClr>
                </a:gs>
                <a:gs pos="85714">
                  <a:srgbClr val="170915">
                    <a:alpha val="1902"/>
                  </a:srgbClr>
                </a:gs>
                <a:gs pos="100000">
                  <a:srgbClr val="17091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4" name="Splat 924"/>
            <p:cNvSpPr>
              <a:spLocks noGrp="1"/>
            </p:cNvSpPr>
            <p:nvPr/>
          </p:nvSpPr>
          <p:spPr>
            <a:xfrm rot="-10344077">
              <a:off x="1901851" y="249414"/>
              <a:ext cx="405045" cy="49092"/>
            </a:xfrm>
            <a:prstGeom prst="ellipse">
              <a:avLst/>
            </a:prstGeom>
            <a:gradFill>
              <a:gsLst>
                <a:gs pos="0">
                  <a:srgbClr val="130B0C">
                    <a:alpha val="32968"/>
                  </a:srgbClr>
                </a:gs>
                <a:gs pos="14286">
                  <a:srgbClr val="130B0C">
                    <a:alpha val="30764"/>
                  </a:srgbClr>
                </a:gs>
                <a:gs pos="28571">
                  <a:srgbClr val="130B0C">
                    <a:alpha val="24833"/>
                  </a:srgbClr>
                </a:gs>
                <a:gs pos="42857">
                  <a:srgbClr val="130B0C">
                    <a:alpha val="17075"/>
                  </a:srgbClr>
                </a:gs>
                <a:gs pos="57143">
                  <a:srgbClr val="130B0C">
                    <a:alpha val="9855"/>
                  </a:srgbClr>
                </a:gs>
                <a:gs pos="71429">
                  <a:srgbClr val="130B0C">
                    <a:alpha val="4740"/>
                  </a:srgbClr>
                </a:gs>
                <a:gs pos="85714">
                  <a:srgbClr val="130B0C">
                    <a:alpha val="1902"/>
                  </a:srgbClr>
                </a:gs>
                <a:gs pos="100000">
                  <a:srgbClr val="130B0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5" name="Splat 925"/>
            <p:cNvSpPr>
              <a:spLocks noGrp="1"/>
            </p:cNvSpPr>
            <p:nvPr/>
          </p:nvSpPr>
          <p:spPr>
            <a:xfrm rot="8947660">
              <a:off x="2346749" y="376820"/>
              <a:ext cx="325039" cy="65069"/>
            </a:xfrm>
            <a:prstGeom prst="ellipse">
              <a:avLst/>
            </a:prstGeom>
            <a:gradFill>
              <a:gsLst>
                <a:gs pos="0">
                  <a:srgbClr val="5E5C5E">
                    <a:alpha val="25966"/>
                  </a:srgbClr>
                </a:gs>
                <a:gs pos="14286">
                  <a:srgbClr val="5E5C5E">
                    <a:alpha val="24144"/>
                  </a:srgbClr>
                </a:gs>
                <a:gs pos="28571">
                  <a:srgbClr val="5E5C5E">
                    <a:alpha val="19310"/>
                  </a:srgbClr>
                </a:gs>
                <a:gs pos="42857">
                  <a:srgbClr val="5E5C5E">
                    <a:alpha val="13128"/>
                  </a:srgbClr>
                </a:gs>
                <a:gs pos="57143">
                  <a:srgbClr val="5E5C5E">
                    <a:alpha val="7502"/>
                  </a:srgbClr>
                </a:gs>
                <a:gs pos="71429">
                  <a:srgbClr val="5E5C5E">
                    <a:alpha val="3584"/>
                  </a:srgbClr>
                </a:gs>
                <a:gs pos="85714">
                  <a:srgbClr val="5E5C5E">
                    <a:alpha val="1433"/>
                  </a:srgbClr>
                </a:gs>
                <a:gs pos="100000">
                  <a:srgbClr val="5E5C5E">
                    <a:alpha val="4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6" name="Splat 926"/>
            <p:cNvSpPr>
              <a:spLocks noGrp="1"/>
            </p:cNvSpPr>
            <p:nvPr/>
          </p:nvSpPr>
          <p:spPr>
            <a:xfrm rot="6304195">
              <a:off x="1640388" y="405804"/>
              <a:ext cx="365090" cy="57611"/>
            </a:xfrm>
            <a:prstGeom prst="ellipse">
              <a:avLst/>
            </a:prstGeom>
            <a:gradFill>
              <a:gsLst>
                <a:gs pos="0">
                  <a:srgbClr val="272F2C">
                    <a:alpha val="32968"/>
                  </a:srgbClr>
                </a:gs>
                <a:gs pos="14286">
                  <a:srgbClr val="272F2C">
                    <a:alpha val="30764"/>
                  </a:srgbClr>
                </a:gs>
                <a:gs pos="28571">
                  <a:srgbClr val="272F2C">
                    <a:alpha val="24833"/>
                  </a:srgbClr>
                </a:gs>
                <a:gs pos="42857">
                  <a:srgbClr val="272F2C">
                    <a:alpha val="17075"/>
                  </a:srgbClr>
                </a:gs>
                <a:gs pos="57143">
                  <a:srgbClr val="272F2C">
                    <a:alpha val="9855"/>
                  </a:srgbClr>
                </a:gs>
                <a:gs pos="71429">
                  <a:srgbClr val="272F2C">
                    <a:alpha val="4740"/>
                  </a:srgbClr>
                </a:gs>
                <a:gs pos="85714">
                  <a:srgbClr val="272F2C">
                    <a:alpha val="1902"/>
                  </a:srgbClr>
                </a:gs>
                <a:gs pos="100000">
                  <a:srgbClr val="272F2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7" name="Splat 927"/>
            <p:cNvSpPr>
              <a:spLocks noGrp="1"/>
            </p:cNvSpPr>
            <p:nvPr/>
          </p:nvSpPr>
          <p:spPr>
            <a:xfrm rot="-9510390">
              <a:off x="1790089" y="674073"/>
              <a:ext cx="386029" cy="48811"/>
            </a:xfrm>
            <a:prstGeom prst="ellipse">
              <a:avLst/>
            </a:prstGeom>
            <a:gradFill>
              <a:gsLst>
                <a:gs pos="0">
                  <a:srgbClr val="0B120C">
                    <a:alpha val="32968"/>
                  </a:srgbClr>
                </a:gs>
                <a:gs pos="14286">
                  <a:srgbClr val="0B120C">
                    <a:alpha val="30764"/>
                  </a:srgbClr>
                </a:gs>
                <a:gs pos="28571">
                  <a:srgbClr val="0B120C">
                    <a:alpha val="24833"/>
                  </a:srgbClr>
                </a:gs>
                <a:gs pos="42857">
                  <a:srgbClr val="0B120C">
                    <a:alpha val="17075"/>
                  </a:srgbClr>
                </a:gs>
                <a:gs pos="57143">
                  <a:srgbClr val="0B120C">
                    <a:alpha val="9855"/>
                  </a:srgbClr>
                </a:gs>
                <a:gs pos="71429">
                  <a:srgbClr val="0B120C">
                    <a:alpha val="4740"/>
                  </a:srgbClr>
                </a:gs>
                <a:gs pos="85714">
                  <a:srgbClr val="0B120C">
                    <a:alpha val="1902"/>
                  </a:srgbClr>
                </a:gs>
                <a:gs pos="100000">
                  <a:srgbClr val="0B120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8" name="Splat 928"/>
            <p:cNvSpPr>
              <a:spLocks noGrp="1"/>
            </p:cNvSpPr>
            <p:nvPr/>
          </p:nvSpPr>
          <p:spPr>
            <a:xfrm rot="3255062">
              <a:off x="1223485" y="2651725"/>
              <a:ext cx="336201" cy="125254"/>
            </a:xfrm>
            <a:prstGeom prst="ellipse">
              <a:avLst/>
            </a:prstGeom>
            <a:gradFill>
              <a:gsLst>
                <a:gs pos="0">
                  <a:srgbClr val="929394">
                    <a:alpha val="32968"/>
                  </a:srgbClr>
                </a:gs>
                <a:gs pos="14286">
                  <a:srgbClr val="929394">
                    <a:alpha val="30764"/>
                  </a:srgbClr>
                </a:gs>
                <a:gs pos="28571">
                  <a:srgbClr val="929394">
                    <a:alpha val="24833"/>
                  </a:srgbClr>
                </a:gs>
                <a:gs pos="42857">
                  <a:srgbClr val="929394">
                    <a:alpha val="17075"/>
                  </a:srgbClr>
                </a:gs>
                <a:gs pos="57143">
                  <a:srgbClr val="929394">
                    <a:alpha val="9855"/>
                  </a:srgbClr>
                </a:gs>
                <a:gs pos="71429">
                  <a:srgbClr val="929394">
                    <a:alpha val="4740"/>
                  </a:srgbClr>
                </a:gs>
                <a:gs pos="85714">
                  <a:srgbClr val="929394">
                    <a:alpha val="1902"/>
                  </a:srgbClr>
                </a:gs>
                <a:gs pos="100000">
                  <a:srgbClr val="92939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9" name="Splat 929"/>
            <p:cNvSpPr>
              <a:spLocks noGrp="1"/>
            </p:cNvSpPr>
            <p:nvPr/>
          </p:nvSpPr>
          <p:spPr>
            <a:xfrm rot="4688117">
              <a:off x="1103006" y="508776"/>
              <a:ext cx="305505" cy="31687"/>
            </a:xfrm>
            <a:prstGeom prst="ellipse">
              <a:avLst/>
            </a:prstGeom>
            <a:gradFill>
              <a:gsLst>
                <a:gs pos="0">
                  <a:srgbClr val="000404">
                    <a:alpha val="32968"/>
                  </a:srgbClr>
                </a:gs>
                <a:gs pos="14286">
                  <a:srgbClr val="000404">
                    <a:alpha val="30764"/>
                  </a:srgbClr>
                </a:gs>
                <a:gs pos="28571">
                  <a:srgbClr val="000404">
                    <a:alpha val="24833"/>
                  </a:srgbClr>
                </a:gs>
                <a:gs pos="42857">
                  <a:srgbClr val="000404">
                    <a:alpha val="17075"/>
                  </a:srgbClr>
                </a:gs>
                <a:gs pos="57143">
                  <a:srgbClr val="000404">
                    <a:alpha val="9855"/>
                  </a:srgbClr>
                </a:gs>
                <a:gs pos="71429">
                  <a:srgbClr val="000404">
                    <a:alpha val="4740"/>
                  </a:srgbClr>
                </a:gs>
                <a:gs pos="85714">
                  <a:srgbClr val="000404">
                    <a:alpha val="1902"/>
                  </a:srgbClr>
                </a:gs>
                <a:gs pos="100000">
                  <a:srgbClr val="00040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0" name="Splat 930"/>
            <p:cNvSpPr>
              <a:spLocks noGrp="1"/>
            </p:cNvSpPr>
            <p:nvPr/>
          </p:nvSpPr>
          <p:spPr>
            <a:xfrm rot="-9663903">
              <a:off x="701275" y="2686618"/>
              <a:ext cx="576000" cy="6551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1" name="Splat 931"/>
            <p:cNvSpPr>
              <a:spLocks noGrp="1"/>
            </p:cNvSpPr>
            <p:nvPr/>
          </p:nvSpPr>
          <p:spPr>
            <a:xfrm rot="-9144789">
              <a:off x="1421600" y="248778"/>
              <a:ext cx="272727" cy="4326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2" name="Splat 932"/>
            <p:cNvSpPr>
              <a:spLocks noGrp="1"/>
            </p:cNvSpPr>
            <p:nvPr/>
          </p:nvSpPr>
          <p:spPr>
            <a:xfrm rot="3347824">
              <a:off x="1493775" y="332629"/>
              <a:ext cx="305108" cy="2169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3" name="Splat 933"/>
            <p:cNvSpPr>
              <a:spLocks noGrp="1"/>
            </p:cNvSpPr>
            <p:nvPr/>
          </p:nvSpPr>
          <p:spPr>
            <a:xfrm rot="6792769">
              <a:off x="1020993" y="1138994"/>
              <a:ext cx="490376" cy="62729"/>
            </a:xfrm>
            <a:prstGeom prst="ellipse">
              <a:avLst/>
            </a:prstGeom>
            <a:gradFill>
              <a:gsLst>
                <a:gs pos="0">
                  <a:srgbClr val="000005">
                    <a:alpha val="32968"/>
                  </a:srgbClr>
                </a:gs>
                <a:gs pos="14286">
                  <a:srgbClr val="000005">
                    <a:alpha val="30764"/>
                  </a:srgbClr>
                </a:gs>
                <a:gs pos="28571">
                  <a:srgbClr val="000005">
                    <a:alpha val="24833"/>
                  </a:srgbClr>
                </a:gs>
                <a:gs pos="42857">
                  <a:srgbClr val="000005">
                    <a:alpha val="17075"/>
                  </a:srgbClr>
                </a:gs>
                <a:gs pos="57143">
                  <a:srgbClr val="000005">
                    <a:alpha val="9855"/>
                  </a:srgbClr>
                </a:gs>
                <a:gs pos="71429">
                  <a:srgbClr val="000005">
                    <a:alpha val="4740"/>
                  </a:srgbClr>
                </a:gs>
                <a:gs pos="85714">
                  <a:srgbClr val="000005">
                    <a:alpha val="1902"/>
                  </a:srgbClr>
                </a:gs>
                <a:gs pos="100000">
                  <a:srgbClr val="00000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4" name="Splat 934"/>
            <p:cNvSpPr>
              <a:spLocks noGrp="1"/>
            </p:cNvSpPr>
            <p:nvPr/>
          </p:nvSpPr>
          <p:spPr>
            <a:xfrm rot="6320650">
              <a:off x="2736188" y="336264"/>
              <a:ext cx="330398" cy="40219"/>
            </a:xfrm>
            <a:prstGeom prst="ellipse">
              <a:avLst/>
            </a:prstGeom>
            <a:gradFill>
              <a:gsLst>
                <a:gs pos="0">
                  <a:srgbClr val="000005">
                    <a:alpha val="32968"/>
                  </a:srgbClr>
                </a:gs>
                <a:gs pos="14286">
                  <a:srgbClr val="000005">
                    <a:alpha val="30764"/>
                  </a:srgbClr>
                </a:gs>
                <a:gs pos="28571">
                  <a:srgbClr val="000005">
                    <a:alpha val="24833"/>
                  </a:srgbClr>
                </a:gs>
                <a:gs pos="42857">
                  <a:srgbClr val="000005">
                    <a:alpha val="17075"/>
                  </a:srgbClr>
                </a:gs>
                <a:gs pos="57143">
                  <a:srgbClr val="000005">
                    <a:alpha val="9855"/>
                  </a:srgbClr>
                </a:gs>
                <a:gs pos="71429">
                  <a:srgbClr val="000005">
                    <a:alpha val="4740"/>
                  </a:srgbClr>
                </a:gs>
                <a:gs pos="85714">
                  <a:srgbClr val="000005">
                    <a:alpha val="1902"/>
                  </a:srgbClr>
                </a:gs>
                <a:gs pos="100000">
                  <a:srgbClr val="00000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5" name="Splat 935"/>
            <p:cNvSpPr>
              <a:spLocks noGrp="1"/>
            </p:cNvSpPr>
            <p:nvPr/>
          </p:nvSpPr>
          <p:spPr>
            <a:xfrm rot="6107223">
              <a:off x="2269899" y="456535"/>
              <a:ext cx="299663" cy="32956"/>
            </a:xfrm>
            <a:prstGeom prst="ellipse">
              <a:avLst/>
            </a:prstGeom>
            <a:gradFill>
              <a:gsLst>
                <a:gs pos="0">
                  <a:srgbClr val="3C3939">
                    <a:alpha val="32968"/>
                  </a:srgbClr>
                </a:gs>
                <a:gs pos="14286">
                  <a:srgbClr val="3C3939">
                    <a:alpha val="30764"/>
                  </a:srgbClr>
                </a:gs>
                <a:gs pos="28571">
                  <a:srgbClr val="3C3939">
                    <a:alpha val="24833"/>
                  </a:srgbClr>
                </a:gs>
                <a:gs pos="42857">
                  <a:srgbClr val="3C3939">
                    <a:alpha val="17075"/>
                  </a:srgbClr>
                </a:gs>
                <a:gs pos="57143">
                  <a:srgbClr val="3C3939">
                    <a:alpha val="9855"/>
                  </a:srgbClr>
                </a:gs>
                <a:gs pos="71429">
                  <a:srgbClr val="3C3939">
                    <a:alpha val="4740"/>
                  </a:srgbClr>
                </a:gs>
                <a:gs pos="85714">
                  <a:srgbClr val="3C3939">
                    <a:alpha val="1902"/>
                  </a:srgbClr>
                </a:gs>
                <a:gs pos="100000">
                  <a:srgbClr val="3C393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6" name="Splat 936"/>
            <p:cNvSpPr>
              <a:spLocks noGrp="1"/>
            </p:cNvSpPr>
            <p:nvPr/>
          </p:nvSpPr>
          <p:spPr>
            <a:xfrm rot="3164522">
              <a:off x="2038046" y="320587"/>
              <a:ext cx="343351" cy="2587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7" name="Splat 937"/>
            <p:cNvSpPr>
              <a:spLocks noGrp="1"/>
            </p:cNvSpPr>
            <p:nvPr/>
          </p:nvSpPr>
          <p:spPr>
            <a:xfrm rot="8837207">
              <a:off x="2348469" y="2291942"/>
              <a:ext cx="693172" cy="7423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8" name="Splat 938"/>
            <p:cNvSpPr>
              <a:spLocks noGrp="1"/>
            </p:cNvSpPr>
            <p:nvPr/>
          </p:nvSpPr>
          <p:spPr>
            <a:xfrm rot="3708913">
              <a:off x="1530109" y="1919710"/>
              <a:ext cx="566758" cy="555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9" name="Splat 939"/>
            <p:cNvSpPr>
              <a:spLocks noGrp="1"/>
            </p:cNvSpPr>
            <p:nvPr/>
          </p:nvSpPr>
          <p:spPr>
            <a:xfrm rot="-8532399">
              <a:off x="350396" y="1037913"/>
              <a:ext cx="429040" cy="19680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0" name="Splat 940"/>
            <p:cNvSpPr>
              <a:spLocks noGrp="1"/>
            </p:cNvSpPr>
            <p:nvPr/>
          </p:nvSpPr>
          <p:spPr>
            <a:xfrm rot="8594547">
              <a:off x="3015880" y="1260964"/>
              <a:ext cx="704330" cy="155014"/>
            </a:xfrm>
            <a:prstGeom prst="ellipse">
              <a:avLst/>
            </a:prstGeom>
            <a:gradFill>
              <a:gsLst>
                <a:gs pos="0">
                  <a:srgbClr val="121712">
                    <a:alpha val="32968"/>
                  </a:srgbClr>
                </a:gs>
                <a:gs pos="14286">
                  <a:srgbClr val="121712">
                    <a:alpha val="30764"/>
                  </a:srgbClr>
                </a:gs>
                <a:gs pos="28571">
                  <a:srgbClr val="121712">
                    <a:alpha val="24833"/>
                  </a:srgbClr>
                </a:gs>
                <a:gs pos="42857">
                  <a:srgbClr val="121712">
                    <a:alpha val="17075"/>
                  </a:srgbClr>
                </a:gs>
                <a:gs pos="57143">
                  <a:srgbClr val="121712">
                    <a:alpha val="9855"/>
                  </a:srgbClr>
                </a:gs>
                <a:gs pos="71429">
                  <a:srgbClr val="121712">
                    <a:alpha val="4740"/>
                  </a:srgbClr>
                </a:gs>
                <a:gs pos="85714">
                  <a:srgbClr val="121712">
                    <a:alpha val="1902"/>
                  </a:srgbClr>
                </a:gs>
                <a:gs pos="100000">
                  <a:srgbClr val="12171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1" name="Splat 941"/>
            <p:cNvSpPr>
              <a:spLocks noGrp="1"/>
            </p:cNvSpPr>
            <p:nvPr/>
          </p:nvSpPr>
          <p:spPr>
            <a:xfrm rot="-10714857">
              <a:off x="1869364" y="685216"/>
              <a:ext cx="343364" cy="2608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2" name="Splat 942"/>
            <p:cNvSpPr>
              <a:spLocks noGrp="1"/>
            </p:cNvSpPr>
            <p:nvPr/>
          </p:nvSpPr>
          <p:spPr>
            <a:xfrm rot="-9152108">
              <a:off x="60769" y="2691202"/>
              <a:ext cx="470930" cy="59791"/>
            </a:xfrm>
            <a:prstGeom prst="ellipse">
              <a:avLst/>
            </a:prstGeom>
            <a:gradFill>
              <a:gsLst>
                <a:gs pos="0">
                  <a:srgbClr val="000600">
                    <a:alpha val="32968"/>
                  </a:srgbClr>
                </a:gs>
                <a:gs pos="14286">
                  <a:srgbClr val="000600">
                    <a:alpha val="30764"/>
                  </a:srgbClr>
                </a:gs>
                <a:gs pos="28571">
                  <a:srgbClr val="000600">
                    <a:alpha val="24833"/>
                  </a:srgbClr>
                </a:gs>
                <a:gs pos="42857">
                  <a:srgbClr val="000600">
                    <a:alpha val="17075"/>
                  </a:srgbClr>
                </a:gs>
                <a:gs pos="57143">
                  <a:srgbClr val="000600">
                    <a:alpha val="9855"/>
                  </a:srgbClr>
                </a:gs>
                <a:gs pos="71429">
                  <a:srgbClr val="000600">
                    <a:alpha val="4740"/>
                  </a:srgbClr>
                </a:gs>
                <a:gs pos="85714">
                  <a:srgbClr val="000600">
                    <a:alpha val="1902"/>
                  </a:srgbClr>
                </a:gs>
                <a:gs pos="100000">
                  <a:srgbClr val="000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3" name="Splat 943"/>
            <p:cNvSpPr>
              <a:spLocks noGrp="1"/>
            </p:cNvSpPr>
            <p:nvPr/>
          </p:nvSpPr>
          <p:spPr>
            <a:xfrm rot="6890259">
              <a:off x="475175" y="243925"/>
              <a:ext cx="563521" cy="245753"/>
            </a:xfrm>
            <a:prstGeom prst="ellipse">
              <a:avLst/>
            </a:prstGeom>
            <a:gradFill>
              <a:gsLst>
                <a:gs pos="0">
                  <a:srgbClr val="A5A5A5">
                    <a:alpha val="5406"/>
                  </a:srgbClr>
                </a:gs>
                <a:gs pos="14286">
                  <a:srgbClr val="A5A5A5">
                    <a:alpha val="4980"/>
                  </a:srgbClr>
                </a:gs>
                <a:gs pos="28571">
                  <a:srgbClr val="A5A5A5">
                    <a:alpha val="3889"/>
                  </a:srgbClr>
                </a:gs>
                <a:gs pos="42857">
                  <a:srgbClr val="A5A5A5">
                    <a:alpha val="2568"/>
                  </a:srgbClr>
                </a:gs>
                <a:gs pos="57143">
                  <a:srgbClr val="A5A5A5">
                    <a:alpha val="1431"/>
                  </a:srgbClr>
                </a:gs>
                <a:gs pos="71429">
                  <a:srgbClr val="A5A5A5">
                    <a:alpha val="673"/>
                  </a:srgbClr>
                </a:gs>
                <a:gs pos="85714">
                  <a:srgbClr val="A5A5A5">
                    <a:alpha val="266"/>
                  </a:srgbClr>
                </a:gs>
                <a:gs pos="100000">
                  <a:srgbClr val="A5A5A5">
                    <a:alpha val="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4" name="Splat 944"/>
            <p:cNvSpPr>
              <a:spLocks noGrp="1"/>
            </p:cNvSpPr>
            <p:nvPr/>
          </p:nvSpPr>
          <p:spPr>
            <a:xfrm rot="3512862">
              <a:off x="822294" y="1793144"/>
              <a:ext cx="764887" cy="60526"/>
            </a:xfrm>
            <a:prstGeom prst="ellipse">
              <a:avLst/>
            </a:prstGeom>
            <a:gradFill>
              <a:gsLst>
                <a:gs pos="0">
                  <a:srgbClr val="0B171E">
                    <a:alpha val="32968"/>
                  </a:srgbClr>
                </a:gs>
                <a:gs pos="14286">
                  <a:srgbClr val="0B171E">
                    <a:alpha val="30764"/>
                  </a:srgbClr>
                </a:gs>
                <a:gs pos="28571">
                  <a:srgbClr val="0B171E">
                    <a:alpha val="24833"/>
                  </a:srgbClr>
                </a:gs>
                <a:gs pos="42857">
                  <a:srgbClr val="0B171E">
                    <a:alpha val="17075"/>
                  </a:srgbClr>
                </a:gs>
                <a:gs pos="57143">
                  <a:srgbClr val="0B171E">
                    <a:alpha val="9855"/>
                  </a:srgbClr>
                </a:gs>
                <a:gs pos="71429">
                  <a:srgbClr val="0B171E">
                    <a:alpha val="4740"/>
                  </a:srgbClr>
                </a:gs>
                <a:gs pos="85714">
                  <a:srgbClr val="0B171E">
                    <a:alpha val="1902"/>
                  </a:srgbClr>
                </a:gs>
                <a:gs pos="100000">
                  <a:srgbClr val="0B171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5" name="Splat 945"/>
            <p:cNvSpPr>
              <a:spLocks noGrp="1"/>
            </p:cNvSpPr>
            <p:nvPr/>
          </p:nvSpPr>
          <p:spPr>
            <a:xfrm rot="3303705">
              <a:off x="2108175" y="1872622"/>
              <a:ext cx="531817" cy="151899"/>
            </a:xfrm>
            <a:prstGeom prst="ellipse">
              <a:avLst/>
            </a:prstGeom>
            <a:gradFill>
              <a:gsLst>
                <a:gs pos="0">
                  <a:srgbClr val="0C0F15">
                    <a:alpha val="32968"/>
                  </a:srgbClr>
                </a:gs>
                <a:gs pos="14286">
                  <a:srgbClr val="0C0F15">
                    <a:alpha val="30764"/>
                  </a:srgbClr>
                </a:gs>
                <a:gs pos="28571">
                  <a:srgbClr val="0C0F15">
                    <a:alpha val="24833"/>
                  </a:srgbClr>
                </a:gs>
                <a:gs pos="42857">
                  <a:srgbClr val="0C0F15">
                    <a:alpha val="17075"/>
                  </a:srgbClr>
                </a:gs>
                <a:gs pos="57143">
                  <a:srgbClr val="0C0F15">
                    <a:alpha val="9855"/>
                  </a:srgbClr>
                </a:gs>
                <a:gs pos="71429">
                  <a:srgbClr val="0C0F15">
                    <a:alpha val="4740"/>
                  </a:srgbClr>
                </a:gs>
                <a:gs pos="85714">
                  <a:srgbClr val="0C0F15">
                    <a:alpha val="1902"/>
                  </a:srgbClr>
                </a:gs>
                <a:gs pos="100000">
                  <a:srgbClr val="0C0F1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6" name="Splat 946"/>
            <p:cNvSpPr>
              <a:spLocks noGrp="1"/>
            </p:cNvSpPr>
            <p:nvPr/>
          </p:nvSpPr>
          <p:spPr>
            <a:xfrm rot="5732924">
              <a:off x="2737939" y="1156103"/>
              <a:ext cx="537812" cy="5282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7" name="Splat 947"/>
            <p:cNvSpPr>
              <a:spLocks noGrp="1"/>
            </p:cNvSpPr>
            <p:nvPr/>
          </p:nvSpPr>
          <p:spPr>
            <a:xfrm rot="3589302">
              <a:off x="3344749" y="1596398"/>
              <a:ext cx="467691" cy="5730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8" name="Splat 948"/>
            <p:cNvSpPr>
              <a:spLocks noGrp="1"/>
            </p:cNvSpPr>
            <p:nvPr/>
          </p:nvSpPr>
          <p:spPr>
            <a:xfrm rot="8083336">
              <a:off x="73603" y="378441"/>
              <a:ext cx="352427" cy="50103"/>
            </a:xfrm>
            <a:prstGeom prst="ellipse">
              <a:avLst/>
            </a:prstGeom>
            <a:gradFill>
              <a:gsLst>
                <a:gs pos="0">
                  <a:srgbClr val="000100">
                    <a:alpha val="32968"/>
                  </a:srgbClr>
                </a:gs>
                <a:gs pos="14286">
                  <a:srgbClr val="000100">
                    <a:alpha val="30764"/>
                  </a:srgbClr>
                </a:gs>
                <a:gs pos="28571">
                  <a:srgbClr val="000100">
                    <a:alpha val="24833"/>
                  </a:srgbClr>
                </a:gs>
                <a:gs pos="42857">
                  <a:srgbClr val="000100">
                    <a:alpha val="17075"/>
                  </a:srgbClr>
                </a:gs>
                <a:gs pos="57143">
                  <a:srgbClr val="000100">
                    <a:alpha val="9855"/>
                  </a:srgbClr>
                </a:gs>
                <a:gs pos="71429">
                  <a:srgbClr val="000100">
                    <a:alpha val="4740"/>
                  </a:srgbClr>
                </a:gs>
                <a:gs pos="85714">
                  <a:srgbClr val="000100">
                    <a:alpha val="1902"/>
                  </a:srgbClr>
                </a:gs>
                <a:gs pos="100000">
                  <a:srgbClr val="000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9" name="Splat 949"/>
            <p:cNvSpPr>
              <a:spLocks noGrp="1"/>
            </p:cNvSpPr>
            <p:nvPr/>
          </p:nvSpPr>
          <p:spPr>
            <a:xfrm rot="5775172">
              <a:off x="2021685" y="1072158"/>
              <a:ext cx="611006" cy="80377"/>
            </a:xfrm>
            <a:prstGeom prst="ellipse">
              <a:avLst/>
            </a:prstGeom>
            <a:gradFill>
              <a:gsLst>
                <a:gs pos="0">
                  <a:srgbClr val="000100">
                    <a:alpha val="32417"/>
                  </a:srgbClr>
                </a:gs>
                <a:gs pos="14286">
                  <a:srgbClr val="000100">
                    <a:alpha val="30241"/>
                  </a:srgbClr>
                </a:gs>
                <a:gs pos="28571">
                  <a:srgbClr val="000100">
                    <a:alpha val="24393"/>
                  </a:srgbClr>
                </a:gs>
                <a:gs pos="42857">
                  <a:srgbClr val="000100">
                    <a:alpha val="16757"/>
                  </a:srgbClr>
                </a:gs>
                <a:gs pos="57143">
                  <a:srgbClr val="000100">
                    <a:alpha val="9663"/>
                  </a:srgbClr>
                </a:gs>
                <a:gs pos="71429">
                  <a:srgbClr val="000100">
                    <a:alpha val="4646"/>
                  </a:srgbClr>
                </a:gs>
                <a:gs pos="85714">
                  <a:srgbClr val="000100">
                    <a:alpha val="1864"/>
                  </a:srgbClr>
                </a:gs>
                <a:gs pos="100000">
                  <a:srgbClr val="000100">
                    <a:alpha val="6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0" name="Splat 950"/>
            <p:cNvSpPr>
              <a:spLocks noGrp="1"/>
            </p:cNvSpPr>
            <p:nvPr/>
          </p:nvSpPr>
          <p:spPr>
            <a:xfrm rot="5059551">
              <a:off x="-76320" y="2497024"/>
              <a:ext cx="488284" cy="40738"/>
            </a:xfrm>
            <a:prstGeom prst="ellipse">
              <a:avLst/>
            </a:prstGeom>
            <a:gradFill>
              <a:gsLst>
                <a:gs pos="0">
                  <a:srgbClr val="000A05">
                    <a:alpha val="32968"/>
                  </a:srgbClr>
                </a:gs>
                <a:gs pos="14286">
                  <a:srgbClr val="000A05">
                    <a:alpha val="30764"/>
                  </a:srgbClr>
                </a:gs>
                <a:gs pos="28571">
                  <a:srgbClr val="000A05">
                    <a:alpha val="24833"/>
                  </a:srgbClr>
                </a:gs>
                <a:gs pos="42857">
                  <a:srgbClr val="000A05">
                    <a:alpha val="17075"/>
                  </a:srgbClr>
                </a:gs>
                <a:gs pos="57143">
                  <a:srgbClr val="000A05">
                    <a:alpha val="9855"/>
                  </a:srgbClr>
                </a:gs>
                <a:gs pos="71429">
                  <a:srgbClr val="000A05">
                    <a:alpha val="4740"/>
                  </a:srgbClr>
                </a:gs>
                <a:gs pos="85714">
                  <a:srgbClr val="000A05">
                    <a:alpha val="1902"/>
                  </a:srgbClr>
                </a:gs>
                <a:gs pos="100000">
                  <a:srgbClr val="000A0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1" name="Splat 951"/>
            <p:cNvSpPr>
              <a:spLocks noGrp="1"/>
            </p:cNvSpPr>
            <p:nvPr/>
          </p:nvSpPr>
          <p:spPr>
            <a:xfrm rot="9633651">
              <a:off x="2198174" y="1548247"/>
              <a:ext cx="640514" cy="12893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2" name="Splat 952"/>
            <p:cNvSpPr>
              <a:spLocks noGrp="1"/>
            </p:cNvSpPr>
            <p:nvPr/>
          </p:nvSpPr>
          <p:spPr>
            <a:xfrm rot="6945184">
              <a:off x="2218062" y="2451474"/>
              <a:ext cx="756040" cy="6145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3" name="Splat 953"/>
            <p:cNvSpPr>
              <a:spLocks noGrp="1"/>
            </p:cNvSpPr>
            <p:nvPr/>
          </p:nvSpPr>
          <p:spPr>
            <a:xfrm rot="3746392">
              <a:off x="1414097" y="297626"/>
              <a:ext cx="445416" cy="32463"/>
            </a:xfrm>
            <a:prstGeom prst="ellipse">
              <a:avLst/>
            </a:prstGeom>
            <a:gradFill>
              <a:gsLst>
                <a:gs pos="0">
                  <a:srgbClr val="030004">
                    <a:alpha val="32968"/>
                  </a:srgbClr>
                </a:gs>
                <a:gs pos="14286">
                  <a:srgbClr val="030004">
                    <a:alpha val="30764"/>
                  </a:srgbClr>
                </a:gs>
                <a:gs pos="28571">
                  <a:srgbClr val="030004">
                    <a:alpha val="24833"/>
                  </a:srgbClr>
                </a:gs>
                <a:gs pos="42857">
                  <a:srgbClr val="030004">
                    <a:alpha val="17075"/>
                  </a:srgbClr>
                </a:gs>
                <a:gs pos="57143">
                  <a:srgbClr val="030004">
                    <a:alpha val="9855"/>
                  </a:srgbClr>
                </a:gs>
                <a:gs pos="71429">
                  <a:srgbClr val="030004">
                    <a:alpha val="4740"/>
                  </a:srgbClr>
                </a:gs>
                <a:gs pos="85714">
                  <a:srgbClr val="030004">
                    <a:alpha val="1902"/>
                  </a:srgbClr>
                </a:gs>
                <a:gs pos="100000">
                  <a:srgbClr val="03000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4" name="Splat 954"/>
            <p:cNvSpPr>
              <a:spLocks noGrp="1"/>
            </p:cNvSpPr>
            <p:nvPr/>
          </p:nvSpPr>
          <p:spPr>
            <a:xfrm rot="10239598">
              <a:off x="217392" y="1348960"/>
              <a:ext cx="509050" cy="6636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5" name="Splat 955"/>
            <p:cNvSpPr>
              <a:spLocks noGrp="1"/>
            </p:cNvSpPr>
            <p:nvPr/>
          </p:nvSpPr>
          <p:spPr>
            <a:xfrm rot="7750286">
              <a:off x="136486" y="1046793"/>
              <a:ext cx="274545" cy="3273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6" name="Splat 956"/>
            <p:cNvSpPr>
              <a:spLocks noGrp="1"/>
            </p:cNvSpPr>
            <p:nvPr/>
          </p:nvSpPr>
          <p:spPr>
            <a:xfrm rot="-9250440">
              <a:off x="439866" y="262628"/>
              <a:ext cx="398558" cy="167916"/>
            </a:xfrm>
            <a:prstGeom prst="ellipse">
              <a:avLst/>
            </a:prstGeom>
            <a:gradFill>
              <a:gsLst>
                <a:gs pos="0">
                  <a:srgbClr val="848483">
                    <a:alpha val="17759"/>
                  </a:srgbClr>
                </a:gs>
                <a:gs pos="14286">
                  <a:srgbClr val="848483">
                    <a:alpha val="16448"/>
                  </a:srgbClr>
                </a:gs>
                <a:gs pos="28571">
                  <a:srgbClr val="848483">
                    <a:alpha val="13023"/>
                  </a:srgbClr>
                </a:gs>
                <a:gs pos="42857">
                  <a:srgbClr val="848483">
                    <a:alpha val="8746"/>
                  </a:srgbClr>
                </a:gs>
                <a:gs pos="57143">
                  <a:srgbClr val="848483">
                    <a:alpha val="4945"/>
                  </a:srgbClr>
                </a:gs>
                <a:gs pos="71429">
                  <a:srgbClr val="848483">
                    <a:alpha val="2346"/>
                  </a:srgbClr>
                </a:gs>
                <a:gs pos="85714">
                  <a:srgbClr val="848483">
                    <a:alpha val="934"/>
                  </a:srgbClr>
                </a:gs>
                <a:gs pos="100000">
                  <a:srgbClr val="848483">
                    <a:alpha val="3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7" name="Splat 957"/>
            <p:cNvSpPr>
              <a:spLocks noGrp="1"/>
            </p:cNvSpPr>
            <p:nvPr/>
          </p:nvSpPr>
          <p:spPr>
            <a:xfrm rot="8028533">
              <a:off x="3165470" y="2715755"/>
              <a:ext cx="728151" cy="56956"/>
            </a:xfrm>
            <a:prstGeom prst="ellipse">
              <a:avLst/>
            </a:prstGeom>
            <a:gradFill>
              <a:gsLst>
                <a:gs pos="0">
                  <a:srgbClr val="363535">
                    <a:alpha val="32968"/>
                  </a:srgbClr>
                </a:gs>
                <a:gs pos="14286">
                  <a:srgbClr val="363535">
                    <a:alpha val="30764"/>
                  </a:srgbClr>
                </a:gs>
                <a:gs pos="28571">
                  <a:srgbClr val="363535">
                    <a:alpha val="24833"/>
                  </a:srgbClr>
                </a:gs>
                <a:gs pos="42857">
                  <a:srgbClr val="363535">
                    <a:alpha val="17075"/>
                  </a:srgbClr>
                </a:gs>
                <a:gs pos="57143">
                  <a:srgbClr val="363535">
                    <a:alpha val="9855"/>
                  </a:srgbClr>
                </a:gs>
                <a:gs pos="71429">
                  <a:srgbClr val="363535">
                    <a:alpha val="4740"/>
                  </a:srgbClr>
                </a:gs>
                <a:gs pos="85714">
                  <a:srgbClr val="363535">
                    <a:alpha val="1902"/>
                  </a:srgbClr>
                </a:gs>
                <a:gs pos="100000">
                  <a:srgbClr val="36353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8" name="Splat 958"/>
            <p:cNvSpPr>
              <a:spLocks noGrp="1"/>
            </p:cNvSpPr>
            <p:nvPr/>
          </p:nvSpPr>
          <p:spPr>
            <a:xfrm rot="5730041">
              <a:off x="950238" y="-46257"/>
              <a:ext cx="332280" cy="125483"/>
            </a:xfrm>
            <a:prstGeom prst="ellipse">
              <a:avLst/>
            </a:prstGeom>
            <a:gradFill>
              <a:gsLst>
                <a:gs pos="0">
                  <a:srgbClr val="100500">
                    <a:alpha val="13816"/>
                  </a:srgbClr>
                </a:gs>
                <a:gs pos="14286">
                  <a:srgbClr val="100500">
                    <a:alpha val="12773"/>
                  </a:srgbClr>
                </a:gs>
                <a:gs pos="28571">
                  <a:srgbClr val="100500">
                    <a:alpha val="10067"/>
                  </a:srgbClr>
                </a:gs>
                <a:gs pos="42857">
                  <a:srgbClr val="100500">
                    <a:alpha val="6723"/>
                  </a:srgbClr>
                </a:gs>
                <a:gs pos="57143">
                  <a:srgbClr val="100500">
                    <a:alpha val="3783"/>
                  </a:srgbClr>
                </a:gs>
                <a:gs pos="71429">
                  <a:srgbClr val="100500">
                    <a:alpha val="1789"/>
                  </a:srgbClr>
                </a:gs>
                <a:gs pos="85714">
                  <a:srgbClr val="100500">
                    <a:alpha val="711"/>
                  </a:srgbClr>
                </a:gs>
                <a:gs pos="100000">
                  <a:srgbClr val="100500">
                    <a:alpha val="2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9" name="Splat 959"/>
            <p:cNvSpPr>
              <a:spLocks noGrp="1"/>
            </p:cNvSpPr>
            <p:nvPr/>
          </p:nvSpPr>
          <p:spPr>
            <a:xfrm rot="-8757660">
              <a:off x="323387" y="993751"/>
              <a:ext cx="419531" cy="43845"/>
            </a:xfrm>
            <a:prstGeom prst="ellipse">
              <a:avLst/>
            </a:prstGeom>
            <a:gradFill>
              <a:gsLst>
                <a:gs pos="0">
                  <a:srgbClr val="000003">
                    <a:alpha val="32968"/>
                  </a:srgbClr>
                </a:gs>
                <a:gs pos="14286">
                  <a:srgbClr val="000003">
                    <a:alpha val="30764"/>
                  </a:srgbClr>
                </a:gs>
                <a:gs pos="28571">
                  <a:srgbClr val="000003">
                    <a:alpha val="24833"/>
                  </a:srgbClr>
                </a:gs>
                <a:gs pos="42857">
                  <a:srgbClr val="000003">
                    <a:alpha val="17075"/>
                  </a:srgbClr>
                </a:gs>
                <a:gs pos="57143">
                  <a:srgbClr val="000003">
                    <a:alpha val="9855"/>
                  </a:srgbClr>
                </a:gs>
                <a:gs pos="71429">
                  <a:srgbClr val="000003">
                    <a:alpha val="4740"/>
                  </a:srgbClr>
                </a:gs>
                <a:gs pos="85714">
                  <a:srgbClr val="000003">
                    <a:alpha val="1902"/>
                  </a:srgbClr>
                </a:gs>
                <a:gs pos="100000">
                  <a:srgbClr val="00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0" name="Splat 960"/>
            <p:cNvSpPr>
              <a:spLocks noGrp="1"/>
            </p:cNvSpPr>
            <p:nvPr/>
          </p:nvSpPr>
          <p:spPr>
            <a:xfrm rot="2723197">
              <a:off x="520275" y="-114888"/>
              <a:ext cx="525045" cy="349989"/>
            </a:xfrm>
            <a:prstGeom prst="ellipse">
              <a:avLst/>
            </a:prstGeom>
            <a:gradFill>
              <a:gsLst>
                <a:gs pos="0">
                  <a:srgbClr val="BAB9BA">
                    <a:alpha val="30159"/>
                  </a:srgbClr>
                </a:gs>
                <a:gs pos="14286">
                  <a:srgbClr val="BAB9BA">
                    <a:alpha val="28101"/>
                  </a:srgbClr>
                </a:gs>
                <a:gs pos="28571">
                  <a:srgbClr val="BAB9BA">
                    <a:alpha val="22598"/>
                  </a:srgbClr>
                </a:gs>
                <a:gs pos="42857">
                  <a:srgbClr val="BAB9BA">
                    <a:alpha val="15466"/>
                  </a:srgbClr>
                </a:gs>
                <a:gs pos="57143">
                  <a:srgbClr val="BAB9BA">
                    <a:alpha val="8890"/>
                  </a:srgbClr>
                </a:gs>
                <a:gs pos="71429">
                  <a:srgbClr val="BAB9BA">
                    <a:alpha val="4264"/>
                  </a:srgbClr>
                </a:gs>
                <a:gs pos="85714">
                  <a:srgbClr val="BAB9BA">
                    <a:alpha val="1709"/>
                  </a:srgbClr>
                </a:gs>
                <a:gs pos="100000">
                  <a:srgbClr val="BAB9BA">
                    <a:alpha val="5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1" name="Splat 961"/>
            <p:cNvSpPr>
              <a:spLocks noGrp="1"/>
            </p:cNvSpPr>
            <p:nvPr/>
          </p:nvSpPr>
          <p:spPr>
            <a:xfrm rot="9760378">
              <a:off x="743487" y="992180"/>
              <a:ext cx="352431" cy="5281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2" name="Splat 962"/>
            <p:cNvSpPr>
              <a:spLocks noGrp="1"/>
            </p:cNvSpPr>
            <p:nvPr/>
          </p:nvSpPr>
          <p:spPr>
            <a:xfrm rot="-8594714">
              <a:off x="853685" y="1010"/>
              <a:ext cx="385823" cy="168955"/>
            </a:xfrm>
            <a:prstGeom prst="ellipse">
              <a:avLst/>
            </a:prstGeom>
            <a:gradFill>
              <a:gsLst>
                <a:gs pos="0">
                  <a:srgbClr val="000E0D">
                    <a:alpha val="10972"/>
                  </a:srgbClr>
                </a:gs>
                <a:gs pos="14286">
                  <a:srgbClr val="000E0D">
                    <a:alpha val="10132"/>
                  </a:srgbClr>
                </a:gs>
                <a:gs pos="28571">
                  <a:srgbClr val="000E0D">
                    <a:alpha val="7960"/>
                  </a:srgbClr>
                </a:gs>
                <a:gs pos="42857">
                  <a:srgbClr val="000E0D">
                    <a:alpha val="5295"/>
                  </a:srgbClr>
                </a:gs>
                <a:gs pos="57143">
                  <a:srgbClr val="000E0D">
                    <a:alpha val="2970"/>
                  </a:srgbClr>
                </a:gs>
                <a:gs pos="71429">
                  <a:srgbClr val="000E0D">
                    <a:alpha val="1401"/>
                  </a:srgbClr>
                </a:gs>
                <a:gs pos="85714">
                  <a:srgbClr val="000E0D">
                    <a:alpha val="556"/>
                  </a:srgbClr>
                </a:gs>
                <a:gs pos="100000">
                  <a:srgbClr val="000E0D">
                    <a:alpha val="1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3" name="Splat 963"/>
            <p:cNvSpPr>
              <a:spLocks noGrp="1"/>
            </p:cNvSpPr>
            <p:nvPr/>
          </p:nvSpPr>
          <p:spPr>
            <a:xfrm rot="8153891">
              <a:off x="-24862" y="2232423"/>
              <a:ext cx="533998" cy="9556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4" name="Splat 964"/>
            <p:cNvSpPr>
              <a:spLocks noGrp="1"/>
            </p:cNvSpPr>
            <p:nvPr/>
          </p:nvSpPr>
          <p:spPr>
            <a:xfrm rot="-9977762">
              <a:off x="2535592" y="290903"/>
              <a:ext cx="346438" cy="64385"/>
            </a:xfrm>
            <a:prstGeom prst="ellipse">
              <a:avLst/>
            </a:prstGeom>
            <a:gradFill>
              <a:gsLst>
                <a:gs pos="0">
                  <a:srgbClr val="141D1F">
                    <a:alpha val="32968"/>
                  </a:srgbClr>
                </a:gs>
                <a:gs pos="14286">
                  <a:srgbClr val="141D1F">
                    <a:alpha val="30764"/>
                  </a:srgbClr>
                </a:gs>
                <a:gs pos="28571">
                  <a:srgbClr val="141D1F">
                    <a:alpha val="24833"/>
                  </a:srgbClr>
                </a:gs>
                <a:gs pos="42857">
                  <a:srgbClr val="141D1F">
                    <a:alpha val="17075"/>
                  </a:srgbClr>
                </a:gs>
                <a:gs pos="57143">
                  <a:srgbClr val="141D1F">
                    <a:alpha val="9855"/>
                  </a:srgbClr>
                </a:gs>
                <a:gs pos="71429">
                  <a:srgbClr val="141D1F">
                    <a:alpha val="4740"/>
                  </a:srgbClr>
                </a:gs>
                <a:gs pos="85714">
                  <a:srgbClr val="141D1F">
                    <a:alpha val="1902"/>
                  </a:srgbClr>
                </a:gs>
                <a:gs pos="100000">
                  <a:srgbClr val="141D1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5" name="Splat 965"/>
            <p:cNvSpPr>
              <a:spLocks noGrp="1"/>
            </p:cNvSpPr>
            <p:nvPr/>
          </p:nvSpPr>
          <p:spPr>
            <a:xfrm rot="9677832">
              <a:off x="520055" y="-56187"/>
              <a:ext cx="475215" cy="243934"/>
            </a:xfrm>
            <a:prstGeom prst="ellipse">
              <a:avLst/>
            </a:prstGeom>
            <a:gradFill>
              <a:gsLst>
                <a:gs pos="0">
                  <a:srgbClr val="090000">
                    <a:alpha val="7564"/>
                  </a:srgbClr>
                </a:gs>
                <a:gs pos="14286">
                  <a:srgbClr val="090000">
                    <a:alpha val="6974"/>
                  </a:srgbClr>
                </a:gs>
                <a:gs pos="28571">
                  <a:srgbClr val="090000">
                    <a:alpha val="5459"/>
                  </a:srgbClr>
                </a:gs>
                <a:gs pos="42857">
                  <a:srgbClr val="090000">
                    <a:alpha val="3615"/>
                  </a:srgbClr>
                </a:gs>
                <a:gs pos="57143">
                  <a:srgbClr val="090000">
                    <a:alpha val="2019"/>
                  </a:srgbClr>
                </a:gs>
                <a:gs pos="71429">
                  <a:srgbClr val="090000">
                    <a:alpha val="950"/>
                  </a:srgbClr>
                </a:gs>
                <a:gs pos="85714">
                  <a:srgbClr val="090000">
                    <a:alpha val="377"/>
                  </a:srgbClr>
                </a:gs>
                <a:gs pos="100000">
                  <a:srgbClr val="090000">
                    <a:alpha val="1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6" name="Splat 966"/>
            <p:cNvSpPr>
              <a:spLocks noGrp="1"/>
            </p:cNvSpPr>
            <p:nvPr/>
          </p:nvSpPr>
          <p:spPr>
            <a:xfrm rot="10542849">
              <a:off x="1707969" y="-89181"/>
              <a:ext cx="570401" cy="184986"/>
            </a:xfrm>
            <a:prstGeom prst="ellipse">
              <a:avLst/>
            </a:prstGeom>
            <a:gradFill>
              <a:gsLst>
                <a:gs pos="0">
                  <a:srgbClr val="868687">
                    <a:alpha val="27434"/>
                  </a:srgbClr>
                </a:gs>
                <a:gs pos="14286">
                  <a:srgbClr val="868687">
                    <a:alpha val="25528"/>
                  </a:srgbClr>
                </a:gs>
                <a:gs pos="28571">
                  <a:srgbClr val="868687">
                    <a:alpha val="20455"/>
                  </a:srgbClr>
                </a:gs>
                <a:gs pos="42857">
                  <a:srgbClr val="868687">
                    <a:alpha val="13938"/>
                  </a:srgbClr>
                </a:gs>
                <a:gs pos="57143">
                  <a:srgbClr val="868687">
                    <a:alpha val="7981"/>
                  </a:srgbClr>
                </a:gs>
                <a:gs pos="71429">
                  <a:srgbClr val="868687">
                    <a:alpha val="3819"/>
                  </a:srgbClr>
                </a:gs>
                <a:gs pos="85714">
                  <a:srgbClr val="868687">
                    <a:alpha val="1528"/>
                  </a:srgbClr>
                </a:gs>
                <a:gs pos="100000">
                  <a:srgbClr val="868687">
                    <a:alpha val="5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7" name="Splat 967"/>
            <p:cNvSpPr>
              <a:spLocks noGrp="1"/>
            </p:cNvSpPr>
            <p:nvPr/>
          </p:nvSpPr>
          <p:spPr>
            <a:xfrm rot="7733988">
              <a:off x="135049" y="-107012"/>
              <a:ext cx="454162" cy="299288"/>
            </a:xfrm>
            <a:prstGeom prst="ellipse">
              <a:avLst/>
            </a:prstGeom>
            <a:gradFill>
              <a:gsLst>
                <a:gs pos="0">
                  <a:srgbClr val="676B69">
                    <a:alpha val="1606"/>
                  </a:srgbClr>
                </a:gs>
                <a:gs pos="14286">
                  <a:srgbClr val="676B69">
                    <a:alpha val="1477"/>
                  </a:srgbClr>
                </a:gs>
                <a:gs pos="28571">
                  <a:srgbClr val="676B69">
                    <a:alpha val="1149"/>
                  </a:srgbClr>
                </a:gs>
                <a:gs pos="42857">
                  <a:srgbClr val="676B69">
                    <a:alpha val="755"/>
                  </a:srgbClr>
                </a:gs>
                <a:gs pos="57143">
                  <a:srgbClr val="676B69">
                    <a:alpha val="419"/>
                  </a:srgbClr>
                </a:gs>
                <a:gs pos="71429">
                  <a:srgbClr val="676B69">
                    <a:alpha val="196"/>
                  </a:srgbClr>
                </a:gs>
                <a:gs pos="85714">
                  <a:srgbClr val="676B69">
                    <a:alpha val="78"/>
                  </a:srgbClr>
                </a:gs>
                <a:gs pos="100000">
                  <a:srgbClr val="676B69">
                    <a:alpha val="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8" name="Splat 968"/>
            <p:cNvSpPr>
              <a:spLocks noGrp="1"/>
            </p:cNvSpPr>
            <p:nvPr/>
          </p:nvSpPr>
          <p:spPr>
            <a:xfrm rot="-9640671">
              <a:off x="2107571" y="1976069"/>
              <a:ext cx="792735" cy="12103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9" name="Splat 969"/>
            <p:cNvSpPr>
              <a:spLocks noGrp="1"/>
            </p:cNvSpPr>
            <p:nvPr/>
          </p:nvSpPr>
          <p:spPr>
            <a:xfrm rot="8857791">
              <a:off x="48861" y="2661924"/>
              <a:ext cx="589953" cy="138957"/>
            </a:xfrm>
            <a:prstGeom prst="ellipse">
              <a:avLst/>
            </a:prstGeom>
            <a:gradFill>
              <a:gsLst>
                <a:gs pos="0">
                  <a:srgbClr val="343531">
                    <a:alpha val="28362"/>
                  </a:srgbClr>
                </a:gs>
                <a:gs pos="14286">
                  <a:srgbClr val="343531">
                    <a:alpha val="26403"/>
                  </a:srgbClr>
                </a:gs>
                <a:gs pos="28571">
                  <a:srgbClr val="343531">
                    <a:alpha val="21182"/>
                  </a:srgbClr>
                </a:gs>
                <a:gs pos="42857">
                  <a:srgbClr val="343531">
                    <a:alpha val="14455"/>
                  </a:srgbClr>
                </a:gs>
                <a:gs pos="57143">
                  <a:srgbClr val="343531">
                    <a:alpha val="8288"/>
                  </a:srgbClr>
                </a:gs>
                <a:gs pos="71429">
                  <a:srgbClr val="343531">
                    <a:alpha val="3969"/>
                  </a:srgbClr>
                </a:gs>
                <a:gs pos="85714">
                  <a:srgbClr val="343531">
                    <a:alpha val="1589"/>
                  </a:srgbClr>
                </a:gs>
                <a:gs pos="100000">
                  <a:srgbClr val="343531">
                    <a:alpha val="5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0" name="Splat 970"/>
            <p:cNvSpPr>
              <a:spLocks noGrp="1"/>
            </p:cNvSpPr>
            <p:nvPr/>
          </p:nvSpPr>
          <p:spPr>
            <a:xfrm rot="9918273">
              <a:off x="-30317" y="-21928"/>
              <a:ext cx="472020" cy="192727"/>
            </a:xfrm>
            <a:prstGeom prst="ellipse">
              <a:avLst/>
            </a:prstGeom>
            <a:gradFill>
              <a:gsLst>
                <a:gs pos="0">
                  <a:srgbClr val="06000A">
                    <a:alpha val="32968"/>
                  </a:srgbClr>
                </a:gs>
                <a:gs pos="14286">
                  <a:srgbClr val="06000A">
                    <a:alpha val="30764"/>
                  </a:srgbClr>
                </a:gs>
                <a:gs pos="28571">
                  <a:srgbClr val="06000A">
                    <a:alpha val="24833"/>
                  </a:srgbClr>
                </a:gs>
                <a:gs pos="42857">
                  <a:srgbClr val="06000A">
                    <a:alpha val="17075"/>
                  </a:srgbClr>
                </a:gs>
                <a:gs pos="57143">
                  <a:srgbClr val="06000A">
                    <a:alpha val="9855"/>
                  </a:srgbClr>
                </a:gs>
                <a:gs pos="71429">
                  <a:srgbClr val="06000A">
                    <a:alpha val="4740"/>
                  </a:srgbClr>
                </a:gs>
                <a:gs pos="85714">
                  <a:srgbClr val="06000A">
                    <a:alpha val="1902"/>
                  </a:srgbClr>
                </a:gs>
                <a:gs pos="100000">
                  <a:srgbClr val="06000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1" name="Splat 971"/>
            <p:cNvSpPr>
              <a:spLocks noGrp="1"/>
            </p:cNvSpPr>
            <p:nvPr/>
          </p:nvSpPr>
          <p:spPr>
            <a:xfrm rot="10791802">
              <a:off x="2452573" y="2642249"/>
              <a:ext cx="674051" cy="391523"/>
            </a:xfrm>
            <a:prstGeom prst="ellipse">
              <a:avLst/>
            </a:prstGeom>
            <a:gradFill>
              <a:gsLst>
                <a:gs pos="0">
                  <a:srgbClr val="000100">
                    <a:alpha val="32968"/>
                  </a:srgbClr>
                </a:gs>
                <a:gs pos="14286">
                  <a:srgbClr val="000100">
                    <a:alpha val="30764"/>
                  </a:srgbClr>
                </a:gs>
                <a:gs pos="28571">
                  <a:srgbClr val="000100">
                    <a:alpha val="24833"/>
                  </a:srgbClr>
                </a:gs>
                <a:gs pos="42857">
                  <a:srgbClr val="000100">
                    <a:alpha val="17075"/>
                  </a:srgbClr>
                </a:gs>
                <a:gs pos="57143">
                  <a:srgbClr val="000100">
                    <a:alpha val="9855"/>
                  </a:srgbClr>
                </a:gs>
                <a:gs pos="71429">
                  <a:srgbClr val="000100">
                    <a:alpha val="4740"/>
                  </a:srgbClr>
                </a:gs>
                <a:gs pos="85714">
                  <a:srgbClr val="000100">
                    <a:alpha val="1902"/>
                  </a:srgbClr>
                </a:gs>
                <a:gs pos="100000">
                  <a:srgbClr val="000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2" name="Splat 972"/>
            <p:cNvSpPr>
              <a:spLocks noGrp="1"/>
            </p:cNvSpPr>
            <p:nvPr/>
          </p:nvSpPr>
          <p:spPr>
            <a:xfrm rot="6134962">
              <a:off x="-274798" y="16991"/>
              <a:ext cx="584194" cy="91624"/>
            </a:xfrm>
            <a:prstGeom prst="ellipse">
              <a:avLst/>
            </a:prstGeom>
            <a:gradFill>
              <a:gsLst>
                <a:gs pos="0">
                  <a:srgbClr val="8D8C8E">
                    <a:alpha val="25906"/>
                  </a:srgbClr>
                </a:gs>
                <a:gs pos="14286">
                  <a:srgbClr val="8D8C8E">
                    <a:alpha val="24087"/>
                  </a:srgbClr>
                </a:gs>
                <a:gs pos="28571">
                  <a:srgbClr val="8D8C8E">
                    <a:alpha val="19263"/>
                  </a:srgbClr>
                </a:gs>
                <a:gs pos="42857">
                  <a:srgbClr val="8D8C8E">
                    <a:alpha val="13095"/>
                  </a:srgbClr>
                </a:gs>
                <a:gs pos="57143">
                  <a:srgbClr val="8D8C8E">
                    <a:alpha val="7482"/>
                  </a:srgbClr>
                </a:gs>
                <a:gs pos="71429">
                  <a:srgbClr val="8D8C8E">
                    <a:alpha val="3575"/>
                  </a:srgbClr>
                </a:gs>
                <a:gs pos="85714">
                  <a:srgbClr val="8D8C8E">
                    <a:alpha val="1429"/>
                  </a:srgbClr>
                </a:gs>
                <a:gs pos="100000">
                  <a:srgbClr val="8D8C8E">
                    <a:alpha val="4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3" name="Splat 973"/>
            <p:cNvSpPr>
              <a:spLocks noGrp="1"/>
            </p:cNvSpPr>
            <p:nvPr/>
          </p:nvSpPr>
          <p:spPr>
            <a:xfrm rot="-10521288">
              <a:off x="242183" y="143520"/>
              <a:ext cx="585195" cy="234120"/>
            </a:xfrm>
            <a:prstGeom prst="ellipse">
              <a:avLst/>
            </a:prstGeom>
            <a:gradFill>
              <a:gsLst>
                <a:gs pos="0">
                  <a:srgbClr val="757675">
                    <a:alpha val="32968"/>
                  </a:srgbClr>
                </a:gs>
                <a:gs pos="14286">
                  <a:srgbClr val="757675">
                    <a:alpha val="30764"/>
                  </a:srgbClr>
                </a:gs>
                <a:gs pos="28571">
                  <a:srgbClr val="757675">
                    <a:alpha val="24833"/>
                  </a:srgbClr>
                </a:gs>
                <a:gs pos="42857">
                  <a:srgbClr val="757675">
                    <a:alpha val="17075"/>
                  </a:srgbClr>
                </a:gs>
                <a:gs pos="57143">
                  <a:srgbClr val="757675">
                    <a:alpha val="9855"/>
                  </a:srgbClr>
                </a:gs>
                <a:gs pos="71429">
                  <a:srgbClr val="757675">
                    <a:alpha val="4740"/>
                  </a:srgbClr>
                </a:gs>
                <a:gs pos="85714">
                  <a:srgbClr val="757675">
                    <a:alpha val="1902"/>
                  </a:srgbClr>
                </a:gs>
                <a:gs pos="100000">
                  <a:srgbClr val="75767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4" name="Splat 974"/>
            <p:cNvSpPr>
              <a:spLocks noGrp="1"/>
            </p:cNvSpPr>
            <p:nvPr/>
          </p:nvSpPr>
          <p:spPr>
            <a:xfrm rot="8686593">
              <a:off x="69915" y="1709601"/>
              <a:ext cx="444510" cy="40860"/>
            </a:xfrm>
            <a:prstGeom prst="ellipse">
              <a:avLst/>
            </a:prstGeom>
            <a:gradFill>
              <a:gsLst>
                <a:gs pos="0">
                  <a:srgbClr val="1B201C">
                    <a:alpha val="32968"/>
                  </a:srgbClr>
                </a:gs>
                <a:gs pos="14286">
                  <a:srgbClr val="1B201C">
                    <a:alpha val="30764"/>
                  </a:srgbClr>
                </a:gs>
                <a:gs pos="28571">
                  <a:srgbClr val="1B201C">
                    <a:alpha val="24833"/>
                  </a:srgbClr>
                </a:gs>
                <a:gs pos="42857">
                  <a:srgbClr val="1B201C">
                    <a:alpha val="17075"/>
                  </a:srgbClr>
                </a:gs>
                <a:gs pos="57143">
                  <a:srgbClr val="1B201C">
                    <a:alpha val="9855"/>
                  </a:srgbClr>
                </a:gs>
                <a:gs pos="71429">
                  <a:srgbClr val="1B201C">
                    <a:alpha val="4740"/>
                  </a:srgbClr>
                </a:gs>
                <a:gs pos="85714">
                  <a:srgbClr val="1B201C">
                    <a:alpha val="1902"/>
                  </a:srgbClr>
                </a:gs>
                <a:gs pos="100000">
                  <a:srgbClr val="1B201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5" name="Splat 975"/>
            <p:cNvSpPr>
              <a:spLocks noGrp="1"/>
            </p:cNvSpPr>
            <p:nvPr/>
          </p:nvSpPr>
          <p:spPr>
            <a:xfrm rot="5779714">
              <a:off x="412983" y="1975293"/>
              <a:ext cx="493646" cy="203069"/>
            </a:xfrm>
            <a:prstGeom prst="ellipse">
              <a:avLst/>
            </a:prstGeom>
            <a:gradFill>
              <a:gsLst>
                <a:gs pos="0">
                  <a:srgbClr val="6A6B6B">
                    <a:alpha val="32968"/>
                  </a:srgbClr>
                </a:gs>
                <a:gs pos="14286">
                  <a:srgbClr val="6A6B6B">
                    <a:alpha val="30764"/>
                  </a:srgbClr>
                </a:gs>
                <a:gs pos="28571">
                  <a:srgbClr val="6A6B6B">
                    <a:alpha val="24833"/>
                  </a:srgbClr>
                </a:gs>
                <a:gs pos="42857">
                  <a:srgbClr val="6A6B6B">
                    <a:alpha val="17075"/>
                  </a:srgbClr>
                </a:gs>
                <a:gs pos="57143">
                  <a:srgbClr val="6A6B6B">
                    <a:alpha val="9855"/>
                  </a:srgbClr>
                </a:gs>
                <a:gs pos="71429">
                  <a:srgbClr val="6A6B6B">
                    <a:alpha val="4740"/>
                  </a:srgbClr>
                </a:gs>
                <a:gs pos="85714">
                  <a:srgbClr val="6A6B6B">
                    <a:alpha val="1902"/>
                  </a:srgbClr>
                </a:gs>
                <a:gs pos="100000">
                  <a:srgbClr val="6A6B6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6" name="Splat 976"/>
            <p:cNvSpPr>
              <a:spLocks noGrp="1"/>
            </p:cNvSpPr>
            <p:nvPr/>
          </p:nvSpPr>
          <p:spPr>
            <a:xfrm rot="10622332">
              <a:off x="1376276" y="-22831"/>
              <a:ext cx="556511" cy="175153"/>
            </a:xfrm>
            <a:prstGeom prst="ellipse">
              <a:avLst/>
            </a:prstGeom>
            <a:gradFill>
              <a:gsLst>
                <a:gs pos="0">
                  <a:srgbClr val="000002">
                    <a:alpha val="32968"/>
                  </a:srgbClr>
                </a:gs>
                <a:gs pos="14286">
                  <a:srgbClr val="000002">
                    <a:alpha val="30764"/>
                  </a:srgbClr>
                </a:gs>
                <a:gs pos="28571">
                  <a:srgbClr val="000002">
                    <a:alpha val="24833"/>
                  </a:srgbClr>
                </a:gs>
                <a:gs pos="42857">
                  <a:srgbClr val="000002">
                    <a:alpha val="17075"/>
                  </a:srgbClr>
                </a:gs>
                <a:gs pos="57143">
                  <a:srgbClr val="000002">
                    <a:alpha val="9855"/>
                  </a:srgbClr>
                </a:gs>
                <a:gs pos="71429">
                  <a:srgbClr val="000002">
                    <a:alpha val="4740"/>
                  </a:srgbClr>
                </a:gs>
                <a:gs pos="85714">
                  <a:srgbClr val="000002">
                    <a:alpha val="1902"/>
                  </a:srgbClr>
                </a:gs>
                <a:gs pos="100000">
                  <a:srgbClr val="0000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7" name="Splat 977"/>
            <p:cNvSpPr>
              <a:spLocks noGrp="1"/>
            </p:cNvSpPr>
            <p:nvPr/>
          </p:nvSpPr>
          <p:spPr>
            <a:xfrm rot="-8137052">
              <a:off x="3291387" y="-93953"/>
              <a:ext cx="456158" cy="187907"/>
            </a:xfrm>
            <a:prstGeom prst="ellipse">
              <a:avLst/>
            </a:prstGeom>
            <a:gradFill>
              <a:gsLst>
                <a:gs pos="0">
                  <a:srgbClr val="777677">
                    <a:alpha val="32968"/>
                  </a:srgbClr>
                </a:gs>
                <a:gs pos="14286">
                  <a:srgbClr val="777677">
                    <a:alpha val="30764"/>
                  </a:srgbClr>
                </a:gs>
                <a:gs pos="28571">
                  <a:srgbClr val="777677">
                    <a:alpha val="24833"/>
                  </a:srgbClr>
                </a:gs>
                <a:gs pos="42857">
                  <a:srgbClr val="777677">
                    <a:alpha val="17075"/>
                  </a:srgbClr>
                </a:gs>
                <a:gs pos="57143">
                  <a:srgbClr val="777677">
                    <a:alpha val="9855"/>
                  </a:srgbClr>
                </a:gs>
                <a:gs pos="71429">
                  <a:srgbClr val="777677">
                    <a:alpha val="4740"/>
                  </a:srgbClr>
                </a:gs>
                <a:gs pos="85714">
                  <a:srgbClr val="777677">
                    <a:alpha val="1902"/>
                  </a:srgbClr>
                </a:gs>
                <a:gs pos="100000">
                  <a:srgbClr val="77767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8" name="Splat 978"/>
            <p:cNvSpPr>
              <a:spLocks noGrp="1"/>
            </p:cNvSpPr>
            <p:nvPr/>
          </p:nvSpPr>
          <p:spPr>
            <a:xfrm rot="-8198516">
              <a:off x="-149705" y="317930"/>
              <a:ext cx="677185" cy="195599"/>
            </a:xfrm>
            <a:prstGeom prst="ellipse">
              <a:avLst/>
            </a:prstGeom>
            <a:gradFill>
              <a:gsLst>
                <a:gs pos="0">
                  <a:srgbClr val="6C6C6C">
                    <a:alpha val="25922"/>
                  </a:srgbClr>
                </a:gs>
                <a:gs pos="14286">
                  <a:srgbClr val="6C6C6C">
                    <a:alpha val="24102"/>
                  </a:srgbClr>
                </a:gs>
                <a:gs pos="28571">
                  <a:srgbClr val="6C6C6C">
                    <a:alpha val="19275"/>
                  </a:srgbClr>
                </a:gs>
                <a:gs pos="42857">
                  <a:srgbClr val="6C6C6C">
                    <a:alpha val="13103"/>
                  </a:srgbClr>
                </a:gs>
                <a:gs pos="57143">
                  <a:srgbClr val="6C6C6C">
                    <a:alpha val="7487"/>
                  </a:srgbClr>
                </a:gs>
                <a:gs pos="71429">
                  <a:srgbClr val="6C6C6C">
                    <a:alpha val="3577"/>
                  </a:srgbClr>
                </a:gs>
                <a:gs pos="85714">
                  <a:srgbClr val="6C6C6C">
                    <a:alpha val="1430"/>
                  </a:srgbClr>
                </a:gs>
                <a:gs pos="100000">
                  <a:srgbClr val="6C6C6C">
                    <a:alpha val="4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9" name="Splat 979"/>
            <p:cNvSpPr>
              <a:spLocks noGrp="1"/>
            </p:cNvSpPr>
            <p:nvPr/>
          </p:nvSpPr>
          <p:spPr>
            <a:xfrm rot="8564168">
              <a:off x="-64289" y="161219"/>
              <a:ext cx="341047" cy="187586"/>
            </a:xfrm>
            <a:prstGeom prst="ellipse">
              <a:avLst/>
            </a:prstGeom>
            <a:gradFill>
              <a:gsLst>
                <a:gs pos="0">
                  <a:srgbClr val="8B888A">
                    <a:alpha val="14823"/>
                  </a:srgbClr>
                </a:gs>
                <a:gs pos="14286">
                  <a:srgbClr val="8B888A">
                    <a:alpha val="13710"/>
                  </a:srgbClr>
                </a:gs>
                <a:gs pos="28571">
                  <a:srgbClr val="8B888A">
                    <a:alpha val="10818"/>
                  </a:srgbClr>
                </a:gs>
                <a:gs pos="42857">
                  <a:srgbClr val="8B888A">
                    <a:alpha val="7235"/>
                  </a:srgbClr>
                </a:gs>
                <a:gs pos="57143">
                  <a:srgbClr val="8B888A">
                    <a:alpha val="4076"/>
                  </a:srgbClr>
                </a:gs>
                <a:gs pos="71429">
                  <a:srgbClr val="8B888A">
                    <a:alpha val="1929"/>
                  </a:srgbClr>
                </a:gs>
                <a:gs pos="85714">
                  <a:srgbClr val="8B888A">
                    <a:alpha val="767"/>
                  </a:srgbClr>
                </a:gs>
                <a:gs pos="100000">
                  <a:srgbClr val="8B888A">
                    <a:alpha val="2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0" name="Splat 980"/>
            <p:cNvSpPr>
              <a:spLocks noGrp="1"/>
            </p:cNvSpPr>
            <p:nvPr/>
          </p:nvSpPr>
          <p:spPr>
            <a:xfrm rot="6484522">
              <a:off x="-156985" y="221241"/>
              <a:ext cx="326938" cy="99648"/>
            </a:xfrm>
            <a:prstGeom prst="ellipse">
              <a:avLst/>
            </a:prstGeom>
            <a:gradFill>
              <a:gsLst>
                <a:gs pos="0">
                  <a:srgbClr val="A5A7A5">
                    <a:alpha val="13760"/>
                  </a:srgbClr>
                </a:gs>
                <a:gs pos="14286">
                  <a:srgbClr val="A5A7A5">
                    <a:alpha val="12722"/>
                  </a:srgbClr>
                </a:gs>
                <a:gs pos="28571">
                  <a:srgbClr val="A5A7A5">
                    <a:alpha val="10026"/>
                  </a:srgbClr>
                </a:gs>
                <a:gs pos="42857">
                  <a:srgbClr val="A5A7A5">
                    <a:alpha val="6695"/>
                  </a:srgbClr>
                </a:gs>
                <a:gs pos="57143">
                  <a:srgbClr val="A5A7A5">
                    <a:alpha val="3767"/>
                  </a:srgbClr>
                </a:gs>
                <a:gs pos="71429">
                  <a:srgbClr val="A5A7A5">
                    <a:alpha val="1781"/>
                  </a:srgbClr>
                </a:gs>
                <a:gs pos="85714">
                  <a:srgbClr val="A5A7A5">
                    <a:alpha val="708"/>
                  </a:srgbClr>
                </a:gs>
                <a:gs pos="100000">
                  <a:srgbClr val="A5A7A5">
                    <a:alpha val="2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1" name="Splat 981"/>
            <p:cNvSpPr>
              <a:spLocks noGrp="1"/>
            </p:cNvSpPr>
            <p:nvPr/>
          </p:nvSpPr>
          <p:spPr>
            <a:xfrm rot="5857207">
              <a:off x="-269256" y="247431"/>
              <a:ext cx="555074" cy="177832"/>
            </a:xfrm>
            <a:prstGeom prst="ellipse">
              <a:avLst/>
            </a:prstGeom>
            <a:gradFill>
              <a:gsLst>
                <a:gs pos="0">
                  <a:srgbClr val="7A7F7E">
                    <a:alpha val="30245"/>
                  </a:srgbClr>
                </a:gs>
                <a:gs pos="14286">
                  <a:srgbClr val="7A7F7E">
                    <a:alpha val="28183"/>
                  </a:srgbClr>
                </a:gs>
                <a:gs pos="28571">
                  <a:srgbClr val="7A7F7E">
                    <a:alpha val="22667"/>
                  </a:srgbClr>
                </a:gs>
                <a:gs pos="42857">
                  <a:srgbClr val="7A7F7E">
                    <a:alpha val="15515"/>
                  </a:srgbClr>
                </a:gs>
                <a:gs pos="57143">
                  <a:srgbClr val="7A7F7E">
                    <a:alpha val="8919"/>
                  </a:srgbClr>
                </a:gs>
                <a:gs pos="71429">
                  <a:srgbClr val="7A7F7E">
                    <a:alpha val="4279"/>
                  </a:srgbClr>
                </a:gs>
                <a:gs pos="85714">
                  <a:srgbClr val="7A7F7E">
                    <a:alpha val="1714"/>
                  </a:srgbClr>
                </a:gs>
                <a:gs pos="100000">
                  <a:srgbClr val="7A7F7E">
                    <a:alpha val="5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2" name="Splat 982"/>
            <p:cNvSpPr>
              <a:spLocks noGrp="1"/>
            </p:cNvSpPr>
            <p:nvPr/>
          </p:nvSpPr>
          <p:spPr>
            <a:xfrm rot="9688218">
              <a:off x="1171628" y="112654"/>
              <a:ext cx="370293" cy="123924"/>
            </a:xfrm>
            <a:prstGeom prst="ellipse">
              <a:avLst/>
            </a:prstGeom>
            <a:gradFill>
              <a:gsLst>
                <a:gs pos="0">
                  <a:srgbClr val="03010E">
                    <a:alpha val="14996"/>
                  </a:srgbClr>
                </a:gs>
                <a:gs pos="14286">
                  <a:srgbClr val="03010E">
                    <a:alpha val="13871"/>
                  </a:srgbClr>
                </a:gs>
                <a:gs pos="28571">
                  <a:srgbClr val="03010E">
                    <a:alpha val="10947"/>
                  </a:srgbClr>
                </a:gs>
                <a:gs pos="42857">
                  <a:srgbClr val="03010E">
                    <a:alpha val="7323"/>
                  </a:srgbClr>
                </a:gs>
                <a:gs pos="57143">
                  <a:srgbClr val="03010E">
                    <a:alpha val="4126"/>
                  </a:srgbClr>
                </a:gs>
                <a:gs pos="71429">
                  <a:srgbClr val="03010E">
                    <a:alpha val="1953"/>
                  </a:srgbClr>
                </a:gs>
                <a:gs pos="85714">
                  <a:srgbClr val="03010E">
                    <a:alpha val="777"/>
                  </a:srgbClr>
                </a:gs>
                <a:gs pos="100000">
                  <a:srgbClr val="03010E">
                    <a:alpha val="2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3" name="Splat 983"/>
            <p:cNvSpPr>
              <a:spLocks noGrp="1"/>
            </p:cNvSpPr>
            <p:nvPr/>
          </p:nvSpPr>
          <p:spPr>
            <a:xfrm rot="6695953">
              <a:off x="1648164" y="25701"/>
              <a:ext cx="492743" cy="244656"/>
            </a:xfrm>
            <a:prstGeom prst="ellipse">
              <a:avLst/>
            </a:prstGeom>
            <a:gradFill>
              <a:gsLst>
                <a:gs pos="0">
                  <a:srgbClr val="615F5D">
                    <a:alpha val="28051"/>
                  </a:srgbClr>
                </a:gs>
                <a:gs pos="14286">
                  <a:srgbClr val="615F5D">
                    <a:alpha val="26109"/>
                  </a:srgbClr>
                </a:gs>
                <a:gs pos="28571">
                  <a:srgbClr val="615F5D">
                    <a:alpha val="20938"/>
                  </a:srgbClr>
                </a:gs>
                <a:gs pos="42857">
                  <a:srgbClr val="615F5D">
                    <a:alpha val="14281"/>
                  </a:srgbClr>
                </a:gs>
                <a:gs pos="57143">
                  <a:srgbClr val="615F5D">
                    <a:alpha val="8184"/>
                  </a:srgbClr>
                </a:gs>
                <a:gs pos="71429">
                  <a:srgbClr val="615F5D">
                    <a:alpha val="3918"/>
                  </a:srgbClr>
                </a:gs>
                <a:gs pos="85714">
                  <a:srgbClr val="615F5D">
                    <a:alpha val="1568"/>
                  </a:srgbClr>
                </a:gs>
                <a:gs pos="100000">
                  <a:srgbClr val="615F5D">
                    <a:alpha val="5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4" name="Splat 984"/>
            <p:cNvSpPr>
              <a:spLocks noGrp="1"/>
            </p:cNvSpPr>
            <p:nvPr/>
          </p:nvSpPr>
          <p:spPr>
            <a:xfrm rot="10191509">
              <a:off x="1491583" y="10542"/>
              <a:ext cx="400566" cy="199835"/>
            </a:xfrm>
            <a:prstGeom prst="ellipse">
              <a:avLst/>
            </a:prstGeom>
            <a:gradFill>
              <a:gsLst>
                <a:gs pos="0">
                  <a:srgbClr val="0A0903">
                    <a:alpha val="14120"/>
                  </a:srgbClr>
                </a:gs>
                <a:gs pos="14286">
                  <a:srgbClr val="0A0903">
                    <a:alpha val="13056"/>
                  </a:srgbClr>
                </a:gs>
                <a:gs pos="28571">
                  <a:srgbClr val="0A0903">
                    <a:alpha val="10294"/>
                  </a:srgbClr>
                </a:gs>
                <a:gs pos="42857">
                  <a:srgbClr val="0A0903">
                    <a:alpha val="6877"/>
                  </a:srgbClr>
                </a:gs>
                <a:gs pos="57143">
                  <a:srgbClr val="0A0903">
                    <a:alpha val="3871"/>
                  </a:srgbClr>
                </a:gs>
                <a:gs pos="71429">
                  <a:srgbClr val="0A0903">
                    <a:alpha val="1831"/>
                  </a:srgbClr>
                </a:gs>
                <a:gs pos="85714">
                  <a:srgbClr val="0A0903">
                    <a:alpha val="728"/>
                  </a:srgbClr>
                </a:gs>
                <a:gs pos="100000">
                  <a:srgbClr val="0A0903">
                    <a:alpha val="2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5" name="Splat 985"/>
            <p:cNvSpPr>
              <a:spLocks noGrp="1"/>
            </p:cNvSpPr>
            <p:nvPr/>
          </p:nvSpPr>
          <p:spPr>
            <a:xfrm rot="-10601172">
              <a:off x="2731778" y="-165216"/>
              <a:ext cx="769793" cy="330432"/>
            </a:xfrm>
            <a:prstGeom prst="ellipse">
              <a:avLst/>
            </a:prstGeom>
            <a:gradFill>
              <a:gsLst>
                <a:gs pos="0">
                  <a:srgbClr val="757575">
                    <a:alpha val="32968"/>
                  </a:srgbClr>
                </a:gs>
                <a:gs pos="14286">
                  <a:srgbClr val="757575">
                    <a:alpha val="30764"/>
                  </a:srgbClr>
                </a:gs>
                <a:gs pos="28571">
                  <a:srgbClr val="757575">
                    <a:alpha val="24833"/>
                  </a:srgbClr>
                </a:gs>
                <a:gs pos="42857">
                  <a:srgbClr val="757575">
                    <a:alpha val="17075"/>
                  </a:srgbClr>
                </a:gs>
                <a:gs pos="57143">
                  <a:srgbClr val="757575">
                    <a:alpha val="9855"/>
                  </a:srgbClr>
                </a:gs>
                <a:gs pos="71429">
                  <a:srgbClr val="757575">
                    <a:alpha val="4740"/>
                  </a:srgbClr>
                </a:gs>
                <a:gs pos="85714">
                  <a:srgbClr val="757575">
                    <a:alpha val="1902"/>
                  </a:srgbClr>
                </a:gs>
                <a:gs pos="100000">
                  <a:srgbClr val="75757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6" name="Splat 986"/>
            <p:cNvSpPr>
              <a:spLocks noGrp="1"/>
            </p:cNvSpPr>
            <p:nvPr/>
          </p:nvSpPr>
          <p:spPr>
            <a:xfrm rot="4247950">
              <a:off x="3283167" y="-1746"/>
              <a:ext cx="713837" cy="6332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7" name="Splat 987"/>
            <p:cNvSpPr>
              <a:spLocks noGrp="1"/>
            </p:cNvSpPr>
            <p:nvPr/>
          </p:nvSpPr>
          <p:spPr>
            <a:xfrm rot="10422480">
              <a:off x="1058890" y="-21379"/>
              <a:ext cx="565041" cy="22822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8" name="Splat 988"/>
            <p:cNvSpPr>
              <a:spLocks noGrp="1"/>
            </p:cNvSpPr>
            <p:nvPr/>
          </p:nvSpPr>
          <p:spPr>
            <a:xfrm rot="-8226683">
              <a:off x="2259021" y="1985867"/>
              <a:ext cx="348649" cy="123093"/>
            </a:xfrm>
            <a:prstGeom prst="ellipse">
              <a:avLst/>
            </a:prstGeom>
            <a:gradFill>
              <a:gsLst>
                <a:gs pos="0">
                  <a:srgbClr val="4A4945">
                    <a:alpha val="32087"/>
                  </a:srgbClr>
                </a:gs>
                <a:gs pos="14286">
                  <a:srgbClr val="4A4945">
                    <a:alpha val="29928"/>
                  </a:srgbClr>
                </a:gs>
                <a:gs pos="28571">
                  <a:srgbClr val="4A4945">
                    <a:alpha val="24129"/>
                  </a:srgbClr>
                </a:gs>
                <a:gs pos="42857">
                  <a:srgbClr val="4A4945">
                    <a:alpha val="16567"/>
                  </a:srgbClr>
                </a:gs>
                <a:gs pos="57143">
                  <a:srgbClr val="4A4945">
                    <a:alpha val="9549"/>
                  </a:srgbClr>
                </a:gs>
                <a:gs pos="71429">
                  <a:srgbClr val="4A4945">
                    <a:alpha val="4589"/>
                  </a:srgbClr>
                </a:gs>
                <a:gs pos="85714">
                  <a:srgbClr val="4A4945">
                    <a:alpha val="1841"/>
                  </a:srgbClr>
                </a:gs>
                <a:gs pos="100000">
                  <a:srgbClr val="4A4945">
                    <a:alpha val="6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9" name="Splat 989"/>
            <p:cNvSpPr>
              <a:spLocks noGrp="1"/>
            </p:cNvSpPr>
            <p:nvPr/>
          </p:nvSpPr>
          <p:spPr>
            <a:xfrm rot="6471778">
              <a:off x="2707014" y="1618122"/>
              <a:ext cx="609058" cy="6307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0" name="Splat 990"/>
            <p:cNvSpPr>
              <a:spLocks noGrp="1"/>
            </p:cNvSpPr>
            <p:nvPr/>
          </p:nvSpPr>
          <p:spPr>
            <a:xfrm rot="4491358">
              <a:off x="461227" y="1289531"/>
              <a:ext cx="697272" cy="38643"/>
            </a:xfrm>
            <a:prstGeom prst="ellipse">
              <a:avLst/>
            </a:prstGeom>
            <a:gradFill>
              <a:gsLst>
                <a:gs pos="0">
                  <a:srgbClr val="292A29">
                    <a:alpha val="32968"/>
                  </a:srgbClr>
                </a:gs>
                <a:gs pos="14286">
                  <a:srgbClr val="292A29">
                    <a:alpha val="30764"/>
                  </a:srgbClr>
                </a:gs>
                <a:gs pos="28571">
                  <a:srgbClr val="292A29">
                    <a:alpha val="24833"/>
                  </a:srgbClr>
                </a:gs>
                <a:gs pos="42857">
                  <a:srgbClr val="292A29">
                    <a:alpha val="17075"/>
                  </a:srgbClr>
                </a:gs>
                <a:gs pos="57143">
                  <a:srgbClr val="292A29">
                    <a:alpha val="9855"/>
                  </a:srgbClr>
                </a:gs>
                <a:gs pos="71429">
                  <a:srgbClr val="292A29">
                    <a:alpha val="4740"/>
                  </a:srgbClr>
                </a:gs>
                <a:gs pos="85714">
                  <a:srgbClr val="292A29">
                    <a:alpha val="1902"/>
                  </a:srgbClr>
                </a:gs>
                <a:gs pos="100000">
                  <a:srgbClr val="292A2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1" name="Splat 991"/>
            <p:cNvSpPr>
              <a:spLocks noGrp="1"/>
            </p:cNvSpPr>
            <p:nvPr/>
          </p:nvSpPr>
          <p:spPr>
            <a:xfrm rot="10661484">
              <a:off x="896049" y="2666687"/>
              <a:ext cx="747285" cy="408114"/>
            </a:xfrm>
            <a:prstGeom prst="ellipse">
              <a:avLst/>
            </a:prstGeom>
            <a:gradFill>
              <a:gsLst>
                <a:gs pos="0">
                  <a:srgbClr val="000002">
                    <a:alpha val="32968"/>
                  </a:srgbClr>
                </a:gs>
                <a:gs pos="14286">
                  <a:srgbClr val="000002">
                    <a:alpha val="30764"/>
                  </a:srgbClr>
                </a:gs>
                <a:gs pos="28571">
                  <a:srgbClr val="000002">
                    <a:alpha val="24833"/>
                  </a:srgbClr>
                </a:gs>
                <a:gs pos="42857">
                  <a:srgbClr val="000002">
                    <a:alpha val="17075"/>
                  </a:srgbClr>
                </a:gs>
                <a:gs pos="57143">
                  <a:srgbClr val="000002">
                    <a:alpha val="9855"/>
                  </a:srgbClr>
                </a:gs>
                <a:gs pos="71429">
                  <a:srgbClr val="000002">
                    <a:alpha val="4740"/>
                  </a:srgbClr>
                </a:gs>
                <a:gs pos="85714">
                  <a:srgbClr val="000002">
                    <a:alpha val="1902"/>
                  </a:srgbClr>
                </a:gs>
                <a:gs pos="100000">
                  <a:srgbClr val="0000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2" name="Splat 992"/>
            <p:cNvSpPr>
              <a:spLocks noGrp="1"/>
            </p:cNvSpPr>
            <p:nvPr/>
          </p:nvSpPr>
          <p:spPr>
            <a:xfrm rot="5052105">
              <a:off x="2141375" y="-44561"/>
              <a:ext cx="516086" cy="204942"/>
            </a:xfrm>
            <a:prstGeom prst="ellipse">
              <a:avLst/>
            </a:prstGeom>
            <a:gradFill>
              <a:gsLst>
                <a:gs pos="0">
                  <a:srgbClr val="797778">
                    <a:alpha val="24285"/>
                  </a:srgbClr>
                </a:gs>
                <a:gs pos="14286">
                  <a:srgbClr val="797778">
                    <a:alpha val="22562"/>
                  </a:srgbClr>
                </a:gs>
                <a:gs pos="28571">
                  <a:srgbClr val="797778">
                    <a:alpha val="18006"/>
                  </a:srgbClr>
                </a:gs>
                <a:gs pos="42857">
                  <a:srgbClr val="797778">
                    <a:alpha val="12210"/>
                  </a:srgbClr>
                </a:gs>
                <a:gs pos="57143">
                  <a:srgbClr val="797778">
                    <a:alpha val="6961"/>
                  </a:srgbClr>
                </a:gs>
                <a:gs pos="71429">
                  <a:srgbClr val="797778">
                    <a:alpha val="3321"/>
                  </a:srgbClr>
                </a:gs>
                <a:gs pos="85714">
                  <a:srgbClr val="797778">
                    <a:alpha val="1327"/>
                  </a:srgbClr>
                </a:gs>
                <a:gs pos="100000">
                  <a:srgbClr val="797778">
                    <a:alpha val="4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3" name="Splat 993"/>
            <p:cNvSpPr>
              <a:spLocks noGrp="1"/>
            </p:cNvSpPr>
            <p:nvPr/>
          </p:nvSpPr>
          <p:spPr>
            <a:xfrm rot="6834737">
              <a:off x="400619" y="2676012"/>
              <a:ext cx="565189" cy="257367"/>
            </a:xfrm>
            <a:prstGeom prst="ellipse">
              <a:avLst/>
            </a:prstGeom>
            <a:gradFill>
              <a:gsLst>
                <a:gs pos="0">
                  <a:srgbClr val="616261">
                    <a:alpha val="32968"/>
                  </a:srgbClr>
                </a:gs>
                <a:gs pos="14286">
                  <a:srgbClr val="616261">
                    <a:alpha val="30764"/>
                  </a:srgbClr>
                </a:gs>
                <a:gs pos="28571">
                  <a:srgbClr val="616261">
                    <a:alpha val="24833"/>
                  </a:srgbClr>
                </a:gs>
                <a:gs pos="42857">
                  <a:srgbClr val="616261">
                    <a:alpha val="17075"/>
                  </a:srgbClr>
                </a:gs>
                <a:gs pos="57143">
                  <a:srgbClr val="616261">
                    <a:alpha val="9855"/>
                  </a:srgbClr>
                </a:gs>
                <a:gs pos="71429">
                  <a:srgbClr val="616261">
                    <a:alpha val="4740"/>
                  </a:srgbClr>
                </a:gs>
                <a:gs pos="85714">
                  <a:srgbClr val="616261">
                    <a:alpha val="1902"/>
                  </a:srgbClr>
                </a:gs>
                <a:gs pos="100000">
                  <a:srgbClr val="61626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4" name="Splat 994"/>
            <p:cNvSpPr>
              <a:spLocks noGrp="1"/>
            </p:cNvSpPr>
            <p:nvPr/>
          </p:nvSpPr>
          <p:spPr>
            <a:xfrm rot="-10051341">
              <a:off x="574410" y="675589"/>
              <a:ext cx="524571" cy="132167"/>
            </a:xfrm>
            <a:prstGeom prst="ellipse">
              <a:avLst/>
            </a:prstGeom>
            <a:gradFill>
              <a:gsLst>
                <a:gs pos="0">
                  <a:srgbClr val="5E5E5D">
                    <a:alpha val="32968"/>
                  </a:srgbClr>
                </a:gs>
                <a:gs pos="14286">
                  <a:srgbClr val="5E5E5D">
                    <a:alpha val="30764"/>
                  </a:srgbClr>
                </a:gs>
                <a:gs pos="28571">
                  <a:srgbClr val="5E5E5D">
                    <a:alpha val="24833"/>
                  </a:srgbClr>
                </a:gs>
                <a:gs pos="42857">
                  <a:srgbClr val="5E5E5D">
                    <a:alpha val="17075"/>
                  </a:srgbClr>
                </a:gs>
                <a:gs pos="57143">
                  <a:srgbClr val="5E5E5D">
                    <a:alpha val="9855"/>
                  </a:srgbClr>
                </a:gs>
                <a:gs pos="71429">
                  <a:srgbClr val="5E5E5D">
                    <a:alpha val="4740"/>
                  </a:srgbClr>
                </a:gs>
                <a:gs pos="85714">
                  <a:srgbClr val="5E5E5D">
                    <a:alpha val="1902"/>
                  </a:srgbClr>
                </a:gs>
                <a:gs pos="100000">
                  <a:srgbClr val="5E5E5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5" name="Splat 995"/>
            <p:cNvSpPr>
              <a:spLocks noGrp="1"/>
            </p:cNvSpPr>
            <p:nvPr/>
          </p:nvSpPr>
          <p:spPr>
            <a:xfrm rot="-9105655">
              <a:off x="1427820" y="1526836"/>
              <a:ext cx="411024" cy="176868"/>
            </a:xfrm>
            <a:prstGeom prst="ellipse">
              <a:avLst/>
            </a:prstGeom>
            <a:gradFill>
              <a:gsLst>
                <a:gs pos="0">
                  <a:srgbClr val="7F7D7E">
                    <a:alpha val="32968"/>
                  </a:srgbClr>
                </a:gs>
                <a:gs pos="14286">
                  <a:srgbClr val="7F7D7E">
                    <a:alpha val="30764"/>
                  </a:srgbClr>
                </a:gs>
                <a:gs pos="28571">
                  <a:srgbClr val="7F7D7E">
                    <a:alpha val="24833"/>
                  </a:srgbClr>
                </a:gs>
                <a:gs pos="42857">
                  <a:srgbClr val="7F7D7E">
                    <a:alpha val="17075"/>
                  </a:srgbClr>
                </a:gs>
                <a:gs pos="57143">
                  <a:srgbClr val="7F7D7E">
                    <a:alpha val="9855"/>
                  </a:srgbClr>
                </a:gs>
                <a:gs pos="71429">
                  <a:srgbClr val="7F7D7E">
                    <a:alpha val="4740"/>
                  </a:srgbClr>
                </a:gs>
                <a:gs pos="85714">
                  <a:srgbClr val="7F7D7E">
                    <a:alpha val="1902"/>
                  </a:srgbClr>
                </a:gs>
                <a:gs pos="100000">
                  <a:srgbClr val="7F7D7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6" name="Splat 996"/>
            <p:cNvSpPr>
              <a:spLocks noGrp="1"/>
            </p:cNvSpPr>
            <p:nvPr/>
          </p:nvSpPr>
          <p:spPr>
            <a:xfrm rot="9683546">
              <a:off x="2137633" y="1435701"/>
              <a:ext cx="428060" cy="183706"/>
            </a:xfrm>
            <a:prstGeom prst="ellipse">
              <a:avLst/>
            </a:prstGeom>
            <a:gradFill>
              <a:gsLst>
                <a:gs pos="0">
                  <a:srgbClr val="818082">
                    <a:alpha val="32968"/>
                  </a:srgbClr>
                </a:gs>
                <a:gs pos="14286">
                  <a:srgbClr val="818082">
                    <a:alpha val="30764"/>
                  </a:srgbClr>
                </a:gs>
                <a:gs pos="28571">
                  <a:srgbClr val="818082">
                    <a:alpha val="24833"/>
                  </a:srgbClr>
                </a:gs>
                <a:gs pos="42857">
                  <a:srgbClr val="818082">
                    <a:alpha val="17075"/>
                  </a:srgbClr>
                </a:gs>
                <a:gs pos="57143">
                  <a:srgbClr val="818082">
                    <a:alpha val="9855"/>
                  </a:srgbClr>
                </a:gs>
                <a:gs pos="71429">
                  <a:srgbClr val="818082">
                    <a:alpha val="4740"/>
                  </a:srgbClr>
                </a:gs>
                <a:gs pos="85714">
                  <a:srgbClr val="818082">
                    <a:alpha val="1902"/>
                  </a:srgbClr>
                </a:gs>
                <a:gs pos="100000">
                  <a:srgbClr val="81808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7" name="Splat 997"/>
            <p:cNvSpPr>
              <a:spLocks noGrp="1"/>
            </p:cNvSpPr>
            <p:nvPr/>
          </p:nvSpPr>
          <p:spPr>
            <a:xfrm rot="6859793">
              <a:off x="2088533" y="551995"/>
              <a:ext cx="355386" cy="5293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8" name="Splat 998"/>
            <p:cNvSpPr>
              <a:spLocks noGrp="1"/>
            </p:cNvSpPr>
            <p:nvPr/>
          </p:nvSpPr>
          <p:spPr>
            <a:xfrm rot="10415864">
              <a:off x="2229907" y="-44207"/>
              <a:ext cx="648294" cy="276085"/>
            </a:xfrm>
            <a:prstGeom prst="ellipse">
              <a:avLst/>
            </a:prstGeom>
            <a:gradFill>
              <a:gsLst>
                <a:gs pos="0">
                  <a:srgbClr val="060005">
                    <a:alpha val="32968"/>
                  </a:srgbClr>
                </a:gs>
                <a:gs pos="14286">
                  <a:srgbClr val="060005">
                    <a:alpha val="30764"/>
                  </a:srgbClr>
                </a:gs>
                <a:gs pos="28571">
                  <a:srgbClr val="060005">
                    <a:alpha val="24833"/>
                  </a:srgbClr>
                </a:gs>
                <a:gs pos="42857">
                  <a:srgbClr val="060005">
                    <a:alpha val="17075"/>
                  </a:srgbClr>
                </a:gs>
                <a:gs pos="57143">
                  <a:srgbClr val="060005">
                    <a:alpha val="9855"/>
                  </a:srgbClr>
                </a:gs>
                <a:gs pos="71429">
                  <a:srgbClr val="060005">
                    <a:alpha val="4740"/>
                  </a:srgbClr>
                </a:gs>
                <a:gs pos="85714">
                  <a:srgbClr val="060005">
                    <a:alpha val="1902"/>
                  </a:srgbClr>
                </a:gs>
                <a:gs pos="100000">
                  <a:srgbClr val="06000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9" name="Splat 999"/>
            <p:cNvSpPr>
              <a:spLocks noGrp="1"/>
            </p:cNvSpPr>
            <p:nvPr/>
          </p:nvSpPr>
          <p:spPr>
            <a:xfrm rot="9823944">
              <a:off x="2689947" y="2662640"/>
              <a:ext cx="578908" cy="20125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0" name="Splat 1000"/>
            <p:cNvSpPr>
              <a:spLocks noGrp="1"/>
            </p:cNvSpPr>
            <p:nvPr/>
          </p:nvSpPr>
          <p:spPr>
            <a:xfrm rot="5437047">
              <a:off x="3026326" y="680334"/>
              <a:ext cx="536083" cy="35476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1" name="Splat 1001"/>
            <p:cNvSpPr>
              <a:spLocks noGrp="1"/>
            </p:cNvSpPr>
            <p:nvPr/>
          </p:nvSpPr>
          <p:spPr>
            <a:xfrm rot="7127147">
              <a:off x="2712666" y="1954483"/>
              <a:ext cx="399488" cy="239463"/>
            </a:xfrm>
            <a:prstGeom prst="ellipse">
              <a:avLst/>
            </a:prstGeom>
            <a:gradFill>
              <a:gsLst>
                <a:gs pos="0">
                  <a:srgbClr val="777877">
                    <a:alpha val="32968"/>
                  </a:srgbClr>
                </a:gs>
                <a:gs pos="14286">
                  <a:srgbClr val="777877">
                    <a:alpha val="30764"/>
                  </a:srgbClr>
                </a:gs>
                <a:gs pos="28571">
                  <a:srgbClr val="777877">
                    <a:alpha val="24833"/>
                  </a:srgbClr>
                </a:gs>
                <a:gs pos="42857">
                  <a:srgbClr val="777877">
                    <a:alpha val="17075"/>
                  </a:srgbClr>
                </a:gs>
                <a:gs pos="57143">
                  <a:srgbClr val="777877">
                    <a:alpha val="9855"/>
                  </a:srgbClr>
                </a:gs>
                <a:gs pos="71429">
                  <a:srgbClr val="777877">
                    <a:alpha val="4740"/>
                  </a:srgbClr>
                </a:gs>
                <a:gs pos="85714">
                  <a:srgbClr val="777877">
                    <a:alpha val="1902"/>
                  </a:srgbClr>
                </a:gs>
                <a:gs pos="100000">
                  <a:srgbClr val="77787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2" name="Splat 1002"/>
            <p:cNvSpPr>
              <a:spLocks noGrp="1"/>
            </p:cNvSpPr>
            <p:nvPr/>
          </p:nvSpPr>
          <p:spPr>
            <a:xfrm rot="3114702">
              <a:off x="1067805" y="1348205"/>
              <a:ext cx="430331" cy="236334"/>
            </a:xfrm>
            <a:prstGeom prst="ellipse">
              <a:avLst/>
            </a:prstGeom>
            <a:gradFill>
              <a:gsLst>
                <a:gs pos="0">
                  <a:srgbClr val="61615F">
                    <a:alpha val="32968"/>
                  </a:srgbClr>
                </a:gs>
                <a:gs pos="14286">
                  <a:srgbClr val="61615F">
                    <a:alpha val="30764"/>
                  </a:srgbClr>
                </a:gs>
                <a:gs pos="28571">
                  <a:srgbClr val="61615F">
                    <a:alpha val="24833"/>
                  </a:srgbClr>
                </a:gs>
                <a:gs pos="42857">
                  <a:srgbClr val="61615F">
                    <a:alpha val="17075"/>
                  </a:srgbClr>
                </a:gs>
                <a:gs pos="57143">
                  <a:srgbClr val="61615F">
                    <a:alpha val="9855"/>
                  </a:srgbClr>
                </a:gs>
                <a:gs pos="71429">
                  <a:srgbClr val="61615F">
                    <a:alpha val="4740"/>
                  </a:srgbClr>
                </a:gs>
                <a:gs pos="85714">
                  <a:srgbClr val="61615F">
                    <a:alpha val="1902"/>
                  </a:srgbClr>
                </a:gs>
                <a:gs pos="100000">
                  <a:srgbClr val="61615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3" name="Splat 1003"/>
            <p:cNvSpPr>
              <a:spLocks noGrp="1"/>
            </p:cNvSpPr>
            <p:nvPr/>
          </p:nvSpPr>
          <p:spPr>
            <a:xfrm rot="3597492">
              <a:off x="-12947" y="2604552"/>
              <a:ext cx="437752" cy="5921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4" name="Splat 1004"/>
            <p:cNvSpPr>
              <a:spLocks noGrp="1"/>
            </p:cNvSpPr>
            <p:nvPr/>
          </p:nvSpPr>
          <p:spPr>
            <a:xfrm rot="5379192">
              <a:off x="500896" y="2586146"/>
              <a:ext cx="566683" cy="187776"/>
            </a:xfrm>
            <a:prstGeom prst="ellipse">
              <a:avLst/>
            </a:prstGeom>
            <a:gradFill>
              <a:gsLst>
                <a:gs pos="0">
                  <a:srgbClr val="737273">
                    <a:alpha val="32968"/>
                  </a:srgbClr>
                </a:gs>
                <a:gs pos="14286">
                  <a:srgbClr val="737273">
                    <a:alpha val="30764"/>
                  </a:srgbClr>
                </a:gs>
                <a:gs pos="28571">
                  <a:srgbClr val="737273">
                    <a:alpha val="24833"/>
                  </a:srgbClr>
                </a:gs>
                <a:gs pos="42857">
                  <a:srgbClr val="737273">
                    <a:alpha val="17075"/>
                  </a:srgbClr>
                </a:gs>
                <a:gs pos="57143">
                  <a:srgbClr val="737273">
                    <a:alpha val="9855"/>
                  </a:srgbClr>
                </a:gs>
                <a:gs pos="71429">
                  <a:srgbClr val="737273">
                    <a:alpha val="4740"/>
                  </a:srgbClr>
                </a:gs>
                <a:gs pos="85714">
                  <a:srgbClr val="737273">
                    <a:alpha val="1902"/>
                  </a:srgbClr>
                </a:gs>
                <a:gs pos="100000">
                  <a:srgbClr val="73727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5" name="Splat 1005"/>
            <p:cNvSpPr>
              <a:spLocks noGrp="1"/>
            </p:cNvSpPr>
            <p:nvPr/>
          </p:nvSpPr>
          <p:spPr>
            <a:xfrm rot="6334900">
              <a:off x="3353407" y="1939447"/>
              <a:ext cx="524736" cy="145025"/>
            </a:xfrm>
            <a:prstGeom prst="ellipse">
              <a:avLst/>
            </a:prstGeom>
            <a:gradFill>
              <a:gsLst>
                <a:gs pos="0">
                  <a:srgbClr val="999998">
                    <a:alpha val="32968"/>
                  </a:srgbClr>
                </a:gs>
                <a:gs pos="14286">
                  <a:srgbClr val="999998">
                    <a:alpha val="30764"/>
                  </a:srgbClr>
                </a:gs>
                <a:gs pos="28571">
                  <a:srgbClr val="999998">
                    <a:alpha val="24833"/>
                  </a:srgbClr>
                </a:gs>
                <a:gs pos="42857">
                  <a:srgbClr val="999998">
                    <a:alpha val="17075"/>
                  </a:srgbClr>
                </a:gs>
                <a:gs pos="57143">
                  <a:srgbClr val="999998">
                    <a:alpha val="9855"/>
                  </a:srgbClr>
                </a:gs>
                <a:gs pos="71429">
                  <a:srgbClr val="999998">
                    <a:alpha val="4740"/>
                  </a:srgbClr>
                </a:gs>
                <a:gs pos="85714">
                  <a:srgbClr val="999998">
                    <a:alpha val="1902"/>
                  </a:srgbClr>
                </a:gs>
                <a:gs pos="100000">
                  <a:srgbClr val="99999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6" name="Splat 1006"/>
            <p:cNvSpPr>
              <a:spLocks noGrp="1"/>
            </p:cNvSpPr>
            <p:nvPr/>
          </p:nvSpPr>
          <p:spPr>
            <a:xfrm rot="10194412">
              <a:off x="1303601" y="1431837"/>
              <a:ext cx="757230" cy="216448"/>
            </a:xfrm>
            <a:prstGeom prst="ellipse">
              <a:avLst/>
            </a:prstGeom>
            <a:gradFill>
              <a:gsLst>
                <a:gs pos="0">
                  <a:srgbClr val="B1B1B1">
                    <a:alpha val="32968"/>
                  </a:srgbClr>
                </a:gs>
                <a:gs pos="14286">
                  <a:srgbClr val="B1B1B1">
                    <a:alpha val="30764"/>
                  </a:srgbClr>
                </a:gs>
                <a:gs pos="28571">
                  <a:srgbClr val="B1B1B1">
                    <a:alpha val="24833"/>
                  </a:srgbClr>
                </a:gs>
                <a:gs pos="42857">
                  <a:srgbClr val="B1B1B1">
                    <a:alpha val="17075"/>
                  </a:srgbClr>
                </a:gs>
                <a:gs pos="57143">
                  <a:srgbClr val="B1B1B1">
                    <a:alpha val="9855"/>
                  </a:srgbClr>
                </a:gs>
                <a:gs pos="71429">
                  <a:srgbClr val="B1B1B1">
                    <a:alpha val="4740"/>
                  </a:srgbClr>
                </a:gs>
                <a:gs pos="85714">
                  <a:srgbClr val="B1B1B1">
                    <a:alpha val="1902"/>
                  </a:srgbClr>
                </a:gs>
                <a:gs pos="100000">
                  <a:srgbClr val="B1B1B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7" name="Splat 1007"/>
            <p:cNvSpPr>
              <a:spLocks noGrp="1"/>
            </p:cNvSpPr>
            <p:nvPr/>
          </p:nvSpPr>
          <p:spPr>
            <a:xfrm rot="10642446">
              <a:off x="2839247" y="2683187"/>
              <a:ext cx="740440" cy="321313"/>
            </a:xfrm>
            <a:prstGeom prst="ellipse">
              <a:avLst/>
            </a:prstGeom>
            <a:gradFill>
              <a:gsLst>
                <a:gs pos="0">
                  <a:srgbClr val="010C0B">
                    <a:alpha val="31220"/>
                  </a:srgbClr>
                </a:gs>
                <a:gs pos="14286">
                  <a:srgbClr val="010C0B">
                    <a:alpha val="29106"/>
                  </a:srgbClr>
                </a:gs>
                <a:gs pos="28571">
                  <a:srgbClr val="010C0B">
                    <a:alpha val="23439"/>
                  </a:srgbClr>
                </a:gs>
                <a:gs pos="42857">
                  <a:srgbClr val="010C0B">
                    <a:alpha val="16070"/>
                  </a:srgbClr>
                </a:gs>
                <a:gs pos="57143">
                  <a:srgbClr val="010C0B">
                    <a:alpha val="9251"/>
                  </a:srgbClr>
                </a:gs>
                <a:gs pos="71429">
                  <a:srgbClr val="010C0B">
                    <a:alpha val="4442"/>
                  </a:srgbClr>
                </a:gs>
                <a:gs pos="85714">
                  <a:srgbClr val="010C0B">
                    <a:alpha val="1781"/>
                  </a:srgbClr>
                </a:gs>
                <a:gs pos="100000">
                  <a:srgbClr val="010C0B">
                    <a:alpha val="5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8" name="Splat 1008"/>
            <p:cNvSpPr>
              <a:spLocks noGrp="1"/>
            </p:cNvSpPr>
            <p:nvPr/>
          </p:nvSpPr>
          <p:spPr>
            <a:xfrm rot="9308947">
              <a:off x="3239072" y="2018223"/>
              <a:ext cx="528573" cy="304574"/>
            </a:xfrm>
            <a:prstGeom prst="ellipse">
              <a:avLst/>
            </a:prstGeom>
            <a:gradFill>
              <a:gsLst>
                <a:gs pos="0">
                  <a:srgbClr val="BDBDBD">
                    <a:alpha val="32968"/>
                  </a:srgbClr>
                </a:gs>
                <a:gs pos="14286">
                  <a:srgbClr val="BDBDBD">
                    <a:alpha val="30764"/>
                  </a:srgbClr>
                </a:gs>
                <a:gs pos="28571">
                  <a:srgbClr val="BDBDBD">
                    <a:alpha val="24833"/>
                  </a:srgbClr>
                </a:gs>
                <a:gs pos="42857">
                  <a:srgbClr val="BDBDBD">
                    <a:alpha val="17075"/>
                  </a:srgbClr>
                </a:gs>
                <a:gs pos="57143">
                  <a:srgbClr val="BDBDBD">
                    <a:alpha val="9855"/>
                  </a:srgbClr>
                </a:gs>
                <a:gs pos="71429">
                  <a:srgbClr val="BDBDBD">
                    <a:alpha val="4740"/>
                  </a:srgbClr>
                </a:gs>
                <a:gs pos="85714">
                  <a:srgbClr val="BDBDBD">
                    <a:alpha val="1902"/>
                  </a:srgbClr>
                </a:gs>
                <a:gs pos="100000">
                  <a:srgbClr val="BDBDB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9" name="Splat 1009"/>
            <p:cNvSpPr>
              <a:spLocks noGrp="1"/>
            </p:cNvSpPr>
            <p:nvPr/>
          </p:nvSpPr>
          <p:spPr>
            <a:xfrm rot="-10711880">
              <a:off x="2185645" y="678551"/>
              <a:ext cx="561417" cy="218958"/>
            </a:xfrm>
            <a:prstGeom prst="ellipse">
              <a:avLst/>
            </a:prstGeom>
            <a:gradFill>
              <a:gsLst>
                <a:gs pos="0">
                  <a:srgbClr val="C3C3C3">
                    <a:alpha val="32968"/>
                  </a:srgbClr>
                </a:gs>
                <a:gs pos="14286">
                  <a:srgbClr val="C3C3C3">
                    <a:alpha val="30764"/>
                  </a:srgbClr>
                </a:gs>
                <a:gs pos="28571">
                  <a:srgbClr val="C3C3C3">
                    <a:alpha val="24833"/>
                  </a:srgbClr>
                </a:gs>
                <a:gs pos="42857">
                  <a:srgbClr val="C3C3C3">
                    <a:alpha val="17075"/>
                  </a:srgbClr>
                </a:gs>
                <a:gs pos="57143">
                  <a:srgbClr val="C3C3C3">
                    <a:alpha val="9855"/>
                  </a:srgbClr>
                </a:gs>
                <a:gs pos="71429">
                  <a:srgbClr val="C3C3C3">
                    <a:alpha val="4740"/>
                  </a:srgbClr>
                </a:gs>
                <a:gs pos="85714">
                  <a:srgbClr val="C3C3C3">
                    <a:alpha val="1902"/>
                  </a:srgbClr>
                </a:gs>
                <a:gs pos="100000">
                  <a:srgbClr val="C3C3C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0" name="Splat 1010"/>
            <p:cNvSpPr>
              <a:spLocks noGrp="1"/>
            </p:cNvSpPr>
            <p:nvPr/>
          </p:nvSpPr>
          <p:spPr>
            <a:xfrm rot="4514670">
              <a:off x="445452" y="758239"/>
              <a:ext cx="500666" cy="241761"/>
            </a:xfrm>
            <a:prstGeom prst="ellipse">
              <a:avLst/>
            </a:prstGeom>
            <a:gradFill>
              <a:gsLst>
                <a:gs pos="0">
                  <a:srgbClr val="000005">
                    <a:alpha val="32968"/>
                  </a:srgbClr>
                </a:gs>
                <a:gs pos="14286">
                  <a:srgbClr val="000005">
                    <a:alpha val="30764"/>
                  </a:srgbClr>
                </a:gs>
                <a:gs pos="28571">
                  <a:srgbClr val="000005">
                    <a:alpha val="24833"/>
                  </a:srgbClr>
                </a:gs>
                <a:gs pos="42857">
                  <a:srgbClr val="000005">
                    <a:alpha val="17075"/>
                  </a:srgbClr>
                </a:gs>
                <a:gs pos="57143">
                  <a:srgbClr val="000005">
                    <a:alpha val="9855"/>
                  </a:srgbClr>
                </a:gs>
                <a:gs pos="71429">
                  <a:srgbClr val="000005">
                    <a:alpha val="4740"/>
                  </a:srgbClr>
                </a:gs>
                <a:gs pos="85714">
                  <a:srgbClr val="000005">
                    <a:alpha val="1902"/>
                  </a:srgbClr>
                </a:gs>
                <a:gs pos="100000">
                  <a:srgbClr val="00000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1" name="Splat 1011"/>
            <p:cNvSpPr>
              <a:spLocks noGrp="1"/>
            </p:cNvSpPr>
            <p:nvPr/>
          </p:nvSpPr>
          <p:spPr>
            <a:xfrm rot="3458487">
              <a:off x="16848" y="776459"/>
              <a:ext cx="632811" cy="112292"/>
            </a:xfrm>
            <a:prstGeom prst="ellipse">
              <a:avLst/>
            </a:prstGeom>
            <a:gradFill>
              <a:gsLst>
                <a:gs pos="0">
                  <a:srgbClr val="545554">
                    <a:alpha val="32968"/>
                  </a:srgbClr>
                </a:gs>
                <a:gs pos="14286">
                  <a:srgbClr val="545554">
                    <a:alpha val="30764"/>
                  </a:srgbClr>
                </a:gs>
                <a:gs pos="28571">
                  <a:srgbClr val="545554">
                    <a:alpha val="24833"/>
                  </a:srgbClr>
                </a:gs>
                <a:gs pos="42857">
                  <a:srgbClr val="545554">
                    <a:alpha val="17075"/>
                  </a:srgbClr>
                </a:gs>
                <a:gs pos="57143">
                  <a:srgbClr val="545554">
                    <a:alpha val="9855"/>
                  </a:srgbClr>
                </a:gs>
                <a:gs pos="71429">
                  <a:srgbClr val="545554">
                    <a:alpha val="4740"/>
                  </a:srgbClr>
                </a:gs>
                <a:gs pos="85714">
                  <a:srgbClr val="545554">
                    <a:alpha val="1902"/>
                  </a:srgbClr>
                </a:gs>
                <a:gs pos="100000">
                  <a:srgbClr val="54555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2" name="Splat 1012"/>
            <p:cNvSpPr>
              <a:spLocks noGrp="1"/>
            </p:cNvSpPr>
            <p:nvPr/>
          </p:nvSpPr>
          <p:spPr>
            <a:xfrm rot="5487678">
              <a:off x="-230888" y="862571"/>
              <a:ext cx="618741" cy="272254"/>
            </a:xfrm>
            <a:prstGeom prst="ellipse">
              <a:avLst/>
            </a:prstGeom>
            <a:gradFill>
              <a:gsLst>
                <a:gs pos="0">
                  <a:srgbClr val="010003">
                    <a:alpha val="32968"/>
                  </a:srgbClr>
                </a:gs>
                <a:gs pos="14286">
                  <a:srgbClr val="010003">
                    <a:alpha val="30764"/>
                  </a:srgbClr>
                </a:gs>
                <a:gs pos="28571">
                  <a:srgbClr val="010003">
                    <a:alpha val="24833"/>
                  </a:srgbClr>
                </a:gs>
                <a:gs pos="42857">
                  <a:srgbClr val="010003">
                    <a:alpha val="17075"/>
                  </a:srgbClr>
                </a:gs>
                <a:gs pos="57143">
                  <a:srgbClr val="010003">
                    <a:alpha val="9855"/>
                  </a:srgbClr>
                </a:gs>
                <a:gs pos="71429">
                  <a:srgbClr val="010003">
                    <a:alpha val="4740"/>
                  </a:srgbClr>
                </a:gs>
                <a:gs pos="85714">
                  <a:srgbClr val="010003">
                    <a:alpha val="1902"/>
                  </a:srgbClr>
                </a:gs>
                <a:gs pos="100000">
                  <a:srgbClr val="01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3" name="Splat 1013"/>
            <p:cNvSpPr>
              <a:spLocks noGrp="1"/>
            </p:cNvSpPr>
            <p:nvPr/>
          </p:nvSpPr>
          <p:spPr>
            <a:xfrm rot="10622696">
              <a:off x="3064586" y="683208"/>
              <a:ext cx="692518" cy="247564"/>
            </a:xfrm>
            <a:prstGeom prst="ellipse">
              <a:avLst/>
            </a:prstGeom>
            <a:gradFill>
              <a:gsLst>
                <a:gs pos="0">
                  <a:srgbClr val="A6A7A6">
                    <a:alpha val="32968"/>
                  </a:srgbClr>
                </a:gs>
                <a:gs pos="14286">
                  <a:srgbClr val="A6A7A6">
                    <a:alpha val="30764"/>
                  </a:srgbClr>
                </a:gs>
                <a:gs pos="28571">
                  <a:srgbClr val="A6A7A6">
                    <a:alpha val="24833"/>
                  </a:srgbClr>
                </a:gs>
                <a:gs pos="42857">
                  <a:srgbClr val="A6A7A6">
                    <a:alpha val="17075"/>
                  </a:srgbClr>
                </a:gs>
                <a:gs pos="57143">
                  <a:srgbClr val="A6A7A6">
                    <a:alpha val="9855"/>
                  </a:srgbClr>
                </a:gs>
                <a:gs pos="71429">
                  <a:srgbClr val="A6A7A6">
                    <a:alpha val="4740"/>
                  </a:srgbClr>
                </a:gs>
                <a:gs pos="85714">
                  <a:srgbClr val="A6A7A6">
                    <a:alpha val="1902"/>
                  </a:srgbClr>
                </a:gs>
                <a:gs pos="100000">
                  <a:srgbClr val="A6A7A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4" name="Splat 1014"/>
            <p:cNvSpPr>
              <a:spLocks noGrp="1"/>
            </p:cNvSpPr>
            <p:nvPr/>
          </p:nvSpPr>
          <p:spPr>
            <a:xfrm rot="9290303">
              <a:off x="3194314" y="596320"/>
              <a:ext cx="649312" cy="220530"/>
            </a:xfrm>
            <a:prstGeom prst="ellipse">
              <a:avLst/>
            </a:prstGeom>
            <a:gradFill>
              <a:gsLst>
                <a:gs pos="0">
                  <a:srgbClr val="C5C4C4">
                    <a:alpha val="9867"/>
                  </a:srgbClr>
                </a:gs>
                <a:gs pos="14286">
                  <a:srgbClr val="C5C4C4">
                    <a:alpha val="9106"/>
                  </a:srgbClr>
                </a:gs>
                <a:gs pos="28571">
                  <a:srgbClr val="C5C4C4">
                    <a:alpha val="7145"/>
                  </a:srgbClr>
                </a:gs>
                <a:gs pos="42857">
                  <a:srgbClr val="C5C4C4">
                    <a:alpha val="4746"/>
                  </a:srgbClr>
                </a:gs>
                <a:gs pos="57143">
                  <a:srgbClr val="C5C4C4">
                    <a:alpha val="2658"/>
                  </a:srgbClr>
                </a:gs>
                <a:gs pos="71429">
                  <a:srgbClr val="C5C4C4">
                    <a:alpha val="1253"/>
                  </a:srgbClr>
                </a:gs>
                <a:gs pos="85714">
                  <a:srgbClr val="C5C4C4">
                    <a:alpha val="497"/>
                  </a:srgbClr>
                </a:gs>
                <a:gs pos="100000">
                  <a:srgbClr val="C5C4C4">
                    <a:alpha val="1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5" name="Splat 1015"/>
            <p:cNvSpPr>
              <a:spLocks noGrp="1"/>
            </p:cNvSpPr>
            <p:nvPr/>
          </p:nvSpPr>
          <p:spPr>
            <a:xfrm rot="2888977">
              <a:off x="3276482" y="1063191"/>
              <a:ext cx="547101" cy="307379"/>
            </a:xfrm>
            <a:prstGeom prst="ellipse">
              <a:avLst/>
            </a:prstGeom>
            <a:gradFill>
              <a:gsLst>
                <a:gs pos="0">
                  <a:srgbClr val="03030A">
                    <a:alpha val="13106"/>
                  </a:srgbClr>
                </a:gs>
                <a:gs pos="14286">
                  <a:srgbClr val="03030A">
                    <a:alpha val="12113"/>
                  </a:srgbClr>
                </a:gs>
                <a:gs pos="28571">
                  <a:srgbClr val="03030A">
                    <a:alpha val="9539"/>
                  </a:srgbClr>
                </a:gs>
                <a:gs pos="42857">
                  <a:srgbClr val="03030A">
                    <a:alpha val="6364"/>
                  </a:srgbClr>
                </a:gs>
                <a:gs pos="57143">
                  <a:srgbClr val="03030A">
                    <a:alpha val="3578"/>
                  </a:srgbClr>
                </a:gs>
                <a:gs pos="71429">
                  <a:srgbClr val="03030A">
                    <a:alpha val="1691"/>
                  </a:srgbClr>
                </a:gs>
                <a:gs pos="85714">
                  <a:srgbClr val="03030A">
                    <a:alpha val="672"/>
                  </a:srgbClr>
                </a:gs>
                <a:gs pos="100000">
                  <a:srgbClr val="03030A">
                    <a:alpha val="2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6" name="Splat 1016"/>
            <p:cNvSpPr>
              <a:spLocks noGrp="1"/>
            </p:cNvSpPr>
            <p:nvPr/>
          </p:nvSpPr>
          <p:spPr>
            <a:xfrm rot="-10754076">
              <a:off x="656763" y="695875"/>
              <a:ext cx="376696" cy="320489"/>
            </a:xfrm>
            <a:prstGeom prst="ellipse">
              <a:avLst/>
            </a:prstGeom>
            <a:gradFill>
              <a:gsLst>
                <a:gs pos="0">
                  <a:srgbClr val="919090">
                    <a:alpha val="13105"/>
                  </a:srgbClr>
                </a:gs>
                <a:gs pos="14286">
                  <a:srgbClr val="919090">
                    <a:alpha val="12112"/>
                  </a:srgbClr>
                </a:gs>
                <a:gs pos="28571">
                  <a:srgbClr val="919090">
                    <a:alpha val="9539"/>
                  </a:srgbClr>
                </a:gs>
                <a:gs pos="42857">
                  <a:srgbClr val="919090">
                    <a:alpha val="6364"/>
                  </a:srgbClr>
                </a:gs>
                <a:gs pos="57143">
                  <a:srgbClr val="919090">
                    <a:alpha val="3578"/>
                  </a:srgbClr>
                </a:gs>
                <a:gs pos="71429">
                  <a:srgbClr val="919090">
                    <a:alpha val="1691"/>
                  </a:srgbClr>
                </a:gs>
                <a:gs pos="85714">
                  <a:srgbClr val="919090">
                    <a:alpha val="672"/>
                  </a:srgbClr>
                </a:gs>
                <a:gs pos="100000">
                  <a:srgbClr val="919090">
                    <a:alpha val="2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7" name="Splat 1017"/>
            <p:cNvSpPr>
              <a:spLocks noGrp="1"/>
            </p:cNvSpPr>
            <p:nvPr/>
          </p:nvSpPr>
          <p:spPr>
            <a:xfrm rot="7616681">
              <a:off x="923504" y="695510"/>
              <a:ext cx="462566" cy="262345"/>
            </a:xfrm>
            <a:prstGeom prst="ellipse">
              <a:avLst/>
            </a:prstGeom>
            <a:gradFill>
              <a:gsLst>
                <a:gs pos="0">
                  <a:srgbClr val="000600">
                    <a:alpha val="32968"/>
                  </a:srgbClr>
                </a:gs>
                <a:gs pos="14286">
                  <a:srgbClr val="000600">
                    <a:alpha val="30764"/>
                  </a:srgbClr>
                </a:gs>
                <a:gs pos="28571">
                  <a:srgbClr val="000600">
                    <a:alpha val="24833"/>
                  </a:srgbClr>
                </a:gs>
                <a:gs pos="42857">
                  <a:srgbClr val="000600">
                    <a:alpha val="17075"/>
                  </a:srgbClr>
                </a:gs>
                <a:gs pos="57143">
                  <a:srgbClr val="000600">
                    <a:alpha val="9855"/>
                  </a:srgbClr>
                </a:gs>
                <a:gs pos="71429">
                  <a:srgbClr val="000600">
                    <a:alpha val="4740"/>
                  </a:srgbClr>
                </a:gs>
                <a:gs pos="85714">
                  <a:srgbClr val="000600">
                    <a:alpha val="1902"/>
                  </a:srgbClr>
                </a:gs>
                <a:gs pos="100000">
                  <a:srgbClr val="000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8" name="Splat 1018"/>
            <p:cNvSpPr>
              <a:spLocks noGrp="1"/>
            </p:cNvSpPr>
            <p:nvPr/>
          </p:nvSpPr>
          <p:spPr>
            <a:xfrm rot="8402276">
              <a:off x="191750" y="1594193"/>
              <a:ext cx="638116" cy="52736"/>
            </a:xfrm>
            <a:prstGeom prst="ellipse">
              <a:avLst/>
            </a:prstGeom>
            <a:gradFill>
              <a:gsLst>
                <a:gs pos="0">
                  <a:srgbClr val="2B2E2C">
                    <a:alpha val="14295"/>
                  </a:srgbClr>
                </a:gs>
                <a:gs pos="14286">
                  <a:srgbClr val="2B2E2C">
                    <a:alpha val="13218"/>
                  </a:srgbClr>
                </a:gs>
                <a:gs pos="28571">
                  <a:srgbClr val="2B2E2C">
                    <a:alpha val="10424"/>
                  </a:srgbClr>
                </a:gs>
                <a:gs pos="42857">
                  <a:srgbClr val="2B2E2C">
                    <a:alpha val="6966"/>
                  </a:srgbClr>
                </a:gs>
                <a:gs pos="57143">
                  <a:srgbClr val="2B2E2C">
                    <a:alpha val="3922"/>
                  </a:srgbClr>
                </a:gs>
                <a:gs pos="71429">
                  <a:srgbClr val="2B2E2C">
                    <a:alpha val="1855"/>
                  </a:srgbClr>
                </a:gs>
                <a:gs pos="85714">
                  <a:srgbClr val="2B2E2C">
                    <a:alpha val="738"/>
                  </a:srgbClr>
                </a:gs>
                <a:gs pos="100000">
                  <a:srgbClr val="2B2E2C">
                    <a:alpha val="2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9" name="Splat 1019"/>
            <p:cNvSpPr>
              <a:spLocks noGrp="1"/>
            </p:cNvSpPr>
            <p:nvPr/>
          </p:nvSpPr>
          <p:spPr>
            <a:xfrm rot="5302080">
              <a:off x="-359331" y="1559106"/>
              <a:ext cx="718662" cy="170914"/>
            </a:xfrm>
            <a:prstGeom prst="ellipse">
              <a:avLst/>
            </a:prstGeom>
            <a:gradFill>
              <a:gsLst>
                <a:gs pos="0">
                  <a:srgbClr val="7C7B7A">
                    <a:alpha val="30712"/>
                  </a:srgbClr>
                </a:gs>
                <a:gs pos="14286">
                  <a:srgbClr val="7C7B7A">
                    <a:alpha val="28625"/>
                  </a:srgbClr>
                </a:gs>
                <a:gs pos="28571">
                  <a:srgbClr val="7C7B7A">
                    <a:alpha val="23036"/>
                  </a:srgbClr>
                </a:gs>
                <a:gs pos="42857">
                  <a:srgbClr val="7C7B7A">
                    <a:alpha val="15780"/>
                  </a:srgbClr>
                </a:gs>
                <a:gs pos="57143">
                  <a:srgbClr val="7C7B7A">
                    <a:alpha val="9078"/>
                  </a:srgbClr>
                </a:gs>
                <a:gs pos="71429">
                  <a:srgbClr val="7C7B7A">
                    <a:alpha val="4357"/>
                  </a:srgbClr>
                </a:gs>
                <a:gs pos="85714">
                  <a:srgbClr val="7C7B7A">
                    <a:alpha val="1746"/>
                  </a:srgbClr>
                </a:gs>
                <a:gs pos="100000">
                  <a:srgbClr val="7C7B7A">
                    <a:alpha val="5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0" name="Splat 1020"/>
            <p:cNvSpPr>
              <a:spLocks noGrp="1"/>
            </p:cNvSpPr>
            <p:nvPr/>
          </p:nvSpPr>
          <p:spPr>
            <a:xfrm rot="3987123">
              <a:off x="2134008" y="582389"/>
              <a:ext cx="467397" cy="364682"/>
            </a:xfrm>
            <a:prstGeom prst="ellipse">
              <a:avLst/>
            </a:prstGeom>
            <a:gradFill>
              <a:gsLst>
                <a:gs pos="0">
                  <a:srgbClr val="848483">
                    <a:alpha val="28900"/>
                  </a:srgbClr>
                </a:gs>
                <a:gs pos="14286">
                  <a:srgbClr val="848483">
                    <a:alpha val="26911"/>
                  </a:srgbClr>
                </a:gs>
                <a:gs pos="28571">
                  <a:srgbClr val="848483">
                    <a:alpha val="21605"/>
                  </a:srgbClr>
                </a:gs>
                <a:gs pos="42857">
                  <a:srgbClr val="848483">
                    <a:alpha val="14756"/>
                  </a:srgbClr>
                </a:gs>
                <a:gs pos="57143">
                  <a:srgbClr val="848483">
                    <a:alpha val="8467"/>
                  </a:srgbClr>
                </a:gs>
                <a:gs pos="71429">
                  <a:srgbClr val="848483">
                    <a:alpha val="4057"/>
                  </a:srgbClr>
                </a:gs>
                <a:gs pos="85714">
                  <a:srgbClr val="848483">
                    <a:alpha val="1624"/>
                  </a:srgbClr>
                </a:gs>
                <a:gs pos="100000">
                  <a:srgbClr val="848483">
                    <a:alpha val="5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1" name="Splat 1021"/>
            <p:cNvSpPr>
              <a:spLocks noGrp="1"/>
            </p:cNvSpPr>
            <p:nvPr/>
          </p:nvSpPr>
          <p:spPr>
            <a:xfrm rot="9256410">
              <a:off x="-216293" y="2487015"/>
              <a:ext cx="475409" cy="120252"/>
            </a:xfrm>
            <a:prstGeom prst="ellipse">
              <a:avLst/>
            </a:prstGeom>
            <a:gradFill>
              <a:gsLst>
                <a:gs pos="0">
                  <a:srgbClr val="898888">
                    <a:alpha val="2074"/>
                  </a:srgbClr>
                </a:gs>
                <a:gs pos="14286">
                  <a:srgbClr val="898888">
                    <a:alpha val="1908"/>
                  </a:srgbClr>
                </a:gs>
                <a:gs pos="28571">
                  <a:srgbClr val="898888">
                    <a:alpha val="1485"/>
                  </a:srgbClr>
                </a:gs>
                <a:gs pos="42857">
                  <a:srgbClr val="898888">
                    <a:alpha val="976"/>
                  </a:srgbClr>
                </a:gs>
                <a:gs pos="57143">
                  <a:srgbClr val="898888">
                    <a:alpha val="542"/>
                  </a:srgbClr>
                </a:gs>
                <a:gs pos="71429">
                  <a:srgbClr val="898888">
                    <a:alpha val="254"/>
                  </a:srgbClr>
                </a:gs>
                <a:gs pos="85714">
                  <a:srgbClr val="898888">
                    <a:alpha val="101"/>
                  </a:srgbClr>
                </a:gs>
                <a:gs pos="100000">
                  <a:srgbClr val="898888">
                    <a:alpha val="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2" name="Splat 1022"/>
            <p:cNvSpPr>
              <a:spLocks noGrp="1"/>
            </p:cNvSpPr>
            <p:nvPr/>
          </p:nvSpPr>
          <p:spPr>
            <a:xfrm rot="10595286">
              <a:off x="-76336" y="1425610"/>
              <a:ext cx="753434" cy="284927"/>
            </a:xfrm>
            <a:prstGeom prst="ellipse">
              <a:avLst/>
            </a:prstGeom>
            <a:gradFill>
              <a:gsLst>
                <a:gs pos="0">
                  <a:srgbClr val="A2A2A1">
                    <a:alpha val="32968"/>
                  </a:srgbClr>
                </a:gs>
                <a:gs pos="14286">
                  <a:srgbClr val="A2A2A1">
                    <a:alpha val="30764"/>
                  </a:srgbClr>
                </a:gs>
                <a:gs pos="28571">
                  <a:srgbClr val="A2A2A1">
                    <a:alpha val="24833"/>
                  </a:srgbClr>
                </a:gs>
                <a:gs pos="42857">
                  <a:srgbClr val="A2A2A1">
                    <a:alpha val="17075"/>
                  </a:srgbClr>
                </a:gs>
                <a:gs pos="57143">
                  <a:srgbClr val="A2A2A1">
                    <a:alpha val="9855"/>
                  </a:srgbClr>
                </a:gs>
                <a:gs pos="71429">
                  <a:srgbClr val="A2A2A1">
                    <a:alpha val="4740"/>
                  </a:srgbClr>
                </a:gs>
                <a:gs pos="85714">
                  <a:srgbClr val="A2A2A1">
                    <a:alpha val="1902"/>
                  </a:srgbClr>
                </a:gs>
                <a:gs pos="100000">
                  <a:srgbClr val="A2A2A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3" name="Splat 1023"/>
            <p:cNvSpPr>
              <a:spLocks noGrp="1"/>
            </p:cNvSpPr>
            <p:nvPr/>
          </p:nvSpPr>
          <p:spPr>
            <a:xfrm rot="5503027">
              <a:off x="-267832" y="1806614"/>
              <a:ext cx="555623" cy="219730"/>
            </a:xfrm>
            <a:prstGeom prst="ellipse">
              <a:avLst/>
            </a:prstGeom>
            <a:gradFill>
              <a:gsLst>
                <a:gs pos="0">
                  <a:srgbClr val="7A7979">
                    <a:alpha val="14681"/>
                  </a:srgbClr>
                </a:gs>
                <a:gs pos="14286">
                  <a:srgbClr val="7A7979">
                    <a:alpha val="13578"/>
                  </a:srgbClr>
                </a:gs>
                <a:gs pos="28571">
                  <a:srgbClr val="7A7979">
                    <a:alpha val="10712"/>
                  </a:srgbClr>
                </a:gs>
                <a:gs pos="42857">
                  <a:srgbClr val="7A7979">
                    <a:alpha val="7163"/>
                  </a:srgbClr>
                </a:gs>
                <a:gs pos="57143">
                  <a:srgbClr val="7A7979">
                    <a:alpha val="4035"/>
                  </a:srgbClr>
                </a:gs>
                <a:gs pos="71429">
                  <a:srgbClr val="7A7979">
                    <a:alpha val="1909"/>
                  </a:srgbClr>
                </a:gs>
                <a:gs pos="85714">
                  <a:srgbClr val="7A7979">
                    <a:alpha val="759"/>
                  </a:srgbClr>
                </a:gs>
                <a:gs pos="100000">
                  <a:srgbClr val="7A7979">
                    <a:alpha val="2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4" name="Splat 1024"/>
            <p:cNvSpPr>
              <a:spLocks noGrp="1"/>
            </p:cNvSpPr>
            <p:nvPr/>
          </p:nvSpPr>
          <p:spPr>
            <a:xfrm rot="-10035240">
              <a:off x="386523" y="2531483"/>
              <a:ext cx="831216" cy="623957"/>
            </a:xfrm>
            <a:prstGeom prst="ellipse">
              <a:avLst/>
            </a:prstGeom>
            <a:gradFill>
              <a:gsLst>
                <a:gs pos="0">
                  <a:srgbClr val="000000">
                    <a:alpha val="30415"/>
                  </a:srgbClr>
                </a:gs>
                <a:gs pos="14286">
                  <a:srgbClr val="000000">
                    <a:alpha val="28344"/>
                  </a:srgbClr>
                </a:gs>
                <a:gs pos="28571">
                  <a:srgbClr val="000000">
                    <a:alpha val="22801"/>
                  </a:srgbClr>
                </a:gs>
                <a:gs pos="42857">
                  <a:srgbClr val="000000">
                    <a:alpha val="15612"/>
                  </a:srgbClr>
                </a:gs>
                <a:gs pos="57143">
                  <a:srgbClr val="000000">
                    <a:alpha val="8977"/>
                  </a:srgbClr>
                </a:gs>
                <a:gs pos="71429">
                  <a:srgbClr val="000000">
                    <a:alpha val="4307"/>
                  </a:srgbClr>
                </a:gs>
                <a:gs pos="85714">
                  <a:srgbClr val="000000">
                    <a:alpha val="1726"/>
                  </a:srgbClr>
                </a:gs>
                <a:gs pos="100000">
                  <a:srgbClr val="000000">
                    <a:alpha val="5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5" name="Splat 1025"/>
            <p:cNvSpPr>
              <a:spLocks noGrp="1"/>
            </p:cNvSpPr>
            <p:nvPr/>
          </p:nvSpPr>
          <p:spPr>
            <a:xfrm rot="10543386">
              <a:off x="328069" y="2573655"/>
              <a:ext cx="553578" cy="459756"/>
            </a:xfrm>
            <a:prstGeom prst="ellipse">
              <a:avLst/>
            </a:prstGeom>
            <a:gradFill>
              <a:gsLst>
                <a:gs pos="0">
                  <a:srgbClr val="000000">
                    <a:alpha val="10831"/>
                  </a:srgbClr>
                </a:gs>
                <a:gs pos="14286">
                  <a:srgbClr val="000000">
                    <a:alpha val="10000"/>
                  </a:srgbClr>
                </a:gs>
                <a:gs pos="28571">
                  <a:srgbClr val="000000">
                    <a:alpha val="7855"/>
                  </a:srgbClr>
                </a:gs>
                <a:gs pos="42857">
                  <a:srgbClr val="000000">
                    <a:alpha val="5225"/>
                  </a:srgbClr>
                </a:gs>
                <a:gs pos="57143">
                  <a:srgbClr val="000000">
                    <a:alpha val="2930"/>
                  </a:srgbClr>
                </a:gs>
                <a:gs pos="71429">
                  <a:srgbClr val="000000">
                    <a:alpha val="1382"/>
                  </a:srgbClr>
                </a:gs>
                <a:gs pos="85714">
                  <a:srgbClr val="000000">
                    <a:alpha val="549"/>
                  </a:srgbClr>
                </a:gs>
                <a:gs pos="100000">
                  <a:srgbClr val="000000">
                    <a:alpha val="1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6" name="Splat 1026"/>
            <p:cNvSpPr>
              <a:spLocks noGrp="1"/>
            </p:cNvSpPr>
            <p:nvPr/>
          </p:nvSpPr>
          <p:spPr>
            <a:xfrm rot="10480238">
              <a:off x="86847" y="2583388"/>
              <a:ext cx="675744" cy="511792"/>
            </a:xfrm>
            <a:prstGeom prst="ellipse">
              <a:avLst/>
            </a:prstGeom>
            <a:gradFill>
              <a:gsLst>
                <a:gs pos="0">
                  <a:srgbClr val="000000">
                    <a:alpha val="19912"/>
                  </a:srgbClr>
                </a:gs>
                <a:gs pos="14286">
                  <a:srgbClr val="000000">
                    <a:alpha val="18460"/>
                  </a:srgbClr>
                </a:gs>
                <a:gs pos="28571">
                  <a:srgbClr val="000000">
                    <a:alpha val="14654"/>
                  </a:srgbClr>
                </a:gs>
                <a:gs pos="42857">
                  <a:srgbClr val="000000">
                    <a:alpha val="9872"/>
                  </a:srgbClr>
                </a:gs>
                <a:gs pos="57143">
                  <a:srgbClr val="000000">
                    <a:alpha val="5596"/>
                  </a:srgbClr>
                </a:gs>
                <a:gs pos="71429">
                  <a:srgbClr val="000000">
                    <a:alpha val="2660"/>
                  </a:srgbClr>
                </a:gs>
                <a:gs pos="85714">
                  <a:srgbClr val="000000">
                    <a:alpha val="1060"/>
                  </a:srgbClr>
                </a:gs>
                <a:gs pos="100000">
                  <a:srgbClr val="000000">
                    <a:alpha val="3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7" name="Splat 1027"/>
            <p:cNvSpPr>
              <a:spLocks noGrp="1"/>
            </p:cNvSpPr>
            <p:nvPr/>
          </p:nvSpPr>
          <p:spPr>
            <a:xfrm rot="8111245">
              <a:off x="-258314" y="2666082"/>
              <a:ext cx="713883" cy="344578"/>
            </a:xfrm>
            <a:prstGeom prst="ellipse">
              <a:avLst/>
            </a:prstGeom>
            <a:gradFill>
              <a:gsLst>
                <a:gs pos="0">
                  <a:srgbClr val="000008">
                    <a:alpha val="6930"/>
                  </a:srgbClr>
                </a:gs>
                <a:gs pos="14286">
                  <a:srgbClr val="000008">
                    <a:alpha val="6388"/>
                  </a:srgbClr>
                </a:gs>
                <a:gs pos="28571">
                  <a:srgbClr val="000008">
                    <a:alpha val="4996"/>
                  </a:srgbClr>
                </a:gs>
                <a:gs pos="42857">
                  <a:srgbClr val="000008">
                    <a:alpha val="3306"/>
                  </a:srgbClr>
                </a:gs>
                <a:gs pos="57143">
                  <a:srgbClr val="000008">
                    <a:alpha val="1846"/>
                  </a:srgbClr>
                </a:gs>
                <a:gs pos="71429">
                  <a:srgbClr val="000008">
                    <a:alpha val="868"/>
                  </a:srgbClr>
                </a:gs>
                <a:gs pos="85714">
                  <a:srgbClr val="000008">
                    <a:alpha val="344"/>
                  </a:srgbClr>
                </a:gs>
                <a:gs pos="100000">
                  <a:srgbClr val="000008">
                    <a:alpha val="1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8" name="Splat 1028"/>
            <p:cNvSpPr>
              <a:spLocks noGrp="1"/>
            </p:cNvSpPr>
            <p:nvPr/>
          </p:nvSpPr>
          <p:spPr>
            <a:xfrm rot="5704625">
              <a:off x="3135552" y="2667524"/>
              <a:ext cx="1012186" cy="1402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9" name="Splat 1029"/>
            <p:cNvSpPr>
              <a:spLocks noGrp="1"/>
            </p:cNvSpPr>
            <p:nvPr/>
          </p:nvSpPr>
          <p:spPr>
            <a:xfrm rot="2789291">
              <a:off x="2613739" y="2353016"/>
              <a:ext cx="767619" cy="597604"/>
            </a:xfrm>
            <a:prstGeom prst="ellipse">
              <a:avLst/>
            </a:prstGeom>
            <a:gradFill>
              <a:gsLst>
                <a:gs pos="0">
                  <a:srgbClr val="000000">
                    <a:alpha val="3313"/>
                  </a:srgbClr>
                </a:gs>
                <a:gs pos="14286">
                  <a:srgbClr val="000000">
                    <a:alpha val="3049"/>
                  </a:srgbClr>
                </a:gs>
                <a:gs pos="28571">
                  <a:srgbClr val="000000">
                    <a:alpha val="2376"/>
                  </a:srgbClr>
                </a:gs>
                <a:gs pos="42857">
                  <a:srgbClr val="000000">
                    <a:alpha val="1565"/>
                  </a:srgbClr>
                </a:gs>
                <a:gs pos="57143">
                  <a:srgbClr val="000000">
                    <a:alpha val="870"/>
                  </a:srgbClr>
                </a:gs>
                <a:gs pos="71429">
                  <a:srgbClr val="000000">
                    <a:alpha val="408"/>
                  </a:srgbClr>
                </a:gs>
                <a:gs pos="85714">
                  <a:srgbClr val="000000">
                    <a:alpha val="162"/>
                  </a:srgbClr>
                </a:gs>
                <a:gs pos="100000">
                  <a:srgbClr val="000000">
                    <a:alpha val="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0" name="Splat 1030"/>
            <p:cNvSpPr>
              <a:spLocks noGrp="1"/>
            </p:cNvSpPr>
            <p:nvPr/>
          </p:nvSpPr>
          <p:spPr>
            <a:xfrm rot="8453855">
              <a:off x="2184977" y="2368669"/>
              <a:ext cx="870318" cy="693620"/>
            </a:xfrm>
            <a:prstGeom prst="ellipse">
              <a:avLst/>
            </a:prstGeom>
            <a:gradFill>
              <a:gsLst>
                <a:gs pos="0">
                  <a:srgbClr val="000000">
                    <a:alpha val="32057"/>
                  </a:srgbClr>
                </a:gs>
                <a:gs pos="14286">
                  <a:srgbClr val="000000">
                    <a:alpha val="29899"/>
                  </a:srgbClr>
                </a:gs>
                <a:gs pos="28571">
                  <a:srgbClr val="000000">
                    <a:alpha val="24105"/>
                  </a:srgbClr>
                </a:gs>
                <a:gs pos="42857">
                  <a:srgbClr val="000000">
                    <a:alpha val="16550"/>
                  </a:srgbClr>
                </a:gs>
                <a:gs pos="57143">
                  <a:srgbClr val="000000">
                    <a:alpha val="9539"/>
                  </a:srgbClr>
                </a:gs>
                <a:gs pos="71429">
                  <a:srgbClr val="000000">
                    <a:alpha val="4584"/>
                  </a:srgbClr>
                </a:gs>
                <a:gs pos="85714">
                  <a:srgbClr val="000000">
                    <a:alpha val="1838"/>
                  </a:srgbClr>
                </a:gs>
                <a:gs pos="100000">
                  <a:srgbClr val="000000">
                    <a:alpha val="6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1" name="Splat 1031"/>
            <p:cNvSpPr>
              <a:spLocks noGrp="1"/>
            </p:cNvSpPr>
            <p:nvPr/>
          </p:nvSpPr>
          <p:spPr>
            <a:xfrm rot="4257082">
              <a:off x="1582678" y="2326721"/>
              <a:ext cx="971748" cy="765993"/>
            </a:xfrm>
            <a:prstGeom prst="ellipse">
              <a:avLst/>
            </a:prstGeom>
            <a:gradFill>
              <a:gsLst>
                <a:gs pos="0">
                  <a:srgbClr val="000000">
                    <a:alpha val="24802"/>
                  </a:srgbClr>
                </a:gs>
                <a:gs pos="14286">
                  <a:srgbClr val="000000">
                    <a:alpha val="23048"/>
                  </a:srgbClr>
                </a:gs>
                <a:gs pos="28571">
                  <a:srgbClr val="000000">
                    <a:alpha val="18406"/>
                  </a:srgbClr>
                </a:gs>
                <a:gs pos="42857">
                  <a:srgbClr val="000000">
                    <a:alpha val="12491"/>
                  </a:srgbClr>
                </a:gs>
                <a:gs pos="57143">
                  <a:srgbClr val="000000">
                    <a:alpha val="7127"/>
                  </a:srgbClr>
                </a:gs>
                <a:gs pos="71429">
                  <a:srgbClr val="000000">
                    <a:alpha val="3402"/>
                  </a:srgbClr>
                </a:gs>
                <a:gs pos="85714">
                  <a:srgbClr val="000000">
                    <a:alpha val="1359"/>
                  </a:srgbClr>
                </a:gs>
                <a:gs pos="100000">
                  <a:srgbClr val="000000">
                    <a:alpha val="4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2" name="Splat 1032"/>
            <p:cNvSpPr>
              <a:spLocks noGrp="1"/>
            </p:cNvSpPr>
            <p:nvPr/>
          </p:nvSpPr>
          <p:spPr>
            <a:xfrm rot="6579802">
              <a:off x="1369463" y="2303852"/>
              <a:ext cx="1093892" cy="791484"/>
            </a:xfrm>
            <a:prstGeom prst="ellipse">
              <a:avLst/>
            </a:prstGeom>
            <a:gradFill>
              <a:gsLst>
                <a:gs pos="0">
                  <a:srgbClr val="000000">
                    <a:alpha val="29339"/>
                  </a:srgbClr>
                </a:gs>
                <a:gs pos="14286">
                  <a:srgbClr val="000000">
                    <a:alpha val="27326"/>
                  </a:srgbClr>
                </a:gs>
                <a:gs pos="28571">
                  <a:srgbClr val="000000">
                    <a:alpha val="21950"/>
                  </a:srgbClr>
                </a:gs>
                <a:gs pos="42857">
                  <a:srgbClr val="000000">
                    <a:alpha val="15003"/>
                  </a:srgbClr>
                </a:gs>
                <a:gs pos="57143">
                  <a:srgbClr val="000000">
                    <a:alpha val="8613"/>
                  </a:srgbClr>
                </a:gs>
                <a:gs pos="71429">
                  <a:srgbClr val="000000">
                    <a:alpha val="4129"/>
                  </a:srgbClr>
                </a:gs>
                <a:gs pos="85714">
                  <a:srgbClr val="000000">
                    <a:alpha val="1653"/>
                  </a:srgbClr>
                </a:gs>
                <a:gs pos="100000">
                  <a:srgbClr val="000000">
                    <a:alpha val="5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3" name="Splat 1033"/>
            <p:cNvSpPr>
              <a:spLocks noGrp="1"/>
            </p:cNvSpPr>
            <p:nvPr/>
          </p:nvSpPr>
          <p:spPr>
            <a:xfrm rot="8814005">
              <a:off x="1520685" y="2461706"/>
              <a:ext cx="443556" cy="254362"/>
            </a:xfrm>
            <a:prstGeom prst="ellipse">
              <a:avLst/>
            </a:prstGeom>
            <a:gradFill>
              <a:gsLst>
                <a:gs pos="0">
                  <a:srgbClr val="FFFFFF">
                    <a:alpha val="25538"/>
                  </a:srgbClr>
                </a:gs>
                <a:gs pos="14286">
                  <a:srgbClr val="FFFFFF">
                    <a:alpha val="23741"/>
                  </a:srgbClr>
                </a:gs>
                <a:gs pos="28571">
                  <a:srgbClr val="FFFFFF">
                    <a:alpha val="18977"/>
                  </a:srgbClr>
                </a:gs>
                <a:gs pos="42857">
                  <a:srgbClr val="FFFFFF">
                    <a:alpha val="12893"/>
                  </a:srgbClr>
                </a:gs>
                <a:gs pos="57143">
                  <a:srgbClr val="FFFFFF">
                    <a:alpha val="7363"/>
                  </a:srgbClr>
                </a:gs>
                <a:gs pos="71429">
                  <a:srgbClr val="FFFFFF">
                    <a:alpha val="3517"/>
                  </a:srgbClr>
                </a:gs>
                <a:gs pos="85714">
                  <a:srgbClr val="FFFFFF">
                    <a:alpha val="1406"/>
                  </a:srgbClr>
                </a:gs>
                <a:gs pos="100000">
                  <a:srgbClr val="FFFFFF">
                    <a:alpha val="4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4" name="Splat 1034"/>
            <p:cNvSpPr>
              <a:spLocks noGrp="1"/>
            </p:cNvSpPr>
            <p:nvPr/>
          </p:nvSpPr>
          <p:spPr>
            <a:xfrm rot="8677070">
              <a:off x="1133396" y="2292292"/>
              <a:ext cx="1058247" cy="92711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5" name="Splat 1035"/>
            <p:cNvSpPr>
              <a:spLocks noGrp="1"/>
            </p:cNvSpPr>
            <p:nvPr/>
          </p:nvSpPr>
          <p:spPr>
            <a:xfrm rot="-9044380">
              <a:off x="987271" y="2578137"/>
              <a:ext cx="987850" cy="30771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6" name="Splat 1036"/>
            <p:cNvSpPr>
              <a:spLocks noGrp="1"/>
            </p:cNvSpPr>
            <p:nvPr/>
          </p:nvSpPr>
          <p:spPr>
            <a:xfrm rot="4547127">
              <a:off x="923617" y="2523169"/>
              <a:ext cx="923389" cy="35328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7" name="Splat 1037"/>
            <p:cNvSpPr>
              <a:spLocks noGrp="1"/>
            </p:cNvSpPr>
            <p:nvPr/>
          </p:nvSpPr>
          <p:spPr>
            <a:xfrm rot="3871632">
              <a:off x="778119" y="2426637"/>
              <a:ext cx="556938" cy="442488"/>
            </a:xfrm>
            <a:prstGeom prst="ellipse">
              <a:avLst/>
            </a:prstGeom>
            <a:gradFill>
              <a:gsLst>
                <a:gs pos="0">
                  <a:srgbClr val="000000">
                    <a:alpha val="12697"/>
                  </a:srgbClr>
                </a:gs>
                <a:gs pos="14286">
                  <a:srgbClr val="000000">
                    <a:alpha val="11732"/>
                  </a:srgbClr>
                </a:gs>
                <a:gs pos="28571">
                  <a:srgbClr val="000000">
                    <a:alpha val="9235"/>
                  </a:srgbClr>
                </a:gs>
                <a:gs pos="42857">
                  <a:srgbClr val="000000">
                    <a:alpha val="6158"/>
                  </a:srgbClr>
                </a:gs>
                <a:gs pos="57143">
                  <a:srgbClr val="000000">
                    <a:alpha val="3460"/>
                  </a:srgbClr>
                </a:gs>
                <a:gs pos="71429">
                  <a:srgbClr val="000000">
                    <a:alpha val="1635"/>
                  </a:srgbClr>
                </a:gs>
                <a:gs pos="85714">
                  <a:srgbClr val="000000">
                    <a:alpha val="650"/>
                  </a:srgbClr>
                </a:gs>
                <a:gs pos="100000">
                  <a:srgbClr val="000000">
                    <a:alpha val="2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8" name="Splat 1038"/>
            <p:cNvSpPr>
              <a:spLocks noGrp="1"/>
            </p:cNvSpPr>
            <p:nvPr/>
          </p:nvSpPr>
          <p:spPr>
            <a:xfrm rot="5651045">
              <a:off x="458777" y="2442179"/>
              <a:ext cx="656137" cy="367753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9" name="Splat 1039"/>
            <p:cNvSpPr>
              <a:spLocks noGrp="1"/>
            </p:cNvSpPr>
            <p:nvPr/>
          </p:nvSpPr>
          <p:spPr>
            <a:xfrm rot="10251720">
              <a:off x="104540" y="2484100"/>
              <a:ext cx="416500" cy="222516"/>
            </a:xfrm>
            <a:prstGeom prst="ellipse">
              <a:avLst/>
            </a:prstGeom>
            <a:gradFill>
              <a:gsLst>
                <a:gs pos="0">
                  <a:srgbClr val="E4E4E3">
                    <a:alpha val="6600"/>
                  </a:srgbClr>
                </a:gs>
                <a:gs pos="14286">
                  <a:srgbClr val="E4E4E3">
                    <a:alpha val="6082"/>
                  </a:srgbClr>
                </a:gs>
                <a:gs pos="28571">
                  <a:srgbClr val="E4E4E3">
                    <a:alpha val="4756"/>
                  </a:srgbClr>
                </a:gs>
                <a:gs pos="42857">
                  <a:srgbClr val="E4E4E3">
                    <a:alpha val="3145"/>
                  </a:srgbClr>
                </a:gs>
                <a:gs pos="57143">
                  <a:srgbClr val="E4E4E3">
                    <a:alpha val="1755"/>
                  </a:srgbClr>
                </a:gs>
                <a:gs pos="71429">
                  <a:srgbClr val="E4E4E3">
                    <a:alpha val="826"/>
                  </a:srgbClr>
                </a:gs>
                <a:gs pos="85714">
                  <a:srgbClr val="E4E4E3">
                    <a:alpha val="327"/>
                  </a:srgbClr>
                </a:gs>
                <a:gs pos="100000">
                  <a:srgbClr val="E4E4E3">
                    <a:alpha val="1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0" name="Splat 1040"/>
            <p:cNvSpPr>
              <a:spLocks noGrp="1"/>
            </p:cNvSpPr>
            <p:nvPr/>
          </p:nvSpPr>
          <p:spPr>
            <a:xfrm rot="4006945">
              <a:off x="-424190" y="2352319"/>
              <a:ext cx="855300" cy="385735"/>
            </a:xfrm>
            <a:prstGeom prst="ellipse">
              <a:avLst/>
            </a:prstGeom>
            <a:gradFill>
              <a:gsLst>
                <a:gs pos="0">
                  <a:srgbClr val="848383">
                    <a:alpha val="2357"/>
                  </a:srgbClr>
                </a:gs>
                <a:gs pos="14286">
                  <a:srgbClr val="848383">
                    <a:alpha val="2169"/>
                  </a:srgbClr>
                </a:gs>
                <a:gs pos="28571">
                  <a:srgbClr val="848383">
                    <a:alpha val="1688"/>
                  </a:srgbClr>
                </a:gs>
                <a:gs pos="42857">
                  <a:srgbClr val="848383">
                    <a:alpha val="1110"/>
                  </a:srgbClr>
                </a:gs>
                <a:gs pos="57143">
                  <a:srgbClr val="848383">
                    <a:alpha val="617"/>
                  </a:srgbClr>
                </a:gs>
                <a:gs pos="71429">
                  <a:srgbClr val="848383">
                    <a:alpha val="289"/>
                  </a:srgbClr>
                </a:gs>
                <a:gs pos="85714">
                  <a:srgbClr val="848383">
                    <a:alpha val="114"/>
                  </a:srgbClr>
                </a:gs>
                <a:gs pos="100000">
                  <a:srgbClr val="848383">
                    <a:alpha val="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1" name="Splat 1041"/>
            <p:cNvSpPr>
              <a:spLocks noGrp="1"/>
            </p:cNvSpPr>
            <p:nvPr/>
          </p:nvSpPr>
          <p:spPr>
            <a:xfrm rot="5516839">
              <a:off x="3190388" y="2075007"/>
              <a:ext cx="836377" cy="720464"/>
            </a:xfrm>
            <a:prstGeom prst="ellipse">
              <a:avLst/>
            </a:prstGeom>
            <a:gradFill>
              <a:gsLst>
                <a:gs pos="0">
                  <a:srgbClr val="000000">
                    <a:alpha val="23822"/>
                  </a:srgbClr>
                </a:gs>
                <a:gs pos="14286">
                  <a:srgbClr val="000000">
                    <a:alpha val="22126"/>
                  </a:srgbClr>
                </a:gs>
                <a:gs pos="28571">
                  <a:srgbClr val="000000">
                    <a:alpha val="17649"/>
                  </a:srgbClr>
                </a:gs>
                <a:gs pos="42857">
                  <a:srgbClr val="000000">
                    <a:alpha val="11959"/>
                  </a:srgbClr>
                </a:gs>
                <a:gs pos="57143">
                  <a:srgbClr val="000000">
                    <a:alpha val="6814"/>
                  </a:srgbClr>
                </a:gs>
                <a:gs pos="71429">
                  <a:srgbClr val="000000">
                    <a:alpha val="3250"/>
                  </a:srgbClr>
                </a:gs>
                <a:gs pos="85714">
                  <a:srgbClr val="000000">
                    <a:alpha val="1298"/>
                  </a:srgbClr>
                </a:gs>
                <a:gs pos="100000">
                  <a:srgbClr val="000000">
                    <a:alpha val="4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2" name="Splat 1042"/>
            <p:cNvSpPr>
              <a:spLocks noGrp="1"/>
            </p:cNvSpPr>
            <p:nvPr/>
          </p:nvSpPr>
          <p:spPr>
            <a:xfrm rot="-9037268">
              <a:off x="2674752" y="2334114"/>
              <a:ext cx="443362" cy="266573"/>
            </a:xfrm>
            <a:prstGeom prst="ellipse">
              <a:avLst/>
            </a:prstGeom>
            <a:gradFill>
              <a:gsLst>
                <a:gs pos="0">
                  <a:srgbClr val="6E6F6F">
                    <a:alpha val="30240"/>
                  </a:srgbClr>
                </a:gs>
                <a:gs pos="14286">
                  <a:srgbClr val="6E6F6F">
                    <a:alpha val="28178"/>
                  </a:srgbClr>
                </a:gs>
                <a:gs pos="28571">
                  <a:srgbClr val="6E6F6F">
                    <a:alpha val="22662"/>
                  </a:srgbClr>
                </a:gs>
                <a:gs pos="42857">
                  <a:srgbClr val="6E6F6F">
                    <a:alpha val="15512"/>
                  </a:srgbClr>
                </a:gs>
                <a:gs pos="57143">
                  <a:srgbClr val="6E6F6F">
                    <a:alpha val="8917"/>
                  </a:srgbClr>
                </a:gs>
                <a:gs pos="71429">
                  <a:srgbClr val="6E6F6F">
                    <a:alpha val="4278"/>
                  </a:srgbClr>
                </a:gs>
                <a:gs pos="85714">
                  <a:srgbClr val="6E6F6F">
                    <a:alpha val="1714"/>
                  </a:srgbClr>
                </a:gs>
                <a:gs pos="100000">
                  <a:srgbClr val="6E6F6F">
                    <a:alpha val="5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3" name="Splat 1043"/>
            <p:cNvSpPr>
              <a:spLocks noGrp="1"/>
            </p:cNvSpPr>
            <p:nvPr/>
          </p:nvSpPr>
          <p:spPr>
            <a:xfrm rot="9172821">
              <a:off x="1677517" y="2179086"/>
              <a:ext cx="714604" cy="37432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4" name="Splat 1044"/>
            <p:cNvSpPr>
              <a:spLocks noGrp="1"/>
            </p:cNvSpPr>
            <p:nvPr/>
          </p:nvSpPr>
          <p:spPr>
            <a:xfrm rot="3214836">
              <a:off x="1069347" y="2275483"/>
              <a:ext cx="576048" cy="311325"/>
            </a:xfrm>
            <a:prstGeom prst="ellipse">
              <a:avLst/>
            </a:prstGeom>
            <a:gradFill>
              <a:gsLst>
                <a:gs pos="0">
                  <a:srgbClr val="000000">
                    <a:alpha val="27875"/>
                  </a:srgbClr>
                </a:gs>
                <a:gs pos="14286">
                  <a:srgbClr val="000000">
                    <a:alpha val="25943"/>
                  </a:srgbClr>
                </a:gs>
                <a:gs pos="28571">
                  <a:srgbClr val="000000">
                    <a:alpha val="20800"/>
                  </a:srgbClr>
                </a:gs>
                <a:gs pos="42857">
                  <a:srgbClr val="000000">
                    <a:alpha val="14184"/>
                  </a:srgbClr>
                </a:gs>
                <a:gs pos="57143">
                  <a:srgbClr val="000000">
                    <a:alpha val="8126"/>
                  </a:srgbClr>
                </a:gs>
                <a:gs pos="71429">
                  <a:srgbClr val="000000">
                    <a:alpha val="3890"/>
                  </a:srgbClr>
                </a:gs>
                <a:gs pos="85714">
                  <a:srgbClr val="000000">
                    <a:alpha val="1557"/>
                  </a:srgbClr>
                </a:gs>
                <a:gs pos="100000">
                  <a:srgbClr val="000000">
                    <a:alpha val="5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5" name="Splat 1045"/>
            <p:cNvSpPr>
              <a:spLocks noGrp="1"/>
            </p:cNvSpPr>
            <p:nvPr/>
          </p:nvSpPr>
          <p:spPr>
            <a:xfrm rot="5471942">
              <a:off x="512393" y="2177124"/>
              <a:ext cx="562440" cy="429025"/>
            </a:xfrm>
            <a:prstGeom prst="ellipse">
              <a:avLst/>
            </a:prstGeom>
            <a:gradFill>
              <a:gsLst>
                <a:gs pos="0">
                  <a:srgbClr val="000000">
                    <a:alpha val="11760"/>
                  </a:srgbClr>
                </a:gs>
                <a:gs pos="14286">
                  <a:srgbClr val="000000">
                    <a:alpha val="10863"/>
                  </a:srgbClr>
                </a:gs>
                <a:gs pos="28571">
                  <a:srgbClr val="000000">
                    <a:alpha val="8541"/>
                  </a:srgbClr>
                </a:gs>
                <a:gs pos="42857">
                  <a:srgbClr val="000000">
                    <a:alpha val="5688"/>
                  </a:srgbClr>
                </a:gs>
                <a:gs pos="57143">
                  <a:srgbClr val="000000">
                    <a:alpha val="3193"/>
                  </a:srgbClr>
                </a:gs>
                <a:gs pos="71429">
                  <a:srgbClr val="000000">
                    <a:alpha val="1507"/>
                  </a:srgbClr>
                </a:gs>
                <a:gs pos="85714">
                  <a:srgbClr val="000000">
                    <a:alpha val="599"/>
                  </a:srgbClr>
                </a:gs>
                <a:gs pos="100000">
                  <a:srgbClr val="000000">
                    <a:alpha val="2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6" name="Splat 1046"/>
            <p:cNvSpPr>
              <a:spLocks noGrp="1"/>
            </p:cNvSpPr>
            <p:nvPr/>
          </p:nvSpPr>
          <p:spPr>
            <a:xfrm rot="-9648476">
              <a:off x="185801" y="2268896"/>
              <a:ext cx="410242" cy="332600"/>
            </a:xfrm>
            <a:prstGeom prst="ellipse">
              <a:avLst/>
            </a:prstGeom>
            <a:gradFill>
              <a:gsLst>
                <a:gs pos="0">
                  <a:srgbClr val="AEADAE">
                    <a:alpha val="13966"/>
                  </a:srgbClr>
                </a:gs>
                <a:gs pos="14286">
                  <a:srgbClr val="AEADAE">
                    <a:alpha val="12913"/>
                  </a:srgbClr>
                </a:gs>
                <a:gs pos="28571">
                  <a:srgbClr val="AEADAE">
                    <a:alpha val="10179"/>
                  </a:srgbClr>
                </a:gs>
                <a:gs pos="42857">
                  <a:srgbClr val="AEADAE">
                    <a:alpha val="6799"/>
                  </a:srgbClr>
                </a:gs>
                <a:gs pos="57143">
                  <a:srgbClr val="AEADAE">
                    <a:alpha val="3827"/>
                  </a:srgbClr>
                </a:gs>
                <a:gs pos="71429">
                  <a:srgbClr val="AEADAE">
                    <a:alpha val="1810"/>
                  </a:srgbClr>
                </a:gs>
                <a:gs pos="85714">
                  <a:srgbClr val="AEADAE">
                    <a:alpha val="720"/>
                  </a:srgbClr>
                </a:gs>
                <a:gs pos="100000">
                  <a:srgbClr val="AEADAE">
                    <a:alpha val="2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7" name="Splat 1047"/>
            <p:cNvSpPr>
              <a:spLocks noGrp="1"/>
            </p:cNvSpPr>
            <p:nvPr/>
          </p:nvSpPr>
          <p:spPr>
            <a:xfrm rot="4721797">
              <a:off x="3354573" y="2116563"/>
              <a:ext cx="428798" cy="213667"/>
            </a:xfrm>
            <a:prstGeom prst="ellipse">
              <a:avLst/>
            </a:prstGeom>
            <a:gradFill>
              <a:gsLst>
                <a:gs pos="0">
                  <a:srgbClr val="6F706F">
                    <a:alpha val="28792"/>
                  </a:srgbClr>
                </a:gs>
                <a:gs pos="14286">
                  <a:srgbClr val="6F706F">
                    <a:alpha val="26809"/>
                  </a:srgbClr>
                </a:gs>
                <a:gs pos="28571">
                  <a:srgbClr val="6F706F">
                    <a:alpha val="21520"/>
                  </a:srgbClr>
                </a:gs>
                <a:gs pos="42857">
                  <a:srgbClr val="6F706F">
                    <a:alpha val="14696"/>
                  </a:srgbClr>
                </a:gs>
                <a:gs pos="57143">
                  <a:srgbClr val="6F706F">
                    <a:alpha val="8431"/>
                  </a:srgbClr>
                </a:gs>
                <a:gs pos="71429">
                  <a:srgbClr val="6F706F">
                    <a:alpha val="4039"/>
                  </a:srgbClr>
                </a:gs>
                <a:gs pos="85714">
                  <a:srgbClr val="6F706F">
                    <a:alpha val="1617"/>
                  </a:srgbClr>
                </a:gs>
                <a:gs pos="100000">
                  <a:srgbClr val="6F706F">
                    <a:alpha val="5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8" name="Splat 1048"/>
            <p:cNvSpPr>
              <a:spLocks noGrp="1"/>
            </p:cNvSpPr>
            <p:nvPr/>
          </p:nvSpPr>
          <p:spPr>
            <a:xfrm rot="8924281">
              <a:off x="3004869" y="2039472"/>
              <a:ext cx="774699" cy="428329"/>
            </a:xfrm>
            <a:prstGeom prst="ellipse">
              <a:avLst/>
            </a:prstGeom>
            <a:gradFill>
              <a:gsLst>
                <a:gs pos="0">
                  <a:srgbClr val="000200">
                    <a:alpha val="32968"/>
                  </a:srgbClr>
                </a:gs>
                <a:gs pos="14286">
                  <a:srgbClr val="000200">
                    <a:alpha val="30764"/>
                  </a:srgbClr>
                </a:gs>
                <a:gs pos="28571">
                  <a:srgbClr val="000200">
                    <a:alpha val="24833"/>
                  </a:srgbClr>
                </a:gs>
                <a:gs pos="42857">
                  <a:srgbClr val="000200">
                    <a:alpha val="17075"/>
                  </a:srgbClr>
                </a:gs>
                <a:gs pos="57143">
                  <a:srgbClr val="000200">
                    <a:alpha val="9855"/>
                  </a:srgbClr>
                </a:gs>
                <a:gs pos="71429">
                  <a:srgbClr val="000200">
                    <a:alpha val="4740"/>
                  </a:srgbClr>
                </a:gs>
                <a:gs pos="85714">
                  <a:srgbClr val="000200">
                    <a:alpha val="1902"/>
                  </a:srgbClr>
                </a:gs>
                <a:gs pos="100000">
                  <a:srgbClr val="000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9" name="Splat 1049"/>
            <p:cNvSpPr>
              <a:spLocks noGrp="1"/>
            </p:cNvSpPr>
            <p:nvPr/>
          </p:nvSpPr>
          <p:spPr>
            <a:xfrm rot="-8130045">
              <a:off x="2642529" y="2076033"/>
              <a:ext cx="791106" cy="398745"/>
            </a:xfrm>
            <a:prstGeom prst="ellipse">
              <a:avLst/>
            </a:prstGeom>
            <a:gradFill>
              <a:gsLst>
                <a:gs pos="0">
                  <a:srgbClr val="000000">
                    <a:alpha val="30320"/>
                  </a:srgbClr>
                </a:gs>
                <a:gs pos="14286">
                  <a:srgbClr val="000000">
                    <a:alpha val="28254"/>
                  </a:srgbClr>
                </a:gs>
                <a:gs pos="28571">
                  <a:srgbClr val="000000">
                    <a:alpha val="22726"/>
                  </a:srgbClr>
                </a:gs>
                <a:gs pos="42857">
                  <a:srgbClr val="000000">
                    <a:alpha val="15558"/>
                  </a:srgbClr>
                </a:gs>
                <a:gs pos="57143">
                  <a:srgbClr val="000000">
                    <a:alpha val="8945"/>
                  </a:srgbClr>
                </a:gs>
                <a:gs pos="71429">
                  <a:srgbClr val="000000">
                    <a:alpha val="4291"/>
                  </a:srgbClr>
                </a:gs>
                <a:gs pos="85714">
                  <a:srgbClr val="000000">
                    <a:alpha val="1719"/>
                  </a:srgbClr>
                </a:gs>
                <a:gs pos="100000">
                  <a:srgbClr val="000000">
                    <a:alpha val="5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0" name="Splat 1050"/>
            <p:cNvSpPr>
              <a:spLocks noGrp="1"/>
            </p:cNvSpPr>
            <p:nvPr/>
          </p:nvSpPr>
          <p:spPr>
            <a:xfrm rot="9809149">
              <a:off x="2376827" y="2005242"/>
              <a:ext cx="671141" cy="44315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1" name="Splat 1051"/>
            <p:cNvSpPr>
              <a:spLocks noGrp="1"/>
            </p:cNvSpPr>
            <p:nvPr/>
          </p:nvSpPr>
          <p:spPr>
            <a:xfrm rot="-9301819">
              <a:off x="2188801" y="2055691"/>
              <a:ext cx="663037" cy="378374"/>
            </a:xfrm>
            <a:prstGeom prst="ellipse">
              <a:avLst/>
            </a:prstGeom>
            <a:gradFill>
              <a:gsLst>
                <a:gs pos="0">
                  <a:srgbClr val="000000">
                    <a:alpha val="32734"/>
                  </a:srgbClr>
                </a:gs>
                <a:gs pos="14286">
                  <a:srgbClr val="000000">
                    <a:alpha val="30541"/>
                  </a:srgbClr>
                </a:gs>
                <a:gs pos="28571">
                  <a:srgbClr val="000000">
                    <a:alpha val="24646"/>
                  </a:srgbClr>
                </a:gs>
                <a:gs pos="42857">
                  <a:srgbClr val="000000">
                    <a:alpha val="16940"/>
                  </a:srgbClr>
                </a:gs>
                <a:gs pos="57143">
                  <a:srgbClr val="000000">
                    <a:alpha val="9773"/>
                  </a:srgbClr>
                </a:gs>
                <a:gs pos="71429">
                  <a:srgbClr val="000000">
                    <a:alpha val="4700"/>
                  </a:srgbClr>
                </a:gs>
                <a:gs pos="85714">
                  <a:srgbClr val="000000">
                    <a:alpha val="1886"/>
                  </a:srgbClr>
                </a:gs>
                <a:gs pos="100000">
                  <a:srgbClr val="000000">
                    <a:alpha val="6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2" name="Splat 1052"/>
            <p:cNvSpPr>
              <a:spLocks noGrp="1"/>
            </p:cNvSpPr>
            <p:nvPr/>
          </p:nvSpPr>
          <p:spPr>
            <a:xfrm rot="10545239">
              <a:off x="1792387" y="2019882"/>
              <a:ext cx="817324" cy="41922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3" name="Splat 1053"/>
            <p:cNvSpPr>
              <a:spLocks noGrp="1"/>
            </p:cNvSpPr>
            <p:nvPr/>
          </p:nvSpPr>
          <p:spPr>
            <a:xfrm rot="10501695">
              <a:off x="1582220" y="1982581"/>
              <a:ext cx="808182" cy="42028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4" name="Splat 1054"/>
            <p:cNvSpPr>
              <a:spLocks noGrp="1"/>
            </p:cNvSpPr>
            <p:nvPr/>
          </p:nvSpPr>
          <p:spPr>
            <a:xfrm rot="-9515960">
              <a:off x="1387237" y="2194516"/>
              <a:ext cx="825987" cy="14057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5" name="Splat 1055"/>
            <p:cNvSpPr>
              <a:spLocks noGrp="1"/>
            </p:cNvSpPr>
            <p:nvPr/>
          </p:nvSpPr>
          <p:spPr>
            <a:xfrm rot="-10538967">
              <a:off x="1123629" y="1999116"/>
              <a:ext cx="864653" cy="35155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6" name="Splat 1056"/>
            <p:cNvSpPr>
              <a:spLocks noGrp="1"/>
            </p:cNvSpPr>
            <p:nvPr/>
          </p:nvSpPr>
          <p:spPr>
            <a:xfrm rot="8945255">
              <a:off x="1160032" y="2172742"/>
              <a:ext cx="628033" cy="19031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7" name="Splat 1057"/>
            <p:cNvSpPr>
              <a:spLocks noGrp="1"/>
            </p:cNvSpPr>
            <p:nvPr/>
          </p:nvSpPr>
          <p:spPr>
            <a:xfrm rot="-10430823">
              <a:off x="887354" y="1939564"/>
              <a:ext cx="764964" cy="56807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8" name="Splat 1058"/>
            <p:cNvSpPr>
              <a:spLocks noGrp="1"/>
            </p:cNvSpPr>
            <p:nvPr/>
          </p:nvSpPr>
          <p:spPr>
            <a:xfrm rot="-9958761">
              <a:off x="749167" y="2158200"/>
              <a:ext cx="753265" cy="26023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9" name="Splat 1059"/>
            <p:cNvSpPr>
              <a:spLocks noGrp="1"/>
            </p:cNvSpPr>
            <p:nvPr/>
          </p:nvSpPr>
          <p:spPr>
            <a:xfrm rot="8699081">
              <a:off x="561572" y="2209242"/>
              <a:ext cx="842121" cy="20605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0" name="Splat 1060"/>
            <p:cNvSpPr>
              <a:spLocks noGrp="1"/>
            </p:cNvSpPr>
            <p:nvPr/>
          </p:nvSpPr>
          <p:spPr>
            <a:xfrm rot="8958487">
              <a:off x="491390" y="1985780"/>
              <a:ext cx="666384" cy="508371"/>
            </a:xfrm>
            <a:prstGeom prst="ellipse">
              <a:avLst/>
            </a:prstGeom>
            <a:gradFill>
              <a:gsLst>
                <a:gs pos="0">
                  <a:srgbClr val="000000">
                    <a:alpha val="28973"/>
                  </a:srgbClr>
                </a:gs>
                <a:gs pos="14286">
                  <a:srgbClr val="000000">
                    <a:alpha val="26980"/>
                  </a:srgbClr>
                </a:gs>
                <a:gs pos="28571">
                  <a:srgbClr val="000000">
                    <a:alpha val="21663"/>
                  </a:srgbClr>
                </a:gs>
                <a:gs pos="42857">
                  <a:srgbClr val="000000">
                    <a:alpha val="14798"/>
                  </a:srgbClr>
                </a:gs>
                <a:gs pos="57143">
                  <a:srgbClr val="000000">
                    <a:alpha val="8491"/>
                  </a:srgbClr>
                </a:gs>
                <a:gs pos="71429">
                  <a:srgbClr val="000000">
                    <a:alpha val="4069"/>
                  </a:srgbClr>
                </a:gs>
                <a:gs pos="85714">
                  <a:srgbClr val="000000">
                    <a:alpha val="1629"/>
                  </a:srgbClr>
                </a:gs>
                <a:gs pos="100000">
                  <a:srgbClr val="000000">
                    <a:alpha val="5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1" name="Splat 1061"/>
            <p:cNvSpPr>
              <a:spLocks noGrp="1"/>
            </p:cNvSpPr>
            <p:nvPr/>
          </p:nvSpPr>
          <p:spPr>
            <a:xfrm rot="6041088">
              <a:off x="225518" y="2124460"/>
              <a:ext cx="816122" cy="261723"/>
            </a:xfrm>
            <a:prstGeom prst="ellipse">
              <a:avLst/>
            </a:prstGeom>
            <a:gradFill>
              <a:gsLst>
                <a:gs pos="0">
                  <a:srgbClr val="000600">
                    <a:alpha val="21095"/>
                  </a:srgbClr>
                </a:gs>
                <a:gs pos="14286">
                  <a:srgbClr val="000600">
                    <a:alpha val="19568"/>
                  </a:srgbClr>
                </a:gs>
                <a:gs pos="28571">
                  <a:srgbClr val="000600">
                    <a:alpha val="15556"/>
                  </a:srgbClr>
                </a:gs>
                <a:gs pos="42857">
                  <a:srgbClr val="000600">
                    <a:alpha val="10497"/>
                  </a:srgbClr>
                </a:gs>
                <a:gs pos="57143">
                  <a:srgbClr val="000600">
                    <a:alpha val="5960"/>
                  </a:srgbClr>
                </a:gs>
                <a:gs pos="71429">
                  <a:srgbClr val="000600">
                    <a:alpha val="2836"/>
                  </a:srgbClr>
                </a:gs>
                <a:gs pos="85714">
                  <a:srgbClr val="000600">
                    <a:alpha val="1131"/>
                  </a:srgbClr>
                </a:gs>
                <a:gs pos="100000">
                  <a:srgbClr val="000600">
                    <a:alpha val="3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2" name="Splat 1062"/>
            <p:cNvSpPr>
              <a:spLocks noGrp="1"/>
            </p:cNvSpPr>
            <p:nvPr/>
          </p:nvSpPr>
          <p:spPr>
            <a:xfrm rot="5371603">
              <a:off x="-228282" y="2056267"/>
              <a:ext cx="677722" cy="273894"/>
            </a:xfrm>
            <a:prstGeom prst="ellipse">
              <a:avLst/>
            </a:prstGeom>
            <a:gradFill>
              <a:gsLst>
                <a:gs pos="0">
                  <a:srgbClr val="000702">
                    <a:alpha val="6609"/>
                  </a:srgbClr>
                </a:gs>
                <a:gs pos="14286">
                  <a:srgbClr val="000702">
                    <a:alpha val="6091"/>
                  </a:srgbClr>
                </a:gs>
                <a:gs pos="28571">
                  <a:srgbClr val="000702">
                    <a:alpha val="4763"/>
                  </a:srgbClr>
                </a:gs>
                <a:gs pos="42857">
                  <a:srgbClr val="000702">
                    <a:alpha val="3150"/>
                  </a:srgbClr>
                </a:gs>
                <a:gs pos="57143">
                  <a:srgbClr val="000702">
                    <a:alpha val="1758"/>
                  </a:srgbClr>
                </a:gs>
                <a:gs pos="71429">
                  <a:srgbClr val="000702">
                    <a:alpha val="827"/>
                  </a:srgbClr>
                </a:gs>
                <a:gs pos="85714">
                  <a:srgbClr val="000702">
                    <a:alpha val="328"/>
                  </a:srgbClr>
                </a:gs>
                <a:gs pos="100000">
                  <a:srgbClr val="000702">
                    <a:alpha val="1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3" name="Splat 1063"/>
            <p:cNvSpPr>
              <a:spLocks noGrp="1"/>
            </p:cNvSpPr>
            <p:nvPr/>
          </p:nvSpPr>
          <p:spPr>
            <a:xfrm rot="-9995732">
              <a:off x="3205232" y="1739267"/>
              <a:ext cx="840967" cy="64329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4" name="Splat 1064"/>
            <p:cNvSpPr>
              <a:spLocks noGrp="1"/>
            </p:cNvSpPr>
            <p:nvPr/>
          </p:nvSpPr>
          <p:spPr>
            <a:xfrm rot="-8883253">
              <a:off x="3053597" y="1887335"/>
              <a:ext cx="698405" cy="45904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5" name="Splat 1065"/>
            <p:cNvSpPr>
              <a:spLocks noGrp="1"/>
            </p:cNvSpPr>
            <p:nvPr/>
          </p:nvSpPr>
          <p:spPr>
            <a:xfrm rot="3753634">
              <a:off x="2888669" y="1905868"/>
              <a:ext cx="589252" cy="387491"/>
            </a:xfrm>
            <a:prstGeom prst="ellipse">
              <a:avLst/>
            </a:prstGeom>
            <a:gradFill>
              <a:gsLst>
                <a:gs pos="0">
                  <a:srgbClr val="000000">
                    <a:alpha val="30961"/>
                  </a:srgbClr>
                </a:gs>
                <a:gs pos="14286">
                  <a:srgbClr val="000000">
                    <a:alpha val="28861"/>
                  </a:srgbClr>
                </a:gs>
                <a:gs pos="28571">
                  <a:srgbClr val="000000">
                    <a:alpha val="23234"/>
                  </a:srgbClr>
                </a:gs>
                <a:gs pos="42857">
                  <a:srgbClr val="000000">
                    <a:alpha val="15922"/>
                  </a:srgbClr>
                </a:gs>
                <a:gs pos="57143">
                  <a:srgbClr val="000000">
                    <a:alpha val="9162"/>
                  </a:srgbClr>
                </a:gs>
                <a:gs pos="71429">
                  <a:srgbClr val="000000">
                    <a:alpha val="4399"/>
                  </a:srgbClr>
                </a:gs>
                <a:gs pos="85714">
                  <a:srgbClr val="000000">
                    <a:alpha val="1763"/>
                  </a:srgbClr>
                </a:gs>
                <a:gs pos="100000">
                  <a:srgbClr val="000000">
                    <a:alpha val="5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6" name="Splat 1066"/>
            <p:cNvSpPr>
              <a:spLocks noGrp="1"/>
            </p:cNvSpPr>
            <p:nvPr/>
          </p:nvSpPr>
          <p:spPr>
            <a:xfrm rot="9089899">
              <a:off x="2605337" y="1860552"/>
              <a:ext cx="809861" cy="487661"/>
            </a:xfrm>
            <a:prstGeom prst="ellipse">
              <a:avLst/>
            </a:prstGeom>
            <a:gradFill>
              <a:gsLst>
                <a:gs pos="0">
                  <a:srgbClr val="000000">
                    <a:alpha val="23330"/>
                  </a:srgbClr>
                </a:gs>
                <a:gs pos="14286">
                  <a:srgbClr val="000000">
                    <a:alpha val="21665"/>
                  </a:srgbClr>
                </a:gs>
                <a:gs pos="28571">
                  <a:srgbClr val="000000">
                    <a:alpha val="17270"/>
                  </a:srgbClr>
                </a:gs>
                <a:gs pos="42857">
                  <a:srgbClr val="000000">
                    <a:alpha val="11693"/>
                  </a:srgbClr>
                </a:gs>
                <a:gs pos="57143">
                  <a:srgbClr val="000000">
                    <a:alpha val="6658"/>
                  </a:srgbClr>
                </a:gs>
                <a:gs pos="71429">
                  <a:srgbClr val="000000">
                    <a:alpha val="3174"/>
                  </a:srgbClr>
                </a:gs>
                <a:gs pos="85714">
                  <a:srgbClr val="000000">
                    <a:alpha val="1267"/>
                  </a:srgbClr>
                </a:gs>
                <a:gs pos="100000">
                  <a:srgbClr val="000000">
                    <a:alpha val="4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7" name="Splat 1067"/>
            <p:cNvSpPr>
              <a:spLocks noGrp="1"/>
            </p:cNvSpPr>
            <p:nvPr/>
          </p:nvSpPr>
          <p:spPr>
            <a:xfrm rot="7031842">
              <a:off x="2500413" y="1892375"/>
              <a:ext cx="781679" cy="370596"/>
            </a:xfrm>
            <a:prstGeom prst="ellipse">
              <a:avLst/>
            </a:prstGeom>
            <a:gradFill>
              <a:gsLst>
                <a:gs pos="0">
                  <a:srgbClr val="000200">
                    <a:alpha val="32968"/>
                  </a:srgbClr>
                </a:gs>
                <a:gs pos="14286">
                  <a:srgbClr val="000200">
                    <a:alpha val="30764"/>
                  </a:srgbClr>
                </a:gs>
                <a:gs pos="28571">
                  <a:srgbClr val="000200">
                    <a:alpha val="24833"/>
                  </a:srgbClr>
                </a:gs>
                <a:gs pos="42857">
                  <a:srgbClr val="000200">
                    <a:alpha val="17075"/>
                  </a:srgbClr>
                </a:gs>
                <a:gs pos="57143">
                  <a:srgbClr val="000200">
                    <a:alpha val="9855"/>
                  </a:srgbClr>
                </a:gs>
                <a:gs pos="71429">
                  <a:srgbClr val="000200">
                    <a:alpha val="4740"/>
                  </a:srgbClr>
                </a:gs>
                <a:gs pos="85714">
                  <a:srgbClr val="000200">
                    <a:alpha val="1902"/>
                  </a:srgbClr>
                </a:gs>
                <a:gs pos="100000">
                  <a:srgbClr val="000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8" name="Splat 1068"/>
            <p:cNvSpPr>
              <a:spLocks noGrp="1"/>
            </p:cNvSpPr>
            <p:nvPr/>
          </p:nvSpPr>
          <p:spPr>
            <a:xfrm rot="9236659">
              <a:off x="2335377" y="2008398"/>
              <a:ext cx="733350" cy="16622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9" name="Splat 1069"/>
            <p:cNvSpPr>
              <a:spLocks noGrp="1"/>
            </p:cNvSpPr>
            <p:nvPr/>
          </p:nvSpPr>
          <p:spPr>
            <a:xfrm rot="-9737808">
              <a:off x="2172614" y="1961166"/>
              <a:ext cx="686596" cy="25148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0" name="Splat 1070"/>
            <p:cNvSpPr>
              <a:spLocks noGrp="1"/>
            </p:cNvSpPr>
            <p:nvPr/>
          </p:nvSpPr>
          <p:spPr>
            <a:xfrm rot="6491441">
              <a:off x="2058524" y="1867636"/>
              <a:ext cx="566892" cy="52668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1" name="Splat 1071"/>
            <p:cNvSpPr>
              <a:spLocks noGrp="1"/>
            </p:cNvSpPr>
            <p:nvPr/>
          </p:nvSpPr>
          <p:spPr>
            <a:xfrm rot="8851968">
              <a:off x="1848992" y="1933245"/>
              <a:ext cx="736275" cy="319636"/>
            </a:xfrm>
            <a:prstGeom prst="ellipse">
              <a:avLst/>
            </a:prstGeom>
            <a:gradFill>
              <a:gsLst>
                <a:gs pos="0">
                  <a:srgbClr val="000000">
                    <a:alpha val="32560"/>
                  </a:srgbClr>
                </a:gs>
                <a:gs pos="14286">
                  <a:srgbClr val="000000">
                    <a:alpha val="30377"/>
                  </a:srgbClr>
                </a:gs>
                <a:gs pos="28571">
                  <a:srgbClr val="000000">
                    <a:alpha val="24507"/>
                  </a:srgbClr>
                </a:gs>
                <a:gs pos="42857">
                  <a:srgbClr val="000000">
                    <a:alpha val="16839"/>
                  </a:srgbClr>
                </a:gs>
                <a:gs pos="57143">
                  <a:srgbClr val="000000">
                    <a:alpha val="9713"/>
                  </a:srgbClr>
                </a:gs>
                <a:gs pos="71429">
                  <a:srgbClr val="000000">
                    <a:alpha val="4670"/>
                  </a:srgbClr>
                </a:gs>
                <a:gs pos="85714">
                  <a:srgbClr val="000000">
                    <a:alpha val="1873"/>
                  </a:srgbClr>
                </a:gs>
                <a:gs pos="100000">
                  <a:srgbClr val="000000">
                    <a:alpha val="6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2" name="Splat 1072"/>
            <p:cNvSpPr>
              <a:spLocks noGrp="1"/>
            </p:cNvSpPr>
            <p:nvPr/>
          </p:nvSpPr>
          <p:spPr>
            <a:xfrm rot="3044698">
              <a:off x="1459868" y="1925485"/>
              <a:ext cx="745271" cy="37381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3" name="Splat 1073"/>
            <p:cNvSpPr>
              <a:spLocks noGrp="1"/>
            </p:cNvSpPr>
            <p:nvPr/>
          </p:nvSpPr>
          <p:spPr>
            <a:xfrm rot="9901964">
              <a:off x="1277041" y="1940609"/>
              <a:ext cx="703614" cy="393779"/>
            </a:xfrm>
            <a:prstGeom prst="ellipse">
              <a:avLst/>
            </a:prstGeom>
            <a:gradFill>
              <a:gsLst>
                <a:gs pos="0">
                  <a:srgbClr val="000205">
                    <a:alpha val="27217"/>
                  </a:srgbClr>
                </a:gs>
                <a:gs pos="14286">
                  <a:srgbClr val="000205">
                    <a:alpha val="25323"/>
                  </a:srgbClr>
                </a:gs>
                <a:gs pos="28571">
                  <a:srgbClr val="000205">
                    <a:alpha val="20285"/>
                  </a:srgbClr>
                </a:gs>
                <a:gs pos="42857">
                  <a:srgbClr val="000205">
                    <a:alpha val="13818"/>
                  </a:srgbClr>
                </a:gs>
                <a:gs pos="57143">
                  <a:srgbClr val="000205">
                    <a:alpha val="7910"/>
                  </a:srgbClr>
                </a:gs>
                <a:gs pos="71429">
                  <a:srgbClr val="000205">
                    <a:alpha val="3784"/>
                  </a:srgbClr>
                </a:gs>
                <a:gs pos="85714">
                  <a:srgbClr val="000205">
                    <a:alpha val="1514"/>
                  </a:srgbClr>
                </a:gs>
                <a:gs pos="100000">
                  <a:srgbClr val="000205">
                    <a:alpha val="5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4" name="Splat 1074"/>
            <p:cNvSpPr>
              <a:spLocks noGrp="1"/>
            </p:cNvSpPr>
            <p:nvPr/>
          </p:nvSpPr>
          <p:spPr>
            <a:xfrm rot="3021405">
              <a:off x="988046" y="1972085"/>
              <a:ext cx="683332" cy="187192"/>
            </a:xfrm>
            <a:prstGeom prst="ellipse">
              <a:avLst/>
            </a:prstGeom>
            <a:gradFill>
              <a:gsLst>
                <a:gs pos="0">
                  <a:srgbClr val="000500">
                    <a:alpha val="32697"/>
                  </a:srgbClr>
                </a:gs>
                <a:gs pos="14286">
                  <a:srgbClr val="000500">
                    <a:alpha val="30506"/>
                  </a:srgbClr>
                </a:gs>
                <a:gs pos="28571">
                  <a:srgbClr val="000500">
                    <a:alpha val="24616"/>
                  </a:srgbClr>
                </a:gs>
                <a:gs pos="42857">
                  <a:srgbClr val="000500">
                    <a:alpha val="16918"/>
                  </a:srgbClr>
                </a:gs>
                <a:gs pos="57143">
                  <a:srgbClr val="000500">
                    <a:alpha val="9760"/>
                  </a:srgbClr>
                </a:gs>
                <a:gs pos="71429">
                  <a:srgbClr val="000500">
                    <a:alpha val="4694"/>
                  </a:srgbClr>
                </a:gs>
                <a:gs pos="85714">
                  <a:srgbClr val="000500">
                    <a:alpha val="1883"/>
                  </a:srgbClr>
                </a:gs>
                <a:gs pos="100000">
                  <a:srgbClr val="000500">
                    <a:alpha val="6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5" name="Splat 1075"/>
            <p:cNvSpPr>
              <a:spLocks noGrp="1"/>
            </p:cNvSpPr>
            <p:nvPr/>
          </p:nvSpPr>
          <p:spPr>
            <a:xfrm rot="9297604">
              <a:off x="730043" y="1968197"/>
              <a:ext cx="751372" cy="29227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6" name="Splat 1076"/>
            <p:cNvSpPr>
              <a:spLocks noGrp="1"/>
            </p:cNvSpPr>
            <p:nvPr/>
          </p:nvSpPr>
          <p:spPr>
            <a:xfrm rot="-8682219">
              <a:off x="369098" y="1929476"/>
              <a:ext cx="832491" cy="20628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7" name="Splat 1077"/>
            <p:cNvSpPr>
              <a:spLocks noGrp="1"/>
            </p:cNvSpPr>
            <p:nvPr/>
          </p:nvSpPr>
          <p:spPr>
            <a:xfrm rot="10790630">
              <a:off x="195652" y="1899297"/>
              <a:ext cx="775114" cy="410511"/>
            </a:xfrm>
            <a:prstGeom prst="ellipse">
              <a:avLst/>
            </a:prstGeom>
            <a:gradFill>
              <a:gsLst>
                <a:gs pos="0">
                  <a:srgbClr val="000002">
                    <a:alpha val="31284"/>
                  </a:srgbClr>
                </a:gs>
                <a:gs pos="14286">
                  <a:srgbClr val="000002">
                    <a:alpha val="29167"/>
                  </a:srgbClr>
                </a:gs>
                <a:gs pos="28571">
                  <a:srgbClr val="000002">
                    <a:alpha val="23490"/>
                  </a:srgbClr>
                </a:gs>
                <a:gs pos="42857">
                  <a:srgbClr val="000002">
                    <a:alpha val="16107"/>
                  </a:srgbClr>
                </a:gs>
                <a:gs pos="57143">
                  <a:srgbClr val="000002">
                    <a:alpha val="9273"/>
                  </a:srgbClr>
                </a:gs>
                <a:gs pos="71429">
                  <a:srgbClr val="000002">
                    <a:alpha val="4453"/>
                  </a:srgbClr>
                </a:gs>
                <a:gs pos="85714">
                  <a:srgbClr val="000002">
                    <a:alpha val="1785"/>
                  </a:srgbClr>
                </a:gs>
                <a:gs pos="100000">
                  <a:srgbClr val="000002">
                    <a:alpha val="6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8" name="Splat 1078"/>
            <p:cNvSpPr>
              <a:spLocks noGrp="1"/>
            </p:cNvSpPr>
            <p:nvPr/>
          </p:nvSpPr>
          <p:spPr>
            <a:xfrm rot="10186552">
              <a:off x="-52535" y="1921941"/>
              <a:ext cx="802682" cy="411616"/>
            </a:xfrm>
            <a:prstGeom prst="ellipse">
              <a:avLst/>
            </a:prstGeom>
            <a:gradFill>
              <a:gsLst>
                <a:gs pos="0">
                  <a:srgbClr val="000002">
                    <a:alpha val="29072"/>
                  </a:srgbClr>
                </a:gs>
                <a:gs pos="14286">
                  <a:srgbClr val="000002">
                    <a:alpha val="27073"/>
                  </a:srgbClr>
                </a:gs>
                <a:gs pos="28571">
                  <a:srgbClr val="000002">
                    <a:alpha val="21740"/>
                  </a:srgbClr>
                </a:gs>
                <a:gs pos="42857">
                  <a:srgbClr val="000002">
                    <a:alpha val="14853"/>
                  </a:srgbClr>
                </a:gs>
                <a:gs pos="57143">
                  <a:srgbClr val="000002">
                    <a:alpha val="8524"/>
                  </a:srgbClr>
                </a:gs>
                <a:gs pos="71429">
                  <a:srgbClr val="000002">
                    <a:alpha val="4085"/>
                  </a:srgbClr>
                </a:gs>
                <a:gs pos="85714">
                  <a:srgbClr val="000002">
                    <a:alpha val="1636"/>
                  </a:srgbClr>
                </a:gs>
                <a:gs pos="100000">
                  <a:srgbClr val="000002">
                    <a:alpha val="5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9" name="Splat 1079"/>
            <p:cNvSpPr>
              <a:spLocks noGrp="1"/>
            </p:cNvSpPr>
            <p:nvPr/>
          </p:nvSpPr>
          <p:spPr>
            <a:xfrm rot="3393527">
              <a:off x="3150869" y="1620196"/>
              <a:ext cx="828120" cy="424279"/>
            </a:xfrm>
            <a:prstGeom prst="ellipse">
              <a:avLst/>
            </a:prstGeom>
            <a:gradFill>
              <a:gsLst>
                <a:gs pos="0">
                  <a:srgbClr val="000000">
                    <a:alpha val="30423"/>
                  </a:srgbClr>
                </a:gs>
                <a:gs pos="14286">
                  <a:srgbClr val="000000">
                    <a:alpha val="28351"/>
                  </a:srgbClr>
                </a:gs>
                <a:gs pos="28571">
                  <a:srgbClr val="000000">
                    <a:alpha val="22807"/>
                  </a:srgbClr>
                </a:gs>
                <a:gs pos="42857">
                  <a:srgbClr val="000000">
                    <a:alpha val="15616"/>
                  </a:srgbClr>
                </a:gs>
                <a:gs pos="57143">
                  <a:srgbClr val="000000">
                    <a:alpha val="8979"/>
                  </a:srgbClr>
                </a:gs>
                <a:gs pos="71429">
                  <a:srgbClr val="000000">
                    <a:alpha val="4308"/>
                  </a:srgbClr>
                </a:gs>
                <a:gs pos="85714">
                  <a:srgbClr val="000000">
                    <a:alpha val="1726"/>
                  </a:srgbClr>
                </a:gs>
                <a:gs pos="100000">
                  <a:srgbClr val="000000">
                    <a:alpha val="5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0" name="Splat 1080"/>
            <p:cNvSpPr>
              <a:spLocks noGrp="1"/>
            </p:cNvSpPr>
            <p:nvPr/>
          </p:nvSpPr>
          <p:spPr>
            <a:xfrm rot="3854390">
              <a:off x="2758403" y="1767416"/>
              <a:ext cx="511242" cy="309221"/>
            </a:xfrm>
            <a:prstGeom prst="ellipse">
              <a:avLst/>
            </a:prstGeom>
            <a:gradFill>
              <a:gsLst>
                <a:gs pos="0">
                  <a:srgbClr val="000000">
                    <a:alpha val="28533"/>
                  </a:srgbClr>
                </a:gs>
                <a:gs pos="14286">
                  <a:srgbClr val="000000">
                    <a:alpha val="26564"/>
                  </a:srgbClr>
                </a:gs>
                <a:gs pos="28571">
                  <a:srgbClr val="000000">
                    <a:alpha val="21316"/>
                  </a:srgbClr>
                </a:gs>
                <a:gs pos="42857">
                  <a:srgbClr val="000000">
                    <a:alpha val="14551"/>
                  </a:srgbClr>
                </a:gs>
                <a:gs pos="57143">
                  <a:srgbClr val="000000">
                    <a:alpha val="8344"/>
                  </a:srgbClr>
                </a:gs>
                <a:gs pos="71429">
                  <a:srgbClr val="000000">
                    <a:alpha val="3997"/>
                  </a:srgbClr>
                </a:gs>
                <a:gs pos="85714">
                  <a:srgbClr val="000000">
                    <a:alpha val="1600"/>
                  </a:srgbClr>
                </a:gs>
                <a:gs pos="100000">
                  <a:srgbClr val="000000">
                    <a:alpha val="5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1" name="Splat 1081"/>
            <p:cNvSpPr>
              <a:spLocks noGrp="1"/>
            </p:cNvSpPr>
            <p:nvPr/>
          </p:nvSpPr>
          <p:spPr>
            <a:xfrm rot="10630626">
              <a:off x="1341157" y="1709162"/>
              <a:ext cx="306743" cy="267689"/>
            </a:xfrm>
            <a:prstGeom prst="ellipse">
              <a:avLst/>
            </a:prstGeom>
            <a:gradFill>
              <a:gsLst>
                <a:gs pos="0">
                  <a:srgbClr val="FDFCFD">
                    <a:alpha val="25510"/>
                  </a:srgbClr>
                </a:gs>
                <a:gs pos="14286">
                  <a:srgbClr val="FDFCFD">
                    <a:alpha val="23714"/>
                  </a:srgbClr>
                </a:gs>
                <a:gs pos="28571">
                  <a:srgbClr val="FDFCFD">
                    <a:alpha val="18955"/>
                  </a:srgbClr>
                </a:gs>
                <a:gs pos="42857">
                  <a:srgbClr val="FDFCFD">
                    <a:alpha val="12877"/>
                  </a:srgbClr>
                </a:gs>
                <a:gs pos="57143">
                  <a:srgbClr val="FDFCFD">
                    <a:alpha val="7354"/>
                  </a:srgbClr>
                </a:gs>
                <a:gs pos="71429">
                  <a:srgbClr val="FDFCFD">
                    <a:alpha val="3512"/>
                  </a:srgbClr>
                </a:gs>
                <a:gs pos="85714">
                  <a:srgbClr val="FDFCFD">
                    <a:alpha val="1404"/>
                  </a:srgbClr>
                </a:gs>
                <a:gs pos="100000">
                  <a:srgbClr val="FDFCFD">
                    <a:alpha val="4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2" name="Splat 1082"/>
            <p:cNvSpPr>
              <a:spLocks noGrp="1"/>
            </p:cNvSpPr>
            <p:nvPr/>
          </p:nvSpPr>
          <p:spPr>
            <a:xfrm rot="4151782">
              <a:off x="-260123" y="1635859"/>
              <a:ext cx="661198" cy="449940"/>
            </a:xfrm>
            <a:prstGeom prst="ellipse">
              <a:avLst/>
            </a:prstGeom>
            <a:gradFill>
              <a:gsLst>
                <a:gs pos="0">
                  <a:srgbClr val="2F2E2B">
                    <a:alpha val="11752"/>
                  </a:srgbClr>
                </a:gs>
                <a:gs pos="14286">
                  <a:srgbClr val="2F2E2B">
                    <a:alpha val="10855"/>
                  </a:srgbClr>
                </a:gs>
                <a:gs pos="28571">
                  <a:srgbClr val="2F2E2B">
                    <a:alpha val="8536"/>
                  </a:srgbClr>
                </a:gs>
                <a:gs pos="42857">
                  <a:srgbClr val="2F2E2B">
                    <a:alpha val="5684"/>
                  </a:srgbClr>
                </a:gs>
                <a:gs pos="57143">
                  <a:srgbClr val="2F2E2B">
                    <a:alpha val="3191"/>
                  </a:srgbClr>
                </a:gs>
                <a:gs pos="71429">
                  <a:srgbClr val="2F2E2B">
                    <a:alpha val="1506"/>
                  </a:srgbClr>
                </a:gs>
                <a:gs pos="85714">
                  <a:srgbClr val="2F2E2B">
                    <a:alpha val="598"/>
                  </a:srgbClr>
                </a:gs>
                <a:gs pos="100000">
                  <a:srgbClr val="2F2E2B">
                    <a:alpha val="2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3" name="Splat 1083"/>
            <p:cNvSpPr>
              <a:spLocks noGrp="1"/>
            </p:cNvSpPr>
            <p:nvPr/>
          </p:nvSpPr>
          <p:spPr>
            <a:xfrm rot="10257758">
              <a:off x="3200068" y="1589670"/>
              <a:ext cx="417432" cy="384272"/>
            </a:xfrm>
            <a:prstGeom prst="ellipse">
              <a:avLst/>
            </a:prstGeom>
            <a:gradFill>
              <a:gsLst>
                <a:gs pos="0">
                  <a:srgbClr val="E7E7E7">
                    <a:alpha val="26401"/>
                  </a:srgbClr>
                </a:gs>
                <a:gs pos="14286">
                  <a:srgbClr val="E7E7E7">
                    <a:alpha val="24553"/>
                  </a:srgbClr>
                </a:gs>
                <a:gs pos="28571">
                  <a:srgbClr val="E7E7E7">
                    <a:alpha val="19648"/>
                  </a:srgbClr>
                </a:gs>
                <a:gs pos="42857">
                  <a:srgbClr val="E7E7E7">
                    <a:alpha val="13367"/>
                  </a:srgbClr>
                </a:gs>
                <a:gs pos="57143">
                  <a:srgbClr val="E7E7E7">
                    <a:alpha val="7643"/>
                  </a:srgbClr>
                </a:gs>
                <a:gs pos="71429">
                  <a:srgbClr val="E7E7E7">
                    <a:alpha val="3653"/>
                  </a:srgbClr>
                </a:gs>
                <a:gs pos="85714">
                  <a:srgbClr val="E7E7E7">
                    <a:alpha val="1461"/>
                  </a:srgbClr>
                </a:gs>
                <a:gs pos="100000">
                  <a:srgbClr val="E7E7E7">
                    <a:alpha val="4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4" name="Splat 1084"/>
            <p:cNvSpPr>
              <a:spLocks noGrp="1"/>
            </p:cNvSpPr>
            <p:nvPr/>
          </p:nvSpPr>
          <p:spPr>
            <a:xfrm rot="-10351817">
              <a:off x="2993064" y="1582734"/>
              <a:ext cx="502615" cy="348224"/>
            </a:xfrm>
            <a:prstGeom prst="ellipse">
              <a:avLst/>
            </a:prstGeom>
            <a:gradFill>
              <a:gsLst>
                <a:gs pos="0">
                  <a:srgbClr val="010001">
                    <a:alpha val="19648"/>
                  </a:srgbClr>
                </a:gs>
                <a:gs pos="14286">
                  <a:srgbClr val="010001">
                    <a:alpha val="18213"/>
                  </a:srgbClr>
                </a:gs>
                <a:gs pos="28571">
                  <a:srgbClr val="010001">
                    <a:alpha val="14453"/>
                  </a:srgbClr>
                </a:gs>
                <a:gs pos="42857">
                  <a:srgbClr val="010001">
                    <a:alpha val="9733"/>
                  </a:srgbClr>
                </a:gs>
                <a:gs pos="57143">
                  <a:srgbClr val="010001">
                    <a:alpha val="5516"/>
                  </a:srgbClr>
                </a:gs>
                <a:gs pos="71429">
                  <a:srgbClr val="010001">
                    <a:alpha val="2621"/>
                  </a:srgbClr>
                </a:gs>
                <a:gs pos="85714">
                  <a:srgbClr val="010001">
                    <a:alpha val="1045"/>
                  </a:srgbClr>
                </a:gs>
                <a:gs pos="100000">
                  <a:srgbClr val="010001">
                    <a:alpha val="3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5" name="Splat 1085"/>
            <p:cNvSpPr>
              <a:spLocks noGrp="1"/>
            </p:cNvSpPr>
            <p:nvPr/>
          </p:nvSpPr>
          <p:spPr>
            <a:xfrm rot="4406456">
              <a:off x="2494058" y="1501182"/>
              <a:ext cx="844666" cy="366278"/>
            </a:xfrm>
            <a:prstGeom prst="ellipse">
              <a:avLst/>
            </a:prstGeom>
            <a:gradFill>
              <a:gsLst>
                <a:gs pos="0">
                  <a:srgbClr val="000000">
                    <a:alpha val="25850"/>
                  </a:srgbClr>
                </a:gs>
                <a:gs pos="14286">
                  <a:srgbClr val="000000">
                    <a:alpha val="24035"/>
                  </a:srgbClr>
                </a:gs>
                <a:gs pos="28571">
                  <a:srgbClr val="000000">
                    <a:alpha val="19220"/>
                  </a:srgbClr>
                </a:gs>
                <a:gs pos="42857">
                  <a:srgbClr val="000000">
                    <a:alpha val="13064"/>
                  </a:srgbClr>
                </a:gs>
                <a:gs pos="57143">
                  <a:srgbClr val="000000">
                    <a:alpha val="7464"/>
                  </a:srgbClr>
                </a:gs>
                <a:gs pos="71429">
                  <a:srgbClr val="000000">
                    <a:alpha val="3566"/>
                  </a:srgbClr>
                </a:gs>
                <a:gs pos="85714">
                  <a:srgbClr val="000000">
                    <a:alpha val="1426"/>
                  </a:srgbClr>
                </a:gs>
                <a:gs pos="100000">
                  <a:srgbClr val="000000">
                    <a:alpha val="4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6" name="Splat 1086"/>
            <p:cNvSpPr>
              <a:spLocks noGrp="1"/>
            </p:cNvSpPr>
            <p:nvPr/>
          </p:nvSpPr>
          <p:spPr>
            <a:xfrm rot="4310448">
              <a:off x="2020960" y="1578013"/>
              <a:ext cx="568204" cy="314257"/>
            </a:xfrm>
            <a:prstGeom prst="ellipse">
              <a:avLst/>
            </a:prstGeom>
            <a:gradFill>
              <a:gsLst>
                <a:gs pos="0">
                  <a:srgbClr val="000400">
                    <a:alpha val="32013"/>
                  </a:srgbClr>
                </a:gs>
                <a:gs pos="14286">
                  <a:srgbClr val="000400">
                    <a:alpha val="29858"/>
                  </a:srgbClr>
                </a:gs>
                <a:gs pos="28571">
                  <a:srgbClr val="000400">
                    <a:alpha val="24070"/>
                  </a:srgbClr>
                </a:gs>
                <a:gs pos="42857">
                  <a:srgbClr val="000400">
                    <a:alpha val="16525"/>
                  </a:srgbClr>
                </a:gs>
                <a:gs pos="57143">
                  <a:srgbClr val="000400">
                    <a:alpha val="9524"/>
                  </a:srgbClr>
                </a:gs>
                <a:gs pos="71429">
                  <a:srgbClr val="000400">
                    <a:alpha val="4577"/>
                  </a:srgbClr>
                </a:gs>
                <a:gs pos="85714">
                  <a:srgbClr val="000400">
                    <a:alpha val="1835"/>
                  </a:srgbClr>
                </a:gs>
                <a:gs pos="100000">
                  <a:srgbClr val="000400">
                    <a:alpha val="6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7" name="Splat 1087"/>
            <p:cNvSpPr>
              <a:spLocks noGrp="1"/>
            </p:cNvSpPr>
            <p:nvPr/>
          </p:nvSpPr>
          <p:spPr>
            <a:xfrm rot="-8449166">
              <a:off x="1296754" y="1495548"/>
              <a:ext cx="738308" cy="38103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8" name="Splat 1088"/>
            <p:cNvSpPr>
              <a:spLocks noGrp="1"/>
            </p:cNvSpPr>
            <p:nvPr/>
          </p:nvSpPr>
          <p:spPr>
            <a:xfrm rot="-9219858">
              <a:off x="897100" y="1545589"/>
              <a:ext cx="630695" cy="265221"/>
            </a:xfrm>
            <a:prstGeom prst="ellipse">
              <a:avLst/>
            </a:prstGeom>
            <a:gradFill>
              <a:gsLst>
                <a:gs pos="0">
                  <a:srgbClr val="000000">
                    <a:alpha val="25609"/>
                  </a:srgbClr>
                </a:gs>
                <a:gs pos="14286">
                  <a:srgbClr val="000000">
                    <a:alpha val="23807"/>
                  </a:srgbClr>
                </a:gs>
                <a:gs pos="28571">
                  <a:srgbClr val="000000">
                    <a:alpha val="19032"/>
                  </a:srgbClr>
                </a:gs>
                <a:gs pos="42857">
                  <a:srgbClr val="000000">
                    <a:alpha val="12932"/>
                  </a:srgbClr>
                </a:gs>
                <a:gs pos="57143">
                  <a:srgbClr val="000000">
                    <a:alpha val="7386"/>
                  </a:srgbClr>
                </a:gs>
                <a:gs pos="71429">
                  <a:srgbClr val="000000">
                    <a:alpha val="3528"/>
                  </a:srgbClr>
                </a:gs>
                <a:gs pos="85714">
                  <a:srgbClr val="000000">
                    <a:alpha val="1410"/>
                  </a:srgbClr>
                </a:gs>
                <a:gs pos="100000">
                  <a:srgbClr val="000000">
                    <a:alpha val="4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9" name="Splat 1089"/>
            <p:cNvSpPr>
              <a:spLocks noGrp="1"/>
            </p:cNvSpPr>
            <p:nvPr/>
          </p:nvSpPr>
          <p:spPr>
            <a:xfrm rot="6903017">
              <a:off x="-277085" y="1467592"/>
              <a:ext cx="700526" cy="468310"/>
            </a:xfrm>
            <a:prstGeom prst="ellipse">
              <a:avLst/>
            </a:prstGeom>
            <a:gradFill>
              <a:gsLst>
                <a:gs pos="0">
                  <a:srgbClr val="494947">
                    <a:alpha val="32920"/>
                  </a:srgbClr>
                </a:gs>
                <a:gs pos="14286">
                  <a:srgbClr val="494947">
                    <a:alpha val="30718"/>
                  </a:srgbClr>
                </a:gs>
                <a:gs pos="28571">
                  <a:srgbClr val="494947">
                    <a:alpha val="24794"/>
                  </a:srgbClr>
                </a:gs>
                <a:gs pos="42857">
                  <a:srgbClr val="494947">
                    <a:alpha val="17047"/>
                  </a:srgbClr>
                </a:gs>
                <a:gs pos="57143">
                  <a:srgbClr val="494947">
                    <a:alpha val="9838"/>
                  </a:srgbClr>
                </a:gs>
                <a:gs pos="71429">
                  <a:srgbClr val="494947">
                    <a:alpha val="4732"/>
                  </a:srgbClr>
                </a:gs>
                <a:gs pos="85714">
                  <a:srgbClr val="494947">
                    <a:alpha val="1899"/>
                  </a:srgbClr>
                </a:gs>
                <a:gs pos="100000">
                  <a:srgbClr val="494947">
                    <a:alpha val="6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0" name="Splat 1090"/>
            <p:cNvSpPr>
              <a:spLocks noGrp="1"/>
            </p:cNvSpPr>
            <p:nvPr/>
          </p:nvSpPr>
          <p:spPr>
            <a:xfrm rot="9109435">
              <a:off x="2674959" y="1413063"/>
              <a:ext cx="834597" cy="195525"/>
            </a:xfrm>
            <a:prstGeom prst="ellipse">
              <a:avLst/>
            </a:prstGeom>
            <a:gradFill>
              <a:gsLst>
                <a:gs pos="0">
                  <a:srgbClr val="000100">
                    <a:alpha val="32968"/>
                  </a:srgbClr>
                </a:gs>
                <a:gs pos="14286">
                  <a:srgbClr val="000100">
                    <a:alpha val="30764"/>
                  </a:srgbClr>
                </a:gs>
                <a:gs pos="28571">
                  <a:srgbClr val="000100">
                    <a:alpha val="24833"/>
                  </a:srgbClr>
                </a:gs>
                <a:gs pos="42857">
                  <a:srgbClr val="000100">
                    <a:alpha val="17075"/>
                  </a:srgbClr>
                </a:gs>
                <a:gs pos="57143">
                  <a:srgbClr val="000100">
                    <a:alpha val="9855"/>
                  </a:srgbClr>
                </a:gs>
                <a:gs pos="71429">
                  <a:srgbClr val="000100">
                    <a:alpha val="4740"/>
                  </a:srgbClr>
                </a:gs>
                <a:gs pos="85714">
                  <a:srgbClr val="000100">
                    <a:alpha val="1902"/>
                  </a:srgbClr>
                </a:gs>
                <a:gs pos="100000">
                  <a:srgbClr val="000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1" name="Splat 1091"/>
            <p:cNvSpPr>
              <a:spLocks noGrp="1"/>
            </p:cNvSpPr>
            <p:nvPr/>
          </p:nvSpPr>
          <p:spPr>
            <a:xfrm rot="10391864">
              <a:off x="2469676" y="1234119"/>
              <a:ext cx="896136" cy="47418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2" name="Splat 1092"/>
            <p:cNvSpPr>
              <a:spLocks noGrp="1"/>
            </p:cNvSpPr>
            <p:nvPr/>
          </p:nvSpPr>
          <p:spPr>
            <a:xfrm rot="-8893697">
              <a:off x="2306951" y="1398042"/>
              <a:ext cx="785091" cy="31975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3" name="Splat 1093"/>
            <p:cNvSpPr>
              <a:spLocks noGrp="1"/>
            </p:cNvSpPr>
            <p:nvPr/>
          </p:nvSpPr>
          <p:spPr>
            <a:xfrm rot="10638390">
              <a:off x="2107292" y="1282280"/>
              <a:ext cx="880124" cy="39741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4" name="Splat 1094"/>
            <p:cNvSpPr>
              <a:spLocks noGrp="1"/>
            </p:cNvSpPr>
            <p:nvPr/>
          </p:nvSpPr>
          <p:spPr>
            <a:xfrm rot="10434362">
              <a:off x="2054294" y="1306630"/>
              <a:ext cx="675428" cy="42858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5" name="Splat 1095"/>
            <p:cNvSpPr>
              <a:spLocks noGrp="1"/>
            </p:cNvSpPr>
            <p:nvPr/>
          </p:nvSpPr>
          <p:spPr>
            <a:xfrm rot="-10755879">
              <a:off x="1797296" y="1416631"/>
              <a:ext cx="819779" cy="30045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6" name="Splat 1096"/>
            <p:cNvSpPr>
              <a:spLocks noGrp="1"/>
            </p:cNvSpPr>
            <p:nvPr/>
          </p:nvSpPr>
          <p:spPr>
            <a:xfrm rot="9956051">
              <a:off x="1487121" y="1319691"/>
              <a:ext cx="887987" cy="32644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7" name="Splat 1097"/>
            <p:cNvSpPr>
              <a:spLocks noGrp="1"/>
            </p:cNvSpPr>
            <p:nvPr/>
          </p:nvSpPr>
          <p:spPr>
            <a:xfrm rot="-10786140">
              <a:off x="1402939" y="1311774"/>
              <a:ext cx="795895" cy="47495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8" name="Splat 1098"/>
            <p:cNvSpPr>
              <a:spLocks noGrp="1"/>
            </p:cNvSpPr>
            <p:nvPr/>
          </p:nvSpPr>
          <p:spPr>
            <a:xfrm rot="10211470">
              <a:off x="1203672" y="1254436"/>
              <a:ext cx="841708" cy="5217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9" name="Splat 1099"/>
            <p:cNvSpPr>
              <a:spLocks noGrp="1"/>
            </p:cNvSpPr>
            <p:nvPr/>
          </p:nvSpPr>
          <p:spPr>
            <a:xfrm rot="9364313">
              <a:off x="1045337" y="1481534"/>
              <a:ext cx="833648" cy="28886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0" name="Splat 1100"/>
            <p:cNvSpPr>
              <a:spLocks noGrp="1"/>
            </p:cNvSpPr>
            <p:nvPr/>
          </p:nvSpPr>
          <p:spPr>
            <a:xfrm rot="-10261902">
              <a:off x="956743" y="1290748"/>
              <a:ext cx="745009" cy="47579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1" name="Splat 1101"/>
            <p:cNvSpPr>
              <a:spLocks noGrp="1"/>
            </p:cNvSpPr>
            <p:nvPr/>
          </p:nvSpPr>
          <p:spPr>
            <a:xfrm rot="9349793">
              <a:off x="545651" y="1403607"/>
              <a:ext cx="746245" cy="32462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2" name="Splat 1102"/>
            <p:cNvSpPr>
              <a:spLocks noGrp="1"/>
            </p:cNvSpPr>
            <p:nvPr/>
          </p:nvSpPr>
          <p:spPr>
            <a:xfrm rot="10242155">
              <a:off x="286018" y="1244160"/>
              <a:ext cx="714053" cy="546609"/>
            </a:xfrm>
            <a:prstGeom prst="ellipse">
              <a:avLst/>
            </a:prstGeom>
            <a:gradFill>
              <a:gsLst>
                <a:gs pos="0">
                  <a:srgbClr val="000300">
                    <a:alpha val="14274"/>
                  </a:srgbClr>
                </a:gs>
                <a:gs pos="14286">
                  <a:srgbClr val="000300">
                    <a:alpha val="13200"/>
                  </a:srgbClr>
                </a:gs>
                <a:gs pos="28571">
                  <a:srgbClr val="000300">
                    <a:alpha val="10409"/>
                  </a:srgbClr>
                </a:gs>
                <a:gs pos="42857">
                  <a:srgbClr val="000300">
                    <a:alpha val="6956"/>
                  </a:srgbClr>
                </a:gs>
                <a:gs pos="57143">
                  <a:srgbClr val="000300">
                    <a:alpha val="3916"/>
                  </a:srgbClr>
                </a:gs>
                <a:gs pos="71429">
                  <a:srgbClr val="000300">
                    <a:alpha val="1853"/>
                  </a:srgbClr>
                </a:gs>
                <a:gs pos="85714">
                  <a:srgbClr val="000300">
                    <a:alpha val="737"/>
                  </a:srgbClr>
                </a:gs>
                <a:gs pos="100000">
                  <a:srgbClr val="000300">
                    <a:alpha val="2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3" name="Splat 1103"/>
            <p:cNvSpPr>
              <a:spLocks noGrp="1"/>
            </p:cNvSpPr>
            <p:nvPr/>
          </p:nvSpPr>
          <p:spPr>
            <a:xfrm rot="-10633320">
              <a:off x="48657" y="1297260"/>
              <a:ext cx="681149" cy="56994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4" name="Splat 1104"/>
            <p:cNvSpPr>
              <a:spLocks noGrp="1"/>
            </p:cNvSpPr>
            <p:nvPr/>
          </p:nvSpPr>
          <p:spPr>
            <a:xfrm rot="-10796305">
              <a:off x="-133058" y="1347694"/>
              <a:ext cx="713919" cy="447416"/>
            </a:xfrm>
            <a:prstGeom prst="ellipse">
              <a:avLst/>
            </a:prstGeom>
            <a:gradFill>
              <a:gsLst>
                <a:gs pos="0">
                  <a:srgbClr val="000600">
                    <a:alpha val="32199"/>
                  </a:srgbClr>
                </a:gs>
                <a:gs pos="14286">
                  <a:srgbClr val="000600">
                    <a:alpha val="30034"/>
                  </a:srgbClr>
                </a:gs>
                <a:gs pos="28571">
                  <a:srgbClr val="000600">
                    <a:alpha val="24219"/>
                  </a:srgbClr>
                </a:gs>
                <a:gs pos="42857">
                  <a:srgbClr val="000600">
                    <a:alpha val="16631"/>
                  </a:srgbClr>
                </a:gs>
                <a:gs pos="57143">
                  <a:srgbClr val="000600">
                    <a:alpha val="9588"/>
                  </a:srgbClr>
                </a:gs>
                <a:gs pos="71429">
                  <a:srgbClr val="000600">
                    <a:alpha val="4608"/>
                  </a:srgbClr>
                </a:gs>
                <a:gs pos="85714">
                  <a:srgbClr val="000600">
                    <a:alpha val="1848"/>
                  </a:srgbClr>
                </a:gs>
                <a:gs pos="100000">
                  <a:srgbClr val="000600">
                    <a:alpha val="6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5" name="Splat 1105"/>
            <p:cNvSpPr>
              <a:spLocks noGrp="1"/>
            </p:cNvSpPr>
            <p:nvPr/>
          </p:nvSpPr>
          <p:spPr>
            <a:xfrm rot="5905432">
              <a:off x="-185706" y="1358579"/>
              <a:ext cx="617369" cy="454807"/>
            </a:xfrm>
            <a:prstGeom prst="ellipse">
              <a:avLst/>
            </a:prstGeom>
            <a:gradFill>
              <a:gsLst>
                <a:gs pos="0">
                  <a:srgbClr val="575857">
                    <a:alpha val="23864"/>
                  </a:srgbClr>
                </a:gs>
                <a:gs pos="14286">
                  <a:srgbClr val="575857">
                    <a:alpha val="22167"/>
                  </a:srgbClr>
                </a:gs>
                <a:gs pos="28571">
                  <a:srgbClr val="575857">
                    <a:alpha val="17682"/>
                  </a:srgbClr>
                </a:gs>
                <a:gs pos="42857">
                  <a:srgbClr val="575857">
                    <a:alpha val="11982"/>
                  </a:srgbClr>
                </a:gs>
                <a:gs pos="57143">
                  <a:srgbClr val="575857">
                    <a:alpha val="6828"/>
                  </a:srgbClr>
                </a:gs>
                <a:gs pos="71429">
                  <a:srgbClr val="575857">
                    <a:alpha val="3256"/>
                  </a:srgbClr>
                </a:gs>
                <a:gs pos="85714">
                  <a:srgbClr val="575857">
                    <a:alpha val="1300"/>
                  </a:srgbClr>
                </a:gs>
                <a:gs pos="100000">
                  <a:srgbClr val="575857">
                    <a:alpha val="4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6" name="Splat 1106"/>
            <p:cNvSpPr>
              <a:spLocks noGrp="1"/>
            </p:cNvSpPr>
            <p:nvPr/>
          </p:nvSpPr>
          <p:spPr>
            <a:xfrm rot="10499230">
              <a:off x="3048420" y="1264355"/>
              <a:ext cx="778786" cy="289166"/>
            </a:xfrm>
            <a:prstGeom prst="ellipse">
              <a:avLst/>
            </a:prstGeom>
            <a:gradFill>
              <a:gsLst>
                <a:gs pos="0">
                  <a:srgbClr val="040001">
                    <a:alpha val="28309"/>
                  </a:srgbClr>
                </a:gs>
                <a:gs pos="14286">
                  <a:srgbClr val="040001">
                    <a:alpha val="26353"/>
                  </a:srgbClr>
                </a:gs>
                <a:gs pos="28571">
                  <a:srgbClr val="040001">
                    <a:alpha val="21141"/>
                  </a:srgbClr>
                </a:gs>
                <a:gs pos="42857">
                  <a:srgbClr val="040001">
                    <a:alpha val="14426"/>
                  </a:srgbClr>
                </a:gs>
                <a:gs pos="57143">
                  <a:srgbClr val="040001">
                    <a:alpha val="8270"/>
                  </a:srgbClr>
                </a:gs>
                <a:gs pos="71429">
                  <a:srgbClr val="040001">
                    <a:alpha val="3960"/>
                  </a:srgbClr>
                </a:gs>
                <a:gs pos="85714">
                  <a:srgbClr val="040001">
                    <a:alpha val="1585"/>
                  </a:srgbClr>
                </a:gs>
                <a:gs pos="100000">
                  <a:srgbClr val="040001">
                    <a:alpha val="5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7" name="Splat 1107"/>
            <p:cNvSpPr>
              <a:spLocks noGrp="1"/>
            </p:cNvSpPr>
            <p:nvPr/>
          </p:nvSpPr>
          <p:spPr>
            <a:xfrm rot="-8795182">
              <a:off x="2719298" y="1221489"/>
              <a:ext cx="609500" cy="34952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8" name="Splat 1108"/>
            <p:cNvSpPr>
              <a:spLocks noGrp="1"/>
            </p:cNvSpPr>
            <p:nvPr/>
          </p:nvSpPr>
          <p:spPr>
            <a:xfrm rot="8598581">
              <a:off x="2420900" y="1253546"/>
              <a:ext cx="690649" cy="25308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9" name="Splat 1109"/>
            <p:cNvSpPr>
              <a:spLocks noGrp="1"/>
            </p:cNvSpPr>
            <p:nvPr/>
          </p:nvSpPr>
          <p:spPr>
            <a:xfrm rot="-8185983">
              <a:off x="2011830" y="1176022"/>
              <a:ext cx="701506" cy="389851"/>
            </a:xfrm>
            <a:prstGeom prst="ellipse">
              <a:avLst/>
            </a:prstGeom>
            <a:gradFill>
              <a:gsLst>
                <a:gs pos="0">
                  <a:srgbClr val="000100">
                    <a:alpha val="22306"/>
                  </a:srgbClr>
                </a:gs>
                <a:gs pos="14286">
                  <a:srgbClr val="000100">
                    <a:alpha val="20704"/>
                  </a:srgbClr>
                </a:gs>
                <a:gs pos="28571">
                  <a:srgbClr val="000100">
                    <a:alpha val="16483"/>
                  </a:srgbClr>
                </a:gs>
                <a:gs pos="42857">
                  <a:srgbClr val="000100">
                    <a:alpha val="11143"/>
                  </a:srgbClr>
                </a:gs>
                <a:gs pos="57143">
                  <a:srgbClr val="000100">
                    <a:alpha val="6337"/>
                  </a:srgbClr>
                </a:gs>
                <a:gs pos="71429">
                  <a:srgbClr val="000100">
                    <a:alpha val="3018"/>
                  </a:srgbClr>
                </a:gs>
                <a:gs pos="85714">
                  <a:srgbClr val="000100">
                    <a:alpha val="1204"/>
                  </a:srgbClr>
                </a:gs>
                <a:gs pos="100000">
                  <a:srgbClr val="000100">
                    <a:alpha val="4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0" name="Splat 1110"/>
            <p:cNvSpPr>
              <a:spLocks noGrp="1"/>
            </p:cNvSpPr>
            <p:nvPr/>
          </p:nvSpPr>
          <p:spPr>
            <a:xfrm rot="8681215">
              <a:off x="1820100" y="1228775"/>
              <a:ext cx="657526" cy="363168"/>
            </a:xfrm>
            <a:prstGeom prst="ellipse">
              <a:avLst/>
            </a:prstGeom>
            <a:gradFill>
              <a:gsLst>
                <a:gs pos="0">
                  <a:srgbClr val="000200">
                    <a:alpha val="25022"/>
                  </a:srgbClr>
                </a:gs>
                <a:gs pos="14286">
                  <a:srgbClr val="000200">
                    <a:alpha val="23255"/>
                  </a:srgbClr>
                </a:gs>
                <a:gs pos="28571">
                  <a:srgbClr val="000200">
                    <a:alpha val="18577"/>
                  </a:srgbClr>
                </a:gs>
                <a:gs pos="42857">
                  <a:srgbClr val="000200">
                    <a:alpha val="12611"/>
                  </a:srgbClr>
                </a:gs>
                <a:gs pos="57143">
                  <a:srgbClr val="000200">
                    <a:alpha val="7197"/>
                  </a:srgbClr>
                </a:gs>
                <a:gs pos="71429">
                  <a:srgbClr val="000200">
                    <a:alpha val="3436"/>
                  </a:srgbClr>
                </a:gs>
                <a:gs pos="85714">
                  <a:srgbClr val="000200">
                    <a:alpha val="1373"/>
                  </a:srgbClr>
                </a:gs>
                <a:gs pos="100000">
                  <a:srgbClr val="000200">
                    <a:alpha val="4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1" name="Splat 1111"/>
            <p:cNvSpPr>
              <a:spLocks noGrp="1"/>
            </p:cNvSpPr>
            <p:nvPr/>
          </p:nvSpPr>
          <p:spPr>
            <a:xfrm rot="-10658865">
              <a:off x="863243" y="1263875"/>
              <a:ext cx="577071" cy="303696"/>
            </a:xfrm>
            <a:prstGeom prst="ellipse">
              <a:avLst/>
            </a:prstGeom>
            <a:gradFill>
              <a:gsLst>
                <a:gs pos="0">
                  <a:srgbClr val="000001">
                    <a:alpha val="11932"/>
                  </a:srgbClr>
                </a:gs>
                <a:gs pos="14286">
                  <a:srgbClr val="000001">
                    <a:alpha val="11022"/>
                  </a:srgbClr>
                </a:gs>
                <a:gs pos="28571">
                  <a:srgbClr val="000001">
                    <a:alpha val="8669"/>
                  </a:srgbClr>
                </a:gs>
                <a:gs pos="42857">
                  <a:srgbClr val="000001">
                    <a:alpha val="5774"/>
                  </a:srgbClr>
                </a:gs>
                <a:gs pos="57143">
                  <a:srgbClr val="000001">
                    <a:alpha val="3242"/>
                  </a:srgbClr>
                </a:gs>
                <a:gs pos="71429">
                  <a:srgbClr val="000001">
                    <a:alpha val="1531"/>
                  </a:srgbClr>
                </a:gs>
                <a:gs pos="85714">
                  <a:srgbClr val="000001">
                    <a:alpha val="608"/>
                  </a:srgbClr>
                </a:gs>
                <a:gs pos="100000">
                  <a:srgbClr val="000001">
                    <a:alpha val="2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2" name="Splat 1112"/>
            <p:cNvSpPr>
              <a:spLocks noGrp="1"/>
            </p:cNvSpPr>
            <p:nvPr/>
          </p:nvSpPr>
          <p:spPr>
            <a:xfrm rot="3245439">
              <a:off x="-347493" y="1063663"/>
              <a:ext cx="780872" cy="525017"/>
            </a:xfrm>
            <a:prstGeom prst="ellipse">
              <a:avLst/>
            </a:prstGeom>
            <a:gradFill>
              <a:gsLst>
                <a:gs pos="0">
                  <a:srgbClr val="949293">
                    <a:alpha val="1294"/>
                  </a:srgbClr>
                </a:gs>
                <a:gs pos="14286">
                  <a:srgbClr val="949293">
                    <a:alpha val="1190"/>
                  </a:srgbClr>
                </a:gs>
                <a:gs pos="28571">
                  <a:srgbClr val="949293">
                    <a:alpha val="925"/>
                  </a:srgbClr>
                </a:gs>
                <a:gs pos="42857">
                  <a:srgbClr val="949293">
                    <a:alpha val="608"/>
                  </a:srgbClr>
                </a:gs>
                <a:gs pos="57143">
                  <a:srgbClr val="949293">
                    <a:alpha val="337"/>
                  </a:srgbClr>
                </a:gs>
                <a:gs pos="71429">
                  <a:srgbClr val="949293">
                    <a:alpha val="158"/>
                  </a:srgbClr>
                </a:gs>
                <a:gs pos="85714">
                  <a:srgbClr val="949293">
                    <a:alpha val="63"/>
                  </a:srgbClr>
                </a:gs>
                <a:gs pos="100000">
                  <a:srgbClr val="949293">
                    <a:alpha val="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3" name="Splat 1113"/>
            <p:cNvSpPr>
              <a:spLocks noGrp="1"/>
            </p:cNvSpPr>
            <p:nvPr/>
          </p:nvSpPr>
          <p:spPr>
            <a:xfrm rot="6462422">
              <a:off x="2518036" y="1050319"/>
              <a:ext cx="812268" cy="314202"/>
            </a:xfrm>
            <a:prstGeom prst="ellipse">
              <a:avLst/>
            </a:prstGeom>
            <a:gradFill>
              <a:gsLst>
                <a:gs pos="0">
                  <a:srgbClr val="000100">
                    <a:alpha val="32968"/>
                  </a:srgbClr>
                </a:gs>
                <a:gs pos="14286">
                  <a:srgbClr val="000100">
                    <a:alpha val="30764"/>
                  </a:srgbClr>
                </a:gs>
                <a:gs pos="28571">
                  <a:srgbClr val="000100">
                    <a:alpha val="24833"/>
                  </a:srgbClr>
                </a:gs>
                <a:gs pos="42857">
                  <a:srgbClr val="000100">
                    <a:alpha val="17075"/>
                  </a:srgbClr>
                </a:gs>
                <a:gs pos="57143">
                  <a:srgbClr val="000100">
                    <a:alpha val="9855"/>
                  </a:srgbClr>
                </a:gs>
                <a:gs pos="71429">
                  <a:srgbClr val="000100">
                    <a:alpha val="4740"/>
                  </a:srgbClr>
                </a:gs>
                <a:gs pos="85714">
                  <a:srgbClr val="000100">
                    <a:alpha val="1902"/>
                  </a:srgbClr>
                </a:gs>
                <a:gs pos="100000">
                  <a:srgbClr val="000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4" name="Splat 1114"/>
            <p:cNvSpPr>
              <a:spLocks noGrp="1"/>
            </p:cNvSpPr>
            <p:nvPr/>
          </p:nvSpPr>
          <p:spPr>
            <a:xfrm rot="5968063">
              <a:off x="1973117" y="954013"/>
              <a:ext cx="549729" cy="422984"/>
            </a:xfrm>
            <a:prstGeom prst="ellipse">
              <a:avLst/>
            </a:prstGeom>
            <a:gradFill>
              <a:gsLst>
                <a:gs pos="0">
                  <a:srgbClr val="000000">
                    <a:alpha val="19809"/>
                  </a:srgbClr>
                </a:gs>
                <a:gs pos="14286">
                  <a:srgbClr val="000000">
                    <a:alpha val="18365"/>
                  </a:srgbClr>
                </a:gs>
                <a:gs pos="28571">
                  <a:srgbClr val="000000">
                    <a:alpha val="14576"/>
                  </a:srgbClr>
                </a:gs>
                <a:gs pos="42857">
                  <a:srgbClr val="000000">
                    <a:alpha val="9818"/>
                  </a:srgbClr>
                </a:gs>
                <a:gs pos="57143">
                  <a:srgbClr val="000000">
                    <a:alpha val="5565"/>
                  </a:srgbClr>
                </a:gs>
                <a:gs pos="71429">
                  <a:srgbClr val="000000">
                    <a:alpha val="2645"/>
                  </a:srgbClr>
                </a:gs>
                <a:gs pos="85714">
                  <a:srgbClr val="000000">
                    <a:alpha val="1054"/>
                  </a:srgbClr>
                </a:gs>
                <a:gs pos="100000">
                  <a:srgbClr val="000000">
                    <a:alpha val="3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5" name="Splat 1115"/>
            <p:cNvSpPr>
              <a:spLocks noGrp="1"/>
            </p:cNvSpPr>
            <p:nvPr/>
          </p:nvSpPr>
          <p:spPr>
            <a:xfrm rot="-9172012">
              <a:off x="3105081" y="706207"/>
              <a:ext cx="838588" cy="414484"/>
            </a:xfrm>
            <a:prstGeom prst="ellipse">
              <a:avLst/>
            </a:prstGeom>
            <a:gradFill>
              <a:gsLst>
                <a:gs pos="0">
                  <a:srgbClr val="000003">
                    <a:alpha val="29267"/>
                  </a:srgbClr>
                </a:gs>
                <a:gs pos="14286">
                  <a:srgbClr val="000003">
                    <a:alpha val="27258"/>
                  </a:srgbClr>
                </a:gs>
                <a:gs pos="28571">
                  <a:srgbClr val="000003">
                    <a:alpha val="21894"/>
                  </a:srgbClr>
                </a:gs>
                <a:gs pos="42857">
                  <a:srgbClr val="000003">
                    <a:alpha val="14963"/>
                  </a:srgbClr>
                </a:gs>
                <a:gs pos="57143">
                  <a:srgbClr val="000003">
                    <a:alpha val="8590"/>
                  </a:srgbClr>
                </a:gs>
                <a:gs pos="71429">
                  <a:srgbClr val="000003">
                    <a:alpha val="4117"/>
                  </a:srgbClr>
                </a:gs>
                <a:gs pos="85714">
                  <a:srgbClr val="000003">
                    <a:alpha val="1649"/>
                  </a:srgbClr>
                </a:gs>
                <a:gs pos="100000">
                  <a:srgbClr val="000003">
                    <a:alpha val="5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6" name="Splat 1116"/>
            <p:cNvSpPr>
              <a:spLocks noGrp="1"/>
            </p:cNvSpPr>
            <p:nvPr/>
          </p:nvSpPr>
          <p:spPr>
            <a:xfrm rot="-9641313">
              <a:off x="2983974" y="867604"/>
              <a:ext cx="753592" cy="244746"/>
            </a:xfrm>
            <a:prstGeom prst="ellipse">
              <a:avLst/>
            </a:prstGeom>
            <a:gradFill>
              <a:gsLst>
                <a:gs pos="0">
                  <a:srgbClr val="000000">
                    <a:alpha val="28592"/>
                  </a:srgbClr>
                </a:gs>
                <a:gs pos="14286">
                  <a:srgbClr val="000000">
                    <a:alpha val="26620"/>
                  </a:srgbClr>
                </a:gs>
                <a:gs pos="28571">
                  <a:srgbClr val="000000">
                    <a:alpha val="21363"/>
                  </a:srgbClr>
                </a:gs>
                <a:gs pos="42857">
                  <a:srgbClr val="000000">
                    <a:alpha val="14584"/>
                  </a:srgbClr>
                </a:gs>
                <a:gs pos="57143">
                  <a:srgbClr val="000000">
                    <a:alpha val="8364"/>
                  </a:srgbClr>
                </a:gs>
                <a:gs pos="71429">
                  <a:srgbClr val="000000">
                    <a:alpha val="4006"/>
                  </a:srgbClr>
                </a:gs>
                <a:gs pos="85714">
                  <a:srgbClr val="000000">
                    <a:alpha val="1604"/>
                  </a:srgbClr>
                </a:gs>
                <a:gs pos="100000">
                  <a:srgbClr val="000000">
                    <a:alpha val="5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7" name="Splat 1117"/>
            <p:cNvSpPr>
              <a:spLocks noGrp="1"/>
            </p:cNvSpPr>
            <p:nvPr/>
          </p:nvSpPr>
          <p:spPr>
            <a:xfrm rot="8898794">
              <a:off x="2718235" y="847729"/>
              <a:ext cx="696983" cy="25991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8" name="Splat 1118"/>
            <p:cNvSpPr>
              <a:spLocks noGrp="1"/>
            </p:cNvSpPr>
            <p:nvPr/>
          </p:nvSpPr>
          <p:spPr>
            <a:xfrm rot="7471347">
              <a:off x="2667546" y="714364"/>
              <a:ext cx="553535" cy="48194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9" name="Splat 1119"/>
            <p:cNvSpPr>
              <a:spLocks noGrp="1"/>
            </p:cNvSpPr>
            <p:nvPr/>
          </p:nvSpPr>
          <p:spPr>
            <a:xfrm rot="-8757327">
              <a:off x="2216816" y="909757"/>
              <a:ext cx="596004" cy="296225"/>
            </a:xfrm>
            <a:prstGeom prst="ellipse">
              <a:avLst/>
            </a:prstGeom>
            <a:gradFill>
              <a:gsLst>
                <a:gs pos="0">
                  <a:srgbClr val="060006">
                    <a:alpha val="15231"/>
                  </a:srgbClr>
                </a:gs>
                <a:gs pos="14286">
                  <a:srgbClr val="060006">
                    <a:alpha val="14090"/>
                  </a:srgbClr>
                </a:gs>
                <a:gs pos="28571">
                  <a:srgbClr val="060006">
                    <a:alpha val="11123"/>
                  </a:srgbClr>
                </a:gs>
                <a:gs pos="42857">
                  <a:srgbClr val="060006">
                    <a:alpha val="7443"/>
                  </a:srgbClr>
                </a:gs>
                <a:gs pos="57143">
                  <a:srgbClr val="060006">
                    <a:alpha val="4195"/>
                  </a:srgbClr>
                </a:gs>
                <a:gs pos="71429">
                  <a:srgbClr val="060006">
                    <a:alpha val="1986"/>
                  </a:srgbClr>
                </a:gs>
                <a:gs pos="85714">
                  <a:srgbClr val="060006">
                    <a:alpha val="790"/>
                  </a:srgbClr>
                </a:gs>
                <a:gs pos="100000">
                  <a:srgbClr val="060006">
                    <a:alpha val="2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0" name="Splat 1120"/>
            <p:cNvSpPr>
              <a:spLocks noGrp="1"/>
            </p:cNvSpPr>
            <p:nvPr/>
          </p:nvSpPr>
          <p:spPr>
            <a:xfrm rot="-9265027">
              <a:off x="1796796" y="825863"/>
              <a:ext cx="658489" cy="299396"/>
            </a:xfrm>
            <a:prstGeom prst="ellipse">
              <a:avLst/>
            </a:prstGeom>
            <a:gradFill>
              <a:gsLst>
                <a:gs pos="0">
                  <a:srgbClr val="000004">
                    <a:alpha val="22179"/>
                  </a:srgbClr>
                </a:gs>
                <a:gs pos="14286">
                  <a:srgbClr val="000004">
                    <a:alpha val="20585"/>
                  </a:srgbClr>
                </a:gs>
                <a:gs pos="28571">
                  <a:srgbClr val="000004">
                    <a:alpha val="16385"/>
                  </a:srgbClr>
                </a:gs>
                <a:gs pos="42857">
                  <a:srgbClr val="000004">
                    <a:alpha val="11075"/>
                  </a:srgbClr>
                </a:gs>
                <a:gs pos="57143">
                  <a:srgbClr val="000004">
                    <a:alpha val="6297"/>
                  </a:srgbClr>
                </a:gs>
                <a:gs pos="71429">
                  <a:srgbClr val="000004">
                    <a:alpha val="2999"/>
                  </a:srgbClr>
                </a:gs>
                <a:gs pos="85714">
                  <a:srgbClr val="000004">
                    <a:alpha val="1197"/>
                  </a:srgbClr>
                </a:gs>
                <a:gs pos="100000">
                  <a:srgbClr val="000004">
                    <a:alpha val="4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1" name="Splat 1121"/>
            <p:cNvSpPr>
              <a:spLocks noGrp="1"/>
            </p:cNvSpPr>
            <p:nvPr/>
          </p:nvSpPr>
          <p:spPr>
            <a:xfrm rot="8538101">
              <a:off x="1575237" y="721432"/>
              <a:ext cx="560433" cy="485921"/>
            </a:xfrm>
            <a:prstGeom prst="ellipse">
              <a:avLst/>
            </a:prstGeom>
            <a:gradFill>
              <a:gsLst>
                <a:gs pos="0">
                  <a:srgbClr val="000002">
                    <a:alpha val="8452"/>
                  </a:srgbClr>
                </a:gs>
                <a:gs pos="14286">
                  <a:srgbClr val="000002">
                    <a:alpha val="7796"/>
                  </a:srgbClr>
                </a:gs>
                <a:gs pos="28571">
                  <a:srgbClr val="000002">
                    <a:alpha val="6108"/>
                  </a:srgbClr>
                </a:gs>
                <a:gs pos="42857">
                  <a:srgbClr val="000002">
                    <a:alpha val="4050"/>
                  </a:srgbClr>
                </a:gs>
                <a:gs pos="57143">
                  <a:srgbClr val="000002">
                    <a:alpha val="2265"/>
                  </a:srgbClr>
                </a:gs>
                <a:gs pos="71429">
                  <a:srgbClr val="000002">
                    <a:alpha val="1066"/>
                  </a:srgbClr>
                </a:gs>
                <a:gs pos="85714">
                  <a:srgbClr val="000002">
                    <a:alpha val="423"/>
                  </a:srgbClr>
                </a:gs>
                <a:gs pos="100000">
                  <a:srgbClr val="000002">
                    <a:alpha val="1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2" name="Splat 1122"/>
            <p:cNvSpPr>
              <a:spLocks noGrp="1"/>
            </p:cNvSpPr>
            <p:nvPr/>
          </p:nvSpPr>
          <p:spPr>
            <a:xfrm rot="5444068">
              <a:off x="-431404" y="676119"/>
              <a:ext cx="904754" cy="652562"/>
            </a:xfrm>
            <a:prstGeom prst="ellipse">
              <a:avLst/>
            </a:prstGeom>
            <a:gradFill>
              <a:gsLst>
                <a:gs pos="0">
                  <a:srgbClr val="B7B7B7">
                    <a:alpha val="7333"/>
                  </a:srgbClr>
                </a:gs>
                <a:gs pos="14286">
                  <a:srgbClr val="B7B7B7">
                    <a:alpha val="6761"/>
                  </a:srgbClr>
                </a:gs>
                <a:gs pos="28571">
                  <a:srgbClr val="B7B7B7">
                    <a:alpha val="5290"/>
                  </a:srgbClr>
                </a:gs>
                <a:gs pos="42857">
                  <a:srgbClr val="B7B7B7">
                    <a:alpha val="3502"/>
                  </a:srgbClr>
                </a:gs>
                <a:gs pos="57143">
                  <a:srgbClr val="B7B7B7">
                    <a:alpha val="1956"/>
                  </a:srgbClr>
                </a:gs>
                <a:gs pos="71429">
                  <a:srgbClr val="B7B7B7">
                    <a:alpha val="920"/>
                  </a:srgbClr>
                </a:gs>
                <a:gs pos="85714">
                  <a:srgbClr val="B7B7B7">
                    <a:alpha val="365"/>
                  </a:srgbClr>
                </a:gs>
                <a:gs pos="100000">
                  <a:srgbClr val="B7B7B7">
                    <a:alpha val="1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3" name="Splat 1123"/>
            <p:cNvSpPr>
              <a:spLocks noGrp="1"/>
            </p:cNvSpPr>
            <p:nvPr/>
          </p:nvSpPr>
          <p:spPr>
            <a:xfrm rot="6759823">
              <a:off x="3260433" y="635375"/>
              <a:ext cx="633201" cy="442968"/>
            </a:xfrm>
            <a:prstGeom prst="ellipse">
              <a:avLst/>
            </a:prstGeom>
            <a:gradFill>
              <a:gsLst>
                <a:gs pos="0">
                  <a:srgbClr val="565556">
                    <a:alpha val="32968"/>
                  </a:srgbClr>
                </a:gs>
                <a:gs pos="14286">
                  <a:srgbClr val="565556">
                    <a:alpha val="30764"/>
                  </a:srgbClr>
                </a:gs>
                <a:gs pos="28571">
                  <a:srgbClr val="565556">
                    <a:alpha val="24833"/>
                  </a:srgbClr>
                </a:gs>
                <a:gs pos="42857">
                  <a:srgbClr val="565556">
                    <a:alpha val="17075"/>
                  </a:srgbClr>
                </a:gs>
                <a:gs pos="57143">
                  <a:srgbClr val="565556">
                    <a:alpha val="9855"/>
                  </a:srgbClr>
                </a:gs>
                <a:gs pos="71429">
                  <a:srgbClr val="565556">
                    <a:alpha val="4740"/>
                  </a:srgbClr>
                </a:gs>
                <a:gs pos="85714">
                  <a:srgbClr val="565556">
                    <a:alpha val="1902"/>
                  </a:srgbClr>
                </a:gs>
                <a:gs pos="100000">
                  <a:srgbClr val="56555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4" name="Splat 1124"/>
            <p:cNvSpPr>
              <a:spLocks noGrp="1"/>
            </p:cNvSpPr>
            <p:nvPr/>
          </p:nvSpPr>
          <p:spPr>
            <a:xfrm rot="10606317">
              <a:off x="2956727" y="568723"/>
              <a:ext cx="850082" cy="4650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5" name="Splat 1125"/>
            <p:cNvSpPr>
              <a:spLocks noGrp="1"/>
            </p:cNvSpPr>
            <p:nvPr/>
          </p:nvSpPr>
          <p:spPr>
            <a:xfrm rot="10018488">
              <a:off x="2796981" y="580140"/>
              <a:ext cx="827206" cy="479534"/>
            </a:xfrm>
            <a:prstGeom prst="ellipse">
              <a:avLst/>
            </a:prstGeom>
            <a:gradFill>
              <a:gsLst>
                <a:gs pos="0">
                  <a:srgbClr val="000100">
                    <a:alpha val="32968"/>
                  </a:srgbClr>
                </a:gs>
                <a:gs pos="14286">
                  <a:srgbClr val="000100">
                    <a:alpha val="30764"/>
                  </a:srgbClr>
                </a:gs>
                <a:gs pos="28571">
                  <a:srgbClr val="000100">
                    <a:alpha val="24833"/>
                  </a:srgbClr>
                </a:gs>
                <a:gs pos="42857">
                  <a:srgbClr val="000100">
                    <a:alpha val="17075"/>
                  </a:srgbClr>
                </a:gs>
                <a:gs pos="57143">
                  <a:srgbClr val="000100">
                    <a:alpha val="9855"/>
                  </a:srgbClr>
                </a:gs>
                <a:gs pos="71429">
                  <a:srgbClr val="000100">
                    <a:alpha val="4740"/>
                  </a:srgbClr>
                </a:gs>
                <a:gs pos="85714">
                  <a:srgbClr val="000100">
                    <a:alpha val="1902"/>
                  </a:srgbClr>
                </a:gs>
                <a:gs pos="100000">
                  <a:srgbClr val="000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6" name="Splat 1126"/>
            <p:cNvSpPr>
              <a:spLocks noGrp="1"/>
            </p:cNvSpPr>
            <p:nvPr/>
          </p:nvSpPr>
          <p:spPr>
            <a:xfrm rot="-10044304">
              <a:off x="2680010" y="547385"/>
              <a:ext cx="825720" cy="42149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7" name="Splat 1127"/>
            <p:cNvSpPr>
              <a:spLocks noGrp="1"/>
            </p:cNvSpPr>
            <p:nvPr/>
          </p:nvSpPr>
          <p:spPr>
            <a:xfrm rot="10333214">
              <a:off x="2530115" y="515689"/>
              <a:ext cx="718618" cy="532459"/>
            </a:xfrm>
            <a:prstGeom prst="ellipse">
              <a:avLst/>
            </a:prstGeom>
            <a:gradFill>
              <a:gsLst>
                <a:gs pos="0">
                  <a:srgbClr val="000200">
                    <a:alpha val="9496"/>
                  </a:srgbClr>
                </a:gs>
                <a:gs pos="14286">
                  <a:srgbClr val="000200">
                    <a:alpha val="8763"/>
                  </a:srgbClr>
                </a:gs>
                <a:gs pos="28571">
                  <a:srgbClr val="000200">
                    <a:alpha val="6873"/>
                  </a:srgbClr>
                </a:gs>
                <a:gs pos="42857">
                  <a:srgbClr val="000200">
                    <a:alpha val="4563"/>
                  </a:srgbClr>
                </a:gs>
                <a:gs pos="57143">
                  <a:srgbClr val="000200">
                    <a:alpha val="2555"/>
                  </a:srgbClr>
                </a:gs>
                <a:gs pos="71429">
                  <a:srgbClr val="000200">
                    <a:alpha val="1204"/>
                  </a:srgbClr>
                </a:gs>
                <a:gs pos="85714">
                  <a:srgbClr val="000200">
                    <a:alpha val="478"/>
                  </a:srgbClr>
                </a:gs>
                <a:gs pos="100000">
                  <a:srgbClr val="000200">
                    <a:alpha val="1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8" name="Splat 1128"/>
            <p:cNvSpPr>
              <a:spLocks noGrp="1"/>
            </p:cNvSpPr>
            <p:nvPr/>
          </p:nvSpPr>
          <p:spPr>
            <a:xfrm rot="-9381574">
              <a:off x="2273993" y="673308"/>
              <a:ext cx="817568" cy="39346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9" name="Splat 1129"/>
            <p:cNvSpPr>
              <a:spLocks noGrp="1"/>
            </p:cNvSpPr>
            <p:nvPr/>
          </p:nvSpPr>
          <p:spPr>
            <a:xfrm rot="10120956">
              <a:off x="2176326" y="543377"/>
              <a:ext cx="702053" cy="5392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0" name="Splat 1130"/>
            <p:cNvSpPr>
              <a:spLocks noGrp="1"/>
            </p:cNvSpPr>
            <p:nvPr/>
          </p:nvSpPr>
          <p:spPr>
            <a:xfrm rot="10038969">
              <a:off x="1989327" y="588129"/>
              <a:ext cx="869475" cy="399570"/>
            </a:xfrm>
            <a:prstGeom prst="ellipse">
              <a:avLst/>
            </a:prstGeom>
            <a:gradFill>
              <a:gsLst>
                <a:gs pos="0">
                  <a:srgbClr val="000100">
                    <a:alpha val="32968"/>
                  </a:srgbClr>
                </a:gs>
                <a:gs pos="14286">
                  <a:srgbClr val="000100">
                    <a:alpha val="30764"/>
                  </a:srgbClr>
                </a:gs>
                <a:gs pos="28571">
                  <a:srgbClr val="000100">
                    <a:alpha val="24833"/>
                  </a:srgbClr>
                </a:gs>
                <a:gs pos="42857">
                  <a:srgbClr val="000100">
                    <a:alpha val="17075"/>
                  </a:srgbClr>
                </a:gs>
                <a:gs pos="57143">
                  <a:srgbClr val="000100">
                    <a:alpha val="9855"/>
                  </a:srgbClr>
                </a:gs>
                <a:gs pos="71429">
                  <a:srgbClr val="000100">
                    <a:alpha val="4740"/>
                  </a:srgbClr>
                </a:gs>
                <a:gs pos="85714">
                  <a:srgbClr val="000100">
                    <a:alpha val="1902"/>
                  </a:srgbClr>
                </a:gs>
                <a:gs pos="100000">
                  <a:srgbClr val="000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1" name="Splat 1131"/>
            <p:cNvSpPr>
              <a:spLocks noGrp="1"/>
            </p:cNvSpPr>
            <p:nvPr/>
          </p:nvSpPr>
          <p:spPr>
            <a:xfrm rot="5520244">
              <a:off x="1633041" y="551344"/>
              <a:ext cx="602494" cy="560494"/>
            </a:xfrm>
            <a:prstGeom prst="ellipse">
              <a:avLst/>
            </a:prstGeom>
            <a:gradFill>
              <a:gsLst>
                <a:gs pos="0">
                  <a:srgbClr val="000000">
                    <a:alpha val="8312"/>
                  </a:srgbClr>
                </a:gs>
                <a:gs pos="14286">
                  <a:srgbClr val="000000">
                    <a:alpha val="7666"/>
                  </a:srgbClr>
                </a:gs>
                <a:gs pos="28571">
                  <a:srgbClr val="000000">
                    <a:alpha val="6005"/>
                  </a:srgbClr>
                </a:gs>
                <a:gs pos="42857">
                  <a:srgbClr val="000000">
                    <a:alpha val="3981"/>
                  </a:srgbClr>
                </a:gs>
                <a:gs pos="57143">
                  <a:srgbClr val="000000">
                    <a:alpha val="2226"/>
                  </a:srgbClr>
                </a:gs>
                <a:gs pos="71429">
                  <a:srgbClr val="000000">
                    <a:alpha val="1048"/>
                  </a:srgbClr>
                </a:gs>
                <a:gs pos="85714">
                  <a:srgbClr val="000000">
                    <a:alpha val="416"/>
                  </a:srgbClr>
                </a:gs>
                <a:gs pos="100000">
                  <a:srgbClr val="000000">
                    <a:alpha val="1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2" name="Splat 1132"/>
            <p:cNvSpPr>
              <a:spLocks noGrp="1"/>
            </p:cNvSpPr>
            <p:nvPr/>
          </p:nvSpPr>
          <p:spPr>
            <a:xfrm rot="10630599">
              <a:off x="1476279" y="497897"/>
              <a:ext cx="622669" cy="477715"/>
            </a:xfrm>
            <a:prstGeom prst="ellipse">
              <a:avLst/>
            </a:prstGeom>
            <a:gradFill>
              <a:gsLst>
                <a:gs pos="0">
                  <a:srgbClr val="B1B1B0">
                    <a:alpha val="4810"/>
                  </a:srgbClr>
                </a:gs>
                <a:gs pos="14286">
                  <a:srgbClr val="B1B1B0">
                    <a:alpha val="4430"/>
                  </a:srgbClr>
                </a:gs>
                <a:gs pos="28571">
                  <a:srgbClr val="B1B1B0">
                    <a:alpha val="3457"/>
                  </a:srgbClr>
                </a:gs>
                <a:gs pos="42857">
                  <a:srgbClr val="B1B1B0">
                    <a:alpha val="2281"/>
                  </a:srgbClr>
                </a:gs>
                <a:gs pos="57143">
                  <a:srgbClr val="B1B1B0">
                    <a:alpha val="1271"/>
                  </a:srgbClr>
                </a:gs>
                <a:gs pos="71429">
                  <a:srgbClr val="B1B1B0">
                    <a:alpha val="597"/>
                  </a:srgbClr>
                </a:gs>
                <a:gs pos="85714">
                  <a:srgbClr val="B1B1B0">
                    <a:alpha val="236"/>
                  </a:srgbClr>
                </a:gs>
                <a:gs pos="100000">
                  <a:srgbClr val="B1B1B0">
                    <a:alpha val="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3" name="Splat 1133"/>
            <p:cNvSpPr>
              <a:spLocks noGrp="1"/>
            </p:cNvSpPr>
            <p:nvPr/>
          </p:nvSpPr>
          <p:spPr>
            <a:xfrm rot="6835300">
              <a:off x="878669" y="566050"/>
              <a:ext cx="601380" cy="405448"/>
            </a:xfrm>
            <a:prstGeom prst="ellipse">
              <a:avLst/>
            </a:prstGeom>
            <a:gradFill>
              <a:gsLst>
                <a:gs pos="0">
                  <a:srgbClr val="B7B7B6">
                    <a:alpha val="7491"/>
                  </a:srgbClr>
                </a:gs>
                <a:gs pos="14286">
                  <a:srgbClr val="B7B7B6">
                    <a:alpha val="6906"/>
                  </a:srgbClr>
                </a:gs>
                <a:gs pos="28571">
                  <a:srgbClr val="B7B7B6">
                    <a:alpha val="5405"/>
                  </a:srgbClr>
                </a:gs>
                <a:gs pos="42857">
                  <a:srgbClr val="B7B7B6">
                    <a:alpha val="3579"/>
                  </a:srgbClr>
                </a:gs>
                <a:gs pos="57143">
                  <a:srgbClr val="B7B7B6">
                    <a:alpha val="1999"/>
                  </a:srgbClr>
                </a:gs>
                <a:gs pos="71429">
                  <a:srgbClr val="B7B7B6">
                    <a:alpha val="941"/>
                  </a:srgbClr>
                </a:gs>
                <a:gs pos="85714">
                  <a:srgbClr val="B7B7B6">
                    <a:alpha val="373"/>
                  </a:srgbClr>
                </a:gs>
                <a:gs pos="100000">
                  <a:srgbClr val="B7B7B6">
                    <a:alpha val="1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4" name="Splat 1134"/>
            <p:cNvSpPr>
              <a:spLocks noGrp="1"/>
            </p:cNvSpPr>
            <p:nvPr/>
          </p:nvSpPr>
          <p:spPr>
            <a:xfrm rot="-10370522">
              <a:off x="748299" y="681673"/>
              <a:ext cx="554050" cy="375199"/>
            </a:xfrm>
            <a:prstGeom prst="ellipse">
              <a:avLst/>
            </a:prstGeom>
            <a:gradFill>
              <a:gsLst>
                <a:gs pos="0">
                  <a:srgbClr val="868685">
                    <a:alpha val="6253"/>
                  </a:srgbClr>
                </a:gs>
                <a:gs pos="14286">
                  <a:srgbClr val="868685">
                    <a:alpha val="5762"/>
                  </a:srgbClr>
                </a:gs>
                <a:gs pos="28571">
                  <a:srgbClr val="868685">
                    <a:alpha val="4504"/>
                  </a:srgbClr>
                </a:gs>
                <a:gs pos="42857">
                  <a:srgbClr val="868685">
                    <a:alpha val="2977"/>
                  </a:srgbClr>
                </a:gs>
                <a:gs pos="57143">
                  <a:srgbClr val="868685">
                    <a:alpha val="1661"/>
                  </a:srgbClr>
                </a:gs>
                <a:gs pos="71429">
                  <a:srgbClr val="868685">
                    <a:alpha val="781"/>
                  </a:srgbClr>
                </a:gs>
                <a:gs pos="85714">
                  <a:srgbClr val="868685">
                    <a:alpha val="310"/>
                  </a:srgbClr>
                </a:gs>
                <a:gs pos="100000">
                  <a:srgbClr val="868685">
                    <a:alpha val="1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5" name="Splat 1135"/>
            <p:cNvSpPr>
              <a:spLocks noGrp="1"/>
            </p:cNvSpPr>
            <p:nvPr/>
          </p:nvSpPr>
          <p:spPr>
            <a:xfrm rot="-10738368">
              <a:off x="499249" y="704595"/>
              <a:ext cx="588118" cy="357290"/>
            </a:xfrm>
            <a:prstGeom prst="ellipse">
              <a:avLst/>
            </a:prstGeom>
            <a:gradFill>
              <a:gsLst>
                <a:gs pos="0">
                  <a:srgbClr val="060006">
                    <a:alpha val="15351"/>
                  </a:srgbClr>
                </a:gs>
                <a:gs pos="14286">
                  <a:srgbClr val="060006">
                    <a:alpha val="14203"/>
                  </a:srgbClr>
                </a:gs>
                <a:gs pos="28571">
                  <a:srgbClr val="060006">
                    <a:alpha val="11214"/>
                  </a:srgbClr>
                </a:gs>
                <a:gs pos="42857">
                  <a:srgbClr val="060006">
                    <a:alpha val="7505"/>
                  </a:srgbClr>
                </a:gs>
                <a:gs pos="57143">
                  <a:srgbClr val="060006">
                    <a:alpha val="4231"/>
                  </a:srgbClr>
                </a:gs>
                <a:gs pos="71429">
                  <a:srgbClr val="060006">
                    <a:alpha val="2003"/>
                  </a:srgbClr>
                </a:gs>
                <a:gs pos="85714">
                  <a:srgbClr val="060006">
                    <a:alpha val="797"/>
                  </a:srgbClr>
                </a:gs>
                <a:gs pos="100000">
                  <a:srgbClr val="060006">
                    <a:alpha val="2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6" name="Splat 1136"/>
            <p:cNvSpPr>
              <a:spLocks noGrp="1"/>
            </p:cNvSpPr>
            <p:nvPr/>
          </p:nvSpPr>
          <p:spPr>
            <a:xfrm rot="4660127">
              <a:off x="265166" y="653404"/>
              <a:ext cx="839478" cy="425666"/>
            </a:xfrm>
            <a:prstGeom prst="ellipse">
              <a:avLst/>
            </a:prstGeom>
            <a:gradFill>
              <a:gsLst>
                <a:gs pos="0">
                  <a:srgbClr val="B0B0B0">
                    <a:alpha val="8641"/>
                  </a:srgbClr>
                </a:gs>
                <a:gs pos="14286">
                  <a:srgbClr val="B0B0B0">
                    <a:alpha val="7971"/>
                  </a:srgbClr>
                </a:gs>
                <a:gs pos="28571">
                  <a:srgbClr val="B0B0B0">
                    <a:alpha val="6246"/>
                  </a:srgbClr>
                </a:gs>
                <a:gs pos="42857">
                  <a:srgbClr val="B0B0B0">
                    <a:alpha val="4142"/>
                  </a:srgbClr>
                </a:gs>
                <a:gs pos="57143">
                  <a:srgbClr val="B0B0B0">
                    <a:alpha val="2317"/>
                  </a:srgbClr>
                </a:gs>
                <a:gs pos="71429">
                  <a:srgbClr val="B0B0B0">
                    <a:alpha val="1091"/>
                  </a:srgbClr>
                </a:gs>
                <a:gs pos="85714">
                  <a:srgbClr val="B0B0B0">
                    <a:alpha val="433"/>
                  </a:srgbClr>
                </a:gs>
                <a:gs pos="100000">
                  <a:srgbClr val="B0B0B0">
                    <a:alpha val="1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7" name="Splat 1137"/>
            <p:cNvSpPr>
              <a:spLocks noGrp="1"/>
            </p:cNvSpPr>
            <p:nvPr/>
          </p:nvSpPr>
          <p:spPr>
            <a:xfrm rot="10511732">
              <a:off x="37760" y="597173"/>
              <a:ext cx="740220" cy="397508"/>
            </a:xfrm>
            <a:prstGeom prst="ellipse">
              <a:avLst/>
            </a:prstGeom>
            <a:gradFill>
              <a:gsLst>
                <a:gs pos="0">
                  <a:srgbClr val="A2A1A1">
                    <a:alpha val="2924"/>
                  </a:srgbClr>
                </a:gs>
                <a:gs pos="14286">
                  <a:srgbClr val="A2A1A1">
                    <a:alpha val="2691"/>
                  </a:srgbClr>
                </a:gs>
                <a:gs pos="28571">
                  <a:srgbClr val="A2A1A1">
                    <a:alpha val="2096"/>
                  </a:srgbClr>
                </a:gs>
                <a:gs pos="42857">
                  <a:srgbClr val="A2A1A1">
                    <a:alpha val="1380"/>
                  </a:srgbClr>
                </a:gs>
                <a:gs pos="57143">
                  <a:srgbClr val="A2A1A1">
                    <a:alpha val="767"/>
                  </a:srgbClr>
                </a:gs>
                <a:gs pos="71429">
                  <a:srgbClr val="A2A1A1">
                    <a:alpha val="360"/>
                  </a:srgbClr>
                </a:gs>
                <a:gs pos="85714">
                  <a:srgbClr val="A2A1A1">
                    <a:alpha val="142"/>
                  </a:srgbClr>
                </a:gs>
                <a:gs pos="100000">
                  <a:srgbClr val="A2A1A1">
                    <a:alpha val="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8" name="Splat 1138"/>
            <p:cNvSpPr>
              <a:spLocks noGrp="1"/>
            </p:cNvSpPr>
            <p:nvPr/>
          </p:nvSpPr>
          <p:spPr>
            <a:xfrm rot="-10174444">
              <a:off x="-315539" y="535389"/>
              <a:ext cx="829543" cy="565147"/>
            </a:xfrm>
            <a:prstGeom prst="ellipse">
              <a:avLst/>
            </a:prstGeom>
            <a:gradFill>
              <a:gsLst>
                <a:gs pos="0">
                  <a:srgbClr val="858686">
                    <a:alpha val="7972"/>
                  </a:srgbClr>
                </a:gs>
                <a:gs pos="14286">
                  <a:srgbClr val="858686">
                    <a:alpha val="7351"/>
                  </a:srgbClr>
                </a:gs>
                <a:gs pos="28571">
                  <a:srgbClr val="858686">
                    <a:alpha val="5756"/>
                  </a:srgbClr>
                </a:gs>
                <a:gs pos="42857">
                  <a:srgbClr val="858686">
                    <a:alpha val="3814"/>
                  </a:srgbClr>
                </a:gs>
                <a:gs pos="57143">
                  <a:srgbClr val="858686">
                    <a:alpha val="2132"/>
                  </a:srgbClr>
                </a:gs>
                <a:gs pos="71429">
                  <a:srgbClr val="858686">
                    <a:alpha val="1004"/>
                  </a:srgbClr>
                </a:gs>
                <a:gs pos="85714">
                  <a:srgbClr val="858686">
                    <a:alpha val="398"/>
                  </a:srgbClr>
                </a:gs>
                <a:gs pos="100000">
                  <a:srgbClr val="858686">
                    <a:alpha val="1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9" name="Splat 1139"/>
            <p:cNvSpPr>
              <a:spLocks noGrp="1"/>
            </p:cNvSpPr>
            <p:nvPr/>
          </p:nvSpPr>
          <p:spPr>
            <a:xfrm rot="9658779">
              <a:off x="3026556" y="494913"/>
              <a:ext cx="958707" cy="39842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0" name="Splat 1140"/>
            <p:cNvSpPr>
              <a:spLocks noGrp="1"/>
            </p:cNvSpPr>
            <p:nvPr/>
          </p:nvSpPr>
          <p:spPr>
            <a:xfrm rot="-8458924">
              <a:off x="2172146" y="449812"/>
              <a:ext cx="680424" cy="471071"/>
            </a:xfrm>
            <a:prstGeom prst="ellipse">
              <a:avLst/>
            </a:prstGeom>
            <a:gradFill>
              <a:gsLst>
                <a:gs pos="0">
                  <a:srgbClr val="000000">
                    <a:alpha val="3189"/>
                  </a:srgbClr>
                </a:gs>
                <a:gs pos="14286">
                  <a:srgbClr val="000000">
                    <a:alpha val="2935"/>
                  </a:srgbClr>
                </a:gs>
                <a:gs pos="28571">
                  <a:srgbClr val="000000">
                    <a:alpha val="2286"/>
                  </a:srgbClr>
                </a:gs>
                <a:gs pos="42857">
                  <a:srgbClr val="000000">
                    <a:alpha val="1506"/>
                  </a:srgbClr>
                </a:gs>
                <a:gs pos="57143">
                  <a:srgbClr val="000000">
                    <a:alpha val="837"/>
                  </a:srgbClr>
                </a:gs>
                <a:gs pos="71429">
                  <a:srgbClr val="000000">
                    <a:alpha val="393"/>
                  </a:srgbClr>
                </a:gs>
                <a:gs pos="85714">
                  <a:srgbClr val="000000">
                    <a:alpha val="155"/>
                  </a:srgbClr>
                </a:gs>
                <a:gs pos="100000">
                  <a:srgbClr val="000000">
                    <a:alpha val="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1" name="Splat 1141"/>
            <p:cNvSpPr>
              <a:spLocks noGrp="1"/>
            </p:cNvSpPr>
            <p:nvPr/>
          </p:nvSpPr>
          <p:spPr>
            <a:xfrm rot="3453375">
              <a:off x="1887519" y="437617"/>
              <a:ext cx="762322" cy="470084"/>
            </a:xfrm>
            <a:prstGeom prst="ellipse">
              <a:avLst/>
            </a:prstGeom>
            <a:gradFill>
              <a:gsLst>
                <a:gs pos="0">
                  <a:srgbClr val="000200">
                    <a:alpha val="15020"/>
                  </a:srgbClr>
                </a:gs>
                <a:gs pos="14286">
                  <a:srgbClr val="000200">
                    <a:alpha val="13894"/>
                  </a:srgbClr>
                </a:gs>
                <a:gs pos="28571">
                  <a:srgbClr val="000200">
                    <a:alpha val="10966"/>
                  </a:srgbClr>
                </a:gs>
                <a:gs pos="42857">
                  <a:srgbClr val="000200">
                    <a:alpha val="7335"/>
                  </a:srgbClr>
                </a:gs>
                <a:gs pos="57143">
                  <a:srgbClr val="000200">
                    <a:alpha val="4133"/>
                  </a:srgbClr>
                </a:gs>
                <a:gs pos="71429">
                  <a:srgbClr val="000200">
                    <a:alpha val="1957"/>
                  </a:srgbClr>
                </a:gs>
                <a:gs pos="85714">
                  <a:srgbClr val="000200">
                    <a:alpha val="778"/>
                  </a:srgbClr>
                </a:gs>
                <a:gs pos="100000">
                  <a:srgbClr val="000200">
                    <a:alpha val="2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2" name="Splat 1142"/>
            <p:cNvSpPr>
              <a:spLocks noGrp="1"/>
            </p:cNvSpPr>
            <p:nvPr/>
          </p:nvSpPr>
          <p:spPr>
            <a:xfrm rot="4741421">
              <a:off x="3199994" y="281664"/>
              <a:ext cx="700503" cy="265767"/>
            </a:xfrm>
            <a:prstGeom prst="ellipse">
              <a:avLst/>
            </a:prstGeom>
            <a:gradFill>
              <a:gsLst>
                <a:gs pos="0">
                  <a:srgbClr val="000700">
                    <a:alpha val="13151"/>
                  </a:srgbClr>
                </a:gs>
                <a:gs pos="14286">
                  <a:srgbClr val="000700">
                    <a:alpha val="12155"/>
                  </a:srgbClr>
                </a:gs>
                <a:gs pos="28571">
                  <a:srgbClr val="000700">
                    <a:alpha val="9572"/>
                  </a:srgbClr>
                </a:gs>
                <a:gs pos="42857">
                  <a:srgbClr val="000700">
                    <a:alpha val="6387"/>
                  </a:srgbClr>
                </a:gs>
                <a:gs pos="57143">
                  <a:srgbClr val="000700">
                    <a:alpha val="3591"/>
                  </a:srgbClr>
                </a:gs>
                <a:gs pos="71429">
                  <a:srgbClr val="000700">
                    <a:alpha val="1697"/>
                  </a:srgbClr>
                </a:gs>
                <a:gs pos="85714">
                  <a:srgbClr val="000700">
                    <a:alpha val="675"/>
                  </a:srgbClr>
                </a:gs>
                <a:gs pos="100000">
                  <a:srgbClr val="000700">
                    <a:alpha val="2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3" name="Splat 1143"/>
            <p:cNvSpPr>
              <a:spLocks noGrp="1"/>
            </p:cNvSpPr>
            <p:nvPr/>
          </p:nvSpPr>
          <p:spPr>
            <a:xfrm rot="-9961121">
              <a:off x="2977762" y="240963"/>
              <a:ext cx="460970" cy="332167"/>
            </a:xfrm>
            <a:prstGeom prst="ellipse">
              <a:avLst/>
            </a:prstGeom>
            <a:gradFill>
              <a:gsLst>
                <a:gs pos="0">
                  <a:srgbClr val="F3F3F3">
                    <a:alpha val="14003"/>
                  </a:srgbClr>
                </a:gs>
                <a:gs pos="14286">
                  <a:srgbClr val="F3F3F3">
                    <a:alpha val="12947"/>
                  </a:srgbClr>
                </a:gs>
                <a:gs pos="28571">
                  <a:srgbClr val="F3F3F3">
                    <a:alpha val="10207"/>
                  </a:srgbClr>
                </a:gs>
                <a:gs pos="42857">
                  <a:srgbClr val="F3F3F3">
                    <a:alpha val="6818"/>
                  </a:srgbClr>
                </a:gs>
                <a:gs pos="57143">
                  <a:srgbClr val="F3F3F3">
                    <a:alpha val="3837"/>
                  </a:srgbClr>
                </a:gs>
                <a:gs pos="71429">
                  <a:srgbClr val="F3F3F3">
                    <a:alpha val="1815"/>
                  </a:srgbClr>
                </a:gs>
                <a:gs pos="85714">
                  <a:srgbClr val="F3F3F3">
                    <a:alpha val="722"/>
                  </a:srgbClr>
                </a:gs>
                <a:gs pos="100000">
                  <a:srgbClr val="F3F3F3">
                    <a:alpha val="2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4" name="Splat 1144"/>
            <p:cNvSpPr>
              <a:spLocks noGrp="1"/>
            </p:cNvSpPr>
            <p:nvPr/>
          </p:nvSpPr>
          <p:spPr>
            <a:xfrm rot="4882927">
              <a:off x="2055808" y="166933"/>
              <a:ext cx="609698" cy="413893"/>
            </a:xfrm>
            <a:prstGeom prst="ellipse">
              <a:avLst/>
            </a:prstGeom>
            <a:gradFill>
              <a:gsLst>
                <a:gs pos="0">
                  <a:srgbClr val="A7A9A8">
                    <a:alpha val="4370"/>
                  </a:srgbClr>
                </a:gs>
                <a:gs pos="14286">
                  <a:srgbClr val="A7A9A8">
                    <a:alpha val="4024"/>
                  </a:srgbClr>
                </a:gs>
                <a:gs pos="28571">
                  <a:srgbClr val="A7A9A8">
                    <a:alpha val="3139"/>
                  </a:srgbClr>
                </a:gs>
                <a:gs pos="42857">
                  <a:srgbClr val="A7A9A8">
                    <a:alpha val="2070"/>
                  </a:srgbClr>
                </a:gs>
                <a:gs pos="57143">
                  <a:srgbClr val="A7A9A8">
                    <a:alpha val="1152"/>
                  </a:srgbClr>
                </a:gs>
                <a:gs pos="71429">
                  <a:srgbClr val="A7A9A8">
                    <a:alpha val="541"/>
                  </a:srgbClr>
                </a:gs>
                <a:gs pos="85714">
                  <a:srgbClr val="A7A9A8">
                    <a:alpha val="214"/>
                  </a:srgbClr>
                </a:gs>
                <a:gs pos="100000">
                  <a:srgbClr val="A7A9A8">
                    <a:alpha val="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5" name="Splat 1145"/>
            <p:cNvSpPr>
              <a:spLocks noGrp="1"/>
            </p:cNvSpPr>
            <p:nvPr/>
          </p:nvSpPr>
          <p:spPr>
            <a:xfrm rot="-10499191">
              <a:off x="1771425" y="303392"/>
              <a:ext cx="501787" cy="341622"/>
            </a:xfrm>
            <a:prstGeom prst="ellipse">
              <a:avLst/>
            </a:prstGeom>
            <a:gradFill>
              <a:gsLst>
                <a:gs pos="0">
                  <a:srgbClr val="DEDEDE">
                    <a:alpha val="8857"/>
                  </a:srgbClr>
                </a:gs>
                <a:gs pos="14286">
                  <a:srgbClr val="DEDEDE">
                    <a:alpha val="8171"/>
                  </a:srgbClr>
                </a:gs>
                <a:gs pos="28571">
                  <a:srgbClr val="DEDEDE">
                    <a:alpha val="6404"/>
                  </a:srgbClr>
                </a:gs>
                <a:gs pos="42857">
                  <a:srgbClr val="DEDEDE">
                    <a:alpha val="4248"/>
                  </a:srgbClr>
                </a:gs>
                <a:gs pos="57143">
                  <a:srgbClr val="DEDEDE">
                    <a:alpha val="2377"/>
                  </a:srgbClr>
                </a:gs>
                <a:gs pos="71429">
                  <a:srgbClr val="DEDEDE">
                    <a:alpha val="1120"/>
                  </a:srgbClr>
                </a:gs>
                <a:gs pos="85714">
                  <a:srgbClr val="DEDEDE">
                    <a:alpha val="444"/>
                  </a:srgbClr>
                </a:gs>
                <a:gs pos="100000">
                  <a:srgbClr val="DEDEDE">
                    <a:alpha val="1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6" name="Splat 1146"/>
            <p:cNvSpPr>
              <a:spLocks noGrp="1"/>
            </p:cNvSpPr>
            <p:nvPr/>
          </p:nvSpPr>
          <p:spPr>
            <a:xfrm rot="-10615228">
              <a:off x="1237706" y="277879"/>
              <a:ext cx="488257" cy="360506"/>
            </a:xfrm>
            <a:prstGeom prst="ellipse">
              <a:avLst/>
            </a:prstGeom>
            <a:gradFill>
              <a:gsLst>
                <a:gs pos="0">
                  <a:srgbClr val="E8E9E9">
                    <a:alpha val="19093"/>
                  </a:srgbClr>
                </a:gs>
                <a:gs pos="14286">
                  <a:srgbClr val="E8E9E9">
                    <a:alpha val="17695"/>
                  </a:srgbClr>
                </a:gs>
                <a:gs pos="28571">
                  <a:srgbClr val="E8E9E9">
                    <a:alpha val="14033"/>
                  </a:srgbClr>
                </a:gs>
                <a:gs pos="42857">
                  <a:srgbClr val="E8E9E9">
                    <a:alpha val="9442"/>
                  </a:srgbClr>
                </a:gs>
                <a:gs pos="57143">
                  <a:srgbClr val="E8E9E9">
                    <a:alpha val="5347"/>
                  </a:srgbClr>
                </a:gs>
                <a:gs pos="71429">
                  <a:srgbClr val="E8E9E9">
                    <a:alpha val="2540"/>
                  </a:srgbClr>
                </a:gs>
                <a:gs pos="85714">
                  <a:srgbClr val="E8E9E9">
                    <a:alpha val="1012"/>
                  </a:srgbClr>
                </a:gs>
                <a:gs pos="100000">
                  <a:srgbClr val="E8E9E9">
                    <a:alpha val="3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7" name="Splat 1147"/>
            <p:cNvSpPr>
              <a:spLocks noGrp="1"/>
            </p:cNvSpPr>
            <p:nvPr/>
          </p:nvSpPr>
          <p:spPr>
            <a:xfrm rot="5772645">
              <a:off x="376837" y="291944"/>
              <a:ext cx="647479" cy="462938"/>
            </a:xfrm>
            <a:prstGeom prst="ellipse">
              <a:avLst/>
            </a:prstGeom>
            <a:gradFill>
              <a:gsLst>
                <a:gs pos="0">
                  <a:srgbClr val="E7E7E7">
                    <a:alpha val="2747"/>
                  </a:srgbClr>
                </a:gs>
                <a:gs pos="14286">
                  <a:srgbClr val="E7E7E7">
                    <a:alpha val="2528"/>
                  </a:srgbClr>
                </a:gs>
                <a:gs pos="28571">
                  <a:srgbClr val="E7E7E7">
                    <a:alpha val="1968"/>
                  </a:srgbClr>
                </a:gs>
                <a:gs pos="42857">
                  <a:srgbClr val="E7E7E7">
                    <a:alpha val="1295"/>
                  </a:srgbClr>
                </a:gs>
                <a:gs pos="57143">
                  <a:srgbClr val="E7E7E7">
                    <a:alpha val="720"/>
                  </a:srgbClr>
                </a:gs>
                <a:gs pos="71429">
                  <a:srgbClr val="E7E7E7">
                    <a:alpha val="338"/>
                  </a:srgbClr>
                </a:gs>
                <a:gs pos="85714">
                  <a:srgbClr val="E7E7E7">
                    <a:alpha val="134"/>
                  </a:srgbClr>
                </a:gs>
                <a:gs pos="100000">
                  <a:srgbClr val="E7E7E7">
                    <a:alpha val="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8" name="Splat 1148"/>
            <p:cNvSpPr>
              <a:spLocks noGrp="1"/>
            </p:cNvSpPr>
            <p:nvPr/>
          </p:nvSpPr>
          <p:spPr>
            <a:xfrm rot="6695677">
              <a:off x="-397945" y="255116"/>
              <a:ext cx="838311" cy="543840"/>
            </a:xfrm>
            <a:prstGeom prst="ellipse">
              <a:avLst/>
            </a:prstGeom>
            <a:gradFill>
              <a:gsLst>
                <a:gs pos="0">
                  <a:srgbClr val="828181">
                    <a:alpha val="30103"/>
                  </a:srgbClr>
                </a:gs>
                <a:gs pos="14286">
                  <a:srgbClr val="828181">
                    <a:alpha val="28048"/>
                  </a:srgbClr>
                </a:gs>
                <a:gs pos="28571">
                  <a:srgbClr val="828181">
                    <a:alpha val="22554"/>
                  </a:srgbClr>
                </a:gs>
                <a:gs pos="42857">
                  <a:srgbClr val="828181">
                    <a:alpha val="15435"/>
                  </a:srgbClr>
                </a:gs>
                <a:gs pos="57143">
                  <a:srgbClr val="828181">
                    <a:alpha val="8871"/>
                  </a:srgbClr>
                </a:gs>
                <a:gs pos="71429">
                  <a:srgbClr val="828181">
                    <a:alpha val="4255"/>
                  </a:srgbClr>
                </a:gs>
                <a:gs pos="85714">
                  <a:srgbClr val="828181">
                    <a:alpha val="1705"/>
                  </a:srgbClr>
                </a:gs>
                <a:gs pos="100000">
                  <a:srgbClr val="828181">
                    <a:alpha val="5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9" name="Splat 1149"/>
            <p:cNvSpPr>
              <a:spLocks noGrp="1"/>
            </p:cNvSpPr>
            <p:nvPr/>
          </p:nvSpPr>
          <p:spPr>
            <a:xfrm rot="4649083">
              <a:off x="3313837" y="100832"/>
              <a:ext cx="564309" cy="379874"/>
            </a:xfrm>
            <a:prstGeom prst="ellipse">
              <a:avLst/>
            </a:prstGeom>
            <a:gradFill>
              <a:gsLst>
                <a:gs pos="0">
                  <a:srgbClr val="000700">
                    <a:alpha val="21256"/>
                  </a:srgbClr>
                </a:gs>
                <a:gs pos="14286">
                  <a:srgbClr val="000700">
                    <a:alpha val="19719"/>
                  </a:srgbClr>
                </a:gs>
                <a:gs pos="28571">
                  <a:srgbClr val="000700">
                    <a:alpha val="15679"/>
                  </a:srgbClr>
                </a:gs>
                <a:gs pos="42857">
                  <a:srgbClr val="000700">
                    <a:alpha val="10583"/>
                  </a:srgbClr>
                </a:gs>
                <a:gs pos="57143">
                  <a:srgbClr val="000700">
                    <a:alpha val="6010"/>
                  </a:srgbClr>
                </a:gs>
                <a:gs pos="71429">
                  <a:srgbClr val="000700">
                    <a:alpha val="2860"/>
                  </a:srgbClr>
                </a:gs>
                <a:gs pos="85714">
                  <a:srgbClr val="000700">
                    <a:alpha val="1141"/>
                  </a:srgbClr>
                </a:gs>
                <a:gs pos="100000">
                  <a:srgbClr val="000700">
                    <a:alpha val="3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0" name="Splat 1150"/>
            <p:cNvSpPr>
              <a:spLocks noGrp="1"/>
            </p:cNvSpPr>
            <p:nvPr/>
          </p:nvSpPr>
          <p:spPr>
            <a:xfrm rot="8465657">
              <a:off x="2820542" y="248564"/>
              <a:ext cx="467403" cy="306781"/>
            </a:xfrm>
            <a:prstGeom prst="ellipse">
              <a:avLst/>
            </a:prstGeom>
            <a:gradFill>
              <a:gsLst>
                <a:gs pos="0">
                  <a:srgbClr val="030105">
                    <a:alpha val="24646"/>
                  </a:srgbClr>
                </a:gs>
                <a:gs pos="14286">
                  <a:srgbClr val="030105">
                    <a:alpha val="22901"/>
                  </a:srgbClr>
                </a:gs>
                <a:gs pos="28571">
                  <a:srgbClr val="030105">
                    <a:alpha val="18285"/>
                  </a:srgbClr>
                </a:gs>
                <a:gs pos="42857">
                  <a:srgbClr val="030105">
                    <a:alpha val="12406"/>
                  </a:srgbClr>
                </a:gs>
                <a:gs pos="57143">
                  <a:srgbClr val="030105">
                    <a:alpha val="7077"/>
                  </a:srgbClr>
                </a:gs>
                <a:gs pos="71429">
                  <a:srgbClr val="030105">
                    <a:alpha val="3377"/>
                  </a:srgbClr>
                </a:gs>
                <a:gs pos="85714">
                  <a:srgbClr val="030105">
                    <a:alpha val="1349"/>
                  </a:srgbClr>
                </a:gs>
                <a:gs pos="100000">
                  <a:srgbClr val="030105">
                    <a:alpha val="4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1" name="Splat 1151"/>
            <p:cNvSpPr>
              <a:spLocks noGrp="1"/>
            </p:cNvSpPr>
            <p:nvPr/>
          </p:nvSpPr>
          <p:spPr>
            <a:xfrm rot="5237897">
              <a:off x="1438853" y="80437"/>
              <a:ext cx="660486" cy="427037"/>
            </a:xfrm>
            <a:prstGeom prst="ellipse">
              <a:avLst/>
            </a:prstGeom>
            <a:gradFill>
              <a:gsLst>
                <a:gs pos="0">
                  <a:srgbClr val="B4B4B5">
                    <a:alpha val="5749"/>
                  </a:srgbClr>
                </a:gs>
                <a:gs pos="14286">
                  <a:srgbClr val="B4B4B5">
                    <a:alpha val="5297"/>
                  </a:srgbClr>
                </a:gs>
                <a:gs pos="28571">
                  <a:srgbClr val="B4B4B5">
                    <a:alpha val="4137"/>
                  </a:srgbClr>
                </a:gs>
                <a:gs pos="42857">
                  <a:srgbClr val="B4B4B5">
                    <a:alpha val="2733"/>
                  </a:srgbClr>
                </a:gs>
                <a:gs pos="57143">
                  <a:srgbClr val="B4B4B5">
                    <a:alpha val="1524"/>
                  </a:srgbClr>
                </a:gs>
                <a:gs pos="71429">
                  <a:srgbClr val="B4B4B5">
                    <a:alpha val="716"/>
                  </a:srgbClr>
                </a:gs>
                <a:gs pos="85714">
                  <a:srgbClr val="B4B4B5">
                    <a:alpha val="284"/>
                  </a:srgbClr>
                </a:gs>
                <a:gs pos="100000">
                  <a:srgbClr val="B4B4B5">
                    <a:alpha val="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2" name="Splat 1152"/>
            <p:cNvSpPr>
              <a:spLocks noGrp="1"/>
            </p:cNvSpPr>
            <p:nvPr/>
          </p:nvSpPr>
          <p:spPr>
            <a:xfrm rot="2752849">
              <a:off x="1010312" y="47412"/>
              <a:ext cx="619041" cy="496920"/>
            </a:xfrm>
            <a:prstGeom prst="ellipse">
              <a:avLst/>
            </a:prstGeom>
            <a:gradFill>
              <a:gsLst>
                <a:gs pos="0">
                  <a:srgbClr val="090D0D">
                    <a:alpha val="10999"/>
                  </a:srgbClr>
                </a:gs>
                <a:gs pos="14286">
                  <a:srgbClr val="090D0D">
                    <a:alpha val="10156"/>
                  </a:srgbClr>
                </a:gs>
                <a:gs pos="28571">
                  <a:srgbClr val="090D0D">
                    <a:alpha val="7979"/>
                  </a:srgbClr>
                </a:gs>
                <a:gs pos="42857">
                  <a:srgbClr val="090D0D">
                    <a:alpha val="5308"/>
                  </a:srgbClr>
                </a:gs>
                <a:gs pos="57143">
                  <a:srgbClr val="090D0D">
                    <a:alpha val="2977"/>
                  </a:srgbClr>
                </a:gs>
                <a:gs pos="71429">
                  <a:srgbClr val="090D0D">
                    <a:alpha val="1405"/>
                  </a:srgbClr>
                </a:gs>
                <a:gs pos="85714">
                  <a:srgbClr val="090D0D">
                    <a:alpha val="558"/>
                  </a:srgbClr>
                </a:gs>
                <a:gs pos="100000">
                  <a:srgbClr val="090D0D">
                    <a:alpha val="1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3" name="Splat 1153"/>
            <p:cNvSpPr>
              <a:spLocks noGrp="1"/>
            </p:cNvSpPr>
            <p:nvPr/>
          </p:nvSpPr>
          <p:spPr>
            <a:xfrm rot="-8336265">
              <a:off x="784891" y="2255"/>
              <a:ext cx="729041" cy="506092"/>
            </a:xfrm>
            <a:prstGeom prst="ellipse">
              <a:avLst/>
            </a:prstGeom>
            <a:gradFill>
              <a:gsLst>
                <a:gs pos="0">
                  <a:srgbClr val="A2A2A2">
                    <a:alpha val="10446"/>
                  </a:srgbClr>
                </a:gs>
                <a:gs pos="14286">
                  <a:srgbClr val="A2A2A2">
                    <a:alpha val="9644"/>
                  </a:srgbClr>
                </a:gs>
                <a:gs pos="28571">
                  <a:srgbClr val="A2A2A2">
                    <a:alpha val="7572"/>
                  </a:srgbClr>
                </a:gs>
                <a:gs pos="42857">
                  <a:srgbClr val="A2A2A2">
                    <a:alpha val="5034"/>
                  </a:srgbClr>
                </a:gs>
                <a:gs pos="57143">
                  <a:srgbClr val="A2A2A2">
                    <a:alpha val="2821"/>
                  </a:srgbClr>
                </a:gs>
                <a:gs pos="71429">
                  <a:srgbClr val="A2A2A2">
                    <a:alpha val="1331"/>
                  </a:srgbClr>
                </a:gs>
                <a:gs pos="85714">
                  <a:srgbClr val="A2A2A2">
                    <a:alpha val="528"/>
                  </a:srgbClr>
                </a:gs>
                <a:gs pos="100000">
                  <a:srgbClr val="A2A2A2">
                    <a:alpha val="1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4" name="Splat 1154"/>
            <p:cNvSpPr>
              <a:spLocks noGrp="1"/>
            </p:cNvSpPr>
            <p:nvPr/>
          </p:nvSpPr>
          <p:spPr>
            <a:xfrm rot="10682430">
              <a:off x="467327" y="24386"/>
              <a:ext cx="704701" cy="417392"/>
            </a:xfrm>
            <a:prstGeom prst="ellipse">
              <a:avLst/>
            </a:prstGeom>
            <a:gradFill>
              <a:gsLst>
                <a:gs pos="0">
                  <a:srgbClr val="9C9C9D">
                    <a:alpha val="19260"/>
                  </a:srgbClr>
                </a:gs>
                <a:gs pos="14286">
                  <a:srgbClr val="9C9C9D">
                    <a:alpha val="17850"/>
                  </a:srgbClr>
                </a:gs>
                <a:gs pos="28571">
                  <a:srgbClr val="9C9C9D">
                    <a:alpha val="14159"/>
                  </a:srgbClr>
                </a:gs>
                <a:gs pos="42857">
                  <a:srgbClr val="9C9C9D">
                    <a:alpha val="9529"/>
                  </a:srgbClr>
                </a:gs>
                <a:gs pos="57143">
                  <a:srgbClr val="9C9C9D">
                    <a:alpha val="5398"/>
                  </a:srgbClr>
                </a:gs>
                <a:gs pos="71429">
                  <a:srgbClr val="9C9C9D">
                    <a:alpha val="2564"/>
                  </a:srgbClr>
                </a:gs>
                <a:gs pos="85714">
                  <a:srgbClr val="9C9C9D">
                    <a:alpha val="1022"/>
                  </a:srgbClr>
                </a:gs>
                <a:gs pos="100000">
                  <a:srgbClr val="9C9C9D">
                    <a:alpha val="3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5" name="Splat 1155"/>
            <p:cNvSpPr>
              <a:spLocks noGrp="1"/>
            </p:cNvSpPr>
            <p:nvPr/>
          </p:nvSpPr>
          <p:spPr>
            <a:xfrm rot="8791068">
              <a:off x="-93436" y="112425"/>
              <a:ext cx="637474" cy="357654"/>
            </a:xfrm>
            <a:prstGeom prst="ellipse">
              <a:avLst/>
            </a:prstGeom>
            <a:gradFill>
              <a:gsLst>
                <a:gs pos="0">
                  <a:srgbClr val="AEADAE">
                    <a:alpha val="9297"/>
                  </a:srgbClr>
                </a:gs>
                <a:gs pos="14286">
                  <a:srgbClr val="AEADAE">
                    <a:alpha val="8579"/>
                  </a:srgbClr>
                </a:gs>
                <a:gs pos="28571">
                  <a:srgbClr val="AEADAE">
                    <a:alpha val="6727"/>
                  </a:srgbClr>
                </a:gs>
                <a:gs pos="42857">
                  <a:srgbClr val="AEADAE">
                    <a:alpha val="4465"/>
                  </a:srgbClr>
                </a:gs>
                <a:gs pos="57143">
                  <a:srgbClr val="AEADAE">
                    <a:alpha val="2499"/>
                  </a:srgbClr>
                </a:gs>
                <a:gs pos="71429">
                  <a:srgbClr val="AEADAE">
                    <a:alpha val="1178"/>
                  </a:srgbClr>
                </a:gs>
                <a:gs pos="85714">
                  <a:srgbClr val="AEADAE">
                    <a:alpha val="467"/>
                  </a:srgbClr>
                </a:gs>
                <a:gs pos="100000">
                  <a:srgbClr val="AEADAE">
                    <a:alpha val="1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6" name="Splat 1156"/>
            <p:cNvSpPr>
              <a:spLocks noGrp="1"/>
            </p:cNvSpPr>
            <p:nvPr/>
          </p:nvSpPr>
          <p:spPr>
            <a:xfrm rot="8158543">
              <a:off x="-257610" y="5385"/>
              <a:ext cx="694602" cy="515352"/>
            </a:xfrm>
            <a:prstGeom prst="ellipse">
              <a:avLst/>
            </a:prstGeom>
            <a:gradFill>
              <a:gsLst>
                <a:gs pos="0">
                  <a:srgbClr val="787879">
                    <a:alpha val="22822"/>
                  </a:srgbClr>
                </a:gs>
                <a:gs pos="14286">
                  <a:srgbClr val="787879">
                    <a:alpha val="21187"/>
                  </a:srgbClr>
                </a:gs>
                <a:gs pos="28571">
                  <a:srgbClr val="787879">
                    <a:alpha val="16879"/>
                  </a:srgbClr>
                </a:gs>
                <a:gs pos="42857">
                  <a:srgbClr val="787879">
                    <a:alpha val="11420"/>
                  </a:srgbClr>
                </a:gs>
                <a:gs pos="57143">
                  <a:srgbClr val="787879">
                    <a:alpha val="6498"/>
                  </a:srgbClr>
                </a:gs>
                <a:gs pos="71429">
                  <a:srgbClr val="787879">
                    <a:alpha val="3096"/>
                  </a:srgbClr>
                </a:gs>
                <a:gs pos="85714">
                  <a:srgbClr val="787879">
                    <a:alpha val="1236"/>
                  </a:srgbClr>
                </a:gs>
                <a:gs pos="100000">
                  <a:srgbClr val="787879">
                    <a:alpha val="4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7" name="Splat 1157"/>
            <p:cNvSpPr>
              <a:spLocks noGrp="1"/>
            </p:cNvSpPr>
            <p:nvPr/>
          </p:nvSpPr>
          <p:spPr>
            <a:xfrm rot="2949677">
              <a:off x="3009937" y="-129798"/>
              <a:ext cx="788865" cy="348268"/>
            </a:xfrm>
            <a:prstGeom prst="ellipse">
              <a:avLst/>
            </a:prstGeom>
            <a:gradFill>
              <a:gsLst>
                <a:gs pos="0">
                  <a:srgbClr val="A8A8A8">
                    <a:alpha val="5914"/>
                  </a:srgbClr>
                </a:gs>
                <a:gs pos="14286">
                  <a:srgbClr val="A8A8A8">
                    <a:alpha val="5449"/>
                  </a:srgbClr>
                </a:gs>
                <a:gs pos="28571">
                  <a:srgbClr val="A8A8A8">
                    <a:alpha val="4257"/>
                  </a:srgbClr>
                </a:gs>
                <a:gs pos="42857">
                  <a:srgbClr val="A8A8A8">
                    <a:alpha val="2813"/>
                  </a:srgbClr>
                </a:gs>
                <a:gs pos="57143">
                  <a:srgbClr val="A8A8A8">
                    <a:alpha val="1569"/>
                  </a:srgbClr>
                </a:gs>
                <a:gs pos="71429">
                  <a:srgbClr val="A8A8A8">
                    <a:alpha val="737"/>
                  </a:srgbClr>
                </a:gs>
                <a:gs pos="85714">
                  <a:srgbClr val="A8A8A8">
                    <a:alpha val="292"/>
                  </a:srgbClr>
                </a:gs>
                <a:gs pos="100000">
                  <a:srgbClr val="A8A8A8">
                    <a:alpha val="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8" name="Splat 1158"/>
            <p:cNvSpPr>
              <a:spLocks noGrp="1"/>
            </p:cNvSpPr>
            <p:nvPr/>
          </p:nvSpPr>
          <p:spPr>
            <a:xfrm rot="6299924">
              <a:off x="2449469" y="-131077"/>
              <a:ext cx="864261" cy="449411"/>
            </a:xfrm>
            <a:prstGeom prst="ellipse">
              <a:avLst/>
            </a:prstGeom>
            <a:gradFill>
              <a:gsLst>
                <a:gs pos="0">
                  <a:srgbClr val="9A999A">
                    <a:alpha val="4372"/>
                  </a:srgbClr>
                </a:gs>
                <a:gs pos="14286">
                  <a:srgbClr val="9A999A">
                    <a:alpha val="4025"/>
                  </a:srgbClr>
                </a:gs>
                <a:gs pos="28571">
                  <a:srgbClr val="9A999A">
                    <a:alpha val="3140"/>
                  </a:srgbClr>
                </a:gs>
                <a:gs pos="42857">
                  <a:srgbClr val="9A999A">
                    <a:alpha val="2071"/>
                  </a:srgbClr>
                </a:gs>
                <a:gs pos="57143">
                  <a:srgbClr val="9A999A">
                    <a:alpha val="1153"/>
                  </a:srgbClr>
                </a:gs>
                <a:gs pos="71429">
                  <a:srgbClr val="9A999A">
                    <a:alpha val="541"/>
                  </a:srgbClr>
                </a:gs>
                <a:gs pos="85714">
                  <a:srgbClr val="9A999A">
                    <a:alpha val="214"/>
                  </a:srgbClr>
                </a:gs>
                <a:gs pos="100000">
                  <a:srgbClr val="9A999A">
                    <a:alpha val="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9" name="Splat 1159"/>
            <p:cNvSpPr>
              <a:spLocks noGrp="1"/>
            </p:cNvSpPr>
            <p:nvPr/>
          </p:nvSpPr>
          <p:spPr>
            <a:xfrm rot="7918972">
              <a:off x="2331689" y="-228554"/>
              <a:ext cx="823581" cy="517789"/>
            </a:xfrm>
            <a:prstGeom prst="ellipse">
              <a:avLst/>
            </a:prstGeom>
            <a:gradFill>
              <a:gsLst>
                <a:gs pos="0">
                  <a:srgbClr val="919090">
                    <a:alpha val="17488"/>
                  </a:srgbClr>
                </a:gs>
                <a:gs pos="14286">
                  <a:srgbClr val="919090">
                    <a:alpha val="16195"/>
                  </a:srgbClr>
                </a:gs>
                <a:gs pos="28571">
                  <a:srgbClr val="919090">
                    <a:alpha val="12819"/>
                  </a:srgbClr>
                </a:gs>
                <a:gs pos="42857">
                  <a:srgbClr val="919090">
                    <a:alpha val="8605"/>
                  </a:srgbClr>
                </a:gs>
                <a:gs pos="57143">
                  <a:srgbClr val="919090">
                    <a:alpha val="4864"/>
                  </a:srgbClr>
                </a:gs>
                <a:gs pos="71429">
                  <a:srgbClr val="919090">
                    <a:alpha val="2307"/>
                  </a:srgbClr>
                </a:gs>
                <a:gs pos="85714">
                  <a:srgbClr val="919090">
                    <a:alpha val="919"/>
                  </a:srgbClr>
                </a:gs>
                <a:gs pos="100000">
                  <a:srgbClr val="919090">
                    <a:alpha val="3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0" name="Splat 1160"/>
            <p:cNvSpPr>
              <a:spLocks noGrp="1"/>
            </p:cNvSpPr>
            <p:nvPr/>
          </p:nvSpPr>
          <p:spPr>
            <a:xfrm rot="8911086">
              <a:off x="2195534" y="-230767"/>
              <a:ext cx="633542" cy="549480"/>
            </a:xfrm>
            <a:prstGeom prst="ellipse">
              <a:avLst/>
            </a:prstGeom>
            <a:gradFill>
              <a:gsLst>
                <a:gs pos="0">
                  <a:srgbClr val="9D9D9D">
                    <a:alpha val="16673"/>
                  </a:srgbClr>
                </a:gs>
                <a:gs pos="14286">
                  <a:srgbClr val="9D9D9D">
                    <a:alpha val="15434"/>
                  </a:srgbClr>
                </a:gs>
                <a:gs pos="28571">
                  <a:srgbClr val="9D9D9D">
                    <a:alpha val="12205"/>
                  </a:srgbClr>
                </a:gs>
                <a:gs pos="42857">
                  <a:srgbClr val="9D9D9D">
                    <a:alpha val="8183"/>
                  </a:srgbClr>
                </a:gs>
                <a:gs pos="57143">
                  <a:srgbClr val="9D9D9D">
                    <a:alpha val="4621"/>
                  </a:srgbClr>
                </a:gs>
                <a:gs pos="71429">
                  <a:srgbClr val="9D9D9D">
                    <a:alpha val="2190"/>
                  </a:srgbClr>
                </a:gs>
                <a:gs pos="85714">
                  <a:srgbClr val="9D9D9D">
                    <a:alpha val="872"/>
                  </a:srgbClr>
                </a:gs>
                <a:gs pos="100000">
                  <a:srgbClr val="9D9D9D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1" name="Splat 1161"/>
            <p:cNvSpPr>
              <a:spLocks noGrp="1"/>
            </p:cNvSpPr>
            <p:nvPr/>
          </p:nvSpPr>
          <p:spPr>
            <a:xfrm rot="5471012">
              <a:off x="2017568" y="-104791"/>
              <a:ext cx="686992" cy="473643"/>
            </a:xfrm>
            <a:prstGeom prst="ellipse">
              <a:avLst/>
            </a:prstGeom>
            <a:gradFill>
              <a:gsLst>
                <a:gs pos="0">
                  <a:srgbClr val="6A6A6A">
                    <a:alpha val="32718"/>
                  </a:srgbClr>
                </a:gs>
                <a:gs pos="14286">
                  <a:srgbClr val="6A6A6A">
                    <a:alpha val="30527"/>
                  </a:srgbClr>
                </a:gs>
                <a:gs pos="28571">
                  <a:srgbClr val="6A6A6A">
                    <a:alpha val="24633"/>
                  </a:srgbClr>
                </a:gs>
                <a:gs pos="42857">
                  <a:srgbClr val="6A6A6A">
                    <a:alpha val="16931"/>
                  </a:srgbClr>
                </a:gs>
                <a:gs pos="57143">
                  <a:srgbClr val="6A6A6A">
                    <a:alpha val="9768"/>
                  </a:srgbClr>
                </a:gs>
                <a:gs pos="71429">
                  <a:srgbClr val="6A6A6A">
                    <a:alpha val="4697"/>
                  </a:srgbClr>
                </a:gs>
                <a:gs pos="85714">
                  <a:srgbClr val="6A6A6A">
                    <a:alpha val="1885"/>
                  </a:srgbClr>
                </a:gs>
                <a:gs pos="100000">
                  <a:srgbClr val="6A6A6A">
                    <a:alpha val="6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2" name="Splat 1162"/>
            <p:cNvSpPr>
              <a:spLocks noGrp="1"/>
            </p:cNvSpPr>
            <p:nvPr/>
          </p:nvSpPr>
          <p:spPr>
            <a:xfrm rot="9550219">
              <a:off x="1854909" y="-285997"/>
              <a:ext cx="714568" cy="640947"/>
            </a:xfrm>
            <a:prstGeom prst="ellipse">
              <a:avLst/>
            </a:prstGeom>
            <a:gradFill>
              <a:gsLst>
                <a:gs pos="0">
                  <a:srgbClr val="7D7D7D">
                    <a:alpha val="29757"/>
                  </a:srgbClr>
                </a:gs>
                <a:gs pos="14286">
                  <a:srgbClr val="7D7D7D">
                    <a:alpha val="27722"/>
                  </a:srgbClr>
                </a:gs>
                <a:gs pos="28571">
                  <a:srgbClr val="7D7D7D">
                    <a:alpha val="22281"/>
                  </a:srgbClr>
                </a:gs>
                <a:gs pos="42857">
                  <a:srgbClr val="7D7D7D">
                    <a:alpha val="15239"/>
                  </a:srgbClr>
                </a:gs>
                <a:gs pos="57143">
                  <a:srgbClr val="7D7D7D">
                    <a:alpha val="8754"/>
                  </a:srgbClr>
                </a:gs>
                <a:gs pos="71429">
                  <a:srgbClr val="7D7D7D">
                    <a:alpha val="4198"/>
                  </a:srgbClr>
                </a:gs>
                <a:gs pos="85714">
                  <a:srgbClr val="7D7D7D">
                    <a:alpha val="1681"/>
                  </a:srgbClr>
                </a:gs>
                <a:gs pos="100000">
                  <a:srgbClr val="7D7D7D">
                    <a:alpha val="5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3" name="Splat 1163"/>
            <p:cNvSpPr>
              <a:spLocks noGrp="1"/>
            </p:cNvSpPr>
            <p:nvPr/>
          </p:nvSpPr>
          <p:spPr>
            <a:xfrm rot="9763934">
              <a:off x="1693036" y="-140211"/>
              <a:ext cx="577043" cy="441202"/>
            </a:xfrm>
            <a:prstGeom prst="ellipse">
              <a:avLst/>
            </a:prstGeom>
            <a:gradFill>
              <a:gsLst>
                <a:gs pos="0">
                  <a:srgbClr val="878686">
                    <a:alpha val="8873"/>
                  </a:srgbClr>
                </a:gs>
                <a:gs pos="14286">
                  <a:srgbClr val="878686">
                    <a:alpha val="8186"/>
                  </a:srgbClr>
                </a:gs>
                <a:gs pos="28571">
                  <a:srgbClr val="878686">
                    <a:alpha val="6416"/>
                  </a:srgbClr>
                </a:gs>
                <a:gs pos="42857">
                  <a:srgbClr val="878686">
                    <a:alpha val="4256"/>
                  </a:srgbClr>
                </a:gs>
                <a:gs pos="57143">
                  <a:srgbClr val="878686">
                    <a:alpha val="2381"/>
                  </a:srgbClr>
                </a:gs>
                <a:gs pos="71429">
                  <a:srgbClr val="878686">
                    <a:alpha val="1122"/>
                  </a:srgbClr>
                </a:gs>
                <a:gs pos="85714">
                  <a:srgbClr val="878686">
                    <a:alpha val="445"/>
                  </a:srgbClr>
                </a:gs>
                <a:gs pos="100000">
                  <a:srgbClr val="878686">
                    <a:alpha val="1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4" name="Splat 1164"/>
            <p:cNvSpPr>
              <a:spLocks noGrp="1"/>
            </p:cNvSpPr>
            <p:nvPr/>
          </p:nvSpPr>
          <p:spPr>
            <a:xfrm rot="-9770538">
              <a:off x="1449069" y="-250617"/>
              <a:ext cx="686821" cy="556233"/>
            </a:xfrm>
            <a:prstGeom prst="ellipse">
              <a:avLst/>
            </a:prstGeom>
            <a:gradFill>
              <a:gsLst>
                <a:gs pos="0">
                  <a:srgbClr val="979796">
                    <a:alpha val="20324"/>
                  </a:srgbClr>
                </a:gs>
                <a:gs pos="14286">
                  <a:srgbClr val="979796">
                    <a:alpha val="18846"/>
                  </a:srgbClr>
                </a:gs>
                <a:gs pos="28571">
                  <a:srgbClr val="979796">
                    <a:alpha val="14968"/>
                  </a:srgbClr>
                </a:gs>
                <a:gs pos="42857">
                  <a:srgbClr val="979796">
                    <a:alpha val="10089"/>
                  </a:srgbClr>
                </a:gs>
                <a:gs pos="57143">
                  <a:srgbClr val="979796">
                    <a:alpha val="5723"/>
                  </a:srgbClr>
                </a:gs>
                <a:gs pos="71429">
                  <a:srgbClr val="979796">
                    <a:alpha val="2721"/>
                  </a:srgbClr>
                </a:gs>
                <a:gs pos="85714">
                  <a:srgbClr val="979796">
                    <a:alpha val="1085"/>
                  </a:srgbClr>
                </a:gs>
                <a:gs pos="100000">
                  <a:srgbClr val="979796">
                    <a:alpha val="3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5" name="Splat 1165"/>
            <p:cNvSpPr>
              <a:spLocks noGrp="1"/>
            </p:cNvSpPr>
            <p:nvPr/>
          </p:nvSpPr>
          <p:spPr>
            <a:xfrm rot="3714361">
              <a:off x="1265911" y="-217353"/>
              <a:ext cx="685510" cy="525936"/>
            </a:xfrm>
            <a:prstGeom prst="ellipse">
              <a:avLst/>
            </a:prstGeom>
            <a:gradFill>
              <a:gsLst>
                <a:gs pos="0">
                  <a:srgbClr val="999999">
                    <a:alpha val="21422"/>
                  </a:srgbClr>
                </a:gs>
                <a:gs pos="14286">
                  <a:srgbClr val="999999">
                    <a:alpha val="19875"/>
                  </a:srgbClr>
                </a:gs>
                <a:gs pos="28571">
                  <a:srgbClr val="999999">
                    <a:alpha val="15806"/>
                  </a:srgbClr>
                </a:gs>
                <a:gs pos="42857">
                  <a:srgbClr val="999999">
                    <a:alpha val="10671"/>
                  </a:srgbClr>
                </a:gs>
                <a:gs pos="57143">
                  <a:srgbClr val="999999">
                    <a:alpha val="6061"/>
                  </a:srgbClr>
                </a:gs>
                <a:gs pos="71429">
                  <a:srgbClr val="999999">
                    <a:alpha val="2885"/>
                  </a:srgbClr>
                </a:gs>
                <a:gs pos="85714">
                  <a:srgbClr val="999999">
                    <a:alpha val="1151"/>
                  </a:srgbClr>
                </a:gs>
                <a:gs pos="100000">
                  <a:srgbClr val="999999">
                    <a:alpha val="3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6" name="Splat 1166"/>
            <p:cNvSpPr>
              <a:spLocks noGrp="1"/>
            </p:cNvSpPr>
            <p:nvPr/>
          </p:nvSpPr>
          <p:spPr>
            <a:xfrm rot="7371046">
              <a:off x="1178557" y="-153446"/>
              <a:ext cx="646237" cy="454922"/>
            </a:xfrm>
            <a:prstGeom prst="ellipse">
              <a:avLst/>
            </a:prstGeom>
            <a:gradFill>
              <a:gsLst>
                <a:gs pos="0">
                  <a:srgbClr val="878787">
                    <a:alpha val="11647"/>
                  </a:srgbClr>
                </a:gs>
                <a:gs pos="14286">
                  <a:srgbClr val="878787">
                    <a:alpha val="10757"/>
                  </a:srgbClr>
                </a:gs>
                <a:gs pos="28571">
                  <a:srgbClr val="878787">
                    <a:alpha val="8458"/>
                  </a:srgbClr>
                </a:gs>
                <a:gs pos="42857">
                  <a:srgbClr val="878787">
                    <a:alpha val="5631"/>
                  </a:srgbClr>
                </a:gs>
                <a:gs pos="57143">
                  <a:srgbClr val="878787">
                    <a:alpha val="3161"/>
                  </a:srgbClr>
                </a:gs>
                <a:gs pos="71429">
                  <a:srgbClr val="878787">
                    <a:alpha val="1492"/>
                  </a:srgbClr>
                </a:gs>
                <a:gs pos="85714">
                  <a:srgbClr val="878787">
                    <a:alpha val="593"/>
                  </a:srgbClr>
                </a:gs>
                <a:gs pos="100000">
                  <a:srgbClr val="878787">
                    <a:alpha val="1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7" name="Splat 1167"/>
            <p:cNvSpPr>
              <a:spLocks noGrp="1"/>
            </p:cNvSpPr>
            <p:nvPr/>
          </p:nvSpPr>
          <p:spPr>
            <a:xfrm rot="6694650">
              <a:off x="979105" y="-261393"/>
              <a:ext cx="778463" cy="598064"/>
            </a:xfrm>
            <a:prstGeom prst="ellipse">
              <a:avLst/>
            </a:prstGeom>
            <a:gradFill>
              <a:gsLst>
                <a:gs pos="0">
                  <a:srgbClr val="A8A7A7">
                    <a:alpha val="16325"/>
                  </a:srgbClr>
                </a:gs>
                <a:gs pos="14286">
                  <a:srgbClr val="A8A7A7">
                    <a:alpha val="15110"/>
                  </a:srgbClr>
                </a:gs>
                <a:gs pos="28571">
                  <a:srgbClr val="A8A7A7">
                    <a:alpha val="11944"/>
                  </a:srgbClr>
                </a:gs>
                <a:gs pos="42857">
                  <a:srgbClr val="A8A7A7">
                    <a:alpha val="8004"/>
                  </a:srgbClr>
                </a:gs>
                <a:gs pos="57143">
                  <a:srgbClr val="A8A7A7">
                    <a:alpha val="4518"/>
                  </a:srgbClr>
                </a:gs>
                <a:gs pos="71429">
                  <a:srgbClr val="A8A7A7">
                    <a:alpha val="2141"/>
                  </a:srgbClr>
                </a:gs>
                <a:gs pos="85714">
                  <a:srgbClr val="A8A7A7">
                    <a:alpha val="852"/>
                  </a:srgbClr>
                </a:gs>
                <a:gs pos="100000">
                  <a:srgbClr val="A8A7A7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8" name="Splat 1168"/>
            <p:cNvSpPr>
              <a:spLocks noGrp="1"/>
            </p:cNvSpPr>
            <p:nvPr/>
          </p:nvSpPr>
          <p:spPr>
            <a:xfrm rot="5222547">
              <a:off x="877522" y="-249733"/>
              <a:ext cx="622970" cy="522707"/>
            </a:xfrm>
            <a:prstGeom prst="ellipse">
              <a:avLst/>
            </a:prstGeom>
            <a:gradFill>
              <a:gsLst>
                <a:gs pos="0">
                  <a:srgbClr val="9D9D9D">
                    <a:alpha val="20784"/>
                  </a:srgbClr>
                </a:gs>
                <a:gs pos="14286">
                  <a:srgbClr val="9D9D9D">
                    <a:alpha val="19277"/>
                  </a:srgbClr>
                </a:gs>
                <a:gs pos="28571">
                  <a:srgbClr val="9D9D9D">
                    <a:alpha val="15318"/>
                  </a:srgbClr>
                </a:gs>
                <a:gs pos="42857">
                  <a:srgbClr val="9D9D9D">
                    <a:alpha val="10332"/>
                  </a:srgbClr>
                </a:gs>
                <a:gs pos="57143">
                  <a:srgbClr val="9D9D9D">
                    <a:alpha val="5864"/>
                  </a:srgbClr>
                </a:gs>
                <a:gs pos="71429">
                  <a:srgbClr val="9D9D9D">
                    <a:alpha val="2789"/>
                  </a:srgbClr>
                </a:gs>
                <a:gs pos="85714">
                  <a:srgbClr val="9D9D9D">
                    <a:alpha val="1112"/>
                  </a:srgbClr>
                </a:gs>
                <a:gs pos="100000">
                  <a:srgbClr val="9D9D9D">
                    <a:alpha val="3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9" name="Splat 1169"/>
            <p:cNvSpPr>
              <a:spLocks noGrp="1"/>
            </p:cNvSpPr>
            <p:nvPr/>
          </p:nvSpPr>
          <p:spPr>
            <a:xfrm rot="-8939567">
              <a:off x="613283" y="-307702"/>
              <a:ext cx="694569" cy="631025"/>
            </a:xfrm>
            <a:prstGeom prst="ellipse">
              <a:avLst/>
            </a:prstGeom>
            <a:gradFill>
              <a:gsLst>
                <a:gs pos="0">
                  <a:srgbClr val="ADACAC">
                    <a:alpha val="23939"/>
                  </a:srgbClr>
                </a:gs>
                <a:gs pos="14286">
                  <a:srgbClr val="ADACAC">
                    <a:alpha val="22237"/>
                  </a:srgbClr>
                </a:gs>
                <a:gs pos="28571">
                  <a:srgbClr val="ADACAC">
                    <a:alpha val="17739"/>
                  </a:srgbClr>
                </a:gs>
                <a:gs pos="42857">
                  <a:srgbClr val="ADACAC">
                    <a:alpha val="12022"/>
                  </a:srgbClr>
                </a:gs>
                <a:gs pos="57143">
                  <a:srgbClr val="ADACAC">
                    <a:alpha val="6851"/>
                  </a:srgbClr>
                </a:gs>
                <a:gs pos="71429">
                  <a:srgbClr val="ADACAC">
                    <a:alpha val="3268"/>
                  </a:srgbClr>
                </a:gs>
                <a:gs pos="85714">
                  <a:srgbClr val="ADACAC">
                    <a:alpha val="1305"/>
                  </a:srgbClr>
                </a:gs>
                <a:gs pos="100000">
                  <a:srgbClr val="ADACAC">
                    <a:alpha val="4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0" name="Splat 1170"/>
            <p:cNvSpPr>
              <a:spLocks noGrp="1"/>
            </p:cNvSpPr>
            <p:nvPr/>
          </p:nvSpPr>
          <p:spPr>
            <a:xfrm rot="-9670968">
              <a:off x="451505" y="-141186"/>
              <a:ext cx="684626" cy="557111"/>
            </a:xfrm>
            <a:prstGeom prst="ellipse">
              <a:avLst/>
            </a:prstGeom>
            <a:gradFill>
              <a:gsLst>
                <a:gs pos="0">
                  <a:srgbClr val="565557">
                    <a:alpha val="28197"/>
                  </a:srgbClr>
                </a:gs>
                <a:gs pos="14286">
                  <a:srgbClr val="565557">
                    <a:alpha val="26247"/>
                  </a:srgbClr>
                </a:gs>
                <a:gs pos="28571">
                  <a:srgbClr val="565557">
                    <a:alpha val="21053"/>
                  </a:srgbClr>
                </a:gs>
                <a:gs pos="42857">
                  <a:srgbClr val="565557">
                    <a:alpha val="14363"/>
                  </a:srgbClr>
                </a:gs>
                <a:gs pos="57143">
                  <a:srgbClr val="565557">
                    <a:alpha val="8233"/>
                  </a:srgbClr>
                </a:gs>
                <a:gs pos="71429">
                  <a:srgbClr val="565557">
                    <a:alpha val="3942"/>
                  </a:srgbClr>
                </a:gs>
                <a:gs pos="85714">
                  <a:srgbClr val="565557">
                    <a:alpha val="1578"/>
                  </a:srgbClr>
                </a:gs>
                <a:gs pos="100000">
                  <a:srgbClr val="565557">
                    <a:alpha val="5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1" name="Splat 1171"/>
            <p:cNvSpPr>
              <a:spLocks noGrp="1"/>
            </p:cNvSpPr>
            <p:nvPr/>
          </p:nvSpPr>
          <p:spPr>
            <a:xfrm rot="3155642">
              <a:off x="215685" y="-236809"/>
              <a:ext cx="802477" cy="594780"/>
            </a:xfrm>
            <a:prstGeom prst="ellipse">
              <a:avLst/>
            </a:prstGeom>
            <a:gradFill>
              <a:gsLst>
                <a:gs pos="0">
                  <a:srgbClr val="929191">
                    <a:alpha val="32968"/>
                  </a:srgbClr>
                </a:gs>
                <a:gs pos="14286">
                  <a:srgbClr val="929191">
                    <a:alpha val="30764"/>
                  </a:srgbClr>
                </a:gs>
                <a:gs pos="28571">
                  <a:srgbClr val="929191">
                    <a:alpha val="24833"/>
                  </a:srgbClr>
                </a:gs>
                <a:gs pos="42857">
                  <a:srgbClr val="929191">
                    <a:alpha val="17075"/>
                  </a:srgbClr>
                </a:gs>
                <a:gs pos="57143">
                  <a:srgbClr val="929191">
                    <a:alpha val="9855"/>
                  </a:srgbClr>
                </a:gs>
                <a:gs pos="71429">
                  <a:srgbClr val="929191">
                    <a:alpha val="4740"/>
                  </a:srgbClr>
                </a:gs>
                <a:gs pos="85714">
                  <a:srgbClr val="929191">
                    <a:alpha val="1902"/>
                  </a:srgbClr>
                </a:gs>
                <a:gs pos="100000">
                  <a:srgbClr val="92919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2" name="Splat 1172"/>
            <p:cNvSpPr>
              <a:spLocks noGrp="1"/>
            </p:cNvSpPr>
            <p:nvPr/>
          </p:nvSpPr>
          <p:spPr>
            <a:xfrm rot="7338309">
              <a:off x="58438" y="-170835"/>
              <a:ext cx="780953" cy="534692"/>
            </a:xfrm>
            <a:prstGeom prst="ellipse">
              <a:avLst/>
            </a:prstGeom>
            <a:gradFill>
              <a:gsLst>
                <a:gs pos="0">
                  <a:srgbClr val="8D8D8D">
                    <a:alpha val="27441"/>
                  </a:srgbClr>
                </a:gs>
                <a:gs pos="14286">
                  <a:srgbClr val="8D8D8D">
                    <a:alpha val="25533"/>
                  </a:srgbClr>
                </a:gs>
                <a:gs pos="28571">
                  <a:srgbClr val="8D8D8D">
                    <a:alpha val="20460"/>
                  </a:srgbClr>
                </a:gs>
                <a:gs pos="42857">
                  <a:srgbClr val="8D8D8D">
                    <a:alpha val="13942"/>
                  </a:srgbClr>
                </a:gs>
                <a:gs pos="57143">
                  <a:srgbClr val="8D8D8D">
                    <a:alpha val="7983"/>
                  </a:srgbClr>
                </a:gs>
                <a:gs pos="71429">
                  <a:srgbClr val="8D8D8D">
                    <a:alpha val="3820"/>
                  </a:srgbClr>
                </a:gs>
                <a:gs pos="85714">
                  <a:srgbClr val="8D8D8D">
                    <a:alpha val="1528"/>
                  </a:srgbClr>
                </a:gs>
                <a:gs pos="100000">
                  <a:srgbClr val="8D8D8D">
                    <a:alpha val="5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3" name="Splat 1173"/>
            <p:cNvSpPr>
              <a:spLocks noGrp="1"/>
            </p:cNvSpPr>
            <p:nvPr/>
          </p:nvSpPr>
          <p:spPr>
            <a:xfrm rot="8345929">
              <a:off x="-114119" y="-301802"/>
              <a:ext cx="738123" cy="620224"/>
            </a:xfrm>
            <a:prstGeom prst="ellipse">
              <a:avLst/>
            </a:prstGeom>
            <a:gradFill>
              <a:gsLst>
                <a:gs pos="0">
                  <a:srgbClr val="9F9F9F">
                    <a:alpha val="23752"/>
                  </a:srgbClr>
                </a:gs>
                <a:gs pos="14286">
                  <a:srgbClr val="9F9F9F">
                    <a:alpha val="22061"/>
                  </a:srgbClr>
                </a:gs>
                <a:gs pos="28571">
                  <a:srgbClr val="9F9F9F">
                    <a:alpha val="17595"/>
                  </a:srgbClr>
                </a:gs>
                <a:gs pos="42857">
                  <a:srgbClr val="9F9F9F">
                    <a:alpha val="11921"/>
                  </a:srgbClr>
                </a:gs>
                <a:gs pos="57143">
                  <a:srgbClr val="9F9F9F">
                    <a:alpha val="6792"/>
                  </a:srgbClr>
                </a:gs>
                <a:gs pos="71429">
                  <a:srgbClr val="9F9F9F">
                    <a:alpha val="3239"/>
                  </a:srgbClr>
                </a:gs>
                <a:gs pos="85714">
                  <a:srgbClr val="9F9F9F">
                    <a:alpha val="1294"/>
                  </a:srgbClr>
                </a:gs>
                <a:gs pos="100000">
                  <a:srgbClr val="9F9F9F">
                    <a:alpha val="4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4" name="Splat 1174"/>
            <p:cNvSpPr>
              <a:spLocks noGrp="1"/>
            </p:cNvSpPr>
            <p:nvPr/>
          </p:nvSpPr>
          <p:spPr>
            <a:xfrm rot="6483395">
              <a:off x="-257600" y="-242069"/>
              <a:ext cx="666891" cy="545595"/>
            </a:xfrm>
            <a:prstGeom prst="ellipse">
              <a:avLst/>
            </a:prstGeom>
            <a:gradFill>
              <a:gsLst>
                <a:gs pos="0">
                  <a:srgbClr val="9C9B9C">
                    <a:alpha val="23139"/>
                  </a:srgbClr>
                </a:gs>
                <a:gs pos="14286">
                  <a:srgbClr val="9C9B9C">
                    <a:alpha val="21486"/>
                  </a:srgbClr>
                </a:gs>
                <a:gs pos="28571">
                  <a:srgbClr val="9C9B9C">
                    <a:alpha val="17123"/>
                  </a:srgbClr>
                </a:gs>
                <a:gs pos="42857">
                  <a:srgbClr val="9C9B9C">
                    <a:alpha val="11591"/>
                  </a:srgbClr>
                </a:gs>
                <a:gs pos="57143">
                  <a:srgbClr val="9C9B9C">
                    <a:alpha val="6598"/>
                  </a:srgbClr>
                </a:gs>
                <a:gs pos="71429">
                  <a:srgbClr val="9C9B9C">
                    <a:alpha val="3145"/>
                  </a:srgbClr>
                </a:gs>
                <a:gs pos="85714">
                  <a:srgbClr val="9C9B9C">
                    <a:alpha val="1256"/>
                  </a:srgbClr>
                </a:gs>
                <a:gs pos="100000">
                  <a:srgbClr val="9C9B9C">
                    <a:alpha val="4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platThis Theme">
  <a:themeElements>
    <a:clrScheme name="SplatThis">
      <a:dk1>
        <a:sysClr val="windowText" lastClr="000000"/>
      </a:dk1>
      <a:lt1>
        <a:sysClr val="window" lastClr="FFFFFF"/>
      </a:lt1>
      <a:dk2>
        <a:srgbClr val="1F1F1F"/>
      </a:dk2>
      <a:lt2>
        <a:srgbClr val="F2F2F2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platThi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platTh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  <a:ln w="3810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SplatThis</Application>
  <Slides>1</Slides>
  <PresentationFormat>Custom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SplatThis Export</dc:title>
  <dc:creator>SplatThis</dc:creator>
  <cp:lastModifiedBy>SplatThis</cp:lastModifiedBy>
  <dcterms:created xsi:type="dcterms:W3CDTF">2026-08-02T15:00:55Z</dcterms:created>
  <dcterms:modified xsi:type="dcterms:W3CDTF">2026-08-02T15:00:55Z</dcterms:modified>
</cp:coreProperties>
</file>