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1400175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1400175"/>
          <a:chOff x="0" y="0"/>
          <a:chExt cx="3657600" cy="1400175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1400175"/>
            <a:chOff x="0" y="0"/>
            <a:chExt cx="3657600" cy="1400175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140017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4980144">
              <a:off x="1251168" y="63885"/>
              <a:ext cx="28818" cy="7204"/>
            </a:xfrm>
            <a:prstGeom prst="ellipse">
              <a:avLst/>
            </a:prstGeom>
            <a:gradFill>
              <a:gsLst>
                <a:gs pos="0">
                  <a:srgbClr val="959595">
                    <a:alpha val="23847"/>
                  </a:srgbClr>
                </a:gs>
                <a:gs pos="14286">
                  <a:srgbClr val="959595">
                    <a:alpha val="22150"/>
                  </a:srgbClr>
                </a:gs>
                <a:gs pos="28571">
                  <a:srgbClr val="959595">
                    <a:alpha val="17668"/>
                  </a:srgbClr>
                </a:gs>
                <a:gs pos="42857">
                  <a:srgbClr val="959595">
                    <a:alpha val="11972"/>
                  </a:srgbClr>
                </a:gs>
                <a:gs pos="57143">
                  <a:srgbClr val="959595">
                    <a:alpha val="6822"/>
                  </a:srgbClr>
                </a:gs>
                <a:gs pos="71429">
                  <a:srgbClr val="959595">
                    <a:alpha val="3253"/>
                  </a:srgbClr>
                </a:gs>
                <a:gs pos="85714">
                  <a:srgbClr val="959595">
                    <a:alpha val="1299"/>
                  </a:srgbClr>
                </a:gs>
                <a:gs pos="100000">
                  <a:srgbClr val="959595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-8361313">
              <a:off x="2315725" y="566231"/>
              <a:ext cx="35035" cy="8759"/>
            </a:xfrm>
            <a:prstGeom prst="ellipse">
              <a:avLst/>
            </a:prstGeom>
            <a:gradFill>
              <a:gsLst>
                <a:gs pos="0">
                  <a:srgbClr val="949494">
                    <a:alpha val="22791"/>
                  </a:srgbClr>
                </a:gs>
                <a:gs pos="14286">
                  <a:srgbClr val="949494">
                    <a:alpha val="21158"/>
                  </a:srgbClr>
                </a:gs>
                <a:gs pos="28571">
                  <a:srgbClr val="949494">
                    <a:alpha val="16855"/>
                  </a:srgbClr>
                </a:gs>
                <a:gs pos="42857">
                  <a:srgbClr val="949494">
                    <a:alpha val="11403"/>
                  </a:srgbClr>
                </a:gs>
                <a:gs pos="57143">
                  <a:srgbClr val="949494">
                    <a:alpha val="6489"/>
                  </a:srgbClr>
                </a:gs>
                <a:gs pos="71429">
                  <a:srgbClr val="949494">
                    <a:alpha val="3091"/>
                  </a:srgbClr>
                </a:gs>
                <a:gs pos="85714">
                  <a:srgbClr val="949494">
                    <a:alpha val="1234"/>
                  </a:srgbClr>
                </a:gs>
                <a:gs pos="100000">
                  <a:srgbClr val="949494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-8210567">
              <a:off x="2499167" y="545999"/>
              <a:ext cx="129715" cy="68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400000">
              <a:off x="2512632" y="553634"/>
              <a:ext cx="18396" cy="18396"/>
            </a:xfrm>
            <a:prstGeom prst="ellipse">
              <a:avLst/>
            </a:prstGeom>
            <a:gradFill>
              <a:gsLst>
                <a:gs pos="0">
                  <a:srgbClr val="A1A1A1">
                    <a:alpha val="22490"/>
                  </a:srgbClr>
                </a:gs>
                <a:gs pos="14286">
                  <a:srgbClr val="A1A1A1">
                    <a:alpha val="20876"/>
                  </a:srgbClr>
                </a:gs>
                <a:gs pos="28571">
                  <a:srgbClr val="A1A1A1">
                    <a:alpha val="16624"/>
                  </a:srgbClr>
                </a:gs>
                <a:gs pos="42857">
                  <a:srgbClr val="A1A1A1">
                    <a:alpha val="11241"/>
                  </a:srgbClr>
                </a:gs>
                <a:gs pos="57143">
                  <a:srgbClr val="A1A1A1">
                    <a:alpha val="6394"/>
                  </a:srgbClr>
                </a:gs>
                <a:gs pos="71429">
                  <a:srgbClr val="A1A1A1">
                    <a:alpha val="3046"/>
                  </a:srgbClr>
                </a:gs>
                <a:gs pos="85714">
                  <a:srgbClr val="A1A1A1">
                    <a:alpha val="1216"/>
                  </a:srgbClr>
                </a:gs>
                <a:gs pos="100000">
                  <a:srgbClr val="A1A1A1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8992181">
              <a:off x="2740310" y="521201"/>
              <a:ext cx="306308" cy="377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8059835">
              <a:off x="2507065" y="539317"/>
              <a:ext cx="88762" cy="594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9753090">
              <a:off x="2801972" y="531951"/>
              <a:ext cx="249857" cy="29786"/>
            </a:xfrm>
            <a:prstGeom prst="ellipse">
              <a:avLst/>
            </a:prstGeom>
            <a:gradFill>
              <a:gsLst>
                <a:gs pos="0">
                  <a:srgbClr val="E0E1DF">
                    <a:alpha val="27290"/>
                  </a:srgbClr>
                </a:gs>
                <a:gs pos="14286">
                  <a:srgbClr val="E0E1DF">
                    <a:alpha val="25391"/>
                  </a:srgbClr>
                </a:gs>
                <a:gs pos="28571">
                  <a:srgbClr val="E0E1DF">
                    <a:alpha val="20342"/>
                  </a:srgbClr>
                </a:gs>
                <a:gs pos="42857">
                  <a:srgbClr val="E0E1DF">
                    <a:alpha val="13858"/>
                  </a:srgbClr>
                </a:gs>
                <a:gs pos="57143">
                  <a:srgbClr val="E0E1DF">
                    <a:alpha val="7933"/>
                  </a:srgbClr>
                </a:gs>
                <a:gs pos="71429">
                  <a:srgbClr val="E0E1DF">
                    <a:alpha val="3795"/>
                  </a:srgbClr>
                </a:gs>
                <a:gs pos="85714">
                  <a:srgbClr val="E0E1DF">
                    <a:alpha val="1518"/>
                  </a:srgbClr>
                </a:gs>
                <a:gs pos="100000">
                  <a:srgbClr val="E0E1DF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8548669">
              <a:off x="211358" y="599349"/>
              <a:ext cx="59374" cy="14843"/>
            </a:xfrm>
            <a:prstGeom prst="ellipse">
              <a:avLst/>
            </a:prstGeom>
            <a:gradFill>
              <a:gsLst>
                <a:gs pos="0">
                  <a:srgbClr val="707070">
                    <a:alpha val="18513"/>
                  </a:srgbClr>
                </a:gs>
                <a:gs pos="14286">
                  <a:srgbClr val="707070">
                    <a:alpha val="17153"/>
                  </a:srgbClr>
                </a:gs>
                <a:gs pos="28571">
                  <a:srgbClr val="707070">
                    <a:alpha val="13593"/>
                  </a:srgbClr>
                </a:gs>
                <a:gs pos="42857">
                  <a:srgbClr val="707070">
                    <a:alpha val="9138"/>
                  </a:srgbClr>
                </a:gs>
                <a:gs pos="57143">
                  <a:srgbClr val="707070">
                    <a:alpha val="5172"/>
                  </a:srgbClr>
                </a:gs>
                <a:gs pos="71429">
                  <a:srgbClr val="707070">
                    <a:alpha val="2455"/>
                  </a:srgbClr>
                </a:gs>
                <a:gs pos="85714">
                  <a:srgbClr val="707070">
                    <a:alpha val="978"/>
                  </a:srgbClr>
                </a:gs>
                <a:gs pos="100000">
                  <a:srgbClr val="70707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3745597">
              <a:off x="2195834" y="541514"/>
              <a:ext cx="179517" cy="1151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5400000">
              <a:off x="2214370" y="601317"/>
              <a:ext cx="35540" cy="35540"/>
            </a:xfrm>
            <a:prstGeom prst="ellipse">
              <a:avLst/>
            </a:prstGeom>
            <a:gradFill>
              <a:gsLst>
                <a:gs pos="0">
                  <a:srgbClr val="909090">
                    <a:alpha val="20158"/>
                  </a:srgbClr>
                </a:gs>
                <a:gs pos="14286">
                  <a:srgbClr val="909090">
                    <a:alpha val="18691"/>
                  </a:srgbClr>
                </a:gs>
                <a:gs pos="28571">
                  <a:srgbClr val="909090">
                    <a:alpha val="14842"/>
                  </a:srgbClr>
                </a:gs>
                <a:gs pos="42857">
                  <a:srgbClr val="909090">
                    <a:alpha val="10002"/>
                  </a:srgbClr>
                </a:gs>
                <a:gs pos="57143">
                  <a:srgbClr val="909090">
                    <a:alpha val="5672"/>
                  </a:srgbClr>
                </a:gs>
                <a:gs pos="71429">
                  <a:srgbClr val="909090">
                    <a:alpha val="2696"/>
                  </a:srgbClr>
                </a:gs>
                <a:gs pos="85714">
                  <a:srgbClr val="909090">
                    <a:alpha val="1075"/>
                  </a:srgbClr>
                </a:gs>
                <a:gs pos="100000">
                  <a:srgbClr val="90909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6880624">
              <a:off x="1412037" y="15124"/>
              <a:ext cx="362230" cy="569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10606023">
              <a:off x="2788153" y="582538"/>
              <a:ext cx="828941" cy="259243"/>
            </a:xfrm>
            <a:prstGeom prst="ellipse">
              <a:avLst/>
            </a:prstGeom>
            <a:gradFill>
              <a:gsLst>
                <a:gs pos="0">
                  <a:srgbClr val="BFBFBF">
                    <a:alpha val="19526"/>
                  </a:srgbClr>
                </a:gs>
                <a:gs pos="14286">
                  <a:srgbClr val="BFBFBF">
                    <a:alpha val="18099"/>
                  </a:srgbClr>
                </a:gs>
                <a:gs pos="28571">
                  <a:srgbClr val="BFBFBF">
                    <a:alpha val="14361"/>
                  </a:srgbClr>
                </a:gs>
                <a:gs pos="42857">
                  <a:srgbClr val="BFBFBF">
                    <a:alpha val="9669"/>
                  </a:srgbClr>
                </a:gs>
                <a:gs pos="57143">
                  <a:srgbClr val="BFBFBF">
                    <a:alpha val="5479"/>
                  </a:srgbClr>
                </a:gs>
                <a:gs pos="71429">
                  <a:srgbClr val="BFBFBF">
                    <a:alpha val="2603"/>
                  </a:srgbClr>
                </a:gs>
                <a:gs pos="85714">
                  <a:srgbClr val="BFBFBF">
                    <a:alpha val="1038"/>
                  </a:srgbClr>
                </a:gs>
                <a:gs pos="100000">
                  <a:srgbClr val="BFBFBF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9319264">
              <a:off x="785547" y="706301"/>
              <a:ext cx="53370" cy="13342"/>
            </a:xfrm>
            <a:prstGeom prst="ellipse">
              <a:avLst/>
            </a:prstGeom>
            <a:gradFill>
              <a:gsLst>
                <a:gs pos="0">
                  <a:srgbClr val="898989">
                    <a:alpha val="19590"/>
                  </a:srgbClr>
                </a:gs>
                <a:gs pos="14286">
                  <a:srgbClr val="898989">
                    <a:alpha val="18159"/>
                  </a:srgbClr>
                </a:gs>
                <a:gs pos="28571">
                  <a:srgbClr val="898989">
                    <a:alpha val="14410"/>
                  </a:srgbClr>
                </a:gs>
                <a:gs pos="42857">
                  <a:srgbClr val="898989">
                    <a:alpha val="9702"/>
                  </a:srgbClr>
                </a:gs>
                <a:gs pos="57143">
                  <a:srgbClr val="898989">
                    <a:alpha val="5498"/>
                  </a:srgbClr>
                </a:gs>
                <a:gs pos="71429">
                  <a:srgbClr val="898989">
                    <a:alpha val="2612"/>
                  </a:srgbClr>
                </a:gs>
                <a:gs pos="85714">
                  <a:srgbClr val="898989">
                    <a:alpha val="1041"/>
                  </a:srgbClr>
                </a:gs>
                <a:gs pos="100000">
                  <a:srgbClr val="898989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9820052">
              <a:off x="780574" y="737406"/>
              <a:ext cx="59654" cy="14914"/>
            </a:xfrm>
            <a:prstGeom prst="ellipse">
              <a:avLst/>
            </a:prstGeom>
            <a:gradFill>
              <a:gsLst>
                <a:gs pos="0">
                  <a:srgbClr val="6A6A6A">
                    <a:alpha val="18463"/>
                  </a:srgbClr>
                </a:gs>
                <a:gs pos="14286">
                  <a:srgbClr val="6A6A6A">
                    <a:alpha val="17105"/>
                  </a:srgbClr>
                </a:gs>
                <a:gs pos="28571">
                  <a:srgbClr val="6A6A6A">
                    <a:alpha val="13555"/>
                  </a:srgbClr>
                </a:gs>
                <a:gs pos="42857">
                  <a:srgbClr val="6A6A6A">
                    <a:alpha val="9112"/>
                  </a:srgbClr>
                </a:gs>
                <a:gs pos="57143">
                  <a:srgbClr val="6A6A6A">
                    <a:alpha val="5156"/>
                  </a:srgbClr>
                </a:gs>
                <a:gs pos="71429">
                  <a:srgbClr val="6A6A6A">
                    <a:alpha val="2448"/>
                  </a:srgbClr>
                </a:gs>
                <a:gs pos="85714">
                  <a:srgbClr val="6A6A6A">
                    <a:alpha val="975"/>
                  </a:srgbClr>
                </a:gs>
                <a:gs pos="100000">
                  <a:srgbClr val="6A6A6A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6822007">
              <a:off x="2381149" y="389417"/>
              <a:ext cx="594163" cy="393354"/>
            </a:xfrm>
            <a:prstGeom prst="ellipse">
              <a:avLst/>
            </a:prstGeom>
            <a:gradFill>
              <a:gsLst>
                <a:gs pos="0">
                  <a:srgbClr val="FCFCFC">
                    <a:alpha val="3479"/>
                  </a:srgbClr>
                </a:gs>
                <a:gs pos="14286">
                  <a:srgbClr val="FCFCFC">
                    <a:alpha val="3203"/>
                  </a:srgbClr>
                </a:gs>
                <a:gs pos="28571">
                  <a:srgbClr val="FCFCFC">
                    <a:alpha val="2496"/>
                  </a:srgbClr>
                </a:gs>
                <a:gs pos="42857">
                  <a:srgbClr val="FCFCFC">
                    <a:alpha val="1644"/>
                  </a:srgbClr>
                </a:gs>
                <a:gs pos="57143">
                  <a:srgbClr val="FCFCFC">
                    <a:alpha val="914"/>
                  </a:srgbClr>
                </a:gs>
                <a:gs pos="71429">
                  <a:srgbClr val="FCFCFC">
                    <a:alpha val="429"/>
                  </a:srgbClr>
                </a:gs>
                <a:gs pos="85714">
                  <a:srgbClr val="FCFCFC">
                    <a:alpha val="170"/>
                  </a:srgbClr>
                </a:gs>
                <a:gs pos="100000">
                  <a:srgbClr val="FCFCFC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-10570519">
              <a:off x="2252218" y="574885"/>
              <a:ext cx="68461" cy="18496"/>
            </a:xfrm>
            <a:prstGeom prst="ellipse">
              <a:avLst/>
            </a:prstGeom>
            <a:gradFill>
              <a:gsLst>
                <a:gs pos="0">
                  <a:srgbClr val="393939">
                    <a:alpha val="15833"/>
                  </a:srgbClr>
                </a:gs>
                <a:gs pos="14286">
                  <a:srgbClr val="393939">
                    <a:alpha val="14651"/>
                  </a:srgbClr>
                </a:gs>
                <a:gs pos="28571">
                  <a:srgbClr val="393939">
                    <a:alpha val="11574"/>
                  </a:srgbClr>
                </a:gs>
                <a:gs pos="42857">
                  <a:srgbClr val="393939">
                    <a:alpha val="7751"/>
                  </a:srgbClr>
                </a:gs>
                <a:gs pos="57143">
                  <a:srgbClr val="393939">
                    <a:alpha val="4372"/>
                  </a:srgbClr>
                </a:gs>
                <a:gs pos="71429">
                  <a:srgbClr val="393939">
                    <a:alpha val="2071"/>
                  </a:srgbClr>
                </a:gs>
                <a:gs pos="85714">
                  <a:srgbClr val="393939">
                    <a:alpha val="824"/>
                  </a:srgbClr>
                </a:gs>
                <a:gs pos="100000">
                  <a:srgbClr val="393939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8680423">
              <a:off x="264220" y="564880"/>
              <a:ext cx="38513" cy="9628"/>
            </a:xfrm>
            <a:prstGeom prst="ellipse">
              <a:avLst/>
            </a:prstGeom>
            <a:gradFill>
              <a:gsLst>
                <a:gs pos="0">
                  <a:srgbClr val="939393">
                    <a:alpha val="22194"/>
                  </a:srgbClr>
                </a:gs>
                <a:gs pos="14286">
                  <a:srgbClr val="939393">
                    <a:alpha val="20598"/>
                  </a:srgbClr>
                </a:gs>
                <a:gs pos="28571">
                  <a:srgbClr val="939393">
                    <a:alpha val="16397"/>
                  </a:srgbClr>
                </a:gs>
                <a:gs pos="42857">
                  <a:srgbClr val="939393">
                    <a:alpha val="11083"/>
                  </a:srgbClr>
                </a:gs>
                <a:gs pos="57143">
                  <a:srgbClr val="939393">
                    <a:alpha val="6302"/>
                  </a:srgbClr>
                </a:gs>
                <a:gs pos="71429">
                  <a:srgbClr val="939393">
                    <a:alpha val="3001"/>
                  </a:srgbClr>
                </a:gs>
                <a:gs pos="85714">
                  <a:srgbClr val="939393">
                    <a:alpha val="1198"/>
                  </a:srgbClr>
                </a:gs>
                <a:gs pos="100000">
                  <a:srgbClr val="939393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10483041">
              <a:off x="2455424" y="576651"/>
              <a:ext cx="395814" cy="386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10218370">
              <a:off x="2448270" y="867050"/>
              <a:ext cx="59308" cy="14827"/>
            </a:xfrm>
            <a:prstGeom prst="ellipse">
              <a:avLst/>
            </a:prstGeom>
            <a:gradFill>
              <a:gsLst>
                <a:gs pos="0">
                  <a:srgbClr val="838383">
                    <a:alpha val="18525"/>
                  </a:srgbClr>
                </a:gs>
                <a:gs pos="14286">
                  <a:srgbClr val="838383">
                    <a:alpha val="17164"/>
                  </a:srgbClr>
                </a:gs>
                <a:gs pos="28571">
                  <a:srgbClr val="838383">
                    <a:alpha val="13602"/>
                  </a:srgbClr>
                </a:gs>
                <a:gs pos="42857">
                  <a:srgbClr val="838383">
                    <a:alpha val="9145"/>
                  </a:srgbClr>
                </a:gs>
                <a:gs pos="57143">
                  <a:srgbClr val="838383">
                    <a:alpha val="5175"/>
                  </a:srgbClr>
                </a:gs>
                <a:gs pos="71429">
                  <a:srgbClr val="838383">
                    <a:alpha val="2457"/>
                  </a:srgbClr>
                </a:gs>
                <a:gs pos="85714">
                  <a:srgbClr val="838383">
                    <a:alpha val="979"/>
                  </a:srgbClr>
                </a:gs>
                <a:gs pos="100000">
                  <a:srgbClr val="838383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-9138170">
              <a:off x="2485181" y="557240"/>
              <a:ext cx="174786" cy="528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10184136">
              <a:off x="3563401" y="669370"/>
              <a:ext cx="54333" cy="13583"/>
            </a:xfrm>
            <a:prstGeom prst="ellipse">
              <a:avLst/>
            </a:prstGeom>
            <a:gradFill>
              <a:gsLst>
                <a:gs pos="0">
                  <a:srgbClr val="8F8F8F">
                    <a:alpha val="19418"/>
                  </a:srgbClr>
                </a:gs>
                <a:gs pos="14286">
                  <a:srgbClr val="8F8F8F">
                    <a:alpha val="17999"/>
                  </a:srgbClr>
                </a:gs>
                <a:gs pos="28571">
                  <a:srgbClr val="8F8F8F">
                    <a:alpha val="14279"/>
                  </a:srgbClr>
                </a:gs>
                <a:gs pos="42857">
                  <a:srgbClr val="8F8F8F">
                    <a:alpha val="9612"/>
                  </a:srgbClr>
                </a:gs>
                <a:gs pos="57143">
                  <a:srgbClr val="8F8F8F">
                    <a:alpha val="5446"/>
                  </a:srgbClr>
                </a:gs>
                <a:gs pos="71429">
                  <a:srgbClr val="8F8F8F">
                    <a:alpha val="2587"/>
                  </a:srgbClr>
                </a:gs>
                <a:gs pos="85714">
                  <a:srgbClr val="8F8F8F">
                    <a:alpha val="1031"/>
                  </a:srgbClr>
                </a:gs>
                <a:gs pos="100000">
                  <a:srgbClr val="8F8F8F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-9983831">
              <a:off x="1017057" y="1021830"/>
              <a:ext cx="62092" cy="15523"/>
            </a:xfrm>
            <a:prstGeom prst="ellipse">
              <a:avLst/>
            </a:prstGeom>
            <a:gradFill>
              <a:gsLst>
                <a:gs pos="0">
                  <a:srgbClr val="6B6B6B">
                    <a:alpha val="18021"/>
                  </a:srgbClr>
                </a:gs>
                <a:gs pos="14286">
                  <a:srgbClr val="6B6B6B">
                    <a:alpha val="16693"/>
                  </a:srgbClr>
                </a:gs>
                <a:gs pos="28571">
                  <a:srgbClr val="6B6B6B">
                    <a:alpha val="13221"/>
                  </a:srgbClr>
                </a:gs>
                <a:gs pos="42857">
                  <a:srgbClr val="6B6B6B">
                    <a:alpha val="8882"/>
                  </a:srgbClr>
                </a:gs>
                <a:gs pos="57143">
                  <a:srgbClr val="6B6B6B">
                    <a:alpha val="5023"/>
                  </a:srgbClr>
                </a:gs>
                <a:gs pos="71429">
                  <a:srgbClr val="6B6B6B">
                    <a:alpha val="2384"/>
                  </a:srgbClr>
                </a:gs>
                <a:gs pos="85714">
                  <a:srgbClr val="6B6B6B">
                    <a:alpha val="949"/>
                  </a:srgbClr>
                </a:gs>
                <a:gs pos="100000">
                  <a:srgbClr val="6B6B6B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-10663963">
              <a:off x="3181159" y="650815"/>
              <a:ext cx="60026" cy="15006"/>
            </a:xfrm>
            <a:prstGeom prst="ellipse">
              <a:avLst/>
            </a:prstGeom>
            <a:gradFill>
              <a:gsLst>
                <a:gs pos="0">
                  <a:srgbClr val="5F605F">
                    <a:alpha val="18396"/>
                  </a:srgbClr>
                </a:gs>
                <a:gs pos="14286">
                  <a:srgbClr val="5F605F">
                    <a:alpha val="17043"/>
                  </a:srgbClr>
                </a:gs>
                <a:gs pos="28571">
                  <a:srgbClr val="5F605F">
                    <a:alpha val="13504"/>
                  </a:srgbClr>
                </a:gs>
                <a:gs pos="42857">
                  <a:srgbClr val="5F605F">
                    <a:alpha val="9077"/>
                  </a:srgbClr>
                </a:gs>
                <a:gs pos="57143">
                  <a:srgbClr val="5F605F">
                    <a:alpha val="5136"/>
                  </a:srgbClr>
                </a:gs>
                <a:gs pos="71429">
                  <a:srgbClr val="5F605F">
                    <a:alpha val="2438"/>
                  </a:srgbClr>
                </a:gs>
                <a:gs pos="85714">
                  <a:srgbClr val="5F605F">
                    <a:alpha val="971"/>
                  </a:srgbClr>
                </a:gs>
                <a:gs pos="100000">
                  <a:srgbClr val="5F605F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9802174">
              <a:off x="823558" y="827822"/>
              <a:ext cx="61337" cy="15334"/>
            </a:xfrm>
            <a:prstGeom prst="ellipse">
              <a:avLst/>
            </a:prstGeom>
            <a:gradFill>
              <a:gsLst>
                <a:gs pos="0">
                  <a:srgbClr val="7B7B7B">
                    <a:alpha val="18158"/>
                  </a:srgbClr>
                </a:gs>
                <a:gs pos="14286">
                  <a:srgbClr val="7B7B7B">
                    <a:alpha val="16821"/>
                  </a:srgbClr>
                </a:gs>
                <a:gs pos="28571">
                  <a:srgbClr val="7B7B7B">
                    <a:alpha val="13325"/>
                  </a:srgbClr>
                </a:gs>
                <a:gs pos="42857">
                  <a:srgbClr val="7B7B7B">
                    <a:alpha val="8953"/>
                  </a:srgbClr>
                </a:gs>
                <a:gs pos="57143">
                  <a:srgbClr val="7B7B7B">
                    <a:alpha val="5065"/>
                  </a:srgbClr>
                </a:gs>
                <a:gs pos="71429">
                  <a:srgbClr val="7B7B7B">
                    <a:alpha val="2403"/>
                  </a:srgbClr>
                </a:gs>
                <a:gs pos="85714">
                  <a:srgbClr val="7B7B7B">
                    <a:alpha val="957"/>
                  </a:srgbClr>
                </a:gs>
                <a:gs pos="100000">
                  <a:srgbClr val="7B7B7B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7298718">
              <a:off x="1244383" y="40512"/>
              <a:ext cx="45828" cy="11457"/>
            </a:xfrm>
            <a:prstGeom prst="ellipse">
              <a:avLst/>
            </a:prstGeom>
            <a:gradFill>
              <a:gsLst>
                <a:gs pos="0">
                  <a:srgbClr val="858585">
                    <a:alpha val="20922"/>
                  </a:srgbClr>
                </a:gs>
                <a:gs pos="14286">
                  <a:srgbClr val="858585">
                    <a:alpha val="19407"/>
                  </a:srgbClr>
                </a:gs>
                <a:gs pos="28571">
                  <a:srgbClr val="858585">
                    <a:alpha val="15424"/>
                  </a:srgbClr>
                </a:gs>
                <a:gs pos="42857">
                  <a:srgbClr val="858585">
                    <a:alpha val="10406"/>
                  </a:srgbClr>
                </a:gs>
                <a:gs pos="57143">
                  <a:srgbClr val="858585">
                    <a:alpha val="5907"/>
                  </a:srgbClr>
                </a:gs>
                <a:gs pos="71429">
                  <a:srgbClr val="858585">
                    <a:alpha val="2810"/>
                  </a:srgbClr>
                </a:gs>
                <a:gs pos="85714">
                  <a:srgbClr val="858585">
                    <a:alpha val="1121"/>
                  </a:srgbClr>
                </a:gs>
                <a:gs pos="100000">
                  <a:srgbClr val="858585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8888802">
              <a:off x="1592789" y="42001"/>
              <a:ext cx="37514" cy="9379"/>
            </a:xfrm>
            <a:prstGeom prst="ellipse">
              <a:avLst/>
            </a:prstGeom>
            <a:gradFill>
              <a:gsLst>
                <a:gs pos="0">
                  <a:srgbClr val="898989">
                    <a:alpha val="22366"/>
                  </a:srgbClr>
                </a:gs>
                <a:gs pos="14286">
                  <a:srgbClr val="898989">
                    <a:alpha val="20759"/>
                  </a:srgbClr>
                </a:gs>
                <a:gs pos="28571">
                  <a:srgbClr val="898989">
                    <a:alpha val="16528"/>
                  </a:srgbClr>
                </a:gs>
                <a:gs pos="42857">
                  <a:srgbClr val="898989">
                    <a:alpha val="11175"/>
                  </a:srgbClr>
                </a:gs>
                <a:gs pos="57143">
                  <a:srgbClr val="898989">
                    <a:alpha val="6355"/>
                  </a:srgbClr>
                </a:gs>
                <a:gs pos="71429">
                  <a:srgbClr val="898989">
                    <a:alpha val="3027"/>
                  </a:srgbClr>
                </a:gs>
                <a:gs pos="85714">
                  <a:srgbClr val="898989">
                    <a:alpha val="1208"/>
                  </a:srgbClr>
                </a:gs>
                <a:gs pos="100000">
                  <a:srgbClr val="898989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9814217">
              <a:off x="2642809" y="571247"/>
              <a:ext cx="301187" cy="35886"/>
            </a:xfrm>
            <a:prstGeom prst="ellipse">
              <a:avLst/>
            </a:prstGeom>
            <a:gradFill>
              <a:gsLst>
                <a:gs pos="0">
                  <a:srgbClr val="F3F3F3">
                    <a:alpha val="19970"/>
                  </a:srgbClr>
                </a:gs>
                <a:gs pos="14286">
                  <a:srgbClr val="F3F3F3">
                    <a:alpha val="18515"/>
                  </a:srgbClr>
                </a:gs>
                <a:gs pos="28571">
                  <a:srgbClr val="F3F3F3">
                    <a:alpha val="14698"/>
                  </a:srgbClr>
                </a:gs>
                <a:gs pos="42857">
                  <a:srgbClr val="F3F3F3">
                    <a:alpha val="9902"/>
                  </a:srgbClr>
                </a:gs>
                <a:gs pos="57143">
                  <a:srgbClr val="F3F3F3">
                    <a:alpha val="5614"/>
                  </a:srgbClr>
                </a:gs>
                <a:gs pos="71429">
                  <a:srgbClr val="F3F3F3">
                    <a:alpha val="2668"/>
                  </a:srgbClr>
                </a:gs>
                <a:gs pos="85714">
                  <a:srgbClr val="F3F3F3">
                    <a:alpha val="1064"/>
                  </a:srgbClr>
                </a:gs>
                <a:gs pos="100000">
                  <a:srgbClr val="F3F3F3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-9645152">
              <a:off x="2123079" y="204261"/>
              <a:ext cx="61783" cy="15446"/>
            </a:xfrm>
            <a:prstGeom prst="ellipse">
              <a:avLst/>
            </a:prstGeom>
            <a:gradFill>
              <a:gsLst>
                <a:gs pos="0">
                  <a:srgbClr val="707070">
                    <a:alpha val="18077"/>
                  </a:srgbClr>
                </a:gs>
                <a:gs pos="14286">
                  <a:srgbClr val="707070">
                    <a:alpha val="16745"/>
                  </a:srgbClr>
                </a:gs>
                <a:gs pos="28571">
                  <a:srgbClr val="707070">
                    <a:alpha val="13264"/>
                  </a:srgbClr>
                </a:gs>
                <a:gs pos="42857">
                  <a:srgbClr val="707070">
                    <a:alpha val="8911"/>
                  </a:srgbClr>
                </a:gs>
                <a:gs pos="57143">
                  <a:srgbClr val="707070">
                    <a:alpha val="5040"/>
                  </a:srgbClr>
                </a:gs>
                <a:gs pos="71429">
                  <a:srgbClr val="707070">
                    <a:alpha val="2392"/>
                  </a:srgbClr>
                </a:gs>
                <a:gs pos="85714">
                  <a:srgbClr val="707070">
                    <a:alpha val="953"/>
                  </a:srgbClr>
                </a:gs>
                <a:gs pos="100000">
                  <a:srgbClr val="70707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-9880175">
              <a:off x="1986082" y="437998"/>
              <a:ext cx="246520" cy="281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3647279">
              <a:off x="2297550" y="573054"/>
              <a:ext cx="59325" cy="14831"/>
            </a:xfrm>
            <a:prstGeom prst="ellipse">
              <a:avLst/>
            </a:prstGeom>
            <a:gradFill>
              <a:gsLst>
                <a:gs pos="0">
                  <a:srgbClr val="7B7B7B">
                    <a:alpha val="18522"/>
                  </a:srgbClr>
                </a:gs>
                <a:gs pos="14286">
                  <a:srgbClr val="7B7B7B">
                    <a:alpha val="17161"/>
                  </a:srgbClr>
                </a:gs>
                <a:gs pos="28571">
                  <a:srgbClr val="7B7B7B">
                    <a:alpha val="13600"/>
                  </a:srgbClr>
                </a:gs>
                <a:gs pos="42857">
                  <a:srgbClr val="7B7B7B">
                    <a:alpha val="9143"/>
                  </a:srgbClr>
                </a:gs>
                <a:gs pos="57143">
                  <a:srgbClr val="7B7B7B">
                    <a:alpha val="5174"/>
                  </a:srgbClr>
                </a:gs>
                <a:gs pos="71429">
                  <a:srgbClr val="7B7B7B">
                    <a:alpha val="2456"/>
                  </a:srgbClr>
                </a:gs>
                <a:gs pos="85714">
                  <a:srgbClr val="7B7B7B">
                    <a:alpha val="979"/>
                  </a:srgbClr>
                </a:gs>
                <a:gs pos="100000">
                  <a:srgbClr val="7B7B7B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10440124">
              <a:off x="3103304" y="416926"/>
              <a:ext cx="382207" cy="40851"/>
            </a:xfrm>
            <a:prstGeom prst="ellipse">
              <a:avLst/>
            </a:prstGeom>
            <a:gradFill>
              <a:gsLst>
                <a:gs pos="0">
                  <a:srgbClr val="EFF0F0">
                    <a:alpha val="28009"/>
                  </a:srgbClr>
                </a:gs>
                <a:gs pos="14286">
                  <a:srgbClr val="EFF0F0">
                    <a:alpha val="26070"/>
                  </a:srgbClr>
                </a:gs>
                <a:gs pos="28571">
                  <a:srgbClr val="EFF0F0">
                    <a:alpha val="20905"/>
                  </a:srgbClr>
                </a:gs>
                <a:gs pos="42857">
                  <a:srgbClr val="EFF0F0">
                    <a:alpha val="14258"/>
                  </a:srgbClr>
                </a:gs>
                <a:gs pos="57143">
                  <a:srgbClr val="EFF0F0">
                    <a:alpha val="8171"/>
                  </a:srgbClr>
                </a:gs>
                <a:gs pos="71429">
                  <a:srgbClr val="EFF0F0">
                    <a:alpha val="3911"/>
                  </a:srgbClr>
                </a:gs>
                <a:gs pos="85714">
                  <a:srgbClr val="EFF0F0">
                    <a:alpha val="1565"/>
                  </a:srgbClr>
                </a:gs>
                <a:gs pos="100000">
                  <a:srgbClr val="EFF0F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5400000">
              <a:off x="670664" y="676851"/>
              <a:ext cx="34035" cy="34035"/>
            </a:xfrm>
            <a:prstGeom prst="ellipse">
              <a:avLst/>
            </a:prstGeom>
            <a:gradFill>
              <a:gsLst>
                <a:gs pos="0">
                  <a:srgbClr val="A4A4A4">
                    <a:alpha val="20531"/>
                  </a:srgbClr>
                </a:gs>
                <a:gs pos="14286">
                  <a:srgbClr val="A4A4A4">
                    <a:alpha val="19040"/>
                  </a:srgbClr>
                </a:gs>
                <a:gs pos="28571">
                  <a:srgbClr val="A4A4A4">
                    <a:alpha val="15126"/>
                  </a:srgbClr>
                </a:gs>
                <a:gs pos="42857">
                  <a:srgbClr val="A4A4A4">
                    <a:alpha val="10199"/>
                  </a:srgbClr>
                </a:gs>
                <a:gs pos="57143">
                  <a:srgbClr val="A4A4A4">
                    <a:alpha val="5786"/>
                  </a:srgbClr>
                </a:gs>
                <a:gs pos="71429">
                  <a:srgbClr val="A4A4A4">
                    <a:alpha val="2752"/>
                  </a:srgbClr>
                </a:gs>
                <a:gs pos="85714">
                  <a:srgbClr val="A4A4A4">
                    <a:alpha val="1097"/>
                  </a:srgbClr>
                </a:gs>
                <a:gs pos="100000">
                  <a:srgbClr val="A4A4A4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10172610">
              <a:off x="2163415" y="609409"/>
              <a:ext cx="55651" cy="13913"/>
            </a:xfrm>
            <a:prstGeom prst="ellipse">
              <a:avLst/>
            </a:prstGeom>
            <a:gradFill>
              <a:gsLst>
                <a:gs pos="0">
                  <a:srgbClr val="868686">
                    <a:alpha val="19183"/>
                  </a:srgbClr>
                </a:gs>
                <a:gs pos="14286">
                  <a:srgbClr val="868686">
                    <a:alpha val="17778"/>
                  </a:srgbClr>
                </a:gs>
                <a:gs pos="28571">
                  <a:srgbClr val="868686">
                    <a:alpha val="14100"/>
                  </a:srgbClr>
                </a:gs>
                <a:gs pos="42857">
                  <a:srgbClr val="868686">
                    <a:alpha val="9489"/>
                  </a:srgbClr>
                </a:gs>
                <a:gs pos="57143">
                  <a:srgbClr val="868686">
                    <a:alpha val="5374"/>
                  </a:srgbClr>
                </a:gs>
                <a:gs pos="71429">
                  <a:srgbClr val="868686">
                    <a:alpha val="2553"/>
                  </a:srgbClr>
                </a:gs>
                <a:gs pos="85714">
                  <a:srgbClr val="868686">
                    <a:alpha val="1017"/>
                  </a:srgbClr>
                </a:gs>
                <a:gs pos="100000">
                  <a:srgbClr val="868686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10270944">
              <a:off x="2190892" y="622206"/>
              <a:ext cx="58523" cy="14631"/>
            </a:xfrm>
            <a:prstGeom prst="ellipse">
              <a:avLst/>
            </a:prstGeom>
            <a:gradFill>
              <a:gsLst>
                <a:gs pos="0">
                  <a:srgbClr val="838383">
                    <a:alpha val="18667"/>
                  </a:srgbClr>
                </a:gs>
                <a:gs pos="14286">
                  <a:srgbClr val="838383">
                    <a:alpha val="17296"/>
                  </a:srgbClr>
                </a:gs>
                <a:gs pos="28571">
                  <a:srgbClr val="838383">
                    <a:alpha val="13710"/>
                  </a:srgbClr>
                </a:gs>
                <a:gs pos="42857">
                  <a:srgbClr val="838383">
                    <a:alpha val="9219"/>
                  </a:srgbClr>
                </a:gs>
                <a:gs pos="57143">
                  <a:srgbClr val="838383">
                    <a:alpha val="5218"/>
                  </a:srgbClr>
                </a:gs>
                <a:gs pos="71429">
                  <a:srgbClr val="838383">
                    <a:alpha val="2477"/>
                  </a:srgbClr>
                </a:gs>
                <a:gs pos="85714">
                  <a:srgbClr val="838383">
                    <a:alpha val="987"/>
                  </a:srgbClr>
                </a:gs>
                <a:gs pos="100000">
                  <a:srgbClr val="838383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-9798103">
              <a:off x="-140324" y="588473"/>
              <a:ext cx="486879" cy="631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10196386">
              <a:off x="1389607" y="941685"/>
              <a:ext cx="725375" cy="566927"/>
            </a:xfrm>
            <a:prstGeom prst="ellipse">
              <a:avLst/>
            </a:prstGeom>
            <a:gradFill>
              <a:gsLst>
                <a:gs pos="0">
                  <a:srgbClr val="C2C2C2">
                    <a:alpha val="21728"/>
                  </a:srgbClr>
                </a:gs>
                <a:gs pos="14286">
                  <a:srgbClr val="C2C2C2">
                    <a:alpha val="20162"/>
                  </a:srgbClr>
                </a:gs>
                <a:gs pos="28571">
                  <a:srgbClr val="C2C2C2">
                    <a:alpha val="16040"/>
                  </a:srgbClr>
                </a:gs>
                <a:gs pos="42857">
                  <a:srgbClr val="C2C2C2">
                    <a:alpha val="10834"/>
                  </a:srgbClr>
                </a:gs>
                <a:gs pos="57143">
                  <a:srgbClr val="C2C2C2">
                    <a:alpha val="6156"/>
                  </a:srgbClr>
                </a:gs>
                <a:gs pos="71429">
                  <a:srgbClr val="C2C2C2">
                    <a:alpha val="2931"/>
                  </a:srgbClr>
                </a:gs>
                <a:gs pos="85714">
                  <a:srgbClr val="C2C2C2">
                    <a:alpha val="1169"/>
                  </a:srgbClr>
                </a:gs>
                <a:gs pos="100000">
                  <a:srgbClr val="C2C2C2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10000076">
              <a:off x="985769" y="802257"/>
              <a:ext cx="63341" cy="15835"/>
            </a:xfrm>
            <a:prstGeom prst="ellipse">
              <a:avLst/>
            </a:prstGeom>
            <a:gradFill>
              <a:gsLst>
                <a:gs pos="0">
                  <a:srgbClr val="777777">
                    <a:alpha val="17794"/>
                  </a:srgbClr>
                </a:gs>
                <a:gs pos="14286">
                  <a:srgbClr val="777777">
                    <a:alpha val="16481"/>
                  </a:srgbClr>
                </a:gs>
                <a:gs pos="28571">
                  <a:srgbClr val="777777">
                    <a:alpha val="13050"/>
                  </a:srgbClr>
                </a:gs>
                <a:gs pos="42857">
                  <a:srgbClr val="777777">
                    <a:alpha val="8764"/>
                  </a:srgbClr>
                </a:gs>
                <a:gs pos="57143">
                  <a:srgbClr val="777777">
                    <a:alpha val="4955"/>
                  </a:srgbClr>
                </a:gs>
                <a:gs pos="71429">
                  <a:srgbClr val="777777">
                    <a:alpha val="2351"/>
                  </a:srgbClr>
                </a:gs>
                <a:gs pos="85714">
                  <a:srgbClr val="777777">
                    <a:alpha val="936"/>
                  </a:srgbClr>
                </a:gs>
                <a:gs pos="100000">
                  <a:srgbClr val="777777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10102372">
              <a:off x="164257" y="629607"/>
              <a:ext cx="56605" cy="14151"/>
            </a:xfrm>
            <a:prstGeom prst="ellipse">
              <a:avLst/>
            </a:prstGeom>
            <a:gradFill>
              <a:gsLst>
                <a:gs pos="0">
                  <a:srgbClr val="848484">
                    <a:alpha val="19012"/>
                  </a:srgbClr>
                </a:gs>
                <a:gs pos="14286">
                  <a:srgbClr val="848484">
                    <a:alpha val="17618"/>
                  </a:srgbClr>
                </a:gs>
                <a:gs pos="28571">
                  <a:srgbClr val="848484">
                    <a:alpha val="13971"/>
                  </a:srgbClr>
                </a:gs>
                <a:gs pos="42857">
                  <a:srgbClr val="848484">
                    <a:alpha val="9399"/>
                  </a:srgbClr>
                </a:gs>
                <a:gs pos="57143">
                  <a:srgbClr val="848484">
                    <a:alpha val="5322"/>
                  </a:srgbClr>
                </a:gs>
                <a:gs pos="71429">
                  <a:srgbClr val="848484">
                    <a:alpha val="2528"/>
                  </a:srgbClr>
                </a:gs>
                <a:gs pos="85714">
                  <a:srgbClr val="848484">
                    <a:alpha val="1007"/>
                  </a:srgbClr>
                </a:gs>
                <a:gs pos="100000">
                  <a:srgbClr val="848484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10062220">
              <a:off x="895155" y="808610"/>
              <a:ext cx="63814" cy="15954"/>
            </a:xfrm>
            <a:prstGeom prst="ellipse">
              <a:avLst/>
            </a:prstGeom>
            <a:gradFill>
              <a:gsLst>
                <a:gs pos="0">
                  <a:srgbClr val="717171">
                    <a:alpha val="17708"/>
                  </a:srgbClr>
                </a:gs>
                <a:gs pos="14286">
                  <a:srgbClr val="717171">
                    <a:alpha val="16400"/>
                  </a:srgbClr>
                </a:gs>
                <a:gs pos="28571">
                  <a:srgbClr val="717171">
                    <a:alpha val="12985"/>
                  </a:srgbClr>
                </a:gs>
                <a:gs pos="42857">
                  <a:srgbClr val="717171">
                    <a:alpha val="8719"/>
                  </a:srgbClr>
                </a:gs>
                <a:gs pos="57143">
                  <a:srgbClr val="717171">
                    <a:alpha val="4929"/>
                  </a:srgbClr>
                </a:gs>
                <a:gs pos="71429">
                  <a:srgbClr val="717171">
                    <a:alpha val="2338"/>
                  </a:srgbClr>
                </a:gs>
                <a:gs pos="85714">
                  <a:srgbClr val="717171">
                    <a:alpha val="931"/>
                  </a:srgbClr>
                </a:gs>
                <a:gs pos="100000">
                  <a:srgbClr val="717171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10049554">
              <a:off x="1067062" y="755249"/>
              <a:ext cx="53733" cy="13433"/>
            </a:xfrm>
            <a:prstGeom prst="ellipse">
              <a:avLst/>
            </a:prstGeom>
            <a:gradFill>
              <a:gsLst>
                <a:gs pos="0">
                  <a:srgbClr val="565656">
                    <a:alpha val="19525"/>
                  </a:srgbClr>
                </a:gs>
                <a:gs pos="14286">
                  <a:srgbClr val="565656">
                    <a:alpha val="18099"/>
                  </a:srgbClr>
                </a:gs>
                <a:gs pos="28571">
                  <a:srgbClr val="565656">
                    <a:alpha val="14360"/>
                  </a:srgbClr>
                </a:gs>
                <a:gs pos="42857">
                  <a:srgbClr val="565656">
                    <a:alpha val="9668"/>
                  </a:srgbClr>
                </a:gs>
                <a:gs pos="57143">
                  <a:srgbClr val="565656">
                    <a:alpha val="5479"/>
                  </a:srgbClr>
                </a:gs>
                <a:gs pos="71429">
                  <a:srgbClr val="565656">
                    <a:alpha val="2603"/>
                  </a:srgbClr>
                </a:gs>
                <a:gs pos="85714">
                  <a:srgbClr val="565656">
                    <a:alpha val="1037"/>
                  </a:srgbClr>
                </a:gs>
                <a:gs pos="100000">
                  <a:srgbClr val="565656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9313378">
              <a:off x="643379" y="691108"/>
              <a:ext cx="255959" cy="447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9666726">
              <a:off x="3309437" y="876656"/>
              <a:ext cx="62914" cy="15728"/>
            </a:xfrm>
            <a:prstGeom prst="ellipse">
              <a:avLst/>
            </a:prstGeom>
            <a:gradFill>
              <a:gsLst>
                <a:gs pos="0">
                  <a:srgbClr val="6B6B6B">
                    <a:alpha val="17872"/>
                  </a:srgbClr>
                </a:gs>
                <a:gs pos="14286">
                  <a:srgbClr val="6B6B6B">
                    <a:alpha val="16553"/>
                  </a:srgbClr>
                </a:gs>
                <a:gs pos="28571">
                  <a:srgbClr val="6B6B6B">
                    <a:alpha val="13108"/>
                  </a:srgbClr>
                </a:gs>
                <a:gs pos="42857">
                  <a:srgbClr val="6B6B6B">
                    <a:alpha val="8804"/>
                  </a:srgbClr>
                </a:gs>
                <a:gs pos="57143">
                  <a:srgbClr val="6B6B6B">
                    <a:alpha val="4979"/>
                  </a:srgbClr>
                </a:gs>
                <a:gs pos="71429">
                  <a:srgbClr val="6B6B6B">
                    <a:alpha val="2362"/>
                  </a:srgbClr>
                </a:gs>
                <a:gs pos="85714">
                  <a:srgbClr val="6B6B6B">
                    <a:alpha val="941"/>
                  </a:srgbClr>
                </a:gs>
                <a:gs pos="100000">
                  <a:srgbClr val="6B6B6B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7796944">
              <a:off x="2236866" y="1252561"/>
              <a:ext cx="63613" cy="15903"/>
            </a:xfrm>
            <a:prstGeom prst="ellipse">
              <a:avLst/>
            </a:prstGeom>
            <a:gradFill>
              <a:gsLst>
                <a:gs pos="0">
                  <a:srgbClr val="808080">
                    <a:alpha val="17744"/>
                  </a:srgbClr>
                </a:gs>
                <a:gs pos="14286">
                  <a:srgbClr val="808080">
                    <a:alpha val="16434"/>
                  </a:srgbClr>
                </a:gs>
                <a:gs pos="28571">
                  <a:srgbClr val="808080">
                    <a:alpha val="13012"/>
                  </a:srgbClr>
                </a:gs>
                <a:gs pos="42857">
                  <a:srgbClr val="808080">
                    <a:alpha val="8738"/>
                  </a:srgbClr>
                </a:gs>
                <a:gs pos="57143">
                  <a:srgbClr val="808080">
                    <a:alpha val="4940"/>
                  </a:srgbClr>
                </a:gs>
                <a:gs pos="71429">
                  <a:srgbClr val="808080">
                    <a:alpha val="2344"/>
                  </a:srgbClr>
                </a:gs>
                <a:gs pos="85714">
                  <a:srgbClr val="808080">
                    <a:alpha val="933"/>
                  </a:srgbClr>
                </a:gs>
                <a:gs pos="100000">
                  <a:srgbClr val="80808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9125637">
              <a:off x="373555" y="964587"/>
              <a:ext cx="130446" cy="427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8327643">
              <a:off x="492391" y="439128"/>
              <a:ext cx="106097" cy="50258"/>
            </a:xfrm>
            <a:prstGeom prst="ellipse">
              <a:avLst/>
            </a:prstGeom>
            <a:gradFill>
              <a:gsLst>
                <a:gs pos="0">
                  <a:srgbClr val="F0F0F0">
                    <a:alpha val="26782"/>
                  </a:srgbClr>
                </a:gs>
                <a:gs pos="14286">
                  <a:srgbClr val="F0F0F0">
                    <a:alpha val="24913"/>
                  </a:srgbClr>
                </a:gs>
                <a:gs pos="28571">
                  <a:srgbClr val="F0F0F0">
                    <a:alpha val="19946"/>
                  </a:srgbClr>
                </a:gs>
                <a:gs pos="42857">
                  <a:srgbClr val="F0F0F0">
                    <a:alpha val="13577"/>
                  </a:srgbClr>
                </a:gs>
                <a:gs pos="57143">
                  <a:srgbClr val="F0F0F0">
                    <a:alpha val="7767"/>
                  </a:srgbClr>
                </a:gs>
                <a:gs pos="71429">
                  <a:srgbClr val="F0F0F0">
                    <a:alpha val="3714"/>
                  </a:srgbClr>
                </a:gs>
                <a:gs pos="85714">
                  <a:srgbClr val="F0F0F0">
                    <a:alpha val="1485"/>
                  </a:srgbClr>
                </a:gs>
                <a:gs pos="100000">
                  <a:srgbClr val="F0F0F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9863990">
              <a:off x="118041" y="1057834"/>
              <a:ext cx="64176" cy="16044"/>
            </a:xfrm>
            <a:prstGeom prst="ellipse">
              <a:avLst/>
            </a:prstGeom>
            <a:gradFill>
              <a:gsLst>
                <a:gs pos="0">
                  <a:srgbClr val="7B7B7B">
                    <a:alpha val="17642"/>
                  </a:srgbClr>
                </a:gs>
                <a:gs pos="14286">
                  <a:srgbClr val="7B7B7B">
                    <a:alpha val="16339"/>
                  </a:srgbClr>
                </a:gs>
                <a:gs pos="28571">
                  <a:srgbClr val="7B7B7B">
                    <a:alpha val="12935"/>
                  </a:srgbClr>
                </a:gs>
                <a:gs pos="42857">
                  <a:srgbClr val="7B7B7B">
                    <a:alpha val="8685"/>
                  </a:srgbClr>
                </a:gs>
                <a:gs pos="57143">
                  <a:srgbClr val="7B7B7B">
                    <a:alpha val="4910"/>
                  </a:srgbClr>
                </a:gs>
                <a:gs pos="71429">
                  <a:srgbClr val="7B7B7B">
                    <a:alpha val="2329"/>
                  </a:srgbClr>
                </a:gs>
                <a:gs pos="85714">
                  <a:srgbClr val="7B7B7B">
                    <a:alpha val="928"/>
                  </a:srgbClr>
                </a:gs>
                <a:gs pos="100000">
                  <a:srgbClr val="7B7B7B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8729928">
              <a:off x="1582611" y="49776"/>
              <a:ext cx="52098" cy="13024"/>
            </a:xfrm>
            <a:prstGeom prst="ellipse">
              <a:avLst/>
            </a:prstGeom>
            <a:gradFill>
              <a:gsLst>
                <a:gs pos="0">
                  <a:srgbClr val="828282">
                    <a:alpha val="19816"/>
                  </a:srgbClr>
                </a:gs>
                <a:gs pos="14286">
                  <a:srgbClr val="828282">
                    <a:alpha val="18371"/>
                  </a:srgbClr>
                </a:gs>
                <a:gs pos="28571">
                  <a:srgbClr val="828282">
                    <a:alpha val="14582"/>
                  </a:srgbClr>
                </a:gs>
                <a:gs pos="42857">
                  <a:srgbClr val="828282">
                    <a:alpha val="9821"/>
                  </a:srgbClr>
                </a:gs>
                <a:gs pos="57143">
                  <a:srgbClr val="828282">
                    <a:alpha val="5567"/>
                  </a:srgbClr>
                </a:gs>
                <a:gs pos="71429">
                  <a:srgbClr val="828282">
                    <a:alpha val="2646"/>
                  </a:srgbClr>
                </a:gs>
                <a:gs pos="85714">
                  <a:srgbClr val="828282">
                    <a:alpha val="1055"/>
                  </a:srgbClr>
                </a:gs>
                <a:gs pos="100000">
                  <a:srgbClr val="828282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9555194">
              <a:off x="2111698" y="1275893"/>
              <a:ext cx="64177" cy="16044"/>
            </a:xfrm>
            <a:prstGeom prst="ellipse">
              <a:avLst/>
            </a:prstGeom>
            <a:gradFill>
              <a:gsLst>
                <a:gs pos="0">
                  <a:srgbClr val="6D6D6E">
                    <a:alpha val="17642"/>
                  </a:srgbClr>
                </a:gs>
                <a:gs pos="14286">
                  <a:srgbClr val="6D6D6E">
                    <a:alpha val="16339"/>
                  </a:srgbClr>
                </a:gs>
                <a:gs pos="28571">
                  <a:srgbClr val="6D6D6E">
                    <a:alpha val="12935"/>
                  </a:srgbClr>
                </a:gs>
                <a:gs pos="42857">
                  <a:srgbClr val="6D6D6E">
                    <a:alpha val="8685"/>
                  </a:srgbClr>
                </a:gs>
                <a:gs pos="57143">
                  <a:srgbClr val="6D6D6E">
                    <a:alpha val="4910"/>
                  </a:srgbClr>
                </a:gs>
                <a:gs pos="71429">
                  <a:srgbClr val="6D6D6E">
                    <a:alpha val="2329"/>
                  </a:srgbClr>
                </a:gs>
                <a:gs pos="85714">
                  <a:srgbClr val="6D6D6E">
                    <a:alpha val="927"/>
                  </a:srgbClr>
                </a:gs>
                <a:gs pos="100000">
                  <a:srgbClr val="6D6D6E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-8534842">
              <a:off x="2315063" y="563141"/>
              <a:ext cx="54462" cy="13615"/>
            </a:xfrm>
            <a:prstGeom prst="ellipse">
              <a:avLst/>
            </a:prstGeom>
            <a:gradFill>
              <a:gsLst>
                <a:gs pos="0">
                  <a:srgbClr val="848484">
                    <a:alpha val="19395"/>
                  </a:srgbClr>
                </a:gs>
                <a:gs pos="14286">
                  <a:srgbClr val="848484">
                    <a:alpha val="17977"/>
                  </a:srgbClr>
                </a:gs>
                <a:gs pos="28571">
                  <a:srgbClr val="848484">
                    <a:alpha val="14262"/>
                  </a:srgbClr>
                </a:gs>
                <a:gs pos="42857">
                  <a:srgbClr val="848484">
                    <a:alpha val="9600"/>
                  </a:srgbClr>
                </a:gs>
                <a:gs pos="57143">
                  <a:srgbClr val="848484">
                    <a:alpha val="5439"/>
                  </a:srgbClr>
                </a:gs>
                <a:gs pos="71429">
                  <a:srgbClr val="848484">
                    <a:alpha val="2584"/>
                  </a:srgbClr>
                </a:gs>
                <a:gs pos="85714">
                  <a:srgbClr val="848484">
                    <a:alpha val="1030"/>
                  </a:srgbClr>
                </a:gs>
                <a:gs pos="100000">
                  <a:srgbClr val="848484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10284767">
              <a:off x="1970990" y="629016"/>
              <a:ext cx="444379" cy="392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-8730089">
              <a:off x="2551813" y="554709"/>
              <a:ext cx="55253" cy="13813"/>
            </a:xfrm>
            <a:prstGeom prst="ellipse">
              <a:avLst/>
            </a:prstGeom>
            <a:gradFill>
              <a:gsLst>
                <a:gs pos="0">
                  <a:srgbClr val="8E8E8E">
                    <a:alpha val="19254"/>
                  </a:srgbClr>
                </a:gs>
                <a:gs pos="14286">
                  <a:srgbClr val="8E8E8E">
                    <a:alpha val="17845"/>
                  </a:srgbClr>
                </a:gs>
                <a:gs pos="28571">
                  <a:srgbClr val="8E8E8E">
                    <a:alpha val="14154"/>
                  </a:srgbClr>
                </a:gs>
                <a:gs pos="42857">
                  <a:srgbClr val="8E8E8E">
                    <a:alpha val="9526"/>
                  </a:srgbClr>
                </a:gs>
                <a:gs pos="57143">
                  <a:srgbClr val="8E8E8E">
                    <a:alpha val="5396"/>
                  </a:srgbClr>
                </a:gs>
                <a:gs pos="71429">
                  <a:srgbClr val="8E8E8E">
                    <a:alpha val="2563"/>
                  </a:srgbClr>
                </a:gs>
                <a:gs pos="85714">
                  <a:srgbClr val="8E8E8E">
                    <a:alpha val="1021"/>
                  </a:srgbClr>
                </a:gs>
                <a:gs pos="100000">
                  <a:srgbClr val="8E8E8E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9944931">
              <a:off x="956946" y="818121"/>
              <a:ext cx="61587" cy="15397"/>
            </a:xfrm>
            <a:prstGeom prst="ellipse">
              <a:avLst/>
            </a:prstGeom>
            <a:gradFill>
              <a:gsLst>
                <a:gs pos="0">
                  <a:srgbClr val="898989">
                    <a:alpha val="18113"/>
                  </a:srgbClr>
                </a:gs>
                <a:gs pos="14286">
                  <a:srgbClr val="898989">
                    <a:alpha val="16779"/>
                  </a:srgbClr>
                </a:gs>
                <a:gs pos="28571">
                  <a:srgbClr val="898989">
                    <a:alpha val="13291"/>
                  </a:srgbClr>
                </a:gs>
                <a:gs pos="42857">
                  <a:srgbClr val="898989">
                    <a:alpha val="8930"/>
                  </a:srgbClr>
                </a:gs>
                <a:gs pos="57143">
                  <a:srgbClr val="898989">
                    <a:alpha val="5051"/>
                  </a:srgbClr>
                </a:gs>
                <a:gs pos="71429">
                  <a:srgbClr val="898989">
                    <a:alpha val="2397"/>
                  </a:srgbClr>
                </a:gs>
                <a:gs pos="85714">
                  <a:srgbClr val="898989">
                    <a:alpha val="955"/>
                  </a:srgbClr>
                </a:gs>
                <a:gs pos="100000">
                  <a:srgbClr val="89898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10400303">
              <a:off x="960241" y="988298"/>
              <a:ext cx="116231" cy="445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6580547">
              <a:off x="1539898" y="24174"/>
              <a:ext cx="97151" cy="536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9463946">
              <a:off x="1188410" y="1062732"/>
              <a:ext cx="255649" cy="67748"/>
            </a:xfrm>
            <a:prstGeom prst="ellipse">
              <a:avLst/>
            </a:prstGeom>
            <a:gradFill>
              <a:gsLst>
                <a:gs pos="0">
                  <a:srgbClr val="313733">
                    <a:alpha val="31652"/>
                  </a:srgbClr>
                </a:gs>
                <a:gs pos="14286">
                  <a:srgbClr val="313733">
                    <a:alpha val="29515"/>
                  </a:srgbClr>
                </a:gs>
                <a:gs pos="28571">
                  <a:srgbClr val="313733">
                    <a:alpha val="23782"/>
                  </a:srgbClr>
                </a:gs>
                <a:gs pos="42857">
                  <a:srgbClr val="313733">
                    <a:alpha val="16317"/>
                  </a:srgbClr>
                </a:gs>
                <a:gs pos="57143">
                  <a:srgbClr val="313733">
                    <a:alpha val="9399"/>
                  </a:srgbClr>
                </a:gs>
                <a:gs pos="71429">
                  <a:srgbClr val="313733">
                    <a:alpha val="4515"/>
                  </a:srgbClr>
                </a:gs>
                <a:gs pos="85714">
                  <a:srgbClr val="313733">
                    <a:alpha val="1810"/>
                  </a:srgbClr>
                </a:gs>
                <a:gs pos="100000">
                  <a:srgbClr val="313733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9773547">
              <a:off x="-201827" y="521320"/>
              <a:ext cx="469963" cy="389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6237727">
              <a:off x="1241387" y="51036"/>
              <a:ext cx="45908" cy="11477"/>
            </a:xfrm>
            <a:prstGeom prst="ellipse">
              <a:avLst/>
            </a:prstGeom>
            <a:gradFill>
              <a:gsLst>
                <a:gs pos="0">
                  <a:srgbClr val="8B8B8B">
                    <a:alpha val="20908"/>
                  </a:srgbClr>
                </a:gs>
                <a:gs pos="14286">
                  <a:srgbClr val="8B8B8B">
                    <a:alpha val="19394"/>
                  </a:srgbClr>
                </a:gs>
                <a:gs pos="28571">
                  <a:srgbClr val="8B8B8B">
                    <a:alpha val="15413"/>
                  </a:srgbClr>
                </a:gs>
                <a:gs pos="42857">
                  <a:srgbClr val="8B8B8B">
                    <a:alpha val="10398"/>
                  </a:srgbClr>
                </a:gs>
                <a:gs pos="57143">
                  <a:srgbClr val="8B8B8B">
                    <a:alpha val="5903"/>
                  </a:srgbClr>
                </a:gs>
                <a:gs pos="71429">
                  <a:srgbClr val="8B8B8B">
                    <a:alpha val="2808"/>
                  </a:srgbClr>
                </a:gs>
                <a:gs pos="85714">
                  <a:srgbClr val="8B8B8B">
                    <a:alpha val="1120"/>
                  </a:srgbClr>
                </a:gs>
                <a:gs pos="100000">
                  <a:srgbClr val="8B8B8B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4016277">
              <a:off x="3162040" y="708469"/>
              <a:ext cx="85577" cy="676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2779368">
              <a:off x="3305203" y="72943"/>
              <a:ext cx="641771" cy="250906"/>
            </a:xfrm>
            <a:prstGeom prst="ellipse">
              <a:avLst/>
            </a:prstGeom>
            <a:gradFill>
              <a:gsLst>
                <a:gs pos="0">
                  <a:srgbClr val="B5B5B5">
                    <a:alpha val="8681"/>
                  </a:srgbClr>
                </a:gs>
                <a:gs pos="14286">
                  <a:srgbClr val="B5B5B5">
                    <a:alpha val="8008"/>
                  </a:srgbClr>
                </a:gs>
                <a:gs pos="28571">
                  <a:srgbClr val="B5B5B5">
                    <a:alpha val="6275"/>
                  </a:srgbClr>
                </a:gs>
                <a:gs pos="42857">
                  <a:srgbClr val="B5B5B5">
                    <a:alpha val="4162"/>
                  </a:srgbClr>
                </a:gs>
                <a:gs pos="57143">
                  <a:srgbClr val="B5B5B5">
                    <a:alpha val="2328"/>
                  </a:srgbClr>
                </a:gs>
                <a:gs pos="71429">
                  <a:srgbClr val="B5B5B5">
                    <a:alpha val="1096"/>
                  </a:srgbClr>
                </a:gs>
                <a:gs pos="85714">
                  <a:srgbClr val="B5B5B5">
                    <a:alpha val="435"/>
                  </a:srgbClr>
                </a:gs>
                <a:gs pos="100000">
                  <a:srgbClr val="B5B5B5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7061904">
              <a:off x="2273947" y="599948"/>
              <a:ext cx="68461" cy="17173"/>
            </a:xfrm>
            <a:prstGeom prst="ellipse">
              <a:avLst/>
            </a:prstGeom>
            <a:gradFill>
              <a:gsLst>
                <a:gs pos="0">
                  <a:srgbClr val="393939">
                    <a:alpha val="16814"/>
                  </a:srgbClr>
                </a:gs>
                <a:gs pos="14286">
                  <a:srgbClr val="393939">
                    <a:alpha val="15566"/>
                  </a:srgbClr>
                </a:gs>
                <a:gs pos="28571">
                  <a:srgbClr val="393939">
                    <a:alpha val="12311"/>
                  </a:srgbClr>
                </a:gs>
                <a:gs pos="42857">
                  <a:srgbClr val="393939">
                    <a:alpha val="8256"/>
                  </a:srgbClr>
                </a:gs>
                <a:gs pos="57143">
                  <a:srgbClr val="393939">
                    <a:alpha val="4663"/>
                  </a:srgbClr>
                </a:gs>
                <a:gs pos="71429">
                  <a:srgbClr val="393939">
                    <a:alpha val="2210"/>
                  </a:srgbClr>
                </a:gs>
                <a:gs pos="85714">
                  <a:srgbClr val="393939">
                    <a:alpha val="880"/>
                  </a:srgbClr>
                </a:gs>
                <a:gs pos="100000">
                  <a:srgbClr val="393939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10168619">
              <a:off x="614062" y="877095"/>
              <a:ext cx="134215" cy="62787"/>
            </a:xfrm>
            <a:prstGeom prst="ellipse">
              <a:avLst/>
            </a:prstGeom>
            <a:gradFill>
              <a:gsLst>
                <a:gs pos="0">
                  <a:srgbClr val="030005">
                    <a:alpha val="32968"/>
                  </a:srgbClr>
                </a:gs>
                <a:gs pos="14286">
                  <a:srgbClr val="030005">
                    <a:alpha val="30764"/>
                  </a:srgbClr>
                </a:gs>
                <a:gs pos="28571">
                  <a:srgbClr val="030005">
                    <a:alpha val="24833"/>
                  </a:srgbClr>
                </a:gs>
                <a:gs pos="42857">
                  <a:srgbClr val="030005">
                    <a:alpha val="17075"/>
                  </a:srgbClr>
                </a:gs>
                <a:gs pos="57143">
                  <a:srgbClr val="030005">
                    <a:alpha val="9855"/>
                  </a:srgbClr>
                </a:gs>
                <a:gs pos="71429">
                  <a:srgbClr val="030005">
                    <a:alpha val="4740"/>
                  </a:srgbClr>
                </a:gs>
                <a:gs pos="85714">
                  <a:srgbClr val="030005">
                    <a:alpha val="1902"/>
                  </a:srgbClr>
                </a:gs>
                <a:gs pos="100000">
                  <a:srgbClr val="03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9046556">
              <a:off x="931421" y="1173582"/>
              <a:ext cx="60580" cy="15145"/>
            </a:xfrm>
            <a:prstGeom prst="ellipse">
              <a:avLst/>
            </a:prstGeom>
            <a:gradFill>
              <a:gsLst>
                <a:gs pos="0">
                  <a:srgbClr val="797979">
                    <a:alpha val="18295"/>
                  </a:srgbClr>
                </a:gs>
                <a:gs pos="14286">
                  <a:srgbClr val="797979">
                    <a:alpha val="16949"/>
                  </a:srgbClr>
                </a:gs>
                <a:gs pos="28571">
                  <a:srgbClr val="797979">
                    <a:alpha val="13428"/>
                  </a:srgbClr>
                </a:gs>
                <a:gs pos="42857">
                  <a:srgbClr val="797979">
                    <a:alpha val="9025"/>
                  </a:srgbClr>
                </a:gs>
                <a:gs pos="57143">
                  <a:srgbClr val="797979">
                    <a:alpha val="5106"/>
                  </a:srgbClr>
                </a:gs>
                <a:gs pos="71429">
                  <a:srgbClr val="797979">
                    <a:alpha val="2423"/>
                  </a:srgbClr>
                </a:gs>
                <a:gs pos="85714">
                  <a:srgbClr val="797979">
                    <a:alpha val="965"/>
                  </a:srgbClr>
                </a:gs>
                <a:gs pos="100000">
                  <a:srgbClr val="797979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-8793626">
              <a:off x="942471" y="1181776"/>
              <a:ext cx="63047" cy="15762"/>
            </a:xfrm>
            <a:prstGeom prst="ellipse">
              <a:avLst/>
            </a:prstGeom>
            <a:gradFill>
              <a:gsLst>
                <a:gs pos="0">
                  <a:srgbClr val="777777">
                    <a:alpha val="17848"/>
                  </a:srgbClr>
                </a:gs>
                <a:gs pos="14286">
                  <a:srgbClr val="777777">
                    <a:alpha val="16531"/>
                  </a:srgbClr>
                </a:gs>
                <a:gs pos="28571">
                  <a:srgbClr val="777777">
                    <a:alpha val="13090"/>
                  </a:srgbClr>
                </a:gs>
                <a:gs pos="42857">
                  <a:srgbClr val="777777">
                    <a:alpha val="8792"/>
                  </a:srgbClr>
                </a:gs>
                <a:gs pos="57143">
                  <a:srgbClr val="777777">
                    <a:alpha val="4971"/>
                  </a:srgbClr>
                </a:gs>
                <a:gs pos="71429">
                  <a:srgbClr val="777777">
                    <a:alpha val="2359"/>
                  </a:srgbClr>
                </a:gs>
                <a:gs pos="85714">
                  <a:srgbClr val="777777">
                    <a:alpha val="939"/>
                  </a:srgbClr>
                </a:gs>
                <a:gs pos="100000">
                  <a:srgbClr val="777777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-9827287">
              <a:off x="2682597" y="674463"/>
              <a:ext cx="65623" cy="16406"/>
            </a:xfrm>
            <a:prstGeom prst="ellipse">
              <a:avLst/>
            </a:prstGeom>
            <a:gradFill>
              <a:gsLst>
                <a:gs pos="0">
                  <a:srgbClr val="818181">
                    <a:alpha val="17377"/>
                  </a:srgbClr>
                </a:gs>
                <a:gs pos="14286">
                  <a:srgbClr val="818181">
                    <a:alpha val="16092"/>
                  </a:srgbClr>
                </a:gs>
                <a:gs pos="28571">
                  <a:srgbClr val="818181">
                    <a:alpha val="12735"/>
                  </a:srgbClr>
                </a:gs>
                <a:gs pos="42857">
                  <a:srgbClr val="818181">
                    <a:alpha val="8548"/>
                  </a:srgbClr>
                </a:gs>
                <a:gs pos="57143">
                  <a:srgbClr val="818181">
                    <a:alpha val="4831"/>
                  </a:srgbClr>
                </a:gs>
                <a:gs pos="71429">
                  <a:srgbClr val="818181">
                    <a:alpha val="2291"/>
                  </a:srgbClr>
                </a:gs>
                <a:gs pos="85714">
                  <a:srgbClr val="818181">
                    <a:alpha val="912"/>
                  </a:srgbClr>
                </a:gs>
                <a:gs pos="100000">
                  <a:srgbClr val="818181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-9781649">
              <a:off x="2787591" y="733294"/>
              <a:ext cx="127891" cy="60091"/>
            </a:xfrm>
            <a:prstGeom prst="ellipse">
              <a:avLst/>
            </a:prstGeom>
            <a:gradFill>
              <a:gsLst>
                <a:gs pos="0">
                  <a:srgbClr val="F5F5F5">
                    <a:alpha val="24061"/>
                  </a:srgbClr>
                </a:gs>
                <a:gs pos="14286">
                  <a:srgbClr val="F5F5F5">
                    <a:alpha val="22352"/>
                  </a:srgbClr>
                </a:gs>
                <a:gs pos="28571">
                  <a:srgbClr val="F5F5F5">
                    <a:alpha val="17834"/>
                  </a:srgbClr>
                </a:gs>
                <a:gs pos="42857">
                  <a:srgbClr val="F5F5F5">
                    <a:alpha val="12089"/>
                  </a:srgbClr>
                </a:gs>
                <a:gs pos="57143">
                  <a:srgbClr val="F5F5F5">
                    <a:alpha val="6890"/>
                  </a:srgbClr>
                </a:gs>
                <a:gs pos="71429">
                  <a:srgbClr val="F5F5F5">
                    <a:alpha val="3287"/>
                  </a:srgbClr>
                </a:gs>
                <a:gs pos="85714">
                  <a:srgbClr val="F5F5F5">
                    <a:alpha val="1313"/>
                  </a:srgbClr>
                </a:gs>
                <a:gs pos="100000">
                  <a:srgbClr val="F5F5F5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390607">
              <a:off x="787560" y="1240545"/>
              <a:ext cx="164587" cy="61612"/>
            </a:xfrm>
            <a:prstGeom prst="ellipse">
              <a:avLst/>
            </a:prstGeom>
            <a:gradFill>
              <a:gsLst>
                <a:gs pos="0">
                  <a:srgbClr val="C7C8C8">
                    <a:alpha val="17319"/>
                  </a:srgbClr>
                </a:gs>
                <a:gs pos="14286">
                  <a:srgbClr val="C7C8C8">
                    <a:alpha val="16037"/>
                  </a:srgbClr>
                </a:gs>
                <a:gs pos="28571">
                  <a:srgbClr val="C7C8C8">
                    <a:alpha val="12691"/>
                  </a:srgbClr>
                </a:gs>
                <a:gs pos="42857">
                  <a:srgbClr val="C7C8C8">
                    <a:alpha val="8517"/>
                  </a:srgbClr>
                </a:gs>
                <a:gs pos="57143">
                  <a:srgbClr val="C7C8C8">
                    <a:alpha val="4813"/>
                  </a:srgbClr>
                </a:gs>
                <a:gs pos="71429">
                  <a:srgbClr val="C7C8C8">
                    <a:alpha val="2283"/>
                  </a:srgbClr>
                </a:gs>
                <a:gs pos="85714">
                  <a:srgbClr val="C7C8C8">
                    <a:alpha val="909"/>
                  </a:srgbClr>
                </a:gs>
                <a:gs pos="100000">
                  <a:srgbClr val="C7C8C8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9808392">
              <a:off x="1027804" y="766702"/>
              <a:ext cx="60471" cy="15118"/>
            </a:xfrm>
            <a:prstGeom prst="ellipse">
              <a:avLst/>
            </a:prstGeom>
            <a:gradFill>
              <a:gsLst>
                <a:gs pos="0">
                  <a:srgbClr val="8C8C8C">
                    <a:alpha val="18315"/>
                  </a:srgbClr>
                </a:gs>
                <a:gs pos="14286">
                  <a:srgbClr val="8C8C8C">
                    <a:alpha val="16967"/>
                  </a:srgbClr>
                </a:gs>
                <a:gs pos="28571">
                  <a:srgbClr val="8C8C8C">
                    <a:alpha val="13443"/>
                  </a:srgbClr>
                </a:gs>
                <a:gs pos="42857">
                  <a:srgbClr val="8C8C8C">
                    <a:alpha val="9035"/>
                  </a:srgbClr>
                </a:gs>
                <a:gs pos="57143">
                  <a:srgbClr val="8C8C8C">
                    <a:alpha val="5112"/>
                  </a:srgbClr>
                </a:gs>
                <a:gs pos="71429">
                  <a:srgbClr val="8C8C8C">
                    <a:alpha val="2426"/>
                  </a:srgbClr>
                </a:gs>
                <a:gs pos="85714">
                  <a:srgbClr val="8C8C8C">
                    <a:alpha val="967"/>
                  </a:srgbClr>
                </a:gs>
                <a:gs pos="100000">
                  <a:srgbClr val="8C8C8C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10307925">
              <a:off x="556485" y="1222846"/>
              <a:ext cx="367089" cy="457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-10550334">
              <a:off x="1965597" y="242042"/>
              <a:ext cx="64631" cy="16158"/>
            </a:xfrm>
            <a:prstGeom prst="ellipse">
              <a:avLst/>
            </a:prstGeom>
            <a:gradFill>
              <a:gsLst>
                <a:gs pos="0">
                  <a:srgbClr val="5A5A5A">
                    <a:alpha val="17559"/>
                  </a:srgbClr>
                </a:gs>
                <a:gs pos="14286">
                  <a:srgbClr val="5A5A5A">
                    <a:alpha val="16261"/>
                  </a:srgbClr>
                </a:gs>
                <a:gs pos="28571">
                  <a:srgbClr val="5A5A5A">
                    <a:alpha val="12872"/>
                  </a:srgbClr>
                </a:gs>
                <a:gs pos="42857">
                  <a:srgbClr val="5A5A5A">
                    <a:alpha val="8642"/>
                  </a:srgbClr>
                </a:gs>
                <a:gs pos="57143">
                  <a:srgbClr val="5A5A5A">
                    <a:alpha val="4885"/>
                  </a:srgbClr>
                </a:gs>
                <a:gs pos="71429">
                  <a:srgbClr val="5A5A5A">
                    <a:alpha val="2317"/>
                  </a:srgbClr>
                </a:gs>
                <a:gs pos="85714">
                  <a:srgbClr val="5A5A5A">
                    <a:alpha val="923"/>
                  </a:srgbClr>
                </a:gs>
                <a:gs pos="100000">
                  <a:srgbClr val="5A5A5A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-9243974">
              <a:off x="639749" y="744577"/>
              <a:ext cx="154966" cy="538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10615613">
              <a:off x="3170906" y="657827"/>
              <a:ext cx="65462" cy="16365"/>
            </a:xfrm>
            <a:prstGeom prst="ellipse">
              <a:avLst/>
            </a:prstGeom>
            <a:gradFill>
              <a:gsLst>
                <a:gs pos="0">
                  <a:srgbClr val="6A6A6A">
                    <a:alpha val="17407"/>
                  </a:srgbClr>
                </a:gs>
                <a:gs pos="14286">
                  <a:srgbClr val="6A6A6A">
                    <a:alpha val="16119"/>
                  </a:srgbClr>
                </a:gs>
                <a:gs pos="28571">
                  <a:srgbClr val="6A6A6A">
                    <a:alpha val="12758"/>
                  </a:srgbClr>
                </a:gs>
                <a:gs pos="42857">
                  <a:srgbClr val="6A6A6A">
                    <a:alpha val="8563"/>
                  </a:srgbClr>
                </a:gs>
                <a:gs pos="57143">
                  <a:srgbClr val="6A6A6A">
                    <a:alpha val="4839"/>
                  </a:srgbClr>
                </a:gs>
                <a:gs pos="71429">
                  <a:srgbClr val="6A6A6A">
                    <a:alpha val="2295"/>
                  </a:srgbClr>
                </a:gs>
                <a:gs pos="85714">
                  <a:srgbClr val="6A6A6A">
                    <a:alpha val="914"/>
                  </a:srgbClr>
                </a:gs>
                <a:gs pos="100000">
                  <a:srgbClr val="6A6A6A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9645284">
              <a:off x="1359845" y="1214141"/>
              <a:ext cx="238965" cy="563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-10586460">
              <a:off x="953358" y="989558"/>
              <a:ext cx="184403" cy="495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8619921">
              <a:off x="527326" y="1305316"/>
              <a:ext cx="64866" cy="16216"/>
            </a:xfrm>
            <a:prstGeom prst="ellipse">
              <a:avLst/>
            </a:prstGeom>
            <a:gradFill>
              <a:gsLst>
                <a:gs pos="0">
                  <a:srgbClr val="787878">
                    <a:alpha val="17516"/>
                  </a:srgbClr>
                </a:gs>
                <a:gs pos="14286">
                  <a:srgbClr val="787878">
                    <a:alpha val="16221"/>
                  </a:srgbClr>
                </a:gs>
                <a:gs pos="28571">
                  <a:srgbClr val="787878">
                    <a:alpha val="12840"/>
                  </a:srgbClr>
                </a:gs>
                <a:gs pos="42857">
                  <a:srgbClr val="787878">
                    <a:alpha val="8620"/>
                  </a:srgbClr>
                </a:gs>
                <a:gs pos="57143">
                  <a:srgbClr val="787878">
                    <a:alpha val="4872"/>
                  </a:srgbClr>
                </a:gs>
                <a:gs pos="71429">
                  <a:srgbClr val="787878">
                    <a:alpha val="2311"/>
                  </a:srgbClr>
                </a:gs>
                <a:gs pos="85714">
                  <a:srgbClr val="787878">
                    <a:alpha val="920"/>
                  </a:srgbClr>
                </a:gs>
                <a:gs pos="100000">
                  <a:srgbClr val="787878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7710616">
              <a:off x="2179382" y="587610"/>
              <a:ext cx="216164" cy="606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-9182858">
              <a:off x="687376" y="431625"/>
              <a:ext cx="208191" cy="8824"/>
            </a:xfrm>
            <a:prstGeom prst="ellipse">
              <a:avLst/>
            </a:prstGeom>
            <a:gradFill>
              <a:gsLst>
                <a:gs pos="0">
                  <a:srgbClr val="190F00">
                    <a:alpha val="32575"/>
                  </a:srgbClr>
                </a:gs>
                <a:gs pos="14286">
                  <a:srgbClr val="190F00">
                    <a:alpha val="30391"/>
                  </a:srgbClr>
                </a:gs>
                <a:gs pos="28571">
                  <a:srgbClr val="190F00">
                    <a:alpha val="24519"/>
                  </a:srgbClr>
                </a:gs>
                <a:gs pos="42857">
                  <a:srgbClr val="190F00">
                    <a:alpha val="16848"/>
                  </a:srgbClr>
                </a:gs>
                <a:gs pos="57143">
                  <a:srgbClr val="190F00">
                    <a:alpha val="9718"/>
                  </a:srgbClr>
                </a:gs>
                <a:gs pos="71429">
                  <a:srgbClr val="190F00">
                    <a:alpha val="4673"/>
                  </a:srgbClr>
                </a:gs>
                <a:gs pos="85714">
                  <a:srgbClr val="190F00">
                    <a:alpha val="1875"/>
                  </a:srgbClr>
                </a:gs>
                <a:gs pos="100000">
                  <a:srgbClr val="190F00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-9634055">
              <a:off x="3522284" y="972842"/>
              <a:ext cx="66117" cy="16529"/>
            </a:xfrm>
            <a:prstGeom prst="ellipse">
              <a:avLst/>
            </a:prstGeom>
            <a:gradFill>
              <a:gsLst>
                <a:gs pos="0">
                  <a:srgbClr val="6C6C6C">
                    <a:alpha val="17287"/>
                  </a:srgbClr>
                </a:gs>
                <a:gs pos="14286">
                  <a:srgbClr val="6C6C6C">
                    <a:alpha val="16007"/>
                  </a:srgbClr>
                </a:gs>
                <a:gs pos="28571">
                  <a:srgbClr val="6C6C6C">
                    <a:alpha val="12667"/>
                  </a:srgbClr>
                </a:gs>
                <a:gs pos="42857">
                  <a:srgbClr val="6C6C6C">
                    <a:alpha val="8501"/>
                  </a:srgbClr>
                </a:gs>
                <a:gs pos="57143">
                  <a:srgbClr val="6C6C6C">
                    <a:alpha val="4804"/>
                  </a:srgbClr>
                </a:gs>
                <a:gs pos="71429">
                  <a:srgbClr val="6C6C6C">
                    <a:alpha val="2278"/>
                  </a:srgbClr>
                </a:gs>
                <a:gs pos="85714">
                  <a:srgbClr val="6C6C6C">
                    <a:alpha val="907"/>
                  </a:srgbClr>
                </a:gs>
                <a:gs pos="100000">
                  <a:srgbClr val="6C6C6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9649768">
              <a:off x="127482" y="1017332"/>
              <a:ext cx="357800" cy="4197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8835358">
              <a:off x="401950" y="511529"/>
              <a:ext cx="695160" cy="520235"/>
            </a:xfrm>
            <a:prstGeom prst="ellipse">
              <a:avLst/>
            </a:prstGeom>
            <a:gradFill>
              <a:gsLst>
                <a:gs pos="0">
                  <a:srgbClr val="FFFFFF">
                    <a:alpha val="2000"/>
                  </a:srgbClr>
                </a:gs>
                <a:gs pos="14286">
                  <a:srgbClr val="FFFFFF">
                    <a:alpha val="1840"/>
                  </a:srgbClr>
                </a:gs>
                <a:gs pos="28571">
                  <a:srgbClr val="FFFFFF">
                    <a:alpha val="1431"/>
                  </a:srgbClr>
                </a:gs>
                <a:gs pos="42857">
                  <a:srgbClr val="FFFFFF">
                    <a:alpha val="941"/>
                  </a:srgbClr>
                </a:gs>
                <a:gs pos="57143">
                  <a:srgbClr val="FFFFFF">
                    <a:alpha val="523"/>
                  </a:srgbClr>
                </a:gs>
                <a:gs pos="71429">
                  <a:srgbClr val="FFFFFF">
                    <a:alpha val="245"/>
                  </a:srgbClr>
                </a:gs>
                <a:gs pos="85714">
                  <a:srgbClr val="FFFFFF">
                    <a:alpha val="97"/>
                  </a:srgbClr>
                </a:gs>
                <a:gs pos="100000">
                  <a:srgbClr val="FFFFFF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-9636893">
              <a:off x="912442" y="1173090"/>
              <a:ext cx="66528" cy="16632"/>
            </a:xfrm>
            <a:prstGeom prst="ellipse">
              <a:avLst/>
            </a:prstGeom>
            <a:gradFill>
              <a:gsLst>
                <a:gs pos="0">
                  <a:srgbClr val="747474">
                    <a:alpha val="17212"/>
                  </a:srgbClr>
                </a:gs>
                <a:gs pos="14286">
                  <a:srgbClr val="747474">
                    <a:alpha val="15937"/>
                  </a:srgbClr>
                </a:gs>
                <a:gs pos="28571">
                  <a:srgbClr val="747474">
                    <a:alpha val="12610"/>
                  </a:srgbClr>
                </a:gs>
                <a:gs pos="42857">
                  <a:srgbClr val="747474">
                    <a:alpha val="8462"/>
                  </a:srgbClr>
                </a:gs>
                <a:gs pos="57143">
                  <a:srgbClr val="747474">
                    <a:alpha val="4781"/>
                  </a:srgbClr>
                </a:gs>
                <a:gs pos="71429">
                  <a:srgbClr val="747474">
                    <a:alpha val="2267"/>
                  </a:srgbClr>
                </a:gs>
                <a:gs pos="85714">
                  <a:srgbClr val="747474">
                    <a:alpha val="903"/>
                  </a:srgbClr>
                </a:gs>
                <a:gs pos="100000">
                  <a:srgbClr val="747474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-9606594">
              <a:off x="2040755" y="408447"/>
              <a:ext cx="66410" cy="16603"/>
            </a:xfrm>
            <a:prstGeom prst="ellipse">
              <a:avLst/>
            </a:prstGeom>
            <a:gradFill>
              <a:gsLst>
                <a:gs pos="0">
                  <a:srgbClr val="737273">
                    <a:alpha val="17233"/>
                  </a:srgbClr>
                </a:gs>
                <a:gs pos="14286">
                  <a:srgbClr val="737273">
                    <a:alpha val="15957"/>
                  </a:srgbClr>
                </a:gs>
                <a:gs pos="28571">
                  <a:srgbClr val="737273">
                    <a:alpha val="12627"/>
                  </a:srgbClr>
                </a:gs>
                <a:gs pos="42857">
                  <a:srgbClr val="737273">
                    <a:alpha val="8473"/>
                  </a:srgbClr>
                </a:gs>
                <a:gs pos="57143">
                  <a:srgbClr val="737273">
                    <a:alpha val="4787"/>
                  </a:srgbClr>
                </a:gs>
                <a:gs pos="71429">
                  <a:srgbClr val="737273">
                    <a:alpha val="2270"/>
                  </a:srgbClr>
                </a:gs>
                <a:gs pos="85714">
                  <a:srgbClr val="737273">
                    <a:alpha val="904"/>
                  </a:srgbClr>
                </a:gs>
                <a:gs pos="100000">
                  <a:srgbClr val="737273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9782588">
              <a:off x="2679009" y="505293"/>
              <a:ext cx="399231" cy="34155"/>
            </a:xfrm>
            <a:prstGeom prst="ellipse">
              <a:avLst/>
            </a:prstGeom>
            <a:gradFill>
              <a:gsLst>
                <a:gs pos="0">
                  <a:srgbClr val="E9E9E9">
                    <a:alpha val="19998"/>
                  </a:srgbClr>
                </a:gs>
                <a:gs pos="14286">
                  <a:srgbClr val="E9E9E9">
                    <a:alpha val="18541"/>
                  </a:srgbClr>
                </a:gs>
                <a:gs pos="28571">
                  <a:srgbClr val="E9E9E9">
                    <a:alpha val="14720"/>
                  </a:srgbClr>
                </a:gs>
                <a:gs pos="42857">
                  <a:srgbClr val="E9E9E9">
                    <a:alpha val="9917"/>
                  </a:srgbClr>
                </a:gs>
                <a:gs pos="57143">
                  <a:srgbClr val="E9E9E9">
                    <a:alpha val="5623"/>
                  </a:srgbClr>
                </a:gs>
                <a:gs pos="71429">
                  <a:srgbClr val="E9E9E9">
                    <a:alpha val="2673"/>
                  </a:srgbClr>
                </a:gs>
                <a:gs pos="85714">
                  <a:srgbClr val="E9E9E9">
                    <a:alpha val="1065"/>
                  </a:srgbClr>
                </a:gs>
                <a:gs pos="100000">
                  <a:srgbClr val="E9E9E9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8986282">
              <a:off x="1215796" y="1101149"/>
              <a:ext cx="136099" cy="370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-9900166">
              <a:off x="1779551" y="347231"/>
              <a:ext cx="65511" cy="16378"/>
            </a:xfrm>
            <a:prstGeom prst="ellipse">
              <a:avLst/>
            </a:prstGeom>
            <a:gradFill>
              <a:gsLst>
                <a:gs pos="0">
                  <a:srgbClr val="585958">
                    <a:alpha val="17398"/>
                  </a:srgbClr>
                </a:gs>
                <a:gs pos="14286">
                  <a:srgbClr val="585958">
                    <a:alpha val="16111"/>
                  </a:srgbClr>
                </a:gs>
                <a:gs pos="28571">
                  <a:srgbClr val="585958">
                    <a:alpha val="12751"/>
                  </a:srgbClr>
                </a:gs>
                <a:gs pos="42857">
                  <a:srgbClr val="585958">
                    <a:alpha val="8558"/>
                  </a:srgbClr>
                </a:gs>
                <a:gs pos="57143">
                  <a:srgbClr val="585958">
                    <a:alpha val="4837"/>
                  </a:srgbClr>
                </a:gs>
                <a:gs pos="71429">
                  <a:srgbClr val="585958">
                    <a:alpha val="2294"/>
                  </a:srgbClr>
                </a:gs>
                <a:gs pos="85714">
                  <a:srgbClr val="585958">
                    <a:alpha val="913"/>
                  </a:srgbClr>
                </a:gs>
                <a:gs pos="100000">
                  <a:srgbClr val="585958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10141138">
              <a:off x="682120" y="1218254"/>
              <a:ext cx="66619" cy="16655"/>
            </a:xfrm>
            <a:prstGeom prst="ellipse">
              <a:avLst/>
            </a:prstGeom>
            <a:gradFill>
              <a:gsLst>
                <a:gs pos="0">
                  <a:srgbClr val="7B7B7B">
                    <a:alpha val="17195"/>
                  </a:srgbClr>
                </a:gs>
                <a:gs pos="14286">
                  <a:srgbClr val="7B7B7B">
                    <a:alpha val="15922"/>
                  </a:srgbClr>
                </a:gs>
                <a:gs pos="28571">
                  <a:srgbClr val="7B7B7B">
                    <a:alpha val="12598"/>
                  </a:srgbClr>
                </a:gs>
                <a:gs pos="42857">
                  <a:srgbClr val="7B7B7B">
                    <a:alpha val="8453"/>
                  </a:srgbClr>
                </a:gs>
                <a:gs pos="57143">
                  <a:srgbClr val="7B7B7B">
                    <a:alpha val="4776"/>
                  </a:srgbClr>
                </a:gs>
                <a:gs pos="71429">
                  <a:srgbClr val="7B7B7B">
                    <a:alpha val="2265"/>
                  </a:srgbClr>
                </a:gs>
                <a:gs pos="85714">
                  <a:srgbClr val="7B7B7B">
                    <a:alpha val="902"/>
                  </a:srgbClr>
                </a:gs>
                <a:gs pos="100000">
                  <a:srgbClr val="7B7B7B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-9392557">
              <a:off x="965921" y="1020070"/>
              <a:ext cx="318331" cy="53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9955802">
              <a:off x="958055" y="779490"/>
              <a:ext cx="65965" cy="16491"/>
            </a:xfrm>
            <a:prstGeom prst="ellipse">
              <a:avLst/>
            </a:prstGeom>
            <a:gradFill>
              <a:gsLst>
                <a:gs pos="0">
                  <a:srgbClr val="767676">
                    <a:alpha val="17315"/>
                  </a:srgbClr>
                </a:gs>
                <a:gs pos="14286">
                  <a:srgbClr val="767676">
                    <a:alpha val="16033"/>
                  </a:srgbClr>
                </a:gs>
                <a:gs pos="28571">
                  <a:srgbClr val="767676">
                    <a:alpha val="12688"/>
                  </a:srgbClr>
                </a:gs>
                <a:gs pos="42857">
                  <a:srgbClr val="767676">
                    <a:alpha val="8515"/>
                  </a:srgbClr>
                </a:gs>
                <a:gs pos="57143">
                  <a:srgbClr val="767676">
                    <a:alpha val="4812"/>
                  </a:srgbClr>
                </a:gs>
                <a:gs pos="71429">
                  <a:srgbClr val="767676">
                    <a:alpha val="2282"/>
                  </a:srgbClr>
                </a:gs>
                <a:gs pos="85714">
                  <a:srgbClr val="767676">
                    <a:alpha val="909"/>
                  </a:srgbClr>
                </a:gs>
                <a:gs pos="100000">
                  <a:srgbClr val="767676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-9735005">
              <a:off x="1022259" y="575436"/>
              <a:ext cx="66836" cy="16709"/>
            </a:xfrm>
            <a:prstGeom prst="ellipse">
              <a:avLst/>
            </a:prstGeom>
            <a:gradFill>
              <a:gsLst>
                <a:gs pos="0">
                  <a:srgbClr val="777777">
                    <a:alpha val="17155"/>
                  </a:srgbClr>
                </a:gs>
                <a:gs pos="14286">
                  <a:srgbClr val="777777">
                    <a:alpha val="15884"/>
                  </a:srgbClr>
                </a:gs>
                <a:gs pos="28571">
                  <a:srgbClr val="777777">
                    <a:alpha val="12568"/>
                  </a:srgbClr>
                </a:gs>
                <a:gs pos="42857">
                  <a:srgbClr val="777777">
                    <a:alpha val="8433"/>
                  </a:srgbClr>
                </a:gs>
                <a:gs pos="57143">
                  <a:srgbClr val="777777">
                    <a:alpha val="4764"/>
                  </a:srgbClr>
                </a:gs>
                <a:gs pos="71429">
                  <a:srgbClr val="777777">
                    <a:alpha val="2259"/>
                  </a:srgbClr>
                </a:gs>
                <a:gs pos="85714">
                  <a:srgbClr val="777777">
                    <a:alpha val="899"/>
                  </a:srgbClr>
                </a:gs>
                <a:gs pos="100000">
                  <a:srgbClr val="777777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10114673">
              <a:off x="2128182" y="619682"/>
              <a:ext cx="64827" cy="16207"/>
            </a:xfrm>
            <a:prstGeom prst="ellipse">
              <a:avLst/>
            </a:prstGeom>
            <a:gradFill>
              <a:gsLst>
                <a:gs pos="0">
                  <a:srgbClr val="555555">
                    <a:alpha val="17523"/>
                  </a:srgbClr>
                </a:gs>
                <a:gs pos="14286">
                  <a:srgbClr val="555555">
                    <a:alpha val="16228"/>
                  </a:srgbClr>
                </a:gs>
                <a:gs pos="28571">
                  <a:srgbClr val="555555">
                    <a:alpha val="12845"/>
                  </a:srgbClr>
                </a:gs>
                <a:gs pos="42857">
                  <a:srgbClr val="555555">
                    <a:alpha val="8623"/>
                  </a:srgbClr>
                </a:gs>
                <a:gs pos="57143">
                  <a:srgbClr val="555555">
                    <a:alpha val="4874"/>
                  </a:srgbClr>
                </a:gs>
                <a:gs pos="71429">
                  <a:srgbClr val="555555">
                    <a:alpha val="2312"/>
                  </a:srgbClr>
                </a:gs>
                <a:gs pos="85714">
                  <a:srgbClr val="555555">
                    <a:alpha val="921"/>
                  </a:srgbClr>
                </a:gs>
                <a:gs pos="100000">
                  <a:srgbClr val="555555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-10017509">
              <a:off x="424635" y="724206"/>
              <a:ext cx="431745" cy="357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-10179730">
              <a:off x="452781" y="427901"/>
              <a:ext cx="121893" cy="563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9669024">
              <a:off x="3050216" y="351106"/>
              <a:ext cx="66851" cy="16713"/>
            </a:xfrm>
            <a:prstGeom prst="ellipse">
              <a:avLst/>
            </a:prstGeom>
            <a:gradFill>
              <a:gsLst>
                <a:gs pos="0">
                  <a:srgbClr val="7B7B7B">
                    <a:alpha val="17152"/>
                  </a:srgbClr>
                </a:gs>
                <a:gs pos="14286">
                  <a:srgbClr val="7B7B7B">
                    <a:alpha val="15882"/>
                  </a:srgbClr>
                </a:gs>
                <a:gs pos="28571">
                  <a:srgbClr val="7B7B7B">
                    <a:alpha val="12566"/>
                  </a:srgbClr>
                </a:gs>
                <a:gs pos="42857">
                  <a:srgbClr val="7B7B7B">
                    <a:alpha val="8431"/>
                  </a:srgbClr>
                </a:gs>
                <a:gs pos="57143">
                  <a:srgbClr val="7B7B7B">
                    <a:alpha val="4763"/>
                  </a:srgbClr>
                </a:gs>
                <a:gs pos="71429">
                  <a:srgbClr val="7B7B7B">
                    <a:alpha val="2259"/>
                  </a:srgbClr>
                </a:gs>
                <a:gs pos="85714">
                  <a:srgbClr val="7B7B7B">
                    <a:alpha val="899"/>
                  </a:srgbClr>
                </a:gs>
                <a:gs pos="100000">
                  <a:srgbClr val="7B7B7B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9934438">
              <a:off x="523801" y="925297"/>
              <a:ext cx="211058" cy="81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10359056">
              <a:off x="2198722" y="631034"/>
              <a:ext cx="65151" cy="16288"/>
            </a:xfrm>
            <a:prstGeom prst="ellipse">
              <a:avLst/>
            </a:prstGeom>
            <a:gradFill>
              <a:gsLst>
                <a:gs pos="0">
                  <a:srgbClr val="676767">
                    <a:alpha val="17464"/>
                  </a:srgbClr>
                </a:gs>
                <a:gs pos="14286">
                  <a:srgbClr val="676767">
                    <a:alpha val="16172"/>
                  </a:srgbClr>
                </a:gs>
                <a:gs pos="28571">
                  <a:srgbClr val="676767">
                    <a:alpha val="12800"/>
                  </a:srgbClr>
                </a:gs>
                <a:gs pos="42857">
                  <a:srgbClr val="676767">
                    <a:alpha val="8592"/>
                  </a:srgbClr>
                </a:gs>
                <a:gs pos="57143">
                  <a:srgbClr val="676767">
                    <a:alpha val="4856"/>
                  </a:srgbClr>
                </a:gs>
                <a:gs pos="71429">
                  <a:srgbClr val="676767">
                    <a:alpha val="2303"/>
                  </a:srgbClr>
                </a:gs>
                <a:gs pos="85714">
                  <a:srgbClr val="676767">
                    <a:alpha val="917"/>
                  </a:srgbClr>
                </a:gs>
                <a:gs pos="100000">
                  <a:srgbClr val="676767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9701861">
              <a:off x="1082198" y="593958"/>
              <a:ext cx="66847" cy="16712"/>
            </a:xfrm>
            <a:prstGeom prst="ellipse">
              <a:avLst/>
            </a:prstGeom>
            <a:gradFill>
              <a:gsLst>
                <a:gs pos="0">
                  <a:srgbClr val="808080">
                    <a:alpha val="17153"/>
                  </a:srgbClr>
                </a:gs>
                <a:gs pos="14286">
                  <a:srgbClr val="808080">
                    <a:alpha val="15882"/>
                  </a:srgbClr>
                </a:gs>
                <a:gs pos="28571">
                  <a:srgbClr val="808080">
                    <a:alpha val="12566"/>
                  </a:srgbClr>
                </a:gs>
                <a:gs pos="42857">
                  <a:srgbClr val="808080">
                    <a:alpha val="8432"/>
                  </a:srgbClr>
                </a:gs>
                <a:gs pos="57143">
                  <a:srgbClr val="808080">
                    <a:alpha val="4764"/>
                  </a:srgbClr>
                </a:gs>
                <a:gs pos="71429">
                  <a:srgbClr val="808080">
                    <a:alpha val="2259"/>
                  </a:srgbClr>
                </a:gs>
                <a:gs pos="85714">
                  <a:srgbClr val="808080">
                    <a:alpha val="899"/>
                  </a:srgbClr>
                </a:gs>
                <a:gs pos="100000">
                  <a:srgbClr val="80808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9845632">
              <a:off x="-67441" y="509888"/>
              <a:ext cx="388484" cy="39078"/>
            </a:xfrm>
            <a:prstGeom prst="ellipse">
              <a:avLst/>
            </a:prstGeom>
            <a:gradFill>
              <a:gsLst>
                <a:gs pos="0">
                  <a:srgbClr val="D4D4D3">
                    <a:alpha val="26717"/>
                  </a:srgbClr>
                </a:gs>
                <a:gs pos="14286">
                  <a:srgbClr val="D4D4D3">
                    <a:alpha val="24851"/>
                  </a:srgbClr>
                </a:gs>
                <a:gs pos="28571">
                  <a:srgbClr val="D4D4D3">
                    <a:alpha val="19895"/>
                  </a:srgbClr>
                </a:gs>
                <a:gs pos="42857">
                  <a:srgbClr val="D4D4D3">
                    <a:alpha val="13541"/>
                  </a:srgbClr>
                </a:gs>
                <a:gs pos="57143">
                  <a:srgbClr val="D4D4D3">
                    <a:alpha val="7746"/>
                  </a:srgbClr>
                </a:gs>
                <a:gs pos="71429">
                  <a:srgbClr val="D4D4D3">
                    <a:alpha val="3704"/>
                  </a:srgbClr>
                </a:gs>
                <a:gs pos="85714">
                  <a:srgbClr val="D4D4D3">
                    <a:alpha val="1481"/>
                  </a:srgbClr>
                </a:gs>
                <a:gs pos="100000">
                  <a:srgbClr val="D4D4D3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2815080">
              <a:off x="1186931" y="65514"/>
              <a:ext cx="62512" cy="15628"/>
            </a:xfrm>
            <a:prstGeom prst="ellipse">
              <a:avLst/>
            </a:prstGeom>
            <a:gradFill>
              <a:gsLst>
                <a:gs pos="0">
                  <a:srgbClr val="7A7A7A">
                    <a:alpha val="17945"/>
                  </a:srgbClr>
                </a:gs>
                <a:gs pos="14286">
                  <a:srgbClr val="7A7A7A">
                    <a:alpha val="16622"/>
                  </a:srgbClr>
                </a:gs>
                <a:gs pos="28571">
                  <a:srgbClr val="7A7A7A">
                    <a:alpha val="13164"/>
                  </a:srgbClr>
                </a:gs>
                <a:gs pos="42857">
                  <a:srgbClr val="7A7A7A">
                    <a:alpha val="8842"/>
                  </a:srgbClr>
                </a:gs>
                <a:gs pos="57143">
                  <a:srgbClr val="7A7A7A">
                    <a:alpha val="5001"/>
                  </a:srgbClr>
                </a:gs>
                <a:gs pos="71429">
                  <a:srgbClr val="7A7A7A">
                    <a:alpha val="2373"/>
                  </a:srgbClr>
                </a:gs>
                <a:gs pos="85714">
                  <a:srgbClr val="7A7A7A">
                    <a:alpha val="945"/>
                  </a:srgbClr>
                </a:gs>
                <a:gs pos="100000">
                  <a:srgbClr val="7A7A7A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10533062">
              <a:off x="1817524" y="1179972"/>
              <a:ext cx="64775" cy="16194"/>
            </a:xfrm>
            <a:prstGeom prst="ellipse">
              <a:avLst/>
            </a:prstGeom>
            <a:gradFill>
              <a:gsLst>
                <a:gs pos="0">
                  <a:srgbClr val="909090">
                    <a:alpha val="17532"/>
                  </a:srgbClr>
                </a:gs>
                <a:gs pos="14286">
                  <a:srgbClr val="909090">
                    <a:alpha val="16237"/>
                  </a:srgbClr>
                </a:gs>
                <a:gs pos="28571">
                  <a:srgbClr val="909090">
                    <a:alpha val="12852"/>
                  </a:srgbClr>
                </a:gs>
                <a:gs pos="42857">
                  <a:srgbClr val="909090">
                    <a:alpha val="8628"/>
                  </a:srgbClr>
                </a:gs>
                <a:gs pos="57143">
                  <a:srgbClr val="909090">
                    <a:alpha val="4877"/>
                  </a:srgbClr>
                </a:gs>
                <a:gs pos="71429">
                  <a:srgbClr val="909090">
                    <a:alpha val="2313"/>
                  </a:srgbClr>
                </a:gs>
                <a:gs pos="85714">
                  <a:srgbClr val="909090">
                    <a:alpha val="921"/>
                  </a:srgbClr>
                </a:gs>
                <a:gs pos="100000">
                  <a:srgbClr val="90909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-9326481">
              <a:off x="3488845" y="929218"/>
              <a:ext cx="139379" cy="807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-9172385">
              <a:off x="1111823" y="604149"/>
              <a:ext cx="66638" cy="16659"/>
            </a:xfrm>
            <a:prstGeom prst="ellipse">
              <a:avLst/>
            </a:prstGeom>
            <a:gradFill>
              <a:gsLst>
                <a:gs pos="0">
                  <a:srgbClr val="7B7C7C">
                    <a:alpha val="17191"/>
                  </a:srgbClr>
                </a:gs>
                <a:gs pos="14286">
                  <a:srgbClr val="7B7C7C">
                    <a:alpha val="15918"/>
                  </a:srgbClr>
                </a:gs>
                <a:gs pos="28571">
                  <a:srgbClr val="7B7C7C">
                    <a:alpha val="12595"/>
                  </a:srgbClr>
                </a:gs>
                <a:gs pos="42857">
                  <a:srgbClr val="7B7C7C">
                    <a:alpha val="8451"/>
                  </a:srgbClr>
                </a:gs>
                <a:gs pos="57143">
                  <a:srgbClr val="7B7C7C">
                    <a:alpha val="4775"/>
                  </a:srgbClr>
                </a:gs>
                <a:gs pos="71429">
                  <a:srgbClr val="7B7C7C">
                    <a:alpha val="2264"/>
                  </a:srgbClr>
                </a:gs>
                <a:gs pos="85714">
                  <a:srgbClr val="7B7C7C">
                    <a:alpha val="902"/>
                  </a:srgbClr>
                </a:gs>
                <a:gs pos="100000">
                  <a:srgbClr val="7B7C7C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9585993">
              <a:off x="1134091" y="770270"/>
              <a:ext cx="60290" cy="15073"/>
            </a:xfrm>
            <a:prstGeom prst="ellipse">
              <a:avLst/>
            </a:prstGeom>
            <a:gradFill>
              <a:gsLst>
                <a:gs pos="0">
                  <a:srgbClr val="888888">
                    <a:alpha val="18348"/>
                  </a:srgbClr>
                </a:gs>
                <a:gs pos="14286">
                  <a:srgbClr val="888888">
                    <a:alpha val="16998"/>
                  </a:srgbClr>
                </a:gs>
                <a:gs pos="28571">
                  <a:srgbClr val="888888">
                    <a:alpha val="13468"/>
                  </a:srgbClr>
                </a:gs>
                <a:gs pos="42857">
                  <a:srgbClr val="888888">
                    <a:alpha val="9052"/>
                  </a:srgbClr>
                </a:gs>
                <a:gs pos="57143">
                  <a:srgbClr val="888888">
                    <a:alpha val="5122"/>
                  </a:srgbClr>
                </a:gs>
                <a:gs pos="71429">
                  <a:srgbClr val="888888">
                    <a:alpha val="2431"/>
                  </a:srgbClr>
                </a:gs>
                <a:gs pos="85714">
                  <a:srgbClr val="888888">
                    <a:alpha val="968"/>
                  </a:srgbClr>
                </a:gs>
                <a:gs pos="100000">
                  <a:srgbClr val="888888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5345341">
              <a:off x="1126394" y="29060"/>
              <a:ext cx="233964" cy="682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9983502">
              <a:off x="3041053" y="693069"/>
              <a:ext cx="470046" cy="396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7508173">
              <a:off x="616150" y="1250537"/>
              <a:ext cx="64931" cy="16233"/>
            </a:xfrm>
            <a:prstGeom prst="ellipse">
              <a:avLst/>
            </a:prstGeom>
            <a:gradFill>
              <a:gsLst>
                <a:gs pos="0">
                  <a:srgbClr val="898989">
                    <a:alpha val="17504"/>
                  </a:srgbClr>
                </a:gs>
                <a:gs pos="14286">
                  <a:srgbClr val="898989">
                    <a:alpha val="16210"/>
                  </a:srgbClr>
                </a:gs>
                <a:gs pos="28571">
                  <a:srgbClr val="898989">
                    <a:alpha val="12831"/>
                  </a:srgbClr>
                </a:gs>
                <a:gs pos="42857">
                  <a:srgbClr val="898989">
                    <a:alpha val="8613"/>
                  </a:srgbClr>
                </a:gs>
                <a:gs pos="57143">
                  <a:srgbClr val="898989">
                    <a:alpha val="4868"/>
                  </a:srgbClr>
                </a:gs>
                <a:gs pos="71429">
                  <a:srgbClr val="898989">
                    <a:alpha val="2309"/>
                  </a:srgbClr>
                </a:gs>
                <a:gs pos="85714">
                  <a:srgbClr val="898989">
                    <a:alpha val="920"/>
                  </a:srgbClr>
                </a:gs>
                <a:gs pos="100000">
                  <a:srgbClr val="898989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10300981">
              <a:off x="2914417" y="445906"/>
              <a:ext cx="426448" cy="25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9386223">
              <a:off x="1419214" y="1258427"/>
              <a:ext cx="209131" cy="58058"/>
            </a:xfrm>
            <a:prstGeom prst="ellipse">
              <a:avLst/>
            </a:prstGeom>
            <a:gradFill>
              <a:gsLst>
                <a:gs pos="0">
                  <a:srgbClr val="A9AAA9">
                    <a:alpha val="30078"/>
                  </a:srgbClr>
                </a:gs>
                <a:gs pos="14286">
                  <a:srgbClr val="A9AAA9">
                    <a:alpha val="28025"/>
                  </a:srgbClr>
                </a:gs>
                <a:gs pos="28571">
                  <a:srgbClr val="A9AAA9">
                    <a:alpha val="22534"/>
                  </a:srgbClr>
                </a:gs>
                <a:gs pos="42857">
                  <a:srgbClr val="A9AAA9">
                    <a:alpha val="15420"/>
                  </a:srgbClr>
                </a:gs>
                <a:gs pos="57143">
                  <a:srgbClr val="A9AAA9">
                    <a:alpha val="8862"/>
                  </a:srgbClr>
                </a:gs>
                <a:gs pos="71429">
                  <a:srgbClr val="A9AAA9">
                    <a:alpha val="4251"/>
                  </a:srgbClr>
                </a:gs>
                <a:gs pos="85714">
                  <a:srgbClr val="A9AAA9">
                    <a:alpha val="1703"/>
                  </a:srgbClr>
                </a:gs>
                <a:gs pos="100000">
                  <a:srgbClr val="A9AAA9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-10258582">
              <a:off x="3228179" y="651217"/>
              <a:ext cx="64600" cy="16150"/>
            </a:xfrm>
            <a:prstGeom prst="ellipse">
              <a:avLst/>
            </a:prstGeom>
            <a:gradFill>
              <a:gsLst>
                <a:gs pos="0">
                  <a:srgbClr val="7E7E7E">
                    <a:alpha val="17564"/>
                  </a:srgbClr>
                </a:gs>
                <a:gs pos="14286">
                  <a:srgbClr val="7E7E7E">
                    <a:alpha val="16266"/>
                  </a:srgbClr>
                </a:gs>
                <a:gs pos="28571">
                  <a:srgbClr val="7E7E7E">
                    <a:alpha val="12876"/>
                  </a:srgbClr>
                </a:gs>
                <a:gs pos="42857">
                  <a:srgbClr val="7E7E7E">
                    <a:alpha val="8645"/>
                  </a:srgbClr>
                </a:gs>
                <a:gs pos="57143">
                  <a:srgbClr val="7E7E7E">
                    <a:alpha val="4886"/>
                  </a:srgbClr>
                </a:gs>
                <a:gs pos="71429">
                  <a:srgbClr val="7E7E7E">
                    <a:alpha val="2318"/>
                  </a:srgbClr>
                </a:gs>
                <a:gs pos="85714">
                  <a:srgbClr val="7E7E7E">
                    <a:alpha val="923"/>
                  </a:srgbClr>
                </a:gs>
                <a:gs pos="100000">
                  <a:srgbClr val="7E7E7E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-10249262">
              <a:off x="1421236" y="1237680"/>
              <a:ext cx="67666" cy="16917"/>
            </a:xfrm>
            <a:prstGeom prst="ellipse">
              <a:avLst/>
            </a:prstGeom>
            <a:gradFill>
              <a:gsLst>
                <a:gs pos="0">
                  <a:srgbClr val="5A5A5A">
                    <a:alpha val="17003"/>
                  </a:srgbClr>
                </a:gs>
                <a:gs pos="14286">
                  <a:srgbClr val="5A5A5A">
                    <a:alpha val="15742"/>
                  </a:srgbClr>
                </a:gs>
                <a:gs pos="28571">
                  <a:srgbClr val="5A5A5A">
                    <a:alpha val="12453"/>
                  </a:srgbClr>
                </a:gs>
                <a:gs pos="42857">
                  <a:srgbClr val="5A5A5A">
                    <a:alpha val="8354"/>
                  </a:srgbClr>
                </a:gs>
                <a:gs pos="57143">
                  <a:srgbClr val="5A5A5A">
                    <a:alpha val="4719"/>
                  </a:srgbClr>
                </a:gs>
                <a:gs pos="71429">
                  <a:srgbClr val="5A5A5A">
                    <a:alpha val="2237"/>
                  </a:srgbClr>
                </a:gs>
                <a:gs pos="85714">
                  <a:srgbClr val="5A5A5A">
                    <a:alpha val="891"/>
                  </a:srgbClr>
                </a:gs>
                <a:gs pos="100000">
                  <a:srgbClr val="5A5A5A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-9866473">
              <a:off x="2908403" y="773936"/>
              <a:ext cx="66699" cy="16675"/>
            </a:xfrm>
            <a:prstGeom prst="ellipse">
              <a:avLst/>
            </a:prstGeom>
            <a:gradFill>
              <a:gsLst>
                <a:gs pos="0">
                  <a:srgbClr val="858686">
                    <a:alpha val="17180"/>
                  </a:srgbClr>
                </a:gs>
                <a:gs pos="14286">
                  <a:srgbClr val="858686">
                    <a:alpha val="15908"/>
                  </a:srgbClr>
                </a:gs>
                <a:gs pos="28571">
                  <a:srgbClr val="858686">
                    <a:alpha val="12587"/>
                  </a:srgbClr>
                </a:gs>
                <a:gs pos="42857">
                  <a:srgbClr val="858686">
                    <a:alpha val="8446"/>
                  </a:srgbClr>
                </a:gs>
                <a:gs pos="57143">
                  <a:srgbClr val="858686">
                    <a:alpha val="4772"/>
                  </a:srgbClr>
                </a:gs>
                <a:gs pos="71429">
                  <a:srgbClr val="858686">
                    <a:alpha val="2263"/>
                  </a:srgbClr>
                </a:gs>
                <a:gs pos="85714">
                  <a:srgbClr val="858686">
                    <a:alpha val="901"/>
                  </a:srgbClr>
                </a:gs>
                <a:gs pos="100000">
                  <a:srgbClr val="858686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240167">
              <a:off x="350401" y="527464"/>
              <a:ext cx="44767" cy="11192"/>
            </a:xfrm>
            <a:prstGeom prst="ellipse">
              <a:avLst/>
            </a:prstGeom>
            <a:gradFill>
              <a:gsLst>
                <a:gs pos="0">
                  <a:srgbClr val="989898">
                    <a:alpha val="21108"/>
                  </a:srgbClr>
                </a:gs>
                <a:gs pos="14286">
                  <a:srgbClr val="989898">
                    <a:alpha val="19581"/>
                  </a:srgbClr>
                </a:gs>
                <a:gs pos="28571">
                  <a:srgbClr val="989898">
                    <a:alpha val="15566"/>
                  </a:srgbClr>
                </a:gs>
                <a:gs pos="42857">
                  <a:srgbClr val="989898">
                    <a:alpha val="10504"/>
                  </a:srgbClr>
                </a:gs>
                <a:gs pos="57143">
                  <a:srgbClr val="989898">
                    <a:alpha val="5964"/>
                  </a:srgbClr>
                </a:gs>
                <a:gs pos="71429">
                  <a:srgbClr val="989898">
                    <a:alpha val="2838"/>
                  </a:srgbClr>
                </a:gs>
                <a:gs pos="85714">
                  <a:srgbClr val="989898">
                    <a:alpha val="1132"/>
                  </a:srgbClr>
                </a:gs>
                <a:gs pos="100000">
                  <a:srgbClr val="989898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-8152096">
              <a:off x="2495809" y="545404"/>
              <a:ext cx="136705" cy="692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10450412">
              <a:off x="129938" y="643607"/>
              <a:ext cx="241959" cy="34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9114612">
              <a:off x="3077847" y="712107"/>
              <a:ext cx="252259" cy="435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9942645">
              <a:off x="564965" y="862455"/>
              <a:ext cx="379492" cy="37479"/>
            </a:xfrm>
            <a:prstGeom prst="ellipse">
              <a:avLst/>
            </a:prstGeom>
            <a:gradFill>
              <a:gsLst>
                <a:gs pos="0">
                  <a:srgbClr val="302F2F">
                    <a:alpha val="32968"/>
                  </a:srgbClr>
                </a:gs>
                <a:gs pos="14286">
                  <a:srgbClr val="302F2F">
                    <a:alpha val="30764"/>
                  </a:srgbClr>
                </a:gs>
                <a:gs pos="28571">
                  <a:srgbClr val="302F2F">
                    <a:alpha val="24833"/>
                  </a:srgbClr>
                </a:gs>
                <a:gs pos="42857">
                  <a:srgbClr val="302F2F">
                    <a:alpha val="17075"/>
                  </a:srgbClr>
                </a:gs>
                <a:gs pos="57143">
                  <a:srgbClr val="302F2F">
                    <a:alpha val="9855"/>
                  </a:srgbClr>
                </a:gs>
                <a:gs pos="71429">
                  <a:srgbClr val="302F2F">
                    <a:alpha val="4740"/>
                  </a:srgbClr>
                </a:gs>
                <a:gs pos="85714">
                  <a:srgbClr val="302F2F">
                    <a:alpha val="1902"/>
                  </a:srgbClr>
                </a:gs>
                <a:gs pos="100000">
                  <a:srgbClr val="302F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10255392">
              <a:off x="278105" y="990934"/>
              <a:ext cx="185241" cy="32064"/>
            </a:xfrm>
            <a:prstGeom prst="ellipse">
              <a:avLst/>
            </a:prstGeom>
            <a:gradFill>
              <a:gsLst>
                <a:gs pos="0">
                  <a:srgbClr val="0F191D">
                    <a:alpha val="28760"/>
                  </a:srgbClr>
                </a:gs>
                <a:gs pos="14286">
                  <a:srgbClr val="0F191D">
                    <a:alpha val="26779"/>
                  </a:srgbClr>
                </a:gs>
                <a:gs pos="28571">
                  <a:srgbClr val="0F191D">
                    <a:alpha val="21495"/>
                  </a:srgbClr>
                </a:gs>
                <a:gs pos="42857">
                  <a:srgbClr val="0F191D">
                    <a:alpha val="14678"/>
                  </a:srgbClr>
                </a:gs>
                <a:gs pos="57143">
                  <a:srgbClr val="0F191D">
                    <a:alpha val="8420"/>
                  </a:srgbClr>
                </a:gs>
                <a:gs pos="71429">
                  <a:srgbClr val="0F191D">
                    <a:alpha val="4034"/>
                  </a:srgbClr>
                </a:gs>
                <a:gs pos="85714">
                  <a:srgbClr val="0F191D">
                    <a:alpha val="1615"/>
                  </a:srgbClr>
                </a:gs>
                <a:gs pos="100000">
                  <a:srgbClr val="0F191D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9641331">
              <a:off x="1889164" y="1213402"/>
              <a:ext cx="331253" cy="524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-9155163">
              <a:off x="2194387" y="532581"/>
              <a:ext cx="279240" cy="35177"/>
            </a:xfrm>
            <a:prstGeom prst="ellipse">
              <a:avLst/>
            </a:prstGeom>
            <a:gradFill>
              <a:gsLst>
                <a:gs pos="0">
                  <a:srgbClr val="3A3737">
                    <a:alpha val="32968"/>
                  </a:srgbClr>
                </a:gs>
                <a:gs pos="14286">
                  <a:srgbClr val="3A3737">
                    <a:alpha val="30764"/>
                  </a:srgbClr>
                </a:gs>
                <a:gs pos="28571">
                  <a:srgbClr val="3A3737">
                    <a:alpha val="24833"/>
                  </a:srgbClr>
                </a:gs>
                <a:gs pos="42857">
                  <a:srgbClr val="3A3737">
                    <a:alpha val="17075"/>
                  </a:srgbClr>
                </a:gs>
                <a:gs pos="57143">
                  <a:srgbClr val="3A3737">
                    <a:alpha val="9855"/>
                  </a:srgbClr>
                </a:gs>
                <a:gs pos="71429">
                  <a:srgbClr val="3A3737">
                    <a:alpha val="4740"/>
                  </a:srgbClr>
                </a:gs>
                <a:gs pos="85714">
                  <a:srgbClr val="3A3737">
                    <a:alpha val="1902"/>
                  </a:srgbClr>
                </a:gs>
                <a:gs pos="100000">
                  <a:srgbClr val="3A37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7428077">
              <a:off x="2138912" y="1155953"/>
              <a:ext cx="360040" cy="74923"/>
            </a:xfrm>
            <a:prstGeom prst="ellipse">
              <a:avLst/>
            </a:prstGeom>
            <a:gradFill>
              <a:gsLst>
                <a:gs pos="0">
                  <a:srgbClr val="D5D4D4">
                    <a:alpha val="24432"/>
                  </a:srgbClr>
                </a:gs>
                <a:gs pos="14286">
                  <a:srgbClr val="D5D4D4">
                    <a:alpha val="22701"/>
                  </a:srgbClr>
                </a:gs>
                <a:gs pos="28571">
                  <a:srgbClr val="D5D4D4">
                    <a:alpha val="18121"/>
                  </a:srgbClr>
                </a:gs>
                <a:gs pos="42857">
                  <a:srgbClr val="D5D4D4">
                    <a:alpha val="12290"/>
                  </a:srgbClr>
                </a:gs>
                <a:gs pos="57143">
                  <a:srgbClr val="D5D4D4">
                    <a:alpha val="7008"/>
                  </a:srgbClr>
                </a:gs>
                <a:gs pos="71429">
                  <a:srgbClr val="D5D4D4">
                    <a:alpha val="3344"/>
                  </a:srgbClr>
                </a:gs>
                <a:gs pos="85714">
                  <a:srgbClr val="D5D4D4">
                    <a:alpha val="1336"/>
                  </a:srgbClr>
                </a:gs>
                <a:gs pos="100000">
                  <a:srgbClr val="D5D4D4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8902434">
              <a:off x="2205478" y="433351"/>
              <a:ext cx="55648" cy="310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-10162191">
              <a:off x="777556" y="744084"/>
              <a:ext cx="66621" cy="16655"/>
            </a:xfrm>
            <a:prstGeom prst="ellipse">
              <a:avLst/>
            </a:prstGeom>
            <a:gradFill>
              <a:gsLst>
                <a:gs pos="0">
                  <a:srgbClr val="878787">
                    <a:alpha val="17194"/>
                  </a:srgbClr>
                </a:gs>
                <a:gs pos="14286">
                  <a:srgbClr val="878787">
                    <a:alpha val="15921"/>
                  </a:srgbClr>
                </a:gs>
                <a:gs pos="28571">
                  <a:srgbClr val="878787">
                    <a:alpha val="12598"/>
                  </a:srgbClr>
                </a:gs>
                <a:gs pos="42857">
                  <a:srgbClr val="878787">
                    <a:alpha val="8453"/>
                  </a:srgbClr>
                </a:gs>
                <a:gs pos="57143">
                  <a:srgbClr val="878787">
                    <a:alpha val="4776"/>
                  </a:srgbClr>
                </a:gs>
                <a:gs pos="71429">
                  <a:srgbClr val="878787">
                    <a:alpha val="2265"/>
                  </a:srgbClr>
                </a:gs>
                <a:gs pos="85714">
                  <a:srgbClr val="878787">
                    <a:alpha val="902"/>
                  </a:srgbClr>
                </a:gs>
                <a:gs pos="100000">
                  <a:srgbClr val="878787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9875405">
              <a:off x="747319" y="868868"/>
              <a:ext cx="67684" cy="16921"/>
            </a:xfrm>
            <a:prstGeom prst="ellipse">
              <a:avLst/>
            </a:prstGeom>
            <a:gradFill>
              <a:gsLst>
                <a:gs pos="0">
                  <a:srgbClr val="717171">
                    <a:alpha val="16999"/>
                  </a:srgbClr>
                </a:gs>
                <a:gs pos="14286">
                  <a:srgbClr val="717171">
                    <a:alpha val="15739"/>
                  </a:srgbClr>
                </a:gs>
                <a:gs pos="28571">
                  <a:srgbClr val="717171">
                    <a:alpha val="12451"/>
                  </a:srgbClr>
                </a:gs>
                <a:gs pos="42857">
                  <a:srgbClr val="717171">
                    <a:alpha val="8352"/>
                  </a:srgbClr>
                </a:gs>
                <a:gs pos="57143">
                  <a:srgbClr val="717171">
                    <a:alpha val="4718"/>
                  </a:srgbClr>
                </a:gs>
                <a:gs pos="71429">
                  <a:srgbClr val="717171">
                    <a:alpha val="2237"/>
                  </a:srgbClr>
                </a:gs>
                <a:gs pos="85714">
                  <a:srgbClr val="717171">
                    <a:alpha val="891"/>
                  </a:srgbClr>
                </a:gs>
                <a:gs pos="100000">
                  <a:srgbClr val="717171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9694321">
              <a:off x="2974764" y="327954"/>
              <a:ext cx="63819" cy="15955"/>
            </a:xfrm>
            <a:prstGeom prst="ellipse">
              <a:avLst/>
            </a:prstGeom>
            <a:gradFill>
              <a:gsLst>
                <a:gs pos="0">
                  <a:srgbClr val="8F908F">
                    <a:alpha val="17707"/>
                  </a:srgbClr>
                </a:gs>
                <a:gs pos="14286">
                  <a:srgbClr val="8F908F">
                    <a:alpha val="16400"/>
                  </a:srgbClr>
                </a:gs>
                <a:gs pos="28571">
                  <a:srgbClr val="8F908F">
                    <a:alpha val="12984"/>
                  </a:srgbClr>
                </a:gs>
                <a:gs pos="42857">
                  <a:srgbClr val="8F908F">
                    <a:alpha val="8719"/>
                  </a:srgbClr>
                </a:gs>
                <a:gs pos="57143">
                  <a:srgbClr val="8F908F">
                    <a:alpha val="4929"/>
                  </a:srgbClr>
                </a:gs>
                <a:gs pos="71429">
                  <a:srgbClr val="8F908F">
                    <a:alpha val="2338"/>
                  </a:srgbClr>
                </a:gs>
                <a:gs pos="85714">
                  <a:srgbClr val="8F908F">
                    <a:alpha val="931"/>
                  </a:srgbClr>
                </a:gs>
                <a:gs pos="100000">
                  <a:srgbClr val="8F908F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-9364322">
              <a:off x="1785128" y="639637"/>
              <a:ext cx="695711" cy="57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10048348">
              <a:off x="1498116" y="40537"/>
              <a:ext cx="67884" cy="16971"/>
            </a:xfrm>
            <a:prstGeom prst="ellipse">
              <a:avLst/>
            </a:prstGeom>
            <a:gradFill>
              <a:gsLst>
                <a:gs pos="0">
                  <a:srgbClr val="5C5C5C">
                    <a:alpha val="16962"/>
                  </a:srgbClr>
                </a:gs>
                <a:gs pos="14286">
                  <a:srgbClr val="5C5C5C">
                    <a:alpha val="15705"/>
                  </a:srgbClr>
                </a:gs>
                <a:gs pos="28571">
                  <a:srgbClr val="5C5C5C">
                    <a:alpha val="12423"/>
                  </a:srgbClr>
                </a:gs>
                <a:gs pos="42857">
                  <a:srgbClr val="5C5C5C">
                    <a:alpha val="8333"/>
                  </a:srgbClr>
                </a:gs>
                <a:gs pos="57143">
                  <a:srgbClr val="5C5C5C">
                    <a:alpha val="4707"/>
                  </a:srgbClr>
                </a:gs>
                <a:gs pos="71429">
                  <a:srgbClr val="5C5C5C">
                    <a:alpha val="2231"/>
                  </a:srgbClr>
                </a:gs>
                <a:gs pos="85714">
                  <a:srgbClr val="5C5C5C">
                    <a:alpha val="888"/>
                  </a:srgbClr>
                </a:gs>
                <a:gs pos="100000">
                  <a:srgbClr val="5C5C5C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-8312200">
              <a:off x="2859752" y="326248"/>
              <a:ext cx="742445" cy="129204"/>
            </a:xfrm>
            <a:prstGeom prst="ellipse">
              <a:avLst/>
            </a:prstGeom>
            <a:gradFill>
              <a:gsLst>
                <a:gs pos="0">
                  <a:srgbClr val="3B3C3C">
                    <a:alpha val="20821"/>
                  </a:srgbClr>
                </a:gs>
                <a:gs pos="14286">
                  <a:srgbClr val="3B3C3C">
                    <a:alpha val="19312"/>
                  </a:srgbClr>
                </a:gs>
                <a:gs pos="28571">
                  <a:srgbClr val="3B3C3C">
                    <a:alpha val="15347"/>
                  </a:srgbClr>
                </a:gs>
                <a:gs pos="42857">
                  <a:srgbClr val="3B3C3C">
                    <a:alpha val="10352"/>
                  </a:srgbClr>
                </a:gs>
                <a:gs pos="57143">
                  <a:srgbClr val="3B3C3C">
                    <a:alpha val="5876"/>
                  </a:srgbClr>
                </a:gs>
                <a:gs pos="71429">
                  <a:srgbClr val="3B3C3C">
                    <a:alpha val="2795"/>
                  </a:srgbClr>
                </a:gs>
                <a:gs pos="85714">
                  <a:srgbClr val="3B3C3C">
                    <a:alpha val="1115"/>
                  </a:srgbClr>
                </a:gs>
                <a:gs pos="100000">
                  <a:srgbClr val="3B3C3C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-9739322">
              <a:off x="1445073" y="227659"/>
              <a:ext cx="68170" cy="17042"/>
            </a:xfrm>
            <a:prstGeom prst="ellipse">
              <a:avLst/>
            </a:prstGeom>
            <a:gradFill>
              <a:gsLst>
                <a:gs pos="0">
                  <a:srgbClr val="636363">
                    <a:alpha val="16910"/>
                  </a:srgbClr>
                </a:gs>
                <a:gs pos="14286">
                  <a:srgbClr val="636363">
                    <a:alpha val="15656"/>
                  </a:srgbClr>
                </a:gs>
                <a:gs pos="28571">
                  <a:srgbClr val="636363">
                    <a:alpha val="12383"/>
                  </a:srgbClr>
                </a:gs>
                <a:gs pos="42857">
                  <a:srgbClr val="636363">
                    <a:alpha val="8306"/>
                  </a:srgbClr>
                </a:gs>
                <a:gs pos="57143">
                  <a:srgbClr val="636363">
                    <a:alpha val="4691"/>
                  </a:srgbClr>
                </a:gs>
                <a:gs pos="71429">
                  <a:srgbClr val="636363">
                    <a:alpha val="2224"/>
                  </a:srgbClr>
                </a:gs>
                <a:gs pos="85714">
                  <a:srgbClr val="636363">
                    <a:alpha val="885"/>
                  </a:srgbClr>
                </a:gs>
                <a:gs pos="100000">
                  <a:srgbClr val="636363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-9868083">
              <a:off x="1320249" y="390401"/>
              <a:ext cx="68049" cy="17012"/>
            </a:xfrm>
            <a:prstGeom prst="ellipse">
              <a:avLst/>
            </a:prstGeom>
            <a:gradFill>
              <a:gsLst>
                <a:gs pos="0">
                  <a:srgbClr val="575857">
                    <a:alpha val="16932"/>
                  </a:srgbClr>
                </a:gs>
                <a:gs pos="14286">
                  <a:srgbClr val="575857">
                    <a:alpha val="15676"/>
                  </a:srgbClr>
                </a:gs>
                <a:gs pos="28571">
                  <a:srgbClr val="575857">
                    <a:alpha val="12400"/>
                  </a:srgbClr>
                </a:gs>
                <a:gs pos="42857">
                  <a:srgbClr val="575857">
                    <a:alpha val="8317"/>
                  </a:srgbClr>
                </a:gs>
                <a:gs pos="57143">
                  <a:srgbClr val="575857">
                    <a:alpha val="4698"/>
                  </a:srgbClr>
                </a:gs>
                <a:gs pos="71429">
                  <a:srgbClr val="575857">
                    <a:alpha val="2227"/>
                  </a:srgbClr>
                </a:gs>
                <a:gs pos="85714">
                  <a:srgbClr val="575857">
                    <a:alpha val="887"/>
                  </a:srgbClr>
                </a:gs>
                <a:gs pos="100000">
                  <a:srgbClr val="575857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7535664">
              <a:off x="1964887" y="1310559"/>
              <a:ext cx="247012" cy="391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9959439">
              <a:off x="642458" y="375637"/>
              <a:ext cx="84982" cy="378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10036812">
              <a:off x="-188477" y="354817"/>
              <a:ext cx="466173" cy="407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10194489">
              <a:off x="1655704" y="1160345"/>
              <a:ext cx="240890" cy="626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9338360">
              <a:off x="1576053" y="831884"/>
              <a:ext cx="65659" cy="16415"/>
            </a:xfrm>
            <a:prstGeom prst="ellipse">
              <a:avLst/>
            </a:prstGeom>
            <a:gradFill>
              <a:gsLst>
                <a:gs pos="0">
                  <a:srgbClr val="8F8F8F">
                    <a:alpha val="17371"/>
                  </a:srgbClr>
                </a:gs>
                <a:gs pos="14286">
                  <a:srgbClr val="8F8F8F">
                    <a:alpha val="16086"/>
                  </a:srgbClr>
                </a:gs>
                <a:gs pos="28571">
                  <a:srgbClr val="8F8F8F">
                    <a:alpha val="12730"/>
                  </a:srgbClr>
                </a:gs>
                <a:gs pos="42857">
                  <a:srgbClr val="8F8F8F">
                    <a:alpha val="8544"/>
                  </a:srgbClr>
                </a:gs>
                <a:gs pos="57143">
                  <a:srgbClr val="8F8F8F">
                    <a:alpha val="4829"/>
                  </a:srgbClr>
                </a:gs>
                <a:gs pos="71429">
                  <a:srgbClr val="8F8F8F">
                    <a:alpha val="2290"/>
                  </a:srgbClr>
                </a:gs>
                <a:gs pos="85714">
                  <a:srgbClr val="8F8F8F">
                    <a:alpha val="912"/>
                  </a:srgbClr>
                </a:gs>
                <a:gs pos="100000">
                  <a:srgbClr val="8F8F8F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10472509">
              <a:off x="2014004" y="1255999"/>
              <a:ext cx="67932" cy="16983"/>
            </a:xfrm>
            <a:prstGeom prst="ellipse">
              <a:avLst/>
            </a:prstGeom>
            <a:gradFill>
              <a:gsLst>
                <a:gs pos="0">
                  <a:srgbClr val="585858">
                    <a:alpha val="16954"/>
                  </a:srgbClr>
                </a:gs>
                <a:gs pos="14286">
                  <a:srgbClr val="585858">
                    <a:alpha val="15696"/>
                  </a:srgbClr>
                </a:gs>
                <a:gs pos="28571">
                  <a:srgbClr val="585858">
                    <a:alpha val="12416"/>
                  </a:srgbClr>
                </a:gs>
                <a:gs pos="42857">
                  <a:srgbClr val="585858">
                    <a:alpha val="8329"/>
                  </a:srgbClr>
                </a:gs>
                <a:gs pos="57143">
                  <a:srgbClr val="585858">
                    <a:alpha val="4704"/>
                  </a:srgbClr>
                </a:gs>
                <a:gs pos="71429">
                  <a:srgbClr val="585858">
                    <a:alpha val="2230"/>
                  </a:srgbClr>
                </a:gs>
                <a:gs pos="85714">
                  <a:srgbClr val="585858">
                    <a:alpha val="888"/>
                  </a:srgbClr>
                </a:gs>
                <a:gs pos="100000">
                  <a:srgbClr val="585858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9761316">
              <a:off x="1048971" y="780584"/>
              <a:ext cx="266365" cy="237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-9650981">
              <a:off x="40846" y="721815"/>
              <a:ext cx="68461" cy="17136"/>
            </a:xfrm>
            <a:prstGeom prst="ellipse">
              <a:avLst/>
            </a:prstGeom>
            <a:gradFill>
              <a:gsLst>
                <a:gs pos="0">
                  <a:srgbClr val="747474">
                    <a:alpha val="16841"/>
                  </a:srgbClr>
                </a:gs>
                <a:gs pos="14286">
                  <a:srgbClr val="747474">
                    <a:alpha val="15591"/>
                  </a:srgbClr>
                </a:gs>
                <a:gs pos="28571">
                  <a:srgbClr val="747474">
                    <a:alpha val="12331"/>
                  </a:srgbClr>
                </a:gs>
                <a:gs pos="42857">
                  <a:srgbClr val="747474">
                    <a:alpha val="8270"/>
                  </a:srgbClr>
                </a:gs>
                <a:gs pos="57143">
                  <a:srgbClr val="747474">
                    <a:alpha val="4671"/>
                  </a:srgbClr>
                </a:gs>
                <a:gs pos="71429">
                  <a:srgbClr val="747474">
                    <a:alpha val="2214"/>
                  </a:srgbClr>
                </a:gs>
                <a:gs pos="85714">
                  <a:srgbClr val="747474">
                    <a:alpha val="881"/>
                  </a:srgbClr>
                </a:gs>
                <a:gs pos="100000">
                  <a:srgbClr val="747474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8721057">
              <a:off x="681947" y="271055"/>
              <a:ext cx="339976" cy="390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10424003">
              <a:off x="2007354" y="652711"/>
              <a:ext cx="55978" cy="13995"/>
            </a:xfrm>
            <a:prstGeom prst="ellipse">
              <a:avLst/>
            </a:prstGeom>
            <a:gradFill>
              <a:gsLst>
                <a:gs pos="0">
                  <a:srgbClr val="838383">
                    <a:alpha val="19124"/>
                  </a:srgbClr>
                </a:gs>
                <a:gs pos="14286">
                  <a:srgbClr val="838383">
                    <a:alpha val="17724"/>
                  </a:srgbClr>
                </a:gs>
                <a:gs pos="28571">
                  <a:srgbClr val="838383">
                    <a:alpha val="14056"/>
                  </a:srgbClr>
                </a:gs>
                <a:gs pos="42857">
                  <a:srgbClr val="838383">
                    <a:alpha val="9458"/>
                  </a:srgbClr>
                </a:gs>
                <a:gs pos="57143">
                  <a:srgbClr val="838383">
                    <a:alpha val="5356"/>
                  </a:srgbClr>
                </a:gs>
                <a:gs pos="71429">
                  <a:srgbClr val="838383">
                    <a:alpha val="2544"/>
                  </a:srgbClr>
                </a:gs>
                <a:gs pos="85714">
                  <a:srgbClr val="838383">
                    <a:alpha val="1014"/>
                  </a:srgbClr>
                </a:gs>
                <a:gs pos="100000">
                  <a:srgbClr val="838383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-9457042">
              <a:off x="1728709" y="898945"/>
              <a:ext cx="67149" cy="16787"/>
            </a:xfrm>
            <a:prstGeom prst="ellipse">
              <a:avLst/>
            </a:prstGeom>
            <a:gradFill>
              <a:gsLst>
                <a:gs pos="0">
                  <a:srgbClr val="797979">
                    <a:alpha val="17098"/>
                  </a:srgbClr>
                </a:gs>
                <a:gs pos="14286">
                  <a:srgbClr val="797979">
                    <a:alpha val="15831"/>
                  </a:srgbClr>
                </a:gs>
                <a:gs pos="28571">
                  <a:srgbClr val="797979">
                    <a:alpha val="12525"/>
                  </a:srgbClr>
                </a:gs>
                <a:gs pos="42857">
                  <a:srgbClr val="797979">
                    <a:alpha val="8403"/>
                  </a:srgbClr>
                </a:gs>
                <a:gs pos="57143">
                  <a:srgbClr val="797979">
                    <a:alpha val="4747"/>
                  </a:srgbClr>
                </a:gs>
                <a:gs pos="71429">
                  <a:srgbClr val="797979">
                    <a:alpha val="2251"/>
                  </a:srgbClr>
                </a:gs>
                <a:gs pos="85714">
                  <a:srgbClr val="797979">
                    <a:alpha val="896"/>
                  </a:srgbClr>
                </a:gs>
                <a:gs pos="100000">
                  <a:srgbClr val="797979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9945583">
              <a:off x="2582156" y="557404"/>
              <a:ext cx="415753" cy="246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10258323">
              <a:off x="119665" y="632069"/>
              <a:ext cx="378113" cy="337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-9701294">
              <a:off x="687317" y="772396"/>
              <a:ext cx="67344" cy="16836"/>
            </a:xfrm>
            <a:prstGeom prst="ellipse">
              <a:avLst/>
            </a:prstGeom>
            <a:gradFill>
              <a:gsLst>
                <a:gs pos="0">
                  <a:srgbClr val="575757">
                    <a:alpha val="17062"/>
                  </a:srgbClr>
                </a:gs>
                <a:gs pos="14286">
                  <a:srgbClr val="575757">
                    <a:alpha val="15797"/>
                  </a:srgbClr>
                </a:gs>
                <a:gs pos="28571">
                  <a:srgbClr val="575757">
                    <a:alpha val="12498"/>
                  </a:srgbClr>
                </a:gs>
                <a:gs pos="42857">
                  <a:srgbClr val="575757">
                    <a:alpha val="8384"/>
                  </a:srgbClr>
                </a:gs>
                <a:gs pos="57143">
                  <a:srgbClr val="575757">
                    <a:alpha val="4736"/>
                  </a:srgbClr>
                </a:gs>
                <a:gs pos="71429">
                  <a:srgbClr val="575757">
                    <a:alpha val="2246"/>
                  </a:srgbClr>
                </a:gs>
                <a:gs pos="85714">
                  <a:srgbClr val="575757">
                    <a:alpha val="894"/>
                  </a:srgbClr>
                </a:gs>
                <a:gs pos="100000">
                  <a:srgbClr val="575757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-9646874">
              <a:off x="2417672" y="610403"/>
              <a:ext cx="61020" cy="15255"/>
            </a:xfrm>
            <a:prstGeom prst="ellipse">
              <a:avLst/>
            </a:prstGeom>
            <a:gradFill>
              <a:gsLst>
                <a:gs pos="0">
                  <a:srgbClr val="969696">
                    <a:alpha val="18216"/>
                  </a:srgbClr>
                </a:gs>
                <a:gs pos="14286">
                  <a:srgbClr val="969696">
                    <a:alpha val="16875"/>
                  </a:srgbClr>
                </a:gs>
                <a:gs pos="28571">
                  <a:srgbClr val="969696">
                    <a:alpha val="13368"/>
                  </a:srgbClr>
                </a:gs>
                <a:gs pos="42857">
                  <a:srgbClr val="969696">
                    <a:alpha val="8983"/>
                  </a:srgbClr>
                </a:gs>
                <a:gs pos="57143">
                  <a:srgbClr val="969696">
                    <a:alpha val="5082"/>
                  </a:srgbClr>
                </a:gs>
                <a:gs pos="71429">
                  <a:srgbClr val="969696">
                    <a:alpha val="2412"/>
                  </a:srgbClr>
                </a:gs>
                <a:gs pos="85714">
                  <a:srgbClr val="969696">
                    <a:alpha val="961"/>
                  </a:srgbClr>
                </a:gs>
                <a:gs pos="100000">
                  <a:srgbClr val="969696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9204059">
              <a:off x="3252642" y="437037"/>
              <a:ext cx="385567" cy="32528"/>
            </a:xfrm>
            <a:prstGeom prst="ellipse">
              <a:avLst/>
            </a:prstGeom>
            <a:gradFill>
              <a:gsLst>
                <a:gs pos="0">
                  <a:srgbClr val="CBCCCC">
                    <a:alpha val="27574"/>
                  </a:srgbClr>
                </a:gs>
                <a:gs pos="14286">
                  <a:srgbClr val="CBCCCC">
                    <a:alpha val="25659"/>
                  </a:srgbClr>
                </a:gs>
                <a:gs pos="28571">
                  <a:srgbClr val="CBCCCC">
                    <a:alpha val="20564"/>
                  </a:srgbClr>
                </a:gs>
                <a:gs pos="42857">
                  <a:srgbClr val="CBCCCC">
                    <a:alpha val="14016"/>
                  </a:srgbClr>
                </a:gs>
                <a:gs pos="57143">
                  <a:srgbClr val="CBCCCC">
                    <a:alpha val="8027"/>
                  </a:srgbClr>
                </a:gs>
                <a:gs pos="71429">
                  <a:srgbClr val="CBCCCC">
                    <a:alpha val="3841"/>
                  </a:srgbClr>
                </a:gs>
                <a:gs pos="85714">
                  <a:srgbClr val="CBCCCC">
                    <a:alpha val="1537"/>
                  </a:srgbClr>
                </a:gs>
                <a:gs pos="100000">
                  <a:srgbClr val="CBCCCC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8843753">
              <a:off x="31770" y="557250"/>
              <a:ext cx="440488" cy="434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-9580675">
              <a:off x="601256" y="1069504"/>
              <a:ext cx="68276" cy="17069"/>
            </a:xfrm>
            <a:prstGeom prst="ellipse">
              <a:avLst/>
            </a:prstGeom>
            <a:gradFill>
              <a:gsLst>
                <a:gs pos="0">
                  <a:srgbClr val="7A7A7A">
                    <a:alpha val="16890"/>
                  </a:srgbClr>
                </a:gs>
                <a:gs pos="14286">
                  <a:srgbClr val="7A7A7A">
                    <a:alpha val="15637"/>
                  </a:srgbClr>
                </a:gs>
                <a:gs pos="28571">
                  <a:srgbClr val="7A7A7A">
                    <a:alpha val="12369"/>
                  </a:srgbClr>
                </a:gs>
                <a:gs pos="42857">
                  <a:srgbClr val="7A7A7A">
                    <a:alpha val="8296"/>
                  </a:srgbClr>
                </a:gs>
                <a:gs pos="57143">
                  <a:srgbClr val="7A7A7A">
                    <a:alpha val="4685"/>
                  </a:srgbClr>
                </a:gs>
                <a:gs pos="71429">
                  <a:srgbClr val="7A7A7A">
                    <a:alpha val="2221"/>
                  </a:srgbClr>
                </a:gs>
                <a:gs pos="85714">
                  <a:srgbClr val="7A7A7A">
                    <a:alpha val="884"/>
                  </a:srgbClr>
                </a:gs>
                <a:gs pos="100000">
                  <a:srgbClr val="7A7A7A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9632686">
              <a:off x="745482" y="449219"/>
              <a:ext cx="67537" cy="16884"/>
            </a:xfrm>
            <a:prstGeom prst="ellipse">
              <a:avLst/>
            </a:prstGeom>
            <a:gradFill>
              <a:gsLst>
                <a:gs pos="0">
                  <a:srgbClr val="858585">
                    <a:alpha val="17026"/>
                  </a:srgbClr>
                </a:gs>
                <a:gs pos="14286">
                  <a:srgbClr val="858585">
                    <a:alpha val="15764"/>
                  </a:srgbClr>
                </a:gs>
                <a:gs pos="28571">
                  <a:srgbClr val="858585">
                    <a:alpha val="12471"/>
                  </a:srgbClr>
                </a:gs>
                <a:gs pos="42857">
                  <a:srgbClr val="858585">
                    <a:alpha val="8366"/>
                  </a:srgbClr>
                </a:gs>
                <a:gs pos="57143">
                  <a:srgbClr val="858585">
                    <a:alpha val="4726"/>
                  </a:srgbClr>
                </a:gs>
                <a:gs pos="71429">
                  <a:srgbClr val="858585">
                    <a:alpha val="2241"/>
                  </a:srgbClr>
                </a:gs>
                <a:gs pos="85714">
                  <a:srgbClr val="858585">
                    <a:alpha val="892"/>
                  </a:srgbClr>
                </a:gs>
                <a:gs pos="100000">
                  <a:srgbClr val="858585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9374217">
              <a:off x="2112085" y="1286361"/>
              <a:ext cx="68461" cy="17168"/>
            </a:xfrm>
            <a:prstGeom prst="ellipse">
              <a:avLst/>
            </a:prstGeom>
            <a:gradFill>
              <a:gsLst>
                <a:gs pos="0">
                  <a:srgbClr val="606060">
                    <a:alpha val="16818"/>
                  </a:srgbClr>
                </a:gs>
                <a:gs pos="14286">
                  <a:srgbClr val="606060">
                    <a:alpha val="15569"/>
                  </a:srgbClr>
                </a:gs>
                <a:gs pos="28571">
                  <a:srgbClr val="606060">
                    <a:alpha val="12314"/>
                  </a:srgbClr>
                </a:gs>
                <a:gs pos="42857">
                  <a:srgbClr val="606060">
                    <a:alpha val="8258"/>
                  </a:srgbClr>
                </a:gs>
                <a:gs pos="57143">
                  <a:srgbClr val="606060">
                    <a:alpha val="4664"/>
                  </a:srgbClr>
                </a:gs>
                <a:gs pos="71429">
                  <a:srgbClr val="606060">
                    <a:alpha val="2211"/>
                  </a:srgbClr>
                </a:gs>
                <a:gs pos="85714">
                  <a:srgbClr val="606060">
                    <a:alpha val="880"/>
                  </a:srgbClr>
                </a:gs>
                <a:gs pos="100000">
                  <a:srgbClr val="60606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9505082">
              <a:off x="252438" y="1048370"/>
              <a:ext cx="66671" cy="16668"/>
            </a:xfrm>
            <a:prstGeom prst="ellipse">
              <a:avLst/>
            </a:prstGeom>
            <a:gradFill>
              <a:gsLst>
                <a:gs pos="0">
                  <a:srgbClr val="717171">
                    <a:alpha val="17185"/>
                  </a:srgbClr>
                </a:gs>
                <a:gs pos="14286">
                  <a:srgbClr val="717171">
                    <a:alpha val="15913"/>
                  </a:srgbClr>
                </a:gs>
                <a:gs pos="28571">
                  <a:srgbClr val="717171">
                    <a:alpha val="12591"/>
                  </a:srgbClr>
                </a:gs>
                <a:gs pos="42857">
                  <a:srgbClr val="717171">
                    <a:alpha val="8448"/>
                  </a:srgbClr>
                </a:gs>
                <a:gs pos="57143">
                  <a:srgbClr val="717171">
                    <a:alpha val="4773"/>
                  </a:srgbClr>
                </a:gs>
                <a:gs pos="71429">
                  <a:srgbClr val="717171">
                    <a:alpha val="2263"/>
                  </a:srgbClr>
                </a:gs>
                <a:gs pos="85714">
                  <a:srgbClr val="717171">
                    <a:alpha val="901"/>
                  </a:srgbClr>
                </a:gs>
                <a:gs pos="100000">
                  <a:srgbClr val="71717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10192371">
              <a:off x="3140284" y="667108"/>
              <a:ext cx="520754" cy="456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4736171">
              <a:off x="568748" y="1249626"/>
              <a:ext cx="208466" cy="776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9184444">
              <a:off x="1053396" y="1115262"/>
              <a:ext cx="270480" cy="462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10124420">
              <a:off x="3444870" y="456232"/>
              <a:ext cx="68461" cy="17251"/>
            </a:xfrm>
            <a:prstGeom prst="ellipse">
              <a:avLst/>
            </a:prstGeom>
            <a:gradFill>
              <a:gsLst>
                <a:gs pos="0">
                  <a:srgbClr val="7A797A">
                    <a:alpha val="16756"/>
                  </a:srgbClr>
                </a:gs>
                <a:gs pos="14286">
                  <a:srgbClr val="7A797A">
                    <a:alpha val="15512"/>
                  </a:srgbClr>
                </a:gs>
                <a:gs pos="28571">
                  <a:srgbClr val="7A797A">
                    <a:alpha val="12267"/>
                  </a:srgbClr>
                </a:gs>
                <a:gs pos="42857">
                  <a:srgbClr val="7A797A">
                    <a:alpha val="8226"/>
                  </a:srgbClr>
                </a:gs>
                <a:gs pos="57143">
                  <a:srgbClr val="7A797A">
                    <a:alpha val="4645"/>
                  </a:srgbClr>
                </a:gs>
                <a:gs pos="71429">
                  <a:srgbClr val="7A797A">
                    <a:alpha val="2202"/>
                  </a:srgbClr>
                </a:gs>
                <a:gs pos="85714">
                  <a:srgbClr val="7A797A">
                    <a:alpha val="877"/>
                  </a:srgbClr>
                </a:gs>
                <a:gs pos="100000">
                  <a:srgbClr val="7A797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-9756348">
              <a:off x="3030478" y="324464"/>
              <a:ext cx="66706" cy="16676"/>
            </a:xfrm>
            <a:prstGeom prst="ellipse">
              <a:avLst/>
            </a:prstGeom>
            <a:gradFill>
              <a:gsLst>
                <a:gs pos="0">
                  <a:srgbClr val="6B6B6B">
                    <a:alpha val="17179"/>
                  </a:srgbClr>
                </a:gs>
                <a:gs pos="14286">
                  <a:srgbClr val="6B6B6B">
                    <a:alpha val="15907"/>
                  </a:srgbClr>
                </a:gs>
                <a:gs pos="28571">
                  <a:srgbClr val="6B6B6B">
                    <a:alpha val="12586"/>
                  </a:srgbClr>
                </a:gs>
                <a:gs pos="42857">
                  <a:srgbClr val="6B6B6B">
                    <a:alpha val="8445"/>
                  </a:srgbClr>
                </a:gs>
                <a:gs pos="57143">
                  <a:srgbClr val="6B6B6B">
                    <a:alpha val="4771"/>
                  </a:srgbClr>
                </a:gs>
                <a:gs pos="71429">
                  <a:srgbClr val="6B6B6B">
                    <a:alpha val="2262"/>
                  </a:srgbClr>
                </a:gs>
                <a:gs pos="85714">
                  <a:srgbClr val="6B6B6B">
                    <a:alpha val="901"/>
                  </a:srgbClr>
                </a:gs>
                <a:gs pos="100000">
                  <a:srgbClr val="6B6B6B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10435039">
              <a:off x="24929" y="629217"/>
              <a:ext cx="195924" cy="37522"/>
            </a:xfrm>
            <a:prstGeom prst="ellipse">
              <a:avLst/>
            </a:prstGeom>
            <a:gradFill>
              <a:gsLst>
                <a:gs pos="0">
                  <a:srgbClr val="B6B7B6">
                    <a:alpha val="28015"/>
                  </a:srgbClr>
                </a:gs>
                <a:gs pos="14286">
                  <a:srgbClr val="B6B7B6">
                    <a:alpha val="26075"/>
                  </a:srgbClr>
                </a:gs>
                <a:gs pos="28571">
                  <a:srgbClr val="B6B7B6">
                    <a:alpha val="20910"/>
                  </a:srgbClr>
                </a:gs>
                <a:gs pos="42857">
                  <a:srgbClr val="B6B7B6">
                    <a:alpha val="14261"/>
                  </a:srgbClr>
                </a:gs>
                <a:gs pos="57143">
                  <a:srgbClr val="B6B7B6">
                    <a:alpha val="8173"/>
                  </a:srgbClr>
                </a:gs>
                <a:gs pos="71429">
                  <a:srgbClr val="B6B7B6">
                    <a:alpha val="3912"/>
                  </a:srgbClr>
                </a:gs>
                <a:gs pos="85714">
                  <a:srgbClr val="B6B7B6">
                    <a:alpha val="1566"/>
                  </a:srgbClr>
                </a:gs>
                <a:gs pos="100000">
                  <a:srgbClr val="B6B7B6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7589505">
              <a:off x="1148569" y="732889"/>
              <a:ext cx="139001" cy="537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7936231">
              <a:off x="850846" y="1218287"/>
              <a:ext cx="120358" cy="592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652080">
              <a:off x="442085" y="1271537"/>
              <a:ext cx="157655" cy="62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684161">
              <a:off x="1910617" y="1204148"/>
              <a:ext cx="284531" cy="754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10509333">
              <a:off x="812583" y="1105484"/>
              <a:ext cx="105505" cy="50213"/>
            </a:xfrm>
            <a:prstGeom prst="ellipse">
              <a:avLst/>
            </a:prstGeom>
            <a:gradFill>
              <a:gsLst>
                <a:gs pos="0">
                  <a:srgbClr val="F1F1F1">
                    <a:alpha val="31352"/>
                  </a:srgbClr>
                </a:gs>
                <a:gs pos="14286">
                  <a:srgbClr val="F1F1F1">
                    <a:alpha val="29231"/>
                  </a:srgbClr>
                </a:gs>
                <a:gs pos="28571">
                  <a:srgbClr val="F1F1F1">
                    <a:alpha val="23544"/>
                  </a:srgbClr>
                </a:gs>
                <a:gs pos="42857">
                  <a:srgbClr val="F1F1F1">
                    <a:alpha val="16146"/>
                  </a:srgbClr>
                </a:gs>
                <a:gs pos="57143">
                  <a:srgbClr val="F1F1F1">
                    <a:alpha val="9296"/>
                  </a:srgbClr>
                </a:gs>
                <a:gs pos="71429">
                  <a:srgbClr val="F1F1F1">
                    <a:alpha val="4464"/>
                  </a:srgbClr>
                </a:gs>
                <a:gs pos="85714">
                  <a:srgbClr val="F1F1F1">
                    <a:alpha val="1790"/>
                  </a:srgbClr>
                </a:gs>
                <a:gs pos="100000">
                  <a:srgbClr val="F1F1F1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10218796">
              <a:off x="3572054" y="189616"/>
              <a:ext cx="61452" cy="15363"/>
            </a:xfrm>
            <a:prstGeom prst="ellipse">
              <a:avLst/>
            </a:prstGeom>
            <a:gradFill>
              <a:gsLst>
                <a:gs pos="0">
                  <a:srgbClr val="999998">
                    <a:alpha val="18137"/>
                  </a:srgbClr>
                </a:gs>
                <a:gs pos="14286">
                  <a:srgbClr val="999998">
                    <a:alpha val="16801"/>
                  </a:srgbClr>
                </a:gs>
                <a:gs pos="28571">
                  <a:srgbClr val="999998">
                    <a:alpha val="13309"/>
                  </a:srgbClr>
                </a:gs>
                <a:gs pos="42857">
                  <a:srgbClr val="999998">
                    <a:alpha val="8942"/>
                  </a:srgbClr>
                </a:gs>
                <a:gs pos="57143">
                  <a:srgbClr val="999998">
                    <a:alpha val="5058"/>
                  </a:srgbClr>
                </a:gs>
                <a:gs pos="71429">
                  <a:srgbClr val="999998">
                    <a:alpha val="2400"/>
                  </a:srgbClr>
                </a:gs>
                <a:gs pos="85714">
                  <a:srgbClr val="999998">
                    <a:alpha val="956"/>
                  </a:srgbClr>
                </a:gs>
                <a:gs pos="100000">
                  <a:srgbClr val="999998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-9617854">
              <a:off x="2103597" y="1038964"/>
              <a:ext cx="66399" cy="16600"/>
            </a:xfrm>
            <a:prstGeom prst="ellipse">
              <a:avLst/>
            </a:prstGeom>
            <a:gradFill>
              <a:gsLst>
                <a:gs pos="0">
                  <a:srgbClr val="797979">
                    <a:alpha val="17235"/>
                  </a:srgbClr>
                </a:gs>
                <a:gs pos="14286">
                  <a:srgbClr val="797979">
                    <a:alpha val="15959"/>
                  </a:srgbClr>
                </a:gs>
                <a:gs pos="28571">
                  <a:srgbClr val="797979">
                    <a:alpha val="12628"/>
                  </a:srgbClr>
                </a:gs>
                <a:gs pos="42857">
                  <a:srgbClr val="797979">
                    <a:alpha val="8474"/>
                  </a:srgbClr>
                </a:gs>
                <a:gs pos="57143">
                  <a:srgbClr val="797979">
                    <a:alpha val="4788"/>
                  </a:srgbClr>
                </a:gs>
                <a:gs pos="71429">
                  <a:srgbClr val="797979">
                    <a:alpha val="2271"/>
                  </a:srgbClr>
                </a:gs>
                <a:gs pos="85714">
                  <a:srgbClr val="797979">
                    <a:alpha val="904"/>
                  </a:srgbClr>
                </a:gs>
                <a:gs pos="100000">
                  <a:srgbClr val="797979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-8892733">
              <a:off x="1358506" y="1285268"/>
              <a:ext cx="155783" cy="657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9885837">
              <a:off x="3580719" y="671943"/>
              <a:ext cx="54300" cy="13575"/>
            </a:xfrm>
            <a:prstGeom prst="ellipse">
              <a:avLst/>
            </a:prstGeom>
            <a:gradFill>
              <a:gsLst>
                <a:gs pos="0">
                  <a:srgbClr val="9D9D9D">
                    <a:alpha val="19424"/>
                  </a:srgbClr>
                </a:gs>
                <a:gs pos="14286">
                  <a:srgbClr val="9D9D9D">
                    <a:alpha val="18004"/>
                  </a:srgbClr>
                </a:gs>
                <a:gs pos="28571">
                  <a:srgbClr val="9D9D9D">
                    <a:alpha val="14284"/>
                  </a:srgbClr>
                </a:gs>
                <a:gs pos="42857">
                  <a:srgbClr val="9D9D9D">
                    <a:alpha val="9615"/>
                  </a:srgbClr>
                </a:gs>
                <a:gs pos="57143">
                  <a:srgbClr val="9D9D9D">
                    <a:alpha val="5448"/>
                  </a:srgbClr>
                </a:gs>
                <a:gs pos="71429">
                  <a:srgbClr val="9D9D9D">
                    <a:alpha val="2588"/>
                  </a:srgbClr>
                </a:gs>
                <a:gs pos="85714">
                  <a:srgbClr val="9D9D9D">
                    <a:alpha val="1032"/>
                  </a:srgbClr>
                </a:gs>
                <a:gs pos="100000">
                  <a:srgbClr val="9D9D9D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-10032234">
              <a:off x="3536439" y="526892"/>
              <a:ext cx="68461" cy="17196"/>
            </a:xfrm>
            <a:prstGeom prst="ellipse">
              <a:avLst/>
            </a:prstGeom>
            <a:gradFill>
              <a:gsLst>
                <a:gs pos="0">
                  <a:srgbClr val="7B7B7A">
                    <a:alpha val="16797"/>
                  </a:srgbClr>
                </a:gs>
                <a:gs pos="14286">
                  <a:srgbClr val="7B7B7A">
                    <a:alpha val="15550"/>
                  </a:srgbClr>
                </a:gs>
                <a:gs pos="28571">
                  <a:srgbClr val="7B7B7A">
                    <a:alpha val="12298"/>
                  </a:srgbClr>
                </a:gs>
                <a:gs pos="42857">
                  <a:srgbClr val="7B7B7A">
                    <a:alpha val="8248"/>
                  </a:srgbClr>
                </a:gs>
                <a:gs pos="57143">
                  <a:srgbClr val="7B7B7A">
                    <a:alpha val="4658"/>
                  </a:srgbClr>
                </a:gs>
                <a:gs pos="71429">
                  <a:srgbClr val="7B7B7A">
                    <a:alpha val="2208"/>
                  </a:srgbClr>
                </a:gs>
                <a:gs pos="85714">
                  <a:srgbClr val="7B7B7A">
                    <a:alpha val="879"/>
                  </a:srgbClr>
                </a:gs>
                <a:gs pos="100000">
                  <a:srgbClr val="7B7B7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8644088">
              <a:off x="3007088" y="457359"/>
              <a:ext cx="84646" cy="525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10340538">
              <a:off x="1803509" y="693845"/>
              <a:ext cx="68183" cy="17046"/>
            </a:xfrm>
            <a:prstGeom prst="ellipse">
              <a:avLst/>
            </a:prstGeom>
            <a:gradFill>
              <a:gsLst>
                <a:gs pos="0">
                  <a:srgbClr val="6D6D6D">
                    <a:alpha val="16908"/>
                  </a:srgbClr>
                </a:gs>
                <a:gs pos="14286">
                  <a:srgbClr val="6D6D6D">
                    <a:alpha val="15653"/>
                  </a:srgbClr>
                </a:gs>
                <a:gs pos="28571">
                  <a:srgbClr val="6D6D6D">
                    <a:alpha val="12382"/>
                  </a:srgbClr>
                </a:gs>
                <a:gs pos="42857">
                  <a:srgbClr val="6D6D6D">
                    <a:alpha val="8305"/>
                  </a:srgbClr>
                </a:gs>
                <a:gs pos="57143">
                  <a:srgbClr val="6D6D6D">
                    <a:alpha val="4690"/>
                  </a:srgbClr>
                </a:gs>
                <a:gs pos="71429">
                  <a:srgbClr val="6D6D6D">
                    <a:alpha val="2224"/>
                  </a:srgbClr>
                </a:gs>
                <a:gs pos="85714">
                  <a:srgbClr val="6D6D6D">
                    <a:alpha val="885"/>
                  </a:srgbClr>
                </a:gs>
                <a:gs pos="100000">
                  <a:srgbClr val="6D6D6D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10205067">
              <a:off x="1415621" y="1013551"/>
              <a:ext cx="219399" cy="725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7435084">
              <a:off x="685955" y="1265980"/>
              <a:ext cx="61085" cy="15271"/>
            </a:xfrm>
            <a:prstGeom prst="ellipse">
              <a:avLst/>
            </a:prstGeom>
            <a:gradFill>
              <a:gsLst>
                <a:gs pos="0">
                  <a:srgbClr val="969696">
                    <a:alpha val="18204"/>
                  </a:srgbClr>
                </a:gs>
                <a:gs pos="14286">
                  <a:srgbClr val="969696">
                    <a:alpha val="16864"/>
                  </a:srgbClr>
                </a:gs>
                <a:gs pos="28571">
                  <a:srgbClr val="969696">
                    <a:alpha val="13359"/>
                  </a:srgbClr>
                </a:gs>
                <a:gs pos="42857">
                  <a:srgbClr val="969696">
                    <a:alpha val="8977"/>
                  </a:srgbClr>
                </a:gs>
                <a:gs pos="57143">
                  <a:srgbClr val="969696">
                    <a:alpha val="5078"/>
                  </a:srgbClr>
                </a:gs>
                <a:gs pos="71429">
                  <a:srgbClr val="969696">
                    <a:alpha val="2410"/>
                  </a:srgbClr>
                </a:gs>
                <a:gs pos="85714">
                  <a:srgbClr val="969696">
                    <a:alpha val="960"/>
                  </a:srgbClr>
                </a:gs>
                <a:gs pos="100000">
                  <a:srgbClr val="969696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-10774693">
              <a:off x="539174" y="1259399"/>
              <a:ext cx="147930" cy="107096"/>
            </a:xfrm>
            <a:prstGeom prst="ellipse">
              <a:avLst/>
            </a:prstGeom>
            <a:gradFill>
              <a:gsLst>
                <a:gs pos="0">
                  <a:srgbClr val="F0F0F0">
                    <a:alpha val="9595"/>
                  </a:srgbClr>
                </a:gs>
                <a:gs pos="14286">
                  <a:srgbClr val="F0F0F0">
                    <a:alpha val="8855"/>
                  </a:srgbClr>
                </a:gs>
                <a:gs pos="28571">
                  <a:srgbClr val="F0F0F0">
                    <a:alpha val="6946"/>
                  </a:srgbClr>
                </a:gs>
                <a:gs pos="42857">
                  <a:srgbClr val="F0F0F0">
                    <a:alpha val="4612"/>
                  </a:srgbClr>
                </a:gs>
                <a:gs pos="57143">
                  <a:srgbClr val="F0F0F0">
                    <a:alpha val="2582"/>
                  </a:srgbClr>
                </a:gs>
                <a:gs pos="71429">
                  <a:srgbClr val="F0F0F0">
                    <a:alpha val="1217"/>
                  </a:srgbClr>
                </a:gs>
                <a:gs pos="85714">
                  <a:srgbClr val="F0F0F0">
                    <a:alpha val="483"/>
                  </a:srgbClr>
                </a:gs>
                <a:gs pos="100000">
                  <a:srgbClr val="F0F0F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-9882584">
              <a:off x="1101721" y="89587"/>
              <a:ext cx="68461" cy="17293"/>
            </a:xfrm>
            <a:prstGeom prst="ellipse">
              <a:avLst/>
            </a:prstGeom>
            <a:gradFill>
              <a:gsLst>
                <a:gs pos="0">
                  <a:srgbClr val="6B6B6B">
                    <a:alpha val="16725"/>
                  </a:srgbClr>
                </a:gs>
                <a:gs pos="14286">
                  <a:srgbClr val="6B6B6B">
                    <a:alpha val="15483"/>
                  </a:srgbClr>
                </a:gs>
                <a:gs pos="28571">
                  <a:srgbClr val="6B6B6B">
                    <a:alpha val="12244"/>
                  </a:srgbClr>
                </a:gs>
                <a:gs pos="42857">
                  <a:srgbClr val="6B6B6B">
                    <a:alpha val="8211"/>
                  </a:srgbClr>
                </a:gs>
                <a:gs pos="57143">
                  <a:srgbClr val="6B6B6B">
                    <a:alpha val="4636"/>
                  </a:srgbClr>
                </a:gs>
                <a:gs pos="71429">
                  <a:srgbClr val="6B6B6B">
                    <a:alpha val="2198"/>
                  </a:srgbClr>
                </a:gs>
                <a:gs pos="85714">
                  <a:srgbClr val="6B6B6B">
                    <a:alpha val="875"/>
                  </a:srgbClr>
                </a:gs>
                <a:gs pos="100000">
                  <a:srgbClr val="6B6B6B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8275746">
              <a:off x="1555868" y="9341"/>
              <a:ext cx="165480" cy="5608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10559777">
              <a:off x="2461776" y="623097"/>
              <a:ext cx="247172" cy="426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-8678566">
              <a:off x="777097" y="1161010"/>
              <a:ext cx="427818" cy="527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8420431">
              <a:off x="2178131" y="709602"/>
              <a:ext cx="219342" cy="593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-10165401">
              <a:off x="3091188" y="19402"/>
              <a:ext cx="67002" cy="16751"/>
            </a:xfrm>
            <a:prstGeom prst="ellipse">
              <a:avLst/>
            </a:prstGeom>
            <a:gradFill>
              <a:gsLst>
                <a:gs pos="0">
                  <a:srgbClr val="8F8F8F">
                    <a:alpha val="17125"/>
                  </a:srgbClr>
                </a:gs>
                <a:gs pos="14286">
                  <a:srgbClr val="8F8F8F">
                    <a:alpha val="15856"/>
                  </a:srgbClr>
                </a:gs>
                <a:gs pos="28571">
                  <a:srgbClr val="8F8F8F">
                    <a:alpha val="12545"/>
                  </a:srgbClr>
                </a:gs>
                <a:gs pos="42857">
                  <a:srgbClr val="8F8F8F">
                    <a:alpha val="8417"/>
                  </a:srgbClr>
                </a:gs>
                <a:gs pos="57143">
                  <a:srgbClr val="8F8F8F">
                    <a:alpha val="4755"/>
                  </a:srgbClr>
                </a:gs>
                <a:gs pos="71429">
                  <a:srgbClr val="8F8F8F">
                    <a:alpha val="2255"/>
                  </a:srgbClr>
                </a:gs>
                <a:gs pos="85714">
                  <a:srgbClr val="8F8F8F">
                    <a:alpha val="898"/>
                  </a:srgbClr>
                </a:gs>
                <a:gs pos="100000">
                  <a:srgbClr val="8F8F8F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9726727">
              <a:off x="1403012" y="1197202"/>
              <a:ext cx="87257" cy="670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10531095">
              <a:off x="1515426" y="49621"/>
              <a:ext cx="67787" cy="16947"/>
            </a:xfrm>
            <a:prstGeom prst="ellipse">
              <a:avLst/>
            </a:prstGeom>
            <a:gradFill>
              <a:gsLst>
                <a:gs pos="0">
                  <a:srgbClr val="6A6A6A">
                    <a:alpha val="16980"/>
                  </a:srgbClr>
                </a:gs>
                <a:gs pos="14286">
                  <a:srgbClr val="6A6A6A">
                    <a:alpha val="15721"/>
                  </a:srgbClr>
                </a:gs>
                <a:gs pos="28571">
                  <a:srgbClr val="6A6A6A">
                    <a:alpha val="12436"/>
                  </a:srgbClr>
                </a:gs>
                <a:gs pos="42857">
                  <a:srgbClr val="6A6A6A">
                    <a:alpha val="8342"/>
                  </a:srgbClr>
                </a:gs>
                <a:gs pos="57143">
                  <a:srgbClr val="6A6A6A">
                    <a:alpha val="4712"/>
                  </a:srgbClr>
                </a:gs>
                <a:gs pos="71429">
                  <a:srgbClr val="6A6A6A">
                    <a:alpha val="2234"/>
                  </a:srgbClr>
                </a:gs>
                <a:gs pos="85714">
                  <a:srgbClr val="6A6A6A">
                    <a:alpha val="889"/>
                  </a:srgbClr>
                </a:gs>
                <a:gs pos="100000">
                  <a:srgbClr val="6A6A6A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-9703511">
              <a:off x="700926" y="714723"/>
              <a:ext cx="68273" cy="17068"/>
            </a:xfrm>
            <a:prstGeom prst="ellipse">
              <a:avLst/>
            </a:prstGeom>
            <a:gradFill>
              <a:gsLst>
                <a:gs pos="0">
                  <a:srgbClr val="8B8B8B">
                    <a:alpha val="16891"/>
                  </a:srgbClr>
                </a:gs>
                <a:gs pos="14286">
                  <a:srgbClr val="8B8B8B">
                    <a:alpha val="15638"/>
                  </a:srgbClr>
                </a:gs>
                <a:gs pos="28571">
                  <a:srgbClr val="8B8B8B">
                    <a:alpha val="12369"/>
                  </a:srgbClr>
                </a:gs>
                <a:gs pos="42857">
                  <a:srgbClr val="8B8B8B">
                    <a:alpha val="8296"/>
                  </a:srgbClr>
                </a:gs>
                <a:gs pos="57143">
                  <a:srgbClr val="8B8B8B">
                    <a:alpha val="4685"/>
                  </a:srgbClr>
                </a:gs>
                <a:gs pos="71429">
                  <a:srgbClr val="8B8B8B">
                    <a:alpha val="2221"/>
                  </a:srgbClr>
                </a:gs>
                <a:gs pos="85714">
                  <a:srgbClr val="8B8B8B">
                    <a:alpha val="884"/>
                  </a:srgbClr>
                </a:gs>
                <a:gs pos="100000">
                  <a:srgbClr val="8B8B8B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9584808">
              <a:off x="2389151" y="844510"/>
              <a:ext cx="143059" cy="447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-9759856">
              <a:off x="2177434" y="1113182"/>
              <a:ext cx="68461" cy="17517"/>
            </a:xfrm>
            <a:prstGeom prst="ellipse">
              <a:avLst/>
            </a:prstGeom>
            <a:gradFill>
              <a:gsLst>
                <a:gs pos="0">
                  <a:srgbClr val="999999">
                    <a:alpha val="16559"/>
                  </a:srgbClr>
                </a:gs>
                <a:gs pos="14286">
                  <a:srgbClr val="999999">
                    <a:alpha val="15329"/>
                  </a:srgbClr>
                </a:gs>
                <a:gs pos="28571">
                  <a:srgbClr val="999999">
                    <a:alpha val="12120"/>
                  </a:srgbClr>
                </a:gs>
                <a:gs pos="42857">
                  <a:srgbClr val="999999">
                    <a:alpha val="8125"/>
                  </a:srgbClr>
                </a:gs>
                <a:gs pos="57143">
                  <a:srgbClr val="999999">
                    <a:alpha val="4587"/>
                  </a:srgbClr>
                </a:gs>
                <a:gs pos="71429">
                  <a:srgbClr val="999999">
                    <a:alpha val="2174"/>
                  </a:srgbClr>
                </a:gs>
                <a:gs pos="85714">
                  <a:srgbClr val="999999">
                    <a:alpha val="865"/>
                  </a:srgbClr>
                </a:gs>
                <a:gs pos="100000">
                  <a:srgbClr val="999999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3715907">
              <a:off x="1529901" y="35930"/>
              <a:ext cx="123401" cy="468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10543268">
              <a:off x="1285916" y="1322764"/>
              <a:ext cx="413369" cy="84309"/>
            </a:xfrm>
            <a:prstGeom prst="ellipse">
              <a:avLst/>
            </a:prstGeom>
            <a:gradFill>
              <a:gsLst>
                <a:gs pos="0">
                  <a:srgbClr val="CCCDCC">
                    <a:alpha val="12117"/>
                  </a:srgbClr>
                </a:gs>
                <a:gs pos="14286">
                  <a:srgbClr val="CCCDCC">
                    <a:alpha val="11194"/>
                  </a:srgbClr>
                </a:gs>
                <a:gs pos="28571">
                  <a:srgbClr val="CCCDCC">
                    <a:alpha val="8806"/>
                  </a:srgbClr>
                </a:gs>
                <a:gs pos="42857">
                  <a:srgbClr val="CCCDCC">
                    <a:alpha val="5867"/>
                  </a:srgbClr>
                </a:gs>
                <a:gs pos="57143">
                  <a:srgbClr val="CCCDCC">
                    <a:alpha val="3295"/>
                  </a:srgbClr>
                </a:gs>
                <a:gs pos="71429">
                  <a:srgbClr val="CCCDCC">
                    <a:alpha val="1556"/>
                  </a:srgbClr>
                </a:gs>
                <a:gs pos="85714">
                  <a:srgbClr val="CCCDCC">
                    <a:alpha val="618"/>
                  </a:srgbClr>
                </a:gs>
                <a:gs pos="100000">
                  <a:srgbClr val="CCCDCC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-9869547">
              <a:off x="1684822" y="358367"/>
              <a:ext cx="437141" cy="297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9946458">
              <a:off x="881441" y="238767"/>
              <a:ext cx="68461" cy="17526"/>
            </a:xfrm>
            <a:prstGeom prst="ellipse">
              <a:avLst/>
            </a:prstGeom>
            <a:gradFill>
              <a:gsLst>
                <a:gs pos="0">
                  <a:srgbClr val="6B6B6B">
                    <a:alpha val="16553"/>
                  </a:srgbClr>
                </a:gs>
                <a:gs pos="14286">
                  <a:srgbClr val="6B6B6B">
                    <a:alpha val="15323"/>
                  </a:srgbClr>
                </a:gs>
                <a:gs pos="28571">
                  <a:srgbClr val="6B6B6B">
                    <a:alpha val="12115"/>
                  </a:srgbClr>
                </a:gs>
                <a:gs pos="42857">
                  <a:srgbClr val="6B6B6B">
                    <a:alpha val="8122"/>
                  </a:srgbClr>
                </a:gs>
                <a:gs pos="57143">
                  <a:srgbClr val="6B6B6B">
                    <a:alpha val="4585"/>
                  </a:srgbClr>
                </a:gs>
                <a:gs pos="71429">
                  <a:srgbClr val="6B6B6B">
                    <a:alpha val="2173"/>
                  </a:srgbClr>
                </a:gs>
                <a:gs pos="85714">
                  <a:srgbClr val="6B6B6B">
                    <a:alpha val="865"/>
                  </a:srgbClr>
                </a:gs>
                <a:gs pos="100000">
                  <a:srgbClr val="6B6B6B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-9305645">
              <a:off x="825540" y="480751"/>
              <a:ext cx="64404" cy="16101"/>
            </a:xfrm>
            <a:prstGeom prst="ellipse">
              <a:avLst/>
            </a:prstGeom>
            <a:gradFill>
              <a:gsLst>
                <a:gs pos="0">
                  <a:srgbClr val="5E5F5F">
                    <a:alpha val="17600"/>
                  </a:srgbClr>
                </a:gs>
                <a:gs pos="14286">
                  <a:srgbClr val="5E5F5F">
                    <a:alpha val="16300"/>
                  </a:srgbClr>
                </a:gs>
                <a:gs pos="28571">
                  <a:srgbClr val="5E5F5F">
                    <a:alpha val="12903"/>
                  </a:srgbClr>
                </a:gs>
                <a:gs pos="42857">
                  <a:srgbClr val="5E5F5F">
                    <a:alpha val="8663"/>
                  </a:srgbClr>
                </a:gs>
                <a:gs pos="57143">
                  <a:srgbClr val="5E5F5F">
                    <a:alpha val="4897"/>
                  </a:srgbClr>
                </a:gs>
                <a:gs pos="71429">
                  <a:srgbClr val="5E5F5F">
                    <a:alpha val="2323"/>
                  </a:srgbClr>
                </a:gs>
                <a:gs pos="85714">
                  <a:srgbClr val="5E5F5F">
                    <a:alpha val="925"/>
                  </a:srgbClr>
                </a:gs>
                <a:gs pos="100000">
                  <a:srgbClr val="5E5F5F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10467150">
              <a:off x="1681968" y="117367"/>
              <a:ext cx="68461" cy="17575"/>
            </a:xfrm>
            <a:prstGeom prst="ellipse">
              <a:avLst/>
            </a:prstGeom>
            <a:gradFill>
              <a:gsLst>
                <a:gs pos="0">
                  <a:srgbClr val="606060">
                    <a:alpha val="16517"/>
                  </a:srgbClr>
                </a:gs>
                <a:gs pos="14286">
                  <a:srgbClr val="606060">
                    <a:alpha val="15289"/>
                  </a:srgbClr>
                </a:gs>
                <a:gs pos="28571">
                  <a:srgbClr val="606060">
                    <a:alpha val="12088"/>
                  </a:srgbClr>
                </a:gs>
                <a:gs pos="42857">
                  <a:srgbClr val="606060">
                    <a:alpha val="8103"/>
                  </a:srgbClr>
                </a:gs>
                <a:gs pos="57143">
                  <a:srgbClr val="606060">
                    <a:alpha val="4574"/>
                  </a:srgbClr>
                </a:gs>
                <a:gs pos="71429">
                  <a:srgbClr val="606060">
                    <a:alpha val="2168"/>
                  </a:srgbClr>
                </a:gs>
                <a:gs pos="85714">
                  <a:srgbClr val="606060">
                    <a:alpha val="863"/>
                  </a:srgbClr>
                </a:gs>
                <a:gs pos="100000">
                  <a:srgbClr val="60606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-9410791">
              <a:off x="2285245" y="598131"/>
              <a:ext cx="442507" cy="374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-9519371">
              <a:off x="3474111" y="522180"/>
              <a:ext cx="307774" cy="32265"/>
            </a:xfrm>
            <a:prstGeom prst="ellipse">
              <a:avLst/>
            </a:prstGeom>
            <a:gradFill>
              <a:gsLst>
                <a:gs pos="0">
                  <a:srgbClr val="040008">
                    <a:alpha val="32968"/>
                  </a:srgbClr>
                </a:gs>
                <a:gs pos="14286">
                  <a:srgbClr val="040008">
                    <a:alpha val="30764"/>
                  </a:srgbClr>
                </a:gs>
                <a:gs pos="28571">
                  <a:srgbClr val="040008">
                    <a:alpha val="24833"/>
                  </a:srgbClr>
                </a:gs>
                <a:gs pos="42857">
                  <a:srgbClr val="040008">
                    <a:alpha val="17075"/>
                  </a:srgbClr>
                </a:gs>
                <a:gs pos="57143">
                  <a:srgbClr val="040008">
                    <a:alpha val="9855"/>
                  </a:srgbClr>
                </a:gs>
                <a:gs pos="71429">
                  <a:srgbClr val="040008">
                    <a:alpha val="4740"/>
                  </a:srgbClr>
                </a:gs>
                <a:gs pos="85714">
                  <a:srgbClr val="040008">
                    <a:alpha val="1902"/>
                  </a:srgbClr>
                </a:gs>
                <a:gs pos="100000">
                  <a:srgbClr val="04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-10263134">
              <a:off x="2385444" y="629900"/>
              <a:ext cx="316612" cy="163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-9990465">
              <a:off x="3254947" y="839081"/>
              <a:ext cx="68461" cy="17610"/>
            </a:xfrm>
            <a:prstGeom prst="ellipse">
              <a:avLst/>
            </a:prstGeom>
            <a:gradFill>
              <a:gsLst>
                <a:gs pos="0">
                  <a:srgbClr val="787878">
                    <a:alpha val="16491"/>
                  </a:srgbClr>
                </a:gs>
                <a:gs pos="14286">
                  <a:srgbClr val="787878">
                    <a:alpha val="15265"/>
                  </a:srgbClr>
                </a:gs>
                <a:gs pos="28571">
                  <a:srgbClr val="787878">
                    <a:alpha val="12068"/>
                  </a:srgbClr>
                </a:gs>
                <a:gs pos="42857">
                  <a:srgbClr val="787878">
                    <a:alpha val="8090"/>
                  </a:srgbClr>
                </a:gs>
                <a:gs pos="57143">
                  <a:srgbClr val="787878">
                    <a:alpha val="4567"/>
                  </a:srgbClr>
                </a:gs>
                <a:gs pos="71429">
                  <a:srgbClr val="787878">
                    <a:alpha val="2164"/>
                  </a:srgbClr>
                </a:gs>
                <a:gs pos="85714">
                  <a:srgbClr val="787878">
                    <a:alpha val="861"/>
                  </a:srgbClr>
                </a:gs>
                <a:gs pos="100000">
                  <a:srgbClr val="787878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-9233096">
              <a:off x="250632" y="867123"/>
              <a:ext cx="68461" cy="17614"/>
            </a:xfrm>
            <a:prstGeom prst="ellipse">
              <a:avLst/>
            </a:prstGeom>
            <a:gradFill>
              <a:gsLst>
                <a:gs pos="0">
                  <a:srgbClr val="7E7E7E">
                    <a:alpha val="16488"/>
                  </a:srgbClr>
                </a:gs>
                <a:gs pos="14286">
                  <a:srgbClr val="7E7E7E">
                    <a:alpha val="15262"/>
                  </a:srgbClr>
                </a:gs>
                <a:gs pos="28571">
                  <a:srgbClr val="7E7E7E">
                    <a:alpha val="12066"/>
                  </a:srgbClr>
                </a:gs>
                <a:gs pos="42857">
                  <a:srgbClr val="7E7E7E">
                    <a:alpha val="8088"/>
                  </a:srgbClr>
                </a:gs>
                <a:gs pos="57143">
                  <a:srgbClr val="7E7E7E">
                    <a:alpha val="4566"/>
                  </a:srgbClr>
                </a:gs>
                <a:gs pos="71429">
                  <a:srgbClr val="7E7E7E">
                    <a:alpha val="2164"/>
                  </a:srgbClr>
                </a:gs>
                <a:gs pos="85714">
                  <a:srgbClr val="7E7E7E">
                    <a:alpha val="861"/>
                  </a:srgbClr>
                </a:gs>
                <a:gs pos="100000">
                  <a:srgbClr val="7E7E7E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10575098">
              <a:off x="2752949" y="243304"/>
              <a:ext cx="165545" cy="337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10297342">
              <a:off x="223137" y="1020483"/>
              <a:ext cx="191530" cy="39967"/>
            </a:xfrm>
            <a:prstGeom prst="ellipse">
              <a:avLst/>
            </a:prstGeom>
            <a:gradFill>
              <a:gsLst>
                <a:gs pos="0">
                  <a:srgbClr val="BDBEBD">
                    <a:alpha val="30844"/>
                  </a:srgbClr>
                </a:gs>
                <a:gs pos="14286">
                  <a:srgbClr val="BDBEBD">
                    <a:alpha val="28750"/>
                  </a:srgbClr>
                </a:gs>
                <a:gs pos="28571">
                  <a:srgbClr val="BDBEBD">
                    <a:alpha val="23141"/>
                  </a:srgbClr>
                </a:gs>
                <a:gs pos="42857">
                  <a:srgbClr val="BDBEBD">
                    <a:alpha val="15856"/>
                  </a:srgbClr>
                </a:gs>
                <a:gs pos="57143">
                  <a:srgbClr val="BDBEBD">
                    <a:alpha val="9123"/>
                  </a:srgbClr>
                </a:gs>
                <a:gs pos="71429">
                  <a:srgbClr val="BDBEBD">
                    <a:alpha val="4379"/>
                  </a:srgbClr>
                </a:gs>
                <a:gs pos="85714">
                  <a:srgbClr val="BDBEBD">
                    <a:alpha val="1755"/>
                  </a:srgbClr>
                </a:gs>
                <a:gs pos="100000">
                  <a:srgbClr val="BDBEBD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-10661440">
              <a:off x="1512029" y="509117"/>
              <a:ext cx="68405" cy="17101"/>
            </a:xfrm>
            <a:prstGeom prst="ellipse">
              <a:avLst/>
            </a:prstGeom>
            <a:gradFill>
              <a:gsLst>
                <a:gs pos="0">
                  <a:srgbClr val="717171">
                    <a:alpha val="16867"/>
                  </a:srgbClr>
                </a:gs>
                <a:gs pos="14286">
                  <a:srgbClr val="717171">
                    <a:alpha val="15615"/>
                  </a:srgbClr>
                </a:gs>
                <a:gs pos="28571">
                  <a:srgbClr val="717171">
                    <a:alpha val="12351"/>
                  </a:srgbClr>
                </a:gs>
                <a:gs pos="42857">
                  <a:srgbClr val="717171">
                    <a:alpha val="8283"/>
                  </a:srgbClr>
                </a:gs>
                <a:gs pos="57143">
                  <a:srgbClr val="717171">
                    <a:alpha val="4678"/>
                  </a:srgbClr>
                </a:gs>
                <a:gs pos="71429">
                  <a:srgbClr val="717171">
                    <a:alpha val="2218"/>
                  </a:srgbClr>
                </a:gs>
                <a:gs pos="85714">
                  <a:srgbClr val="717171">
                    <a:alpha val="883"/>
                  </a:srgbClr>
                </a:gs>
                <a:gs pos="100000">
                  <a:srgbClr val="717171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10233979">
              <a:off x="956331" y="208033"/>
              <a:ext cx="68461" cy="17170"/>
            </a:xfrm>
            <a:prstGeom prst="ellipse">
              <a:avLst/>
            </a:prstGeom>
            <a:gradFill>
              <a:gsLst>
                <a:gs pos="0">
                  <a:srgbClr val="676767">
                    <a:alpha val="16816"/>
                  </a:srgbClr>
                </a:gs>
                <a:gs pos="14286">
                  <a:srgbClr val="676767">
                    <a:alpha val="15568"/>
                  </a:srgbClr>
                </a:gs>
                <a:gs pos="28571">
                  <a:srgbClr val="676767">
                    <a:alpha val="12313"/>
                  </a:srgbClr>
                </a:gs>
                <a:gs pos="42857">
                  <a:srgbClr val="676767">
                    <a:alpha val="8257"/>
                  </a:srgbClr>
                </a:gs>
                <a:gs pos="57143">
                  <a:srgbClr val="676767">
                    <a:alpha val="4663"/>
                  </a:srgbClr>
                </a:gs>
                <a:gs pos="71429">
                  <a:srgbClr val="676767">
                    <a:alpha val="2211"/>
                  </a:srgbClr>
                </a:gs>
                <a:gs pos="85714">
                  <a:srgbClr val="676767">
                    <a:alpha val="880"/>
                  </a:srgbClr>
                </a:gs>
                <a:gs pos="100000">
                  <a:srgbClr val="676767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10330968">
              <a:off x="959771" y="981081"/>
              <a:ext cx="57534" cy="14383"/>
            </a:xfrm>
            <a:prstGeom prst="ellipse">
              <a:avLst/>
            </a:prstGeom>
            <a:gradFill>
              <a:gsLst>
                <a:gs pos="0">
                  <a:srgbClr val="9C9C9C">
                    <a:alpha val="18845"/>
                  </a:srgbClr>
                </a:gs>
                <a:gs pos="14286">
                  <a:srgbClr val="9C9C9C">
                    <a:alpha val="17463"/>
                  </a:srgbClr>
                </a:gs>
                <a:gs pos="28571">
                  <a:srgbClr val="9C9C9C">
                    <a:alpha val="13844"/>
                  </a:srgbClr>
                </a:gs>
                <a:gs pos="42857">
                  <a:srgbClr val="9C9C9C">
                    <a:alpha val="9312"/>
                  </a:srgbClr>
                </a:gs>
                <a:gs pos="57143">
                  <a:srgbClr val="9C9C9C">
                    <a:alpha val="5272"/>
                  </a:srgbClr>
                </a:gs>
                <a:gs pos="71429">
                  <a:srgbClr val="9C9C9C">
                    <a:alpha val="2503"/>
                  </a:srgbClr>
                </a:gs>
                <a:gs pos="85714">
                  <a:srgbClr val="9C9C9C">
                    <a:alpha val="997"/>
                  </a:srgbClr>
                </a:gs>
                <a:gs pos="100000">
                  <a:srgbClr val="9C9C9C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10358274">
              <a:off x="78029" y="356205"/>
              <a:ext cx="68461" cy="17229"/>
            </a:xfrm>
            <a:prstGeom prst="ellipse">
              <a:avLst/>
            </a:prstGeom>
            <a:gradFill>
              <a:gsLst>
                <a:gs pos="0">
                  <a:srgbClr val="636363">
                    <a:alpha val="16773"/>
                  </a:srgbClr>
                </a:gs>
                <a:gs pos="14286">
                  <a:srgbClr val="636363">
                    <a:alpha val="15527"/>
                  </a:srgbClr>
                </a:gs>
                <a:gs pos="28571">
                  <a:srgbClr val="636363">
                    <a:alpha val="12280"/>
                  </a:srgbClr>
                </a:gs>
                <a:gs pos="42857">
                  <a:srgbClr val="636363">
                    <a:alpha val="8235"/>
                  </a:srgbClr>
                </a:gs>
                <a:gs pos="57143">
                  <a:srgbClr val="636363">
                    <a:alpha val="4650"/>
                  </a:srgbClr>
                </a:gs>
                <a:gs pos="71429">
                  <a:srgbClr val="636363">
                    <a:alpha val="2204"/>
                  </a:srgbClr>
                </a:gs>
                <a:gs pos="85714">
                  <a:srgbClr val="636363">
                    <a:alpha val="878"/>
                  </a:srgbClr>
                </a:gs>
                <a:gs pos="100000">
                  <a:srgbClr val="636363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-9699507">
              <a:off x="773121" y="721675"/>
              <a:ext cx="68461" cy="17484"/>
            </a:xfrm>
            <a:prstGeom prst="ellipse">
              <a:avLst/>
            </a:prstGeom>
            <a:gradFill>
              <a:gsLst>
                <a:gs pos="0">
                  <a:srgbClr val="656565">
                    <a:alpha val="16584"/>
                  </a:srgbClr>
                </a:gs>
                <a:gs pos="14286">
                  <a:srgbClr val="656565">
                    <a:alpha val="15351"/>
                  </a:srgbClr>
                </a:gs>
                <a:gs pos="28571">
                  <a:srgbClr val="656565">
                    <a:alpha val="12138"/>
                  </a:srgbClr>
                </a:gs>
                <a:gs pos="42857">
                  <a:srgbClr val="656565">
                    <a:alpha val="8138"/>
                  </a:srgbClr>
                </a:gs>
                <a:gs pos="57143">
                  <a:srgbClr val="656565">
                    <a:alpha val="4594"/>
                  </a:srgbClr>
                </a:gs>
                <a:gs pos="71429">
                  <a:srgbClr val="656565">
                    <a:alpha val="2177"/>
                  </a:srgbClr>
                </a:gs>
                <a:gs pos="85714">
                  <a:srgbClr val="656565">
                    <a:alpha val="867"/>
                  </a:srgbClr>
                </a:gs>
                <a:gs pos="100000">
                  <a:srgbClr val="656565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-9581633">
              <a:off x="1068670" y="1265416"/>
              <a:ext cx="68461" cy="17178"/>
            </a:xfrm>
            <a:prstGeom prst="ellipse">
              <a:avLst/>
            </a:prstGeom>
            <a:gradFill>
              <a:gsLst>
                <a:gs pos="0">
                  <a:srgbClr val="9C9B9B">
                    <a:alpha val="16810"/>
                  </a:srgbClr>
                </a:gs>
                <a:gs pos="14286">
                  <a:srgbClr val="9C9B9B">
                    <a:alpha val="15562"/>
                  </a:srgbClr>
                </a:gs>
                <a:gs pos="28571">
                  <a:srgbClr val="9C9B9B">
                    <a:alpha val="12308"/>
                  </a:srgbClr>
                </a:gs>
                <a:gs pos="42857">
                  <a:srgbClr val="9C9B9B">
                    <a:alpha val="8254"/>
                  </a:srgbClr>
                </a:gs>
                <a:gs pos="57143">
                  <a:srgbClr val="9C9B9B">
                    <a:alpha val="4661"/>
                  </a:srgbClr>
                </a:gs>
                <a:gs pos="71429">
                  <a:srgbClr val="9C9B9B">
                    <a:alpha val="2210"/>
                  </a:srgbClr>
                </a:gs>
                <a:gs pos="85714">
                  <a:srgbClr val="9C9B9B">
                    <a:alpha val="880"/>
                  </a:srgbClr>
                </a:gs>
                <a:gs pos="100000">
                  <a:srgbClr val="9C9B9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-10111642">
              <a:off x="-112447" y="1100409"/>
              <a:ext cx="499792" cy="490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-9583025">
              <a:off x="1281792" y="695739"/>
              <a:ext cx="67617" cy="16904"/>
            </a:xfrm>
            <a:prstGeom prst="ellipse">
              <a:avLst/>
            </a:prstGeom>
            <a:gradFill>
              <a:gsLst>
                <a:gs pos="0">
                  <a:srgbClr val="868686">
                    <a:alpha val="17012"/>
                  </a:srgbClr>
                </a:gs>
                <a:gs pos="14286">
                  <a:srgbClr val="868686">
                    <a:alpha val="15750"/>
                  </a:srgbClr>
                </a:gs>
                <a:gs pos="28571">
                  <a:srgbClr val="868686">
                    <a:alpha val="12460"/>
                  </a:srgbClr>
                </a:gs>
                <a:gs pos="42857">
                  <a:srgbClr val="868686">
                    <a:alpha val="8358"/>
                  </a:srgbClr>
                </a:gs>
                <a:gs pos="57143">
                  <a:srgbClr val="868686">
                    <a:alpha val="4721"/>
                  </a:srgbClr>
                </a:gs>
                <a:gs pos="71429">
                  <a:srgbClr val="868686">
                    <a:alpha val="2238"/>
                  </a:srgbClr>
                </a:gs>
                <a:gs pos="85714">
                  <a:srgbClr val="868686">
                    <a:alpha val="891"/>
                  </a:srgbClr>
                </a:gs>
                <a:gs pos="100000">
                  <a:srgbClr val="868686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-10142745">
              <a:off x="1144493" y="364065"/>
              <a:ext cx="151666" cy="328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947127">
              <a:off x="1804368" y="113733"/>
              <a:ext cx="68461" cy="17700"/>
            </a:xfrm>
            <a:prstGeom prst="ellipse">
              <a:avLst/>
            </a:prstGeom>
            <a:gradFill>
              <a:gsLst>
                <a:gs pos="0">
                  <a:srgbClr val="666666">
                    <a:alpha val="16425"/>
                  </a:srgbClr>
                </a:gs>
                <a:gs pos="14286">
                  <a:srgbClr val="666666">
                    <a:alpha val="15203"/>
                  </a:srgbClr>
                </a:gs>
                <a:gs pos="28571">
                  <a:srgbClr val="666666">
                    <a:alpha val="12018"/>
                  </a:srgbClr>
                </a:gs>
                <a:gs pos="42857">
                  <a:srgbClr val="666666">
                    <a:alpha val="8056"/>
                  </a:srgbClr>
                </a:gs>
                <a:gs pos="57143">
                  <a:srgbClr val="666666">
                    <a:alpha val="4547"/>
                  </a:srgbClr>
                </a:gs>
                <a:gs pos="71429">
                  <a:srgbClr val="666666">
                    <a:alpha val="2155"/>
                  </a:srgbClr>
                </a:gs>
                <a:gs pos="85714">
                  <a:srgbClr val="666666">
                    <a:alpha val="858"/>
                  </a:srgbClr>
                </a:gs>
                <a:gs pos="100000">
                  <a:srgbClr val="666666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10246919">
              <a:off x="498241" y="1017726"/>
              <a:ext cx="183379" cy="10352"/>
            </a:xfrm>
            <a:prstGeom prst="ellipse">
              <a:avLst/>
            </a:prstGeom>
            <a:gradFill>
              <a:gsLst>
                <a:gs pos="0">
                  <a:srgbClr val="BBBABA">
                    <a:alpha val="27777"/>
                  </a:srgbClr>
                </a:gs>
                <a:gs pos="14286">
                  <a:srgbClr val="BBBABA">
                    <a:alpha val="25851"/>
                  </a:srgbClr>
                </a:gs>
                <a:gs pos="28571">
                  <a:srgbClr val="BBBABA">
                    <a:alpha val="20724"/>
                  </a:srgbClr>
                </a:gs>
                <a:gs pos="42857">
                  <a:srgbClr val="BBBABA">
                    <a:alpha val="14129"/>
                  </a:srgbClr>
                </a:gs>
                <a:gs pos="57143">
                  <a:srgbClr val="BBBABA">
                    <a:alpha val="8094"/>
                  </a:srgbClr>
                </a:gs>
                <a:gs pos="71429">
                  <a:srgbClr val="BBBABA">
                    <a:alpha val="3874"/>
                  </a:srgbClr>
                </a:gs>
                <a:gs pos="85714">
                  <a:srgbClr val="BBBABA">
                    <a:alpha val="1550"/>
                  </a:srgbClr>
                </a:gs>
                <a:gs pos="100000">
                  <a:srgbClr val="BBBABA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10246428">
              <a:off x="3324967" y="105806"/>
              <a:ext cx="68461" cy="17706"/>
            </a:xfrm>
            <a:prstGeom prst="ellipse">
              <a:avLst/>
            </a:prstGeom>
            <a:gradFill>
              <a:gsLst>
                <a:gs pos="0">
                  <a:srgbClr val="848584">
                    <a:alpha val="16420"/>
                  </a:srgbClr>
                </a:gs>
                <a:gs pos="14286">
                  <a:srgbClr val="848584">
                    <a:alpha val="15198"/>
                  </a:srgbClr>
                </a:gs>
                <a:gs pos="28571">
                  <a:srgbClr val="848584">
                    <a:alpha val="12015"/>
                  </a:srgbClr>
                </a:gs>
                <a:gs pos="42857">
                  <a:srgbClr val="848584">
                    <a:alpha val="8053"/>
                  </a:srgbClr>
                </a:gs>
                <a:gs pos="57143">
                  <a:srgbClr val="848584">
                    <a:alpha val="4546"/>
                  </a:srgbClr>
                </a:gs>
                <a:gs pos="71429">
                  <a:srgbClr val="848584">
                    <a:alpha val="2154"/>
                  </a:srgbClr>
                </a:gs>
                <a:gs pos="85714">
                  <a:srgbClr val="848584">
                    <a:alpha val="857"/>
                  </a:srgbClr>
                </a:gs>
                <a:gs pos="100000">
                  <a:srgbClr val="848584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10745740">
              <a:off x="1957704" y="740373"/>
              <a:ext cx="283208" cy="47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-10133858">
              <a:off x="906110" y="1014997"/>
              <a:ext cx="437553" cy="379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10361645">
              <a:off x="1618969" y="507415"/>
              <a:ext cx="215095" cy="490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9748674">
              <a:off x="670899" y="762368"/>
              <a:ext cx="68461" cy="17762"/>
            </a:xfrm>
            <a:prstGeom prst="ellipse">
              <a:avLst/>
            </a:prstGeom>
            <a:gradFill>
              <a:gsLst>
                <a:gs pos="0">
                  <a:srgbClr val="565656">
                    <a:alpha val="16378"/>
                  </a:srgbClr>
                </a:gs>
                <a:gs pos="14286">
                  <a:srgbClr val="565656">
                    <a:alpha val="15160"/>
                  </a:srgbClr>
                </a:gs>
                <a:gs pos="28571">
                  <a:srgbClr val="565656">
                    <a:alpha val="11984"/>
                  </a:srgbClr>
                </a:gs>
                <a:gs pos="42857">
                  <a:srgbClr val="565656">
                    <a:alpha val="8032"/>
                  </a:srgbClr>
                </a:gs>
                <a:gs pos="57143">
                  <a:srgbClr val="565656">
                    <a:alpha val="4533"/>
                  </a:srgbClr>
                </a:gs>
                <a:gs pos="71429">
                  <a:srgbClr val="565656">
                    <a:alpha val="2148"/>
                  </a:srgbClr>
                </a:gs>
                <a:gs pos="85714">
                  <a:srgbClr val="565656">
                    <a:alpha val="855"/>
                  </a:srgbClr>
                </a:gs>
                <a:gs pos="100000">
                  <a:srgbClr val="565656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9221392">
              <a:off x="1118296" y="-10954"/>
              <a:ext cx="363709" cy="426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10069761">
              <a:off x="3105316" y="477047"/>
              <a:ext cx="61337" cy="15334"/>
            </a:xfrm>
            <a:prstGeom prst="ellipse">
              <a:avLst/>
            </a:prstGeom>
            <a:gradFill>
              <a:gsLst>
                <a:gs pos="0">
                  <a:srgbClr val="9C9C9C">
                    <a:alpha val="18158"/>
                  </a:srgbClr>
                </a:gs>
                <a:gs pos="14286">
                  <a:srgbClr val="9C9C9C">
                    <a:alpha val="16821"/>
                  </a:srgbClr>
                </a:gs>
                <a:gs pos="28571">
                  <a:srgbClr val="9C9C9C">
                    <a:alpha val="13325"/>
                  </a:srgbClr>
                </a:gs>
                <a:gs pos="42857">
                  <a:srgbClr val="9C9C9C">
                    <a:alpha val="8953"/>
                  </a:srgbClr>
                </a:gs>
                <a:gs pos="57143">
                  <a:srgbClr val="9C9C9C">
                    <a:alpha val="5065"/>
                  </a:srgbClr>
                </a:gs>
                <a:gs pos="71429">
                  <a:srgbClr val="9C9C9C">
                    <a:alpha val="2404"/>
                  </a:srgbClr>
                </a:gs>
                <a:gs pos="85714">
                  <a:srgbClr val="9C9C9C">
                    <a:alpha val="957"/>
                  </a:srgbClr>
                </a:gs>
                <a:gs pos="100000">
                  <a:srgbClr val="9C9C9C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9795092">
              <a:off x="1270554" y="725199"/>
              <a:ext cx="54543" cy="13636"/>
            </a:xfrm>
            <a:prstGeom prst="ellipse">
              <a:avLst/>
            </a:prstGeom>
            <a:gradFill>
              <a:gsLst>
                <a:gs pos="0">
                  <a:srgbClr val="A0A0A0">
                    <a:alpha val="19381"/>
                  </a:srgbClr>
                </a:gs>
                <a:gs pos="14286">
                  <a:srgbClr val="A0A0A0">
                    <a:alpha val="17964"/>
                  </a:srgbClr>
                </a:gs>
                <a:gs pos="28571">
                  <a:srgbClr val="A0A0A0">
                    <a:alpha val="14251"/>
                  </a:srgbClr>
                </a:gs>
                <a:gs pos="42857">
                  <a:srgbClr val="A0A0A0">
                    <a:alpha val="9593"/>
                  </a:srgbClr>
                </a:gs>
                <a:gs pos="57143">
                  <a:srgbClr val="A0A0A0">
                    <a:alpha val="5435"/>
                  </a:srgbClr>
                </a:gs>
                <a:gs pos="71429">
                  <a:srgbClr val="A0A0A0">
                    <a:alpha val="2582"/>
                  </a:srgbClr>
                </a:gs>
                <a:gs pos="85714">
                  <a:srgbClr val="A0A0A0">
                    <a:alpha val="1029"/>
                  </a:srgbClr>
                </a:gs>
                <a:gs pos="100000">
                  <a:srgbClr val="A0A0A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-9702038">
              <a:off x="2635878" y="215955"/>
              <a:ext cx="195341" cy="257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10387442">
              <a:off x="44092" y="1098484"/>
              <a:ext cx="68461" cy="17919"/>
            </a:xfrm>
            <a:prstGeom prst="ellipse">
              <a:avLst/>
            </a:prstGeom>
            <a:gradFill>
              <a:gsLst>
                <a:gs pos="0">
                  <a:srgbClr val="585858">
                    <a:alpha val="16262"/>
                  </a:srgbClr>
                </a:gs>
                <a:gs pos="14286">
                  <a:srgbClr val="585858">
                    <a:alpha val="15051"/>
                  </a:srgbClr>
                </a:gs>
                <a:gs pos="28571">
                  <a:srgbClr val="585858">
                    <a:alpha val="11896"/>
                  </a:srgbClr>
                </a:gs>
                <a:gs pos="42857">
                  <a:srgbClr val="585858">
                    <a:alpha val="7972"/>
                  </a:srgbClr>
                </a:gs>
                <a:gs pos="57143">
                  <a:srgbClr val="585858">
                    <a:alpha val="4499"/>
                  </a:srgbClr>
                </a:gs>
                <a:gs pos="71429">
                  <a:srgbClr val="585858">
                    <a:alpha val="2132"/>
                  </a:srgbClr>
                </a:gs>
                <a:gs pos="85714">
                  <a:srgbClr val="585858">
                    <a:alpha val="848"/>
                  </a:srgbClr>
                </a:gs>
                <a:gs pos="100000">
                  <a:srgbClr val="585858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10124292">
              <a:off x="2185679" y="810671"/>
              <a:ext cx="67264" cy="16816"/>
            </a:xfrm>
            <a:prstGeom prst="ellipse">
              <a:avLst/>
            </a:prstGeom>
            <a:gradFill>
              <a:gsLst>
                <a:gs pos="0">
                  <a:srgbClr val="8B8A8A">
                    <a:alpha val="17076"/>
                  </a:srgbClr>
                </a:gs>
                <a:gs pos="14286">
                  <a:srgbClr val="8B8A8A">
                    <a:alpha val="15811"/>
                  </a:srgbClr>
                </a:gs>
                <a:gs pos="28571">
                  <a:srgbClr val="8B8A8A">
                    <a:alpha val="12509"/>
                  </a:srgbClr>
                </a:gs>
                <a:gs pos="42857">
                  <a:srgbClr val="8B8A8A">
                    <a:alpha val="8392"/>
                  </a:srgbClr>
                </a:gs>
                <a:gs pos="57143">
                  <a:srgbClr val="8B8A8A">
                    <a:alpha val="4741"/>
                  </a:srgbClr>
                </a:gs>
                <a:gs pos="71429">
                  <a:srgbClr val="8B8A8A">
                    <a:alpha val="2248"/>
                  </a:srgbClr>
                </a:gs>
                <a:gs pos="85714">
                  <a:srgbClr val="8B8A8A">
                    <a:alpha val="895"/>
                  </a:srgbClr>
                </a:gs>
                <a:gs pos="100000">
                  <a:srgbClr val="8B8A8A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5757849">
              <a:off x="476909" y="920772"/>
              <a:ext cx="754816" cy="520532"/>
            </a:xfrm>
            <a:prstGeom prst="ellipse">
              <a:avLst/>
            </a:prstGeom>
            <a:gradFill>
              <a:gsLst>
                <a:gs pos="0">
                  <a:srgbClr val="FFFFFF">
                    <a:alpha val="1610"/>
                  </a:srgbClr>
                </a:gs>
                <a:gs pos="14286">
                  <a:srgbClr val="FFFFFF">
                    <a:alpha val="1481"/>
                  </a:srgbClr>
                </a:gs>
                <a:gs pos="28571">
                  <a:srgbClr val="FFFFFF">
                    <a:alpha val="1152"/>
                  </a:srgbClr>
                </a:gs>
                <a:gs pos="42857">
                  <a:srgbClr val="FFFFFF">
                    <a:alpha val="757"/>
                  </a:srgbClr>
                </a:gs>
                <a:gs pos="57143">
                  <a:srgbClr val="FFFFFF">
                    <a:alpha val="420"/>
                  </a:srgbClr>
                </a:gs>
                <a:gs pos="71429">
                  <a:srgbClr val="FFFFFF">
                    <a:alpha val="197"/>
                  </a:srgbClr>
                </a:gs>
                <a:gs pos="85714">
                  <a:srgbClr val="FFFFFF">
                    <a:alpha val="78"/>
                  </a:srgbClr>
                </a:gs>
                <a:gs pos="100000">
                  <a:srgbClr val="FFFFFF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8735185">
              <a:off x="2007026" y="604653"/>
              <a:ext cx="175293" cy="729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9799848">
              <a:off x="1413815" y="1065142"/>
              <a:ext cx="68461" cy="17981"/>
            </a:xfrm>
            <a:prstGeom prst="ellipse">
              <a:avLst/>
            </a:prstGeom>
            <a:gradFill>
              <a:gsLst>
                <a:gs pos="0">
                  <a:srgbClr val="6E6E6E">
                    <a:alpha val="16216"/>
                  </a:srgbClr>
                </a:gs>
                <a:gs pos="14286">
                  <a:srgbClr val="6E6E6E">
                    <a:alpha val="15008"/>
                  </a:srgbClr>
                </a:gs>
                <a:gs pos="28571">
                  <a:srgbClr val="6E6E6E">
                    <a:alpha val="11862"/>
                  </a:srgbClr>
                </a:gs>
                <a:gs pos="42857">
                  <a:srgbClr val="6E6E6E">
                    <a:alpha val="7948"/>
                  </a:srgbClr>
                </a:gs>
                <a:gs pos="57143">
                  <a:srgbClr val="6E6E6E">
                    <a:alpha val="4485"/>
                  </a:srgbClr>
                </a:gs>
                <a:gs pos="71429">
                  <a:srgbClr val="6E6E6E">
                    <a:alpha val="2125"/>
                  </a:srgbClr>
                </a:gs>
                <a:gs pos="85714">
                  <a:srgbClr val="6E6E6E">
                    <a:alpha val="846"/>
                  </a:srgbClr>
                </a:gs>
                <a:gs pos="100000">
                  <a:srgbClr val="6E6E6E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-9127573">
              <a:off x="938507" y="290009"/>
              <a:ext cx="336867" cy="615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9389416">
              <a:off x="2100352" y="476088"/>
              <a:ext cx="68461" cy="17310"/>
            </a:xfrm>
            <a:prstGeom prst="ellipse">
              <a:avLst/>
            </a:prstGeom>
            <a:gradFill>
              <a:gsLst>
                <a:gs pos="0">
                  <a:srgbClr val="8B8B8B">
                    <a:alpha val="16713"/>
                  </a:srgbClr>
                </a:gs>
                <a:gs pos="14286">
                  <a:srgbClr val="8B8B8B">
                    <a:alpha val="15472"/>
                  </a:srgbClr>
                </a:gs>
                <a:gs pos="28571">
                  <a:srgbClr val="8B8B8B">
                    <a:alpha val="12235"/>
                  </a:srgbClr>
                </a:gs>
                <a:gs pos="42857">
                  <a:srgbClr val="8B8B8B">
                    <a:alpha val="8204"/>
                  </a:srgbClr>
                </a:gs>
                <a:gs pos="57143">
                  <a:srgbClr val="8B8B8B">
                    <a:alpha val="4633"/>
                  </a:srgbClr>
                </a:gs>
                <a:gs pos="71429">
                  <a:srgbClr val="8B8B8B">
                    <a:alpha val="2196"/>
                  </a:srgbClr>
                </a:gs>
                <a:gs pos="85714">
                  <a:srgbClr val="8B8B8B">
                    <a:alpha val="874"/>
                  </a:srgbClr>
                </a:gs>
                <a:gs pos="100000">
                  <a:srgbClr val="8B8B8B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10243491">
              <a:off x="1938589" y="580183"/>
              <a:ext cx="559482" cy="351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9767195">
              <a:off x="581892" y="921243"/>
              <a:ext cx="68461" cy="18010"/>
            </a:xfrm>
            <a:prstGeom prst="ellipse">
              <a:avLst/>
            </a:prstGeom>
            <a:gradFill>
              <a:gsLst>
                <a:gs pos="0">
                  <a:srgbClr val="676767">
                    <a:alpha val="16194"/>
                  </a:srgbClr>
                </a:gs>
                <a:gs pos="14286">
                  <a:srgbClr val="676767">
                    <a:alpha val="14988"/>
                  </a:srgbClr>
                </a:gs>
                <a:gs pos="28571">
                  <a:srgbClr val="676767">
                    <a:alpha val="11845"/>
                  </a:srgbClr>
                </a:gs>
                <a:gs pos="42857">
                  <a:srgbClr val="676767">
                    <a:alpha val="7937"/>
                  </a:srgbClr>
                </a:gs>
                <a:gs pos="57143">
                  <a:srgbClr val="676767">
                    <a:alpha val="4479"/>
                  </a:srgbClr>
                </a:gs>
                <a:gs pos="71429">
                  <a:srgbClr val="676767">
                    <a:alpha val="2122"/>
                  </a:srgbClr>
                </a:gs>
                <a:gs pos="85714">
                  <a:srgbClr val="676767">
                    <a:alpha val="845"/>
                  </a:srgbClr>
                </a:gs>
                <a:gs pos="100000">
                  <a:srgbClr val="67676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9976701">
              <a:off x="3482465" y="951227"/>
              <a:ext cx="204311" cy="541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-9361097">
              <a:off x="1926028" y="464470"/>
              <a:ext cx="537265" cy="436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10574299">
              <a:off x="3171773" y="382978"/>
              <a:ext cx="605167" cy="446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-9502419">
              <a:off x="854056" y="1029102"/>
              <a:ext cx="417107" cy="64436"/>
            </a:xfrm>
            <a:prstGeom prst="ellipse">
              <a:avLst/>
            </a:prstGeom>
            <a:gradFill>
              <a:gsLst>
                <a:gs pos="0">
                  <a:srgbClr val="BCBCBC">
                    <a:alpha val="16234"/>
                  </a:srgbClr>
                </a:gs>
                <a:gs pos="14286">
                  <a:srgbClr val="BCBCBC">
                    <a:alpha val="15025"/>
                  </a:srgbClr>
                </a:gs>
                <a:gs pos="28571">
                  <a:srgbClr val="BCBCBC">
                    <a:alpha val="11875"/>
                  </a:srgbClr>
                </a:gs>
                <a:gs pos="42857">
                  <a:srgbClr val="BCBCBC">
                    <a:alpha val="7958"/>
                  </a:srgbClr>
                </a:gs>
                <a:gs pos="57143">
                  <a:srgbClr val="BCBCBC">
                    <a:alpha val="4491"/>
                  </a:srgbClr>
                </a:gs>
                <a:gs pos="71429">
                  <a:srgbClr val="BCBCBC">
                    <a:alpha val="2128"/>
                  </a:srgbClr>
                </a:gs>
                <a:gs pos="85714">
                  <a:srgbClr val="BCBCBC">
                    <a:alpha val="847"/>
                  </a:srgbClr>
                </a:gs>
                <a:gs pos="100000">
                  <a:srgbClr val="BCBCBC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8928084">
              <a:off x="680207" y="1105923"/>
              <a:ext cx="68461" cy="17990"/>
            </a:xfrm>
            <a:prstGeom prst="ellipse">
              <a:avLst/>
            </a:prstGeom>
            <a:gradFill>
              <a:gsLst>
                <a:gs pos="0">
                  <a:srgbClr val="868787">
                    <a:alpha val="16210"/>
                  </a:srgbClr>
                </a:gs>
                <a:gs pos="14286">
                  <a:srgbClr val="868787">
                    <a:alpha val="15002"/>
                  </a:srgbClr>
                </a:gs>
                <a:gs pos="28571">
                  <a:srgbClr val="868787">
                    <a:alpha val="11857"/>
                  </a:srgbClr>
                </a:gs>
                <a:gs pos="42857">
                  <a:srgbClr val="868787">
                    <a:alpha val="7945"/>
                  </a:srgbClr>
                </a:gs>
                <a:gs pos="57143">
                  <a:srgbClr val="868787">
                    <a:alpha val="4483"/>
                  </a:srgbClr>
                </a:gs>
                <a:gs pos="71429">
                  <a:srgbClr val="868787">
                    <a:alpha val="2124"/>
                  </a:srgbClr>
                </a:gs>
                <a:gs pos="85714">
                  <a:srgbClr val="868787">
                    <a:alpha val="845"/>
                  </a:srgbClr>
                </a:gs>
                <a:gs pos="100000">
                  <a:srgbClr val="86878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9503233">
              <a:off x="1688661" y="946163"/>
              <a:ext cx="458709" cy="39330"/>
            </a:xfrm>
            <a:prstGeom prst="ellipse">
              <a:avLst/>
            </a:prstGeom>
            <a:gradFill>
              <a:gsLst>
                <a:gs pos="0">
                  <a:srgbClr val="010007">
                    <a:alpha val="32968"/>
                  </a:srgbClr>
                </a:gs>
                <a:gs pos="14286">
                  <a:srgbClr val="010007">
                    <a:alpha val="30764"/>
                  </a:srgbClr>
                </a:gs>
                <a:gs pos="28571">
                  <a:srgbClr val="010007">
                    <a:alpha val="24833"/>
                  </a:srgbClr>
                </a:gs>
                <a:gs pos="42857">
                  <a:srgbClr val="010007">
                    <a:alpha val="17075"/>
                  </a:srgbClr>
                </a:gs>
                <a:gs pos="57143">
                  <a:srgbClr val="010007">
                    <a:alpha val="9855"/>
                  </a:srgbClr>
                </a:gs>
                <a:gs pos="71429">
                  <a:srgbClr val="010007">
                    <a:alpha val="4740"/>
                  </a:srgbClr>
                </a:gs>
                <a:gs pos="85714">
                  <a:srgbClr val="010007">
                    <a:alpha val="1902"/>
                  </a:srgbClr>
                </a:gs>
                <a:gs pos="100000">
                  <a:srgbClr val="01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6405866">
              <a:off x="2001695" y="1196660"/>
              <a:ext cx="301798" cy="160735"/>
            </a:xfrm>
            <a:prstGeom prst="ellipse">
              <a:avLst/>
            </a:prstGeom>
            <a:gradFill>
              <a:gsLst>
                <a:gs pos="0">
                  <a:srgbClr val="F5F6F5">
                    <a:alpha val="32011"/>
                  </a:srgbClr>
                </a:gs>
                <a:gs pos="14286">
                  <a:srgbClr val="F5F6F5">
                    <a:alpha val="29855"/>
                  </a:srgbClr>
                </a:gs>
                <a:gs pos="28571">
                  <a:srgbClr val="F5F6F5">
                    <a:alpha val="24068"/>
                  </a:srgbClr>
                </a:gs>
                <a:gs pos="42857">
                  <a:srgbClr val="F5F6F5">
                    <a:alpha val="16523"/>
                  </a:srgbClr>
                </a:gs>
                <a:gs pos="57143">
                  <a:srgbClr val="F5F6F5">
                    <a:alpha val="9523"/>
                  </a:srgbClr>
                </a:gs>
                <a:gs pos="71429">
                  <a:srgbClr val="F5F6F5">
                    <a:alpha val="4576"/>
                  </a:srgbClr>
                </a:gs>
                <a:gs pos="85714">
                  <a:srgbClr val="F5F6F5">
                    <a:alpha val="1835"/>
                  </a:srgbClr>
                </a:gs>
                <a:gs pos="100000">
                  <a:srgbClr val="F5F6F5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-9525805">
              <a:off x="1991887" y="199757"/>
              <a:ext cx="284038" cy="414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-8784195">
              <a:off x="2493133" y="132219"/>
              <a:ext cx="126323" cy="94622"/>
            </a:xfrm>
            <a:prstGeom prst="ellipse">
              <a:avLst/>
            </a:prstGeom>
            <a:gradFill>
              <a:gsLst>
                <a:gs pos="0">
                  <a:srgbClr val="D7D7D7">
                    <a:alpha val="20314"/>
                  </a:srgbClr>
                </a:gs>
                <a:gs pos="14286">
                  <a:srgbClr val="D7D7D7">
                    <a:alpha val="18837"/>
                  </a:srgbClr>
                </a:gs>
                <a:gs pos="28571">
                  <a:srgbClr val="D7D7D7">
                    <a:alpha val="14961"/>
                  </a:srgbClr>
                </a:gs>
                <a:gs pos="42857">
                  <a:srgbClr val="D7D7D7">
                    <a:alpha val="10084"/>
                  </a:srgbClr>
                </a:gs>
                <a:gs pos="57143">
                  <a:srgbClr val="D7D7D7">
                    <a:alpha val="5720"/>
                  </a:srgbClr>
                </a:gs>
                <a:gs pos="71429">
                  <a:srgbClr val="D7D7D7">
                    <a:alpha val="2719"/>
                  </a:srgbClr>
                </a:gs>
                <a:gs pos="85714">
                  <a:srgbClr val="D7D7D7">
                    <a:alpha val="1084"/>
                  </a:srgbClr>
                </a:gs>
                <a:gs pos="100000">
                  <a:srgbClr val="D7D7D7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9700783">
              <a:off x="104346" y="612787"/>
              <a:ext cx="209168" cy="45424"/>
            </a:xfrm>
            <a:prstGeom prst="ellipse">
              <a:avLst/>
            </a:prstGeom>
            <a:gradFill>
              <a:gsLst>
                <a:gs pos="0">
                  <a:srgbClr val="E8E8E8">
                    <a:alpha val="25129"/>
                  </a:srgbClr>
                </a:gs>
                <a:gs pos="14286">
                  <a:srgbClr val="E8E8E8">
                    <a:alpha val="23356"/>
                  </a:srgbClr>
                </a:gs>
                <a:gs pos="28571">
                  <a:srgbClr val="E8E8E8">
                    <a:alpha val="18660"/>
                  </a:srgbClr>
                </a:gs>
                <a:gs pos="42857">
                  <a:srgbClr val="E8E8E8">
                    <a:alpha val="12669"/>
                  </a:srgbClr>
                </a:gs>
                <a:gs pos="57143">
                  <a:srgbClr val="E8E8E8">
                    <a:alpha val="7232"/>
                  </a:srgbClr>
                </a:gs>
                <a:gs pos="71429">
                  <a:srgbClr val="E8E8E8">
                    <a:alpha val="3453"/>
                  </a:srgbClr>
                </a:gs>
                <a:gs pos="85714">
                  <a:srgbClr val="E8E8E8">
                    <a:alpha val="1380"/>
                  </a:srgbClr>
                </a:gs>
                <a:gs pos="100000">
                  <a:srgbClr val="E8E8E8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9260478">
              <a:off x="2053741" y="761859"/>
              <a:ext cx="257008" cy="569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-10718079">
              <a:off x="1620173" y="722038"/>
              <a:ext cx="151093" cy="280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-10150422">
              <a:off x="2946463" y="302634"/>
              <a:ext cx="68461" cy="17753"/>
            </a:xfrm>
            <a:prstGeom prst="ellipse">
              <a:avLst/>
            </a:prstGeom>
            <a:gradFill>
              <a:gsLst>
                <a:gs pos="0">
                  <a:srgbClr val="777777">
                    <a:alpha val="16385"/>
                  </a:srgbClr>
                </a:gs>
                <a:gs pos="14286">
                  <a:srgbClr val="777777">
                    <a:alpha val="15166"/>
                  </a:srgbClr>
                </a:gs>
                <a:gs pos="28571">
                  <a:srgbClr val="777777">
                    <a:alpha val="11989"/>
                  </a:srgbClr>
                </a:gs>
                <a:gs pos="42857">
                  <a:srgbClr val="777777">
                    <a:alpha val="8035"/>
                  </a:srgbClr>
                </a:gs>
                <a:gs pos="57143">
                  <a:srgbClr val="777777">
                    <a:alpha val="4535"/>
                  </a:srgbClr>
                </a:gs>
                <a:gs pos="71429">
                  <a:srgbClr val="777777">
                    <a:alpha val="2149"/>
                  </a:srgbClr>
                </a:gs>
                <a:gs pos="85714">
                  <a:srgbClr val="777777">
                    <a:alpha val="855"/>
                  </a:srgbClr>
                </a:gs>
                <a:gs pos="100000">
                  <a:srgbClr val="777777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10349041">
              <a:off x="1111952" y="1062811"/>
              <a:ext cx="217321" cy="47392"/>
            </a:xfrm>
            <a:prstGeom prst="ellipse">
              <a:avLst/>
            </a:prstGeom>
            <a:gradFill>
              <a:gsLst>
                <a:gs pos="0">
                  <a:srgbClr val="EDEDED">
                    <a:alpha val="13762"/>
                  </a:srgbClr>
                </a:gs>
                <a:gs pos="14286">
                  <a:srgbClr val="EDEDED">
                    <a:alpha val="12723"/>
                  </a:srgbClr>
                </a:gs>
                <a:gs pos="28571">
                  <a:srgbClr val="EDEDED">
                    <a:alpha val="10027"/>
                  </a:srgbClr>
                </a:gs>
                <a:gs pos="42857">
                  <a:srgbClr val="EDEDED">
                    <a:alpha val="6696"/>
                  </a:srgbClr>
                </a:gs>
                <a:gs pos="57143">
                  <a:srgbClr val="EDEDED">
                    <a:alpha val="3767"/>
                  </a:srgbClr>
                </a:gs>
                <a:gs pos="71429">
                  <a:srgbClr val="EDEDED">
                    <a:alpha val="1782"/>
                  </a:srgbClr>
                </a:gs>
                <a:gs pos="85714">
                  <a:srgbClr val="EDEDED">
                    <a:alpha val="708"/>
                  </a:srgbClr>
                </a:gs>
                <a:gs pos="100000">
                  <a:srgbClr val="EDEDED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-9578921">
              <a:off x="3213627" y="914547"/>
              <a:ext cx="159981" cy="58506"/>
            </a:xfrm>
            <a:prstGeom prst="ellipse">
              <a:avLst/>
            </a:prstGeom>
            <a:gradFill>
              <a:gsLst>
                <a:gs pos="0">
                  <a:srgbClr val="EAE9E9">
                    <a:alpha val="18139"/>
                  </a:srgbClr>
                </a:gs>
                <a:gs pos="14286">
                  <a:srgbClr val="EAE9E9">
                    <a:alpha val="16803"/>
                  </a:srgbClr>
                </a:gs>
                <a:gs pos="28571">
                  <a:srgbClr val="EAE9E9">
                    <a:alpha val="13310"/>
                  </a:srgbClr>
                </a:gs>
                <a:gs pos="42857">
                  <a:srgbClr val="EAE9E9">
                    <a:alpha val="8943"/>
                  </a:srgbClr>
                </a:gs>
                <a:gs pos="57143">
                  <a:srgbClr val="EAE9E9">
                    <a:alpha val="5059"/>
                  </a:srgbClr>
                </a:gs>
                <a:gs pos="71429">
                  <a:srgbClr val="EAE9E9">
                    <a:alpha val="2401"/>
                  </a:srgbClr>
                </a:gs>
                <a:gs pos="85714">
                  <a:srgbClr val="EAE9E9">
                    <a:alpha val="956"/>
                  </a:srgbClr>
                </a:gs>
                <a:gs pos="100000">
                  <a:srgbClr val="EAE9E9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10239258">
              <a:off x="2538536" y="141774"/>
              <a:ext cx="68461" cy="17604"/>
            </a:xfrm>
            <a:prstGeom prst="ellipse">
              <a:avLst/>
            </a:prstGeom>
            <a:gradFill>
              <a:gsLst>
                <a:gs pos="0">
                  <a:srgbClr val="939393">
                    <a:alpha val="16496"/>
                  </a:srgbClr>
                </a:gs>
                <a:gs pos="14286">
                  <a:srgbClr val="939393">
                    <a:alpha val="15269"/>
                  </a:srgbClr>
                </a:gs>
                <a:gs pos="28571">
                  <a:srgbClr val="939393">
                    <a:alpha val="12072"/>
                  </a:srgbClr>
                </a:gs>
                <a:gs pos="42857">
                  <a:srgbClr val="939393">
                    <a:alpha val="8092"/>
                  </a:srgbClr>
                </a:gs>
                <a:gs pos="57143">
                  <a:srgbClr val="939393">
                    <a:alpha val="4568"/>
                  </a:srgbClr>
                </a:gs>
                <a:gs pos="71429">
                  <a:srgbClr val="939393">
                    <a:alpha val="2165"/>
                  </a:srgbClr>
                </a:gs>
                <a:gs pos="85714">
                  <a:srgbClr val="939393">
                    <a:alpha val="862"/>
                  </a:srgbClr>
                </a:gs>
                <a:gs pos="100000">
                  <a:srgbClr val="939393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6611812">
              <a:off x="1970918" y="1300162"/>
              <a:ext cx="178933" cy="99520"/>
            </a:xfrm>
            <a:prstGeom prst="ellipse">
              <a:avLst/>
            </a:prstGeom>
            <a:gradFill>
              <a:gsLst>
                <a:gs pos="0">
                  <a:srgbClr val="FCFCFC">
                    <a:alpha val="13033"/>
                  </a:srgbClr>
                </a:gs>
                <a:gs pos="14286">
                  <a:srgbClr val="FCFCFC">
                    <a:alpha val="12045"/>
                  </a:srgbClr>
                </a:gs>
                <a:gs pos="28571">
                  <a:srgbClr val="FCFCFC">
                    <a:alpha val="9485"/>
                  </a:srgbClr>
                </a:gs>
                <a:gs pos="42857">
                  <a:srgbClr val="FCFCFC">
                    <a:alpha val="6328"/>
                  </a:srgbClr>
                </a:gs>
                <a:gs pos="57143">
                  <a:srgbClr val="FCFCFC">
                    <a:alpha val="3557"/>
                  </a:srgbClr>
                </a:gs>
                <a:gs pos="71429">
                  <a:srgbClr val="FCFCFC">
                    <a:alpha val="1681"/>
                  </a:srgbClr>
                </a:gs>
                <a:gs pos="85714">
                  <a:srgbClr val="FCFCFC">
                    <a:alpha val="668"/>
                  </a:srgbClr>
                </a:gs>
                <a:gs pos="100000">
                  <a:srgbClr val="FCFCFC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10535400">
              <a:off x="3216775" y="403031"/>
              <a:ext cx="68461" cy="18225"/>
            </a:xfrm>
            <a:prstGeom prst="ellipse">
              <a:avLst/>
            </a:prstGeom>
            <a:gradFill>
              <a:gsLst>
                <a:gs pos="0">
                  <a:srgbClr val="616060">
                    <a:alpha val="16034"/>
                  </a:srgbClr>
                </a:gs>
                <a:gs pos="14286">
                  <a:srgbClr val="616060">
                    <a:alpha val="14839"/>
                  </a:srgbClr>
                </a:gs>
                <a:gs pos="28571">
                  <a:srgbClr val="616060">
                    <a:alpha val="11725"/>
                  </a:srgbClr>
                </a:gs>
                <a:gs pos="42857">
                  <a:srgbClr val="616060">
                    <a:alpha val="7855"/>
                  </a:srgbClr>
                </a:gs>
                <a:gs pos="57143">
                  <a:srgbClr val="616060">
                    <a:alpha val="4432"/>
                  </a:srgbClr>
                </a:gs>
                <a:gs pos="71429">
                  <a:srgbClr val="616060">
                    <a:alpha val="2099"/>
                  </a:srgbClr>
                </a:gs>
                <a:gs pos="85714">
                  <a:srgbClr val="616060">
                    <a:alpha val="836"/>
                  </a:srgbClr>
                </a:gs>
                <a:gs pos="100000">
                  <a:srgbClr val="61606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-9646701">
              <a:off x="1149250" y="135269"/>
              <a:ext cx="357381" cy="33476"/>
            </a:xfrm>
            <a:prstGeom prst="ellipse">
              <a:avLst/>
            </a:prstGeom>
            <a:gradFill>
              <a:gsLst>
                <a:gs pos="0">
                  <a:srgbClr val="343731">
                    <a:alpha val="31640"/>
                  </a:srgbClr>
                </a:gs>
                <a:gs pos="14286">
                  <a:srgbClr val="343731">
                    <a:alpha val="29504"/>
                  </a:srgbClr>
                </a:gs>
                <a:gs pos="28571">
                  <a:srgbClr val="343731">
                    <a:alpha val="23773"/>
                  </a:srgbClr>
                </a:gs>
                <a:gs pos="42857">
                  <a:srgbClr val="343731">
                    <a:alpha val="16310"/>
                  </a:srgbClr>
                </a:gs>
                <a:gs pos="57143">
                  <a:srgbClr val="343731">
                    <a:alpha val="9395"/>
                  </a:srgbClr>
                </a:gs>
                <a:gs pos="71429">
                  <a:srgbClr val="343731">
                    <a:alpha val="4513"/>
                  </a:srgbClr>
                </a:gs>
                <a:gs pos="85714">
                  <a:srgbClr val="343731">
                    <a:alpha val="1810"/>
                  </a:srgbClr>
                </a:gs>
                <a:gs pos="100000">
                  <a:srgbClr val="343731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-9478191">
              <a:off x="1830279" y="448188"/>
              <a:ext cx="641412" cy="33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-9305519">
              <a:off x="1877201" y="925226"/>
              <a:ext cx="68461" cy="18073"/>
            </a:xfrm>
            <a:prstGeom prst="ellipse">
              <a:avLst/>
            </a:prstGeom>
            <a:gradFill>
              <a:gsLst>
                <a:gs pos="0">
                  <a:srgbClr val="949494">
                    <a:alpha val="16147"/>
                  </a:srgbClr>
                </a:gs>
                <a:gs pos="14286">
                  <a:srgbClr val="949494">
                    <a:alpha val="14944"/>
                  </a:srgbClr>
                </a:gs>
                <a:gs pos="28571">
                  <a:srgbClr val="949494">
                    <a:alpha val="11810"/>
                  </a:srgbClr>
                </a:gs>
                <a:gs pos="42857">
                  <a:srgbClr val="949494">
                    <a:alpha val="7913"/>
                  </a:srgbClr>
                </a:gs>
                <a:gs pos="57143">
                  <a:srgbClr val="949494">
                    <a:alpha val="4465"/>
                  </a:srgbClr>
                </a:gs>
                <a:gs pos="71429">
                  <a:srgbClr val="949494">
                    <a:alpha val="2115"/>
                  </a:srgbClr>
                </a:gs>
                <a:gs pos="85714">
                  <a:srgbClr val="949494">
                    <a:alpha val="842"/>
                  </a:srgbClr>
                </a:gs>
                <a:gs pos="100000">
                  <a:srgbClr val="949494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10139373">
              <a:off x="1930531" y="580164"/>
              <a:ext cx="176927" cy="565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-9682457">
              <a:off x="3329133" y="106281"/>
              <a:ext cx="399019" cy="47189"/>
            </a:xfrm>
            <a:prstGeom prst="ellipse">
              <a:avLst/>
            </a:prstGeom>
            <a:gradFill>
              <a:gsLst>
                <a:gs pos="0">
                  <a:srgbClr val="E6E7E6">
                    <a:alpha val="23420"/>
                  </a:srgbClr>
                </a:gs>
                <a:gs pos="14286">
                  <a:srgbClr val="E6E7E6">
                    <a:alpha val="21749"/>
                  </a:srgbClr>
                </a:gs>
                <a:gs pos="28571">
                  <a:srgbClr val="E6E7E6">
                    <a:alpha val="17339"/>
                  </a:srgbClr>
                </a:gs>
                <a:gs pos="42857">
                  <a:srgbClr val="E6E7E6">
                    <a:alpha val="11742"/>
                  </a:srgbClr>
                </a:gs>
                <a:gs pos="57143">
                  <a:srgbClr val="E6E7E6">
                    <a:alpha val="6687"/>
                  </a:srgbClr>
                </a:gs>
                <a:gs pos="71429">
                  <a:srgbClr val="E6E7E6">
                    <a:alpha val="3188"/>
                  </a:srgbClr>
                </a:gs>
                <a:gs pos="85714">
                  <a:srgbClr val="E6E7E6">
                    <a:alpha val="1273"/>
                  </a:srgbClr>
                </a:gs>
                <a:gs pos="100000">
                  <a:srgbClr val="E6E7E6">
                    <a:alpha val="4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9519392">
              <a:off x="3384234" y="165003"/>
              <a:ext cx="269940" cy="36298"/>
            </a:xfrm>
            <a:prstGeom prst="ellipse">
              <a:avLst/>
            </a:prstGeom>
            <a:gradFill>
              <a:gsLst>
                <a:gs pos="0">
                  <a:srgbClr val="ADADAD">
                    <a:alpha val="32968"/>
                  </a:srgbClr>
                </a:gs>
                <a:gs pos="14286">
                  <a:srgbClr val="ADADAD">
                    <a:alpha val="30764"/>
                  </a:srgbClr>
                </a:gs>
                <a:gs pos="28571">
                  <a:srgbClr val="ADADAD">
                    <a:alpha val="24833"/>
                  </a:srgbClr>
                </a:gs>
                <a:gs pos="42857">
                  <a:srgbClr val="ADADAD">
                    <a:alpha val="17075"/>
                  </a:srgbClr>
                </a:gs>
                <a:gs pos="57143">
                  <a:srgbClr val="ADADAD">
                    <a:alpha val="9855"/>
                  </a:srgbClr>
                </a:gs>
                <a:gs pos="71429">
                  <a:srgbClr val="ADADAD">
                    <a:alpha val="4740"/>
                  </a:srgbClr>
                </a:gs>
                <a:gs pos="85714">
                  <a:srgbClr val="ADADAD">
                    <a:alpha val="1902"/>
                  </a:srgbClr>
                </a:gs>
                <a:gs pos="100000">
                  <a:srgbClr val="ADAD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7256462">
              <a:off x="1024870" y="283555"/>
              <a:ext cx="175067" cy="886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-10373241">
              <a:off x="1938544" y="788503"/>
              <a:ext cx="67141" cy="52548"/>
            </a:xfrm>
            <a:prstGeom prst="ellipse">
              <a:avLst/>
            </a:prstGeom>
            <a:gradFill>
              <a:gsLst>
                <a:gs pos="0">
                  <a:srgbClr val="E3E3E4">
                    <a:alpha val="25244"/>
                  </a:srgbClr>
                </a:gs>
                <a:gs pos="14286">
                  <a:srgbClr val="E3E3E4">
                    <a:alpha val="23464"/>
                  </a:srgbClr>
                </a:gs>
                <a:gs pos="28571">
                  <a:srgbClr val="E3E3E4">
                    <a:alpha val="18749"/>
                  </a:srgbClr>
                </a:gs>
                <a:gs pos="42857">
                  <a:srgbClr val="E3E3E4">
                    <a:alpha val="12732"/>
                  </a:srgbClr>
                </a:gs>
                <a:gs pos="57143">
                  <a:srgbClr val="E3E3E4">
                    <a:alpha val="7269"/>
                  </a:srgbClr>
                </a:gs>
                <a:gs pos="71429">
                  <a:srgbClr val="E3E3E4">
                    <a:alpha val="3471"/>
                  </a:srgbClr>
                </a:gs>
                <a:gs pos="85714">
                  <a:srgbClr val="E3E3E4">
                    <a:alpha val="1387"/>
                  </a:srgbClr>
                </a:gs>
                <a:gs pos="100000">
                  <a:srgbClr val="E3E3E4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-10335983">
              <a:off x="1874473" y="655188"/>
              <a:ext cx="511274" cy="43058"/>
            </a:xfrm>
            <a:prstGeom prst="ellipse">
              <a:avLst/>
            </a:prstGeom>
            <a:gradFill>
              <a:gsLst>
                <a:gs pos="0">
                  <a:srgbClr val="D8D8D8">
                    <a:alpha val="18912"/>
                  </a:srgbClr>
                </a:gs>
                <a:gs pos="14286">
                  <a:srgbClr val="D8D8D8">
                    <a:alpha val="17525"/>
                  </a:srgbClr>
                </a:gs>
                <a:gs pos="28571">
                  <a:srgbClr val="D8D8D8">
                    <a:alpha val="13895"/>
                  </a:srgbClr>
                </a:gs>
                <a:gs pos="42857">
                  <a:srgbClr val="D8D8D8">
                    <a:alpha val="9347"/>
                  </a:srgbClr>
                </a:gs>
                <a:gs pos="57143">
                  <a:srgbClr val="D8D8D8">
                    <a:alpha val="5292"/>
                  </a:srgbClr>
                </a:gs>
                <a:gs pos="71429">
                  <a:srgbClr val="D8D8D8">
                    <a:alpha val="2513"/>
                  </a:srgbClr>
                </a:gs>
                <a:gs pos="85714">
                  <a:srgbClr val="D8D8D8">
                    <a:alpha val="1001"/>
                  </a:srgbClr>
                </a:gs>
                <a:gs pos="100000">
                  <a:srgbClr val="D8D8D8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-9904528">
              <a:off x="3451834" y="141734"/>
              <a:ext cx="68461" cy="18271"/>
            </a:xfrm>
            <a:prstGeom prst="ellipse">
              <a:avLst/>
            </a:prstGeom>
            <a:gradFill>
              <a:gsLst>
                <a:gs pos="0">
                  <a:srgbClr val="8C8C8C">
                    <a:alpha val="16000"/>
                  </a:srgbClr>
                </a:gs>
                <a:gs pos="14286">
                  <a:srgbClr val="8C8C8C">
                    <a:alpha val="14807"/>
                  </a:srgbClr>
                </a:gs>
                <a:gs pos="28571">
                  <a:srgbClr val="8C8C8C">
                    <a:alpha val="11700"/>
                  </a:srgbClr>
                </a:gs>
                <a:gs pos="42857">
                  <a:srgbClr val="8C8C8C">
                    <a:alpha val="7837"/>
                  </a:srgbClr>
                </a:gs>
                <a:gs pos="57143">
                  <a:srgbClr val="8C8C8C">
                    <a:alpha val="4422"/>
                  </a:srgbClr>
                </a:gs>
                <a:gs pos="71429">
                  <a:srgbClr val="8C8C8C">
                    <a:alpha val="2095"/>
                  </a:srgbClr>
                </a:gs>
                <a:gs pos="85714">
                  <a:srgbClr val="8C8C8C">
                    <a:alpha val="834"/>
                  </a:srgbClr>
                </a:gs>
                <a:gs pos="100000">
                  <a:srgbClr val="8C8C8C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-10390330">
              <a:off x="1538379" y="1256236"/>
              <a:ext cx="226593" cy="44484"/>
            </a:xfrm>
            <a:prstGeom prst="ellipse">
              <a:avLst/>
            </a:prstGeom>
            <a:gradFill>
              <a:gsLst>
                <a:gs pos="0">
                  <a:srgbClr val="444140">
                    <a:alpha val="32968"/>
                  </a:srgbClr>
                </a:gs>
                <a:gs pos="14286">
                  <a:srgbClr val="444140">
                    <a:alpha val="30764"/>
                  </a:srgbClr>
                </a:gs>
                <a:gs pos="28571">
                  <a:srgbClr val="444140">
                    <a:alpha val="24833"/>
                  </a:srgbClr>
                </a:gs>
                <a:gs pos="42857">
                  <a:srgbClr val="444140">
                    <a:alpha val="17075"/>
                  </a:srgbClr>
                </a:gs>
                <a:gs pos="57143">
                  <a:srgbClr val="444140">
                    <a:alpha val="9855"/>
                  </a:srgbClr>
                </a:gs>
                <a:gs pos="71429">
                  <a:srgbClr val="444140">
                    <a:alpha val="4740"/>
                  </a:srgbClr>
                </a:gs>
                <a:gs pos="85714">
                  <a:srgbClr val="444140">
                    <a:alpha val="1902"/>
                  </a:srgbClr>
                </a:gs>
                <a:gs pos="100000">
                  <a:srgbClr val="4441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-9312390">
              <a:off x="623779" y="416725"/>
              <a:ext cx="282465" cy="323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9751110">
              <a:off x="1507983" y="265299"/>
              <a:ext cx="296665" cy="38553"/>
            </a:xfrm>
            <a:prstGeom prst="ellipse">
              <a:avLst/>
            </a:prstGeom>
            <a:gradFill>
              <a:gsLst>
                <a:gs pos="0">
                  <a:srgbClr val="1A1C1C">
                    <a:alpha val="32968"/>
                  </a:srgbClr>
                </a:gs>
                <a:gs pos="14286">
                  <a:srgbClr val="1A1C1C">
                    <a:alpha val="30764"/>
                  </a:srgbClr>
                </a:gs>
                <a:gs pos="28571">
                  <a:srgbClr val="1A1C1C">
                    <a:alpha val="24833"/>
                  </a:srgbClr>
                </a:gs>
                <a:gs pos="42857">
                  <a:srgbClr val="1A1C1C">
                    <a:alpha val="17075"/>
                  </a:srgbClr>
                </a:gs>
                <a:gs pos="57143">
                  <a:srgbClr val="1A1C1C">
                    <a:alpha val="9855"/>
                  </a:srgbClr>
                </a:gs>
                <a:gs pos="71429">
                  <a:srgbClr val="1A1C1C">
                    <a:alpha val="4740"/>
                  </a:srgbClr>
                </a:gs>
                <a:gs pos="85714">
                  <a:srgbClr val="1A1C1C">
                    <a:alpha val="1902"/>
                  </a:srgbClr>
                </a:gs>
                <a:gs pos="100000">
                  <a:srgbClr val="1A1C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10062417">
              <a:off x="2829197" y="490703"/>
              <a:ext cx="263749" cy="375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-9792928">
              <a:off x="3289322" y="220559"/>
              <a:ext cx="210991" cy="80386"/>
            </a:xfrm>
            <a:prstGeom prst="ellipse">
              <a:avLst/>
            </a:prstGeom>
            <a:gradFill>
              <a:gsLst>
                <a:gs pos="0">
                  <a:srgbClr val="D5D5D4">
                    <a:alpha val="10467"/>
                  </a:srgbClr>
                </a:gs>
                <a:gs pos="14286">
                  <a:srgbClr val="D5D5D4">
                    <a:alpha val="9662"/>
                  </a:srgbClr>
                </a:gs>
                <a:gs pos="28571">
                  <a:srgbClr val="D5D5D4">
                    <a:alpha val="7587"/>
                  </a:srgbClr>
                </a:gs>
                <a:gs pos="42857">
                  <a:srgbClr val="D5D5D4">
                    <a:alpha val="5044"/>
                  </a:srgbClr>
                </a:gs>
                <a:gs pos="57143">
                  <a:srgbClr val="D5D5D4">
                    <a:alpha val="2827"/>
                  </a:srgbClr>
                </a:gs>
                <a:gs pos="71429">
                  <a:srgbClr val="D5D5D4">
                    <a:alpha val="1333"/>
                  </a:srgbClr>
                </a:gs>
                <a:gs pos="85714">
                  <a:srgbClr val="D5D5D4">
                    <a:alpha val="529"/>
                  </a:srgbClr>
                </a:gs>
                <a:gs pos="100000">
                  <a:srgbClr val="D5D5D4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9936052">
              <a:off x="125328" y="205173"/>
              <a:ext cx="277417" cy="20272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10523787">
              <a:off x="1850931" y="232207"/>
              <a:ext cx="68461" cy="17734"/>
            </a:xfrm>
            <a:prstGeom prst="ellipse">
              <a:avLst/>
            </a:prstGeom>
            <a:gradFill>
              <a:gsLst>
                <a:gs pos="0">
                  <a:srgbClr val="818181">
                    <a:alpha val="16399"/>
                  </a:srgbClr>
                </a:gs>
                <a:gs pos="14286">
                  <a:srgbClr val="818181">
                    <a:alpha val="15179"/>
                  </a:srgbClr>
                </a:gs>
                <a:gs pos="28571">
                  <a:srgbClr val="818181">
                    <a:alpha val="11999"/>
                  </a:srgbClr>
                </a:gs>
                <a:gs pos="42857">
                  <a:srgbClr val="818181">
                    <a:alpha val="8042"/>
                  </a:srgbClr>
                </a:gs>
                <a:gs pos="57143">
                  <a:srgbClr val="818181">
                    <a:alpha val="4539"/>
                  </a:srgbClr>
                </a:gs>
                <a:gs pos="71429">
                  <a:srgbClr val="818181">
                    <a:alpha val="2151"/>
                  </a:srgbClr>
                </a:gs>
                <a:gs pos="85714">
                  <a:srgbClr val="818181">
                    <a:alpha val="856"/>
                  </a:srgbClr>
                </a:gs>
                <a:gs pos="100000">
                  <a:srgbClr val="818181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-9601293">
              <a:off x="1153949" y="649687"/>
              <a:ext cx="68461" cy="17408"/>
            </a:xfrm>
            <a:prstGeom prst="ellipse">
              <a:avLst/>
            </a:prstGeom>
            <a:gradFill>
              <a:gsLst>
                <a:gs pos="0">
                  <a:srgbClr val="8F8F8F">
                    <a:alpha val="16641"/>
                  </a:srgbClr>
                </a:gs>
                <a:gs pos="14286">
                  <a:srgbClr val="8F8F8F">
                    <a:alpha val="15404"/>
                  </a:srgbClr>
                </a:gs>
                <a:gs pos="28571">
                  <a:srgbClr val="8F8F8F">
                    <a:alpha val="12181"/>
                  </a:srgbClr>
                </a:gs>
                <a:gs pos="42857">
                  <a:srgbClr val="8F8F8F">
                    <a:alpha val="8167"/>
                  </a:srgbClr>
                </a:gs>
                <a:gs pos="57143">
                  <a:srgbClr val="8F8F8F">
                    <a:alpha val="4611"/>
                  </a:srgbClr>
                </a:gs>
                <a:gs pos="71429">
                  <a:srgbClr val="8F8F8F">
                    <a:alpha val="2186"/>
                  </a:srgbClr>
                </a:gs>
                <a:gs pos="85714">
                  <a:srgbClr val="8F8F8F">
                    <a:alpha val="870"/>
                  </a:srgbClr>
                </a:gs>
                <a:gs pos="100000">
                  <a:srgbClr val="8F8F8F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-9985100">
              <a:off x="2483127" y="218357"/>
              <a:ext cx="332475" cy="19316"/>
            </a:xfrm>
            <a:prstGeom prst="ellipse">
              <a:avLst/>
            </a:prstGeom>
            <a:gradFill>
              <a:gsLst>
                <a:gs pos="0">
                  <a:srgbClr val="BCBBBC">
                    <a:alpha val="28988"/>
                  </a:srgbClr>
                </a:gs>
                <a:gs pos="14286">
                  <a:srgbClr val="BCBBBC">
                    <a:alpha val="26995"/>
                  </a:srgbClr>
                </a:gs>
                <a:gs pos="28571">
                  <a:srgbClr val="BCBBBC">
                    <a:alpha val="21675"/>
                  </a:srgbClr>
                </a:gs>
                <a:gs pos="42857">
                  <a:srgbClr val="BCBBBC">
                    <a:alpha val="14806"/>
                  </a:srgbClr>
                </a:gs>
                <a:gs pos="57143">
                  <a:srgbClr val="BCBBBC">
                    <a:alpha val="8496"/>
                  </a:srgbClr>
                </a:gs>
                <a:gs pos="71429">
                  <a:srgbClr val="BCBBBC">
                    <a:alpha val="4071"/>
                  </a:srgbClr>
                </a:gs>
                <a:gs pos="85714">
                  <a:srgbClr val="BCBBBC">
                    <a:alpha val="1630"/>
                  </a:srgbClr>
                </a:gs>
                <a:gs pos="100000">
                  <a:srgbClr val="BCBBBC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10267875">
              <a:off x="30043" y="361956"/>
              <a:ext cx="68461" cy="18367"/>
            </a:xfrm>
            <a:prstGeom prst="ellipse">
              <a:avLst/>
            </a:prstGeom>
            <a:gradFill>
              <a:gsLst>
                <a:gs pos="0">
                  <a:srgbClr val="646464">
                    <a:alpha val="15929"/>
                  </a:srgbClr>
                </a:gs>
                <a:gs pos="14286">
                  <a:srgbClr val="646464">
                    <a:alpha val="14740"/>
                  </a:srgbClr>
                </a:gs>
                <a:gs pos="28571">
                  <a:srgbClr val="646464">
                    <a:alpha val="11646"/>
                  </a:srgbClr>
                </a:gs>
                <a:gs pos="42857">
                  <a:srgbClr val="646464">
                    <a:alpha val="7801"/>
                  </a:srgbClr>
                </a:gs>
                <a:gs pos="57143">
                  <a:srgbClr val="646464">
                    <a:alpha val="4400"/>
                  </a:srgbClr>
                </a:gs>
                <a:gs pos="71429">
                  <a:srgbClr val="646464">
                    <a:alpha val="2084"/>
                  </a:srgbClr>
                </a:gs>
                <a:gs pos="85714">
                  <a:srgbClr val="646464">
                    <a:alpha val="830"/>
                  </a:srgbClr>
                </a:gs>
                <a:gs pos="100000">
                  <a:srgbClr val="646464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10481344">
              <a:off x="3486909" y="638634"/>
              <a:ext cx="172882" cy="43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10337662">
              <a:off x="3338569" y="890026"/>
              <a:ext cx="177793" cy="32696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5117517">
              <a:off x="563902" y="1249119"/>
              <a:ext cx="216821" cy="787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8507009">
              <a:off x="455249" y="545338"/>
              <a:ext cx="206119" cy="38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9593389">
              <a:off x="3037084" y="700339"/>
              <a:ext cx="400331" cy="426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3137481">
              <a:off x="937997" y="1140412"/>
              <a:ext cx="127251" cy="36282"/>
            </a:xfrm>
            <a:prstGeom prst="ellipse">
              <a:avLst/>
            </a:prstGeom>
            <a:gradFill>
              <a:gsLst>
                <a:gs pos="0">
                  <a:srgbClr val="E6E6E6">
                    <a:alpha val="26767"/>
                  </a:srgbClr>
                </a:gs>
                <a:gs pos="14286">
                  <a:srgbClr val="E6E6E6">
                    <a:alpha val="24899"/>
                  </a:srgbClr>
                </a:gs>
                <a:gs pos="28571">
                  <a:srgbClr val="E6E6E6">
                    <a:alpha val="19934"/>
                  </a:srgbClr>
                </a:gs>
                <a:gs pos="42857">
                  <a:srgbClr val="E6E6E6">
                    <a:alpha val="13569"/>
                  </a:srgbClr>
                </a:gs>
                <a:gs pos="57143">
                  <a:srgbClr val="E6E6E6">
                    <a:alpha val="7762"/>
                  </a:srgbClr>
                </a:gs>
                <a:gs pos="71429">
                  <a:srgbClr val="E6E6E6">
                    <a:alpha val="3712"/>
                  </a:srgbClr>
                </a:gs>
                <a:gs pos="85714">
                  <a:srgbClr val="E6E6E6">
                    <a:alpha val="1485"/>
                  </a:srgbClr>
                </a:gs>
                <a:gs pos="100000">
                  <a:srgbClr val="E6E6E6">
                    <a:alpha val="4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10499877">
              <a:off x="3526695" y="149788"/>
              <a:ext cx="163132" cy="39099"/>
            </a:xfrm>
            <a:prstGeom prst="ellipse">
              <a:avLst/>
            </a:prstGeom>
            <a:gradFill>
              <a:gsLst>
                <a:gs pos="0">
                  <a:srgbClr val="DFDFDF">
                    <a:alpha val="32968"/>
                  </a:srgbClr>
                </a:gs>
                <a:gs pos="14286">
                  <a:srgbClr val="DFDFDF">
                    <a:alpha val="30764"/>
                  </a:srgbClr>
                </a:gs>
                <a:gs pos="28571">
                  <a:srgbClr val="DFDFDF">
                    <a:alpha val="24833"/>
                  </a:srgbClr>
                </a:gs>
                <a:gs pos="42857">
                  <a:srgbClr val="DFDFDF">
                    <a:alpha val="17075"/>
                  </a:srgbClr>
                </a:gs>
                <a:gs pos="57143">
                  <a:srgbClr val="DFDFDF">
                    <a:alpha val="9855"/>
                  </a:srgbClr>
                </a:gs>
                <a:gs pos="71429">
                  <a:srgbClr val="DFDFDF">
                    <a:alpha val="4740"/>
                  </a:srgbClr>
                </a:gs>
                <a:gs pos="85714">
                  <a:srgbClr val="DFDFDF">
                    <a:alpha val="1902"/>
                  </a:srgbClr>
                </a:gs>
                <a:gs pos="100000">
                  <a:srgbClr val="DFD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9562420">
              <a:off x="459827" y="725915"/>
              <a:ext cx="403129" cy="496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9391828">
              <a:off x="1004684" y="581188"/>
              <a:ext cx="272218" cy="34512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9948671">
              <a:off x="2029111" y="647203"/>
              <a:ext cx="387241" cy="35600"/>
            </a:xfrm>
            <a:prstGeom prst="ellipse">
              <a:avLst/>
            </a:prstGeom>
            <a:gradFill>
              <a:gsLst>
                <a:gs pos="0">
                  <a:srgbClr val="D6D6D6">
                    <a:alpha val="24170"/>
                  </a:srgbClr>
                </a:gs>
                <a:gs pos="14286">
                  <a:srgbClr val="D6D6D6">
                    <a:alpha val="22453"/>
                  </a:srgbClr>
                </a:gs>
                <a:gs pos="28571">
                  <a:srgbClr val="D6D6D6">
                    <a:alpha val="17917"/>
                  </a:srgbClr>
                </a:gs>
                <a:gs pos="42857">
                  <a:srgbClr val="D6D6D6">
                    <a:alpha val="12147"/>
                  </a:srgbClr>
                </a:gs>
                <a:gs pos="57143">
                  <a:srgbClr val="D6D6D6">
                    <a:alpha val="6925"/>
                  </a:srgbClr>
                </a:gs>
                <a:gs pos="71429">
                  <a:srgbClr val="D6D6D6">
                    <a:alpha val="3303"/>
                  </a:srgbClr>
                </a:gs>
                <a:gs pos="85714">
                  <a:srgbClr val="D6D6D6">
                    <a:alpha val="1320"/>
                  </a:srgbClr>
                </a:gs>
                <a:gs pos="100000">
                  <a:srgbClr val="D6D6D6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9695582">
              <a:off x="2140016" y="425102"/>
              <a:ext cx="267493" cy="276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9313380">
              <a:off x="304619" y="561243"/>
              <a:ext cx="411714" cy="386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-10221452">
              <a:off x="716618" y="402089"/>
              <a:ext cx="126453" cy="52997"/>
            </a:xfrm>
            <a:prstGeom prst="ellipse">
              <a:avLst/>
            </a:prstGeom>
            <a:gradFill>
              <a:gsLst>
                <a:gs pos="0">
                  <a:srgbClr val="BCBCBD">
                    <a:alpha val="26374"/>
                  </a:srgbClr>
                </a:gs>
                <a:gs pos="14286">
                  <a:srgbClr val="BCBCBD">
                    <a:alpha val="24528"/>
                  </a:srgbClr>
                </a:gs>
                <a:gs pos="28571">
                  <a:srgbClr val="BCBCBD">
                    <a:alpha val="19627"/>
                  </a:srgbClr>
                </a:gs>
                <a:gs pos="42857">
                  <a:srgbClr val="BCBCBD">
                    <a:alpha val="13352"/>
                  </a:srgbClr>
                </a:gs>
                <a:gs pos="57143">
                  <a:srgbClr val="BCBCBD">
                    <a:alpha val="7634"/>
                  </a:srgbClr>
                </a:gs>
                <a:gs pos="71429">
                  <a:srgbClr val="BCBCBD">
                    <a:alpha val="3649"/>
                  </a:srgbClr>
                </a:gs>
                <a:gs pos="85714">
                  <a:srgbClr val="BCBCBD">
                    <a:alpha val="1459"/>
                  </a:srgbClr>
                </a:gs>
                <a:gs pos="100000">
                  <a:srgbClr val="BCBCBD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6193776">
              <a:off x="1384699" y="1271630"/>
              <a:ext cx="84860" cy="745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5006880">
              <a:off x="750780" y="322691"/>
              <a:ext cx="86382" cy="47073"/>
            </a:xfrm>
            <a:prstGeom prst="ellipse">
              <a:avLst/>
            </a:prstGeom>
            <a:gradFill>
              <a:gsLst>
                <a:gs pos="0">
                  <a:srgbClr val="E4E3E4">
                    <a:alpha val="15098"/>
                  </a:srgbClr>
                </a:gs>
                <a:gs pos="14286">
                  <a:srgbClr val="E4E3E4">
                    <a:alpha val="13967"/>
                  </a:srgbClr>
                </a:gs>
                <a:gs pos="28571">
                  <a:srgbClr val="E4E3E4">
                    <a:alpha val="11024"/>
                  </a:srgbClr>
                </a:gs>
                <a:gs pos="42857">
                  <a:srgbClr val="E4E3E4">
                    <a:alpha val="7375"/>
                  </a:srgbClr>
                </a:gs>
                <a:gs pos="57143">
                  <a:srgbClr val="E4E3E4">
                    <a:alpha val="4156"/>
                  </a:srgbClr>
                </a:gs>
                <a:gs pos="71429">
                  <a:srgbClr val="E4E3E4">
                    <a:alpha val="1968"/>
                  </a:srgbClr>
                </a:gs>
                <a:gs pos="85714">
                  <a:srgbClr val="E4E3E4">
                    <a:alpha val="783"/>
                  </a:srgbClr>
                </a:gs>
                <a:gs pos="100000">
                  <a:srgbClr val="E4E3E4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10497584">
              <a:off x="2338813" y="549182"/>
              <a:ext cx="146522" cy="61669"/>
            </a:xfrm>
            <a:prstGeom prst="ellipse">
              <a:avLst/>
            </a:prstGeom>
            <a:gradFill>
              <a:gsLst>
                <a:gs pos="0">
                  <a:srgbClr val="1B1E1A">
                    <a:alpha val="30225"/>
                  </a:srgbClr>
                </a:gs>
                <a:gs pos="14286">
                  <a:srgbClr val="1B1E1A">
                    <a:alpha val="28164"/>
                  </a:srgbClr>
                </a:gs>
                <a:gs pos="28571">
                  <a:srgbClr val="1B1E1A">
                    <a:alpha val="22651"/>
                  </a:srgbClr>
                </a:gs>
                <a:gs pos="42857">
                  <a:srgbClr val="1B1E1A">
                    <a:alpha val="15504"/>
                  </a:srgbClr>
                </a:gs>
                <a:gs pos="57143">
                  <a:srgbClr val="1B1E1A">
                    <a:alpha val="8912"/>
                  </a:srgbClr>
                </a:gs>
                <a:gs pos="71429">
                  <a:srgbClr val="1B1E1A">
                    <a:alpha val="4275"/>
                  </a:srgbClr>
                </a:gs>
                <a:gs pos="85714">
                  <a:srgbClr val="1B1E1A">
                    <a:alpha val="1713"/>
                  </a:srgbClr>
                </a:gs>
                <a:gs pos="100000">
                  <a:srgbClr val="1B1E1A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8646221">
              <a:off x="2553133" y="544201"/>
              <a:ext cx="389891" cy="46864"/>
            </a:xfrm>
            <a:prstGeom prst="ellipse">
              <a:avLst/>
            </a:prstGeom>
            <a:gradFill>
              <a:gsLst>
                <a:gs pos="0">
                  <a:srgbClr val="EEEFEE">
                    <a:alpha val="5379"/>
                  </a:srgbClr>
                </a:gs>
                <a:gs pos="14286">
                  <a:srgbClr val="EEEFEE">
                    <a:alpha val="4955"/>
                  </a:srgbClr>
                </a:gs>
                <a:gs pos="28571">
                  <a:srgbClr val="EEEFEE">
                    <a:alpha val="3869"/>
                  </a:srgbClr>
                </a:gs>
                <a:gs pos="42857">
                  <a:srgbClr val="EEEFEE">
                    <a:alpha val="2555"/>
                  </a:srgbClr>
                </a:gs>
                <a:gs pos="57143">
                  <a:srgbClr val="EEEFEE">
                    <a:alpha val="1424"/>
                  </a:srgbClr>
                </a:gs>
                <a:gs pos="71429">
                  <a:srgbClr val="EEEFEE">
                    <a:alpha val="669"/>
                  </a:srgbClr>
                </a:gs>
                <a:gs pos="85714">
                  <a:srgbClr val="EEEFEE">
                    <a:alpha val="265"/>
                  </a:srgbClr>
                </a:gs>
                <a:gs pos="100000">
                  <a:srgbClr val="EEEFEE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-10174122">
              <a:off x="537347" y="1052499"/>
              <a:ext cx="273519" cy="415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3035427">
              <a:off x="250311" y="922678"/>
              <a:ext cx="316055" cy="41367"/>
            </a:xfrm>
            <a:prstGeom prst="ellipse">
              <a:avLst/>
            </a:prstGeom>
            <a:gradFill>
              <a:gsLst>
                <a:gs pos="0">
                  <a:srgbClr val="E6E7E6">
                    <a:alpha val="5931"/>
                  </a:srgbClr>
                </a:gs>
                <a:gs pos="14286">
                  <a:srgbClr val="E6E7E6">
                    <a:alpha val="5464"/>
                  </a:srgbClr>
                </a:gs>
                <a:gs pos="28571">
                  <a:srgbClr val="E6E7E6">
                    <a:alpha val="4269"/>
                  </a:srgbClr>
                </a:gs>
                <a:gs pos="42857">
                  <a:srgbClr val="E6E7E6">
                    <a:alpha val="2821"/>
                  </a:srgbClr>
                </a:gs>
                <a:gs pos="57143">
                  <a:srgbClr val="E6E7E6">
                    <a:alpha val="1573"/>
                  </a:srgbClr>
                </a:gs>
                <a:gs pos="71429">
                  <a:srgbClr val="E6E7E6">
                    <a:alpha val="740"/>
                  </a:srgbClr>
                </a:gs>
                <a:gs pos="85714">
                  <a:srgbClr val="E6E7E6">
                    <a:alpha val="293"/>
                  </a:srgbClr>
                </a:gs>
                <a:gs pos="100000">
                  <a:srgbClr val="E6E7E6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-9181976">
              <a:off x="2267944" y="1131437"/>
              <a:ext cx="147161" cy="57355"/>
            </a:xfrm>
            <a:prstGeom prst="ellipse">
              <a:avLst/>
            </a:prstGeom>
            <a:gradFill>
              <a:gsLst>
                <a:gs pos="0">
                  <a:srgbClr val="291F1D">
                    <a:alpha val="30738"/>
                  </a:srgbClr>
                </a:gs>
                <a:gs pos="14286">
                  <a:srgbClr val="291F1D">
                    <a:alpha val="28649"/>
                  </a:srgbClr>
                </a:gs>
                <a:gs pos="28571">
                  <a:srgbClr val="291F1D">
                    <a:alpha val="23056"/>
                  </a:srgbClr>
                </a:gs>
                <a:gs pos="42857">
                  <a:srgbClr val="291F1D">
                    <a:alpha val="15795"/>
                  </a:srgbClr>
                </a:gs>
                <a:gs pos="57143">
                  <a:srgbClr val="291F1D">
                    <a:alpha val="9086"/>
                  </a:srgbClr>
                </a:gs>
                <a:gs pos="71429">
                  <a:srgbClr val="291F1D">
                    <a:alpha val="4361"/>
                  </a:srgbClr>
                </a:gs>
                <a:gs pos="85714">
                  <a:srgbClr val="291F1D">
                    <a:alpha val="1748"/>
                  </a:srgbClr>
                </a:gs>
                <a:gs pos="100000">
                  <a:srgbClr val="291F1D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10172733">
              <a:off x="1971887" y="212333"/>
              <a:ext cx="216814" cy="29824"/>
            </a:xfrm>
            <a:prstGeom prst="ellipse">
              <a:avLst/>
            </a:prstGeom>
            <a:gradFill>
              <a:gsLst>
                <a:gs pos="0">
                  <a:srgbClr val="DDDEDD">
                    <a:alpha val="23503"/>
                  </a:srgbClr>
                </a:gs>
                <a:gs pos="14286">
                  <a:srgbClr val="DDDEDD">
                    <a:alpha val="21828"/>
                  </a:srgbClr>
                </a:gs>
                <a:gs pos="28571">
                  <a:srgbClr val="DDDEDD">
                    <a:alpha val="17403"/>
                  </a:srgbClr>
                </a:gs>
                <a:gs pos="42857">
                  <a:srgbClr val="DDDEDD">
                    <a:alpha val="11787"/>
                  </a:srgbClr>
                </a:gs>
                <a:gs pos="57143">
                  <a:srgbClr val="DDDEDD">
                    <a:alpha val="6713"/>
                  </a:srgbClr>
                </a:gs>
                <a:gs pos="71429">
                  <a:srgbClr val="DDDEDD">
                    <a:alpha val="3201"/>
                  </a:srgbClr>
                </a:gs>
                <a:gs pos="85714">
                  <a:srgbClr val="DDDEDD">
                    <a:alpha val="1278"/>
                  </a:srgbClr>
                </a:gs>
                <a:gs pos="100000">
                  <a:srgbClr val="DDDEDD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-9596575">
              <a:off x="902505" y="68941"/>
              <a:ext cx="479907" cy="346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5400000">
              <a:off x="2182257" y="544780"/>
              <a:ext cx="49544" cy="49544"/>
            </a:xfrm>
            <a:prstGeom prst="ellipse">
              <a:avLst/>
            </a:prstGeom>
            <a:gradFill>
              <a:gsLst>
                <a:gs pos="0">
                  <a:srgbClr val="494949">
                    <a:alpha val="16602"/>
                  </a:srgbClr>
                </a:gs>
                <a:gs pos="14286">
                  <a:srgbClr val="494949">
                    <a:alpha val="15368"/>
                  </a:srgbClr>
                </a:gs>
                <a:gs pos="28571">
                  <a:srgbClr val="494949">
                    <a:alpha val="12152"/>
                  </a:srgbClr>
                </a:gs>
                <a:gs pos="42857">
                  <a:srgbClr val="494949">
                    <a:alpha val="8147"/>
                  </a:srgbClr>
                </a:gs>
                <a:gs pos="57143">
                  <a:srgbClr val="494949">
                    <a:alpha val="4600"/>
                  </a:srgbClr>
                </a:gs>
                <a:gs pos="71429">
                  <a:srgbClr val="494949">
                    <a:alpha val="2180"/>
                  </a:srgbClr>
                </a:gs>
                <a:gs pos="85714">
                  <a:srgbClr val="494949">
                    <a:alpha val="868"/>
                  </a:srgbClr>
                </a:gs>
                <a:gs pos="100000">
                  <a:srgbClr val="494949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-9763250">
              <a:off x="404267" y="428349"/>
              <a:ext cx="201156" cy="493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9672833">
              <a:off x="2265329" y="573507"/>
              <a:ext cx="492805" cy="33449"/>
            </a:xfrm>
            <a:prstGeom prst="ellipse">
              <a:avLst/>
            </a:prstGeom>
            <a:gradFill>
              <a:gsLst>
                <a:gs pos="0">
                  <a:srgbClr val="B0B0B0">
                    <a:alpha val="24802"/>
                  </a:srgbClr>
                </a:gs>
                <a:gs pos="14286">
                  <a:srgbClr val="B0B0B0">
                    <a:alpha val="23048"/>
                  </a:srgbClr>
                </a:gs>
                <a:gs pos="28571">
                  <a:srgbClr val="B0B0B0">
                    <a:alpha val="18406"/>
                  </a:srgbClr>
                </a:gs>
                <a:gs pos="42857">
                  <a:srgbClr val="B0B0B0">
                    <a:alpha val="12491"/>
                  </a:srgbClr>
                </a:gs>
                <a:gs pos="57143">
                  <a:srgbClr val="B0B0B0">
                    <a:alpha val="7127"/>
                  </a:srgbClr>
                </a:gs>
                <a:gs pos="71429">
                  <a:srgbClr val="B0B0B0">
                    <a:alpha val="3402"/>
                  </a:srgbClr>
                </a:gs>
                <a:gs pos="85714">
                  <a:srgbClr val="B0B0B0">
                    <a:alpha val="1359"/>
                  </a:srgbClr>
                </a:gs>
                <a:gs pos="100000">
                  <a:srgbClr val="B0B0B0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8432737">
              <a:off x="2110128" y="859301"/>
              <a:ext cx="199670" cy="468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-9703702">
              <a:off x="946816" y="286628"/>
              <a:ext cx="285090" cy="379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-8473271">
              <a:off x="2141260" y="449545"/>
              <a:ext cx="156777" cy="55674"/>
            </a:xfrm>
            <a:prstGeom prst="ellipse">
              <a:avLst/>
            </a:prstGeom>
            <a:gradFill>
              <a:gsLst>
                <a:gs pos="0">
                  <a:srgbClr val="A8A8A8">
                    <a:alpha val="32968"/>
                  </a:srgbClr>
                </a:gs>
                <a:gs pos="14286">
                  <a:srgbClr val="A8A8A8">
                    <a:alpha val="30764"/>
                  </a:srgbClr>
                </a:gs>
                <a:gs pos="28571">
                  <a:srgbClr val="A8A8A8">
                    <a:alpha val="24833"/>
                  </a:srgbClr>
                </a:gs>
                <a:gs pos="42857">
                  <a:srgbClr val="A8A8A8">
                    <a:alpha val="17075"/>
                  </a:srgbClr>
                </a:gs>
                <a:gs pos="57143">
                  <a:srgbClr val="A8A8A8">
                    <a:alpha val="9855"/>
                  </a:srgbClr>
                </a:gs>
                <a:gs pos="71429">
                  <a:srgbClr val="A8A8A8">
                    <a:alpha val="4740"/>
                  </a:srgbClr>
                </a:gs>
                <a:gs pos="85714">
                  <a:srgbClr val="A8A8A8">
                    <a:alpha val="1902"/>
                  </a:srgbClr>
                </a:gs>
                <a:gs pos="100000">
                  <a:srgbClr val="A8A8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-9648503">
              <a:off x="728917" y="-3269"/>
              <a:ext cx="481339" cy="344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10000608">
              <a:off x="3207840" y="170825"/>
              <a:ext cx="322285" cy="126473"/>
            </a:xfrm>
            <a:prstGeom prst="ellipse">
              <a:avLst/>
            </a:prstGeom>
            <a:gradFill>
              <a:gsLst>
                <a:gs pos="0">
                  <a:srgbClr val="1E2321">
                    <a:alpha val="31050"/>
                  </a:srgbClr>
                </a:gs>
                <a:gs pos="14286">
                  <a:srgbClr val="1E2321">
                    <a:alpha val="28945"/>
                  </a:srgbClr>
                </a:gs>
                <a:gs pos="28571">
                  <a:srgbClr val="1E2321">
                    <a:alpha val="23305"/>
                  </a:srgbClr>
                </a:gs>
                <a:gs pos="42857">
                  <a:srgbClr val="1E2321">
                    <a:alpha val="15973"/>
                  </a:srgbClr>
                </a:gs>
                <a:gs pos="57143">
                  <a:srgbClr val="1E2321">
                    <a:alpha val="9193"/>
                  </a:srgbClr>
                </a:gs>
                <a:gs pos="71429">
                  <a:srgbClr val="1E2321">
                    <a:alpha val="4414"/>
                  </a:srgbClr>
                </a:gs>
                <a:gs pos="85714">
                  <a:srgbClr val="1E2321">
                    <a:alpha val="1769"/>
                  </a:srgbClr>
                </a:gs>
                <a:gs pos="100000">
                  <a:srgbClr val="1E2321">
                    <a:alpha val="5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-8171858">
              <a:off x="-7449" y="706903"/>
              <a:ext cx="685233" cy="573283"/>
            </a:xfrm>
            <a:prstGeom prst="ellipse">
              <a:avLst/>
            </a:prstGeom>
            <a:gradFill>
              <a:gsLst>
                <a:gs pos="0">
                  <a:srgbClr val="F0F0F0">
                    <a:alpha val="5253"/>
                  </a:srgbClr>
                </a:gs>
                <a:gs pos="14286">
                  <a:srgbClr val="F0F0F0">
                    <a:alpha val="4839"/>
                  </a:srgbClr>
                </a:gs>
                <a:gs pos="28571">
                  <a:srgbClr val="F0F0F0">
                    <a:alpha val="3778"/>
                  </a:srgbClr>
                </a:gs>
                <a:gs pos="42857">
                  <a:srgbClr val="F0F0F0">
                    <a:alpha val="2494"/>
                  </a:srgbClr>
                </a:gs>
                <a:gs pos="57143">
                  <a:srgbClr val="F0F0F0">
                    <a:alpha val="1390"/>
                  </a:srgbClr>
                </a:gs>
                <a:gs pos="71429">
                  <a:srgbClr val="F0F0F0">
                    <a:alpha val="653"/>
                  </a:srgbClr>
                </a:gs>
                <a:gs pos="85714">
                  <a:srgbClr val="F0F0F0">
                    <a:alpha val="259"/>
                  </a:srgbClr>
                </a:gs>
                <a:gs pos="100000">
                  <a:srgbClr val="F0F0F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10755867">
              <a:off x="3269231" y="379647"/>
              <a:ext cx="503486" cy="53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-9977278">
              <a:off x="2841457" y="55477"/>
              <a:ext cx="422316" cy="50235"/>
            </a:xfrm>
            <a:prstGeom prst="ellipse">
              <a:avLst/>
            </a:prstGeom>
            <a:gradFill>
              <a:gsLst>
                <a:gs pos="0">
                  <a:srgbClr val="E3E2E2">
                    <a:alpha val="20240"/>
                  </a:srgbClr>
                </a:gs>
                <a:gs pos="14286">
                  <a:srgbClr val="E3E2E2">
                    <a:alpha val="18768"/>
                  </a:srgbClr>
                </a:gs>
                <a:gs pos="28571">
                  <a:srgbClr val="E3E2E2">
                    <a:alpha val="14904"/>
                  </a:srgbClr>
                </a:gs>
                <a:gs pos="42857">
                  <a:srgbClr val="E3E2E2">
                    <a:alpha val="10045"/>
                  </a:srgbClr>
                </a:gs>
                <a:gs pos="57143">
                  <a:srgbClr val="E3E2E2">
                    <a:alpha val="5697"/>
                  </a:srgbClr>
                </a:gs>
                <a:gs pos="71429">
                  <a:srgbClr val="E3E2E2">
                    <a:alpha val="2708"/>
                  </a:srgbClr>
                </a:gs>
                <a:gs pos="85714">
                  <a:srgbClr val="E3E2E2">
                    <a:alpha val="1080"/>
                  </a:srgbClr>
                </a:gs>
                <a:gs pos="100000">
                  <a:srgbClr val="E3E2E2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10106442">
              <a:off x="3486239" y="368926"/>
              <a:ext cx="215726" cy="28673"/>
            </a:xfrm>
            <a:prstGeom prst="ellipse">
              <a:avLst/>
            </a:prstGeom>
            <a:gradFill>
              <a:gsLst>
                <a:gs pos="0">
                  <a:srgbClr val="DBDBDC">
                    <a:alpha val="27748"/>
                  </a:srgbClr>
                </a:gs>
                <a:gs pos="14286">
                  <a:srgbClr val="DBDBDC">
                    <a:alpha val="25824"/>
                  </a:srgbClr>
                </a:gs>
                <a:gs pos="28571">
                  <a:srgbClr val="DBDBDC">
                    <a:alpha val="20701"/>
                  </a:srgbClr>
                </a:gs>
                <a:gs pos="42857">
                  <a:srgbClr val="DBDBDC">
                    <a:alpha val="14113"/>
                  </a:srgbClr>
                </a:gs>
                <a:gs pos="57143">
                  <a:srgbClr val="DBDBDC">
                    <a:alpha val="8084"/>
                  </a:srgbClr>
                </a:gs>
                <a:gs pos="71429">
                  <a:srgbClr val="DBDBDC">
                    <a:alpha val="3869"/>
                  </a:srgbClr>
                </a:gs>
                <a:gs pos="85714">
                  <a:srgbClr val="DBDBDC">
                    <a:alpha val="1548"/>
                  </a:srgbClr>
                </a:gs>
                <a:gs pos="100000">
                  <a:srgbClr val="DBDBDC">
                    <a:alpha val="5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9336056">
              <a:off x="1290684" y="203367"/>
              <a:ext cx="446828" cy="424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9176451">
              <a:off x="859440" y="309339"/>
              <a:ext cx="283819" cy="460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9729868">
              <a:off x="1090462" y="1287107"/>
              <a:ext cx="268745" cy="113186"/>
            </a:xfrm>
            <a:prstGeom prst="ellipse">
              <a:avLst/>
            </a:prstGeom>
            <a:gradFill>
              <a:gsLst>
                <a:gs pos="0">
                  <a:srgbClr val="C6C7C8">
                    <a:alpha val="10787"/>
                  </a:srgbClr>
                </a:gs>
                <a:gs pos="14286">
                  <a:srgbClr val="C6C7C8">
                    <a:alpha val="9959"/>
                  </a:srgbClr>
                </a:gs>
                <a:gs pos="28571">
                  <a:srgbClr val="C6C7C8">
                    <a:alpha val="7823"/>
                  </a:srgbClr>
                </a:gs>
                <a:gs pos="42857">
                  <a:srgbClr val="C6C7C8">
                    <a:alpha val="5203"/>
                  </a:srgbClr>
                </a:gs>
                <a:gs pos="57143">
                  <a:srgbClr val="C6C7C8">
                    <a:alpha val="2917"/>
                  </a:srgbClr>
                </a:gs>
                <a:gs pos="71429">
                  <a:srgbClr val="C6C7C8">
                    <a:alpha val="1376"/>
                  </a:srgbClr>
                </a:gs>
                <a:gs pos="85714">
                  <a:srgbClr val="C6C7C8">
                    <a:alpha val="546"/>
                  </a:srgbClr>
                </a:gs>
                <a:gs pos="100000">
                  <a:srgbClr val="C6C7C8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10795083">
              <a:off x="2123061" y="1085127"/>
              <a:ext cx="204356" cy="52318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-10208850">
              <a:off x="872880" y="517405"/>
              <a:ext cx="160097" cy="44157"/>
            </a:xfrm>
            <a:prstGeom prst="ellipse">
              <a:avLst/>
            </a:prstGeom>
            <a:gradFill>
              <a:gsLst>
                <a:gs pos="0">
                  <a:srgbClr val="D4D4D4">
                    <a:alpha val="24478"/>
                  </a:srgbClr>
                </a:gs>
                <a:gs pos="14286">
                  <a:srgbClr val="D4D4D4">
                    <a:alpha val="22744"/>
                  </a:srgbClr>
                </a:gs>
                <a:gs pos="28571">
                  <a:srgbClr val="D4D4D4">
                    <a:alpha val="18156"/>
                  </a:srgbClr>
                </a:gs>
                <a:gs pos="42857">
                  <a:srgbClr val="D4D4D4">
                    <a:alpha val="12315"/>
                  </a:srgbClr>
                </a:gs>
                <a:gs pos="57143">
                  <a:srgbClr val="D4D4D4">
                    <a:alpha val="7023"/>
                  </a:srgbClr>
                </a:gs>
                <a:gs pos="71429">
                  <a:srgbClr val="D4D4D4">
                    <a:alpha val="3351"/>
                  </a:srgbClr>
                </a:gs>
                <a:gs pos="85714">
                  <a:srgbClr val="D4D4D4">
                    <a:alpha val="1339"/>
                  </a:srgbClr>
                </a:gs>
                <a:gs pos="100000">
                  <a:srgbClr val="D4D4D4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-9620594">
              <a:off x="890546" y="991668"/>
              <a:ext cx="547039" cy="63935"/>
            </a:xfrm>
            <a:prstGeom prst="ellipse">
              <a:avLst/>
            </a:prstGeom>
            <a:gradFill>
              <a:gsLst>
                <a:gs pos="0">
                  <a:srgbClr val="B3B5B4">
                    <a:alpha val="27985"/>
                  </a:srgbClr>
                </a:gs>
                <a:gs pos="14286">
                  <a:srgbClr val="B3B5B4">
                    <a:alpha val="26047"/>
                  </a:srgbClr>
                </a:gs>
                <a:gs pos="28571">
                  <a:srgbClr val="B3B5B4">
                    <a:alpha val="20886"/>
                  </a:srgbClr>
                </a:gs>
                <a:gs pos="42857">
                  <a:srgbClr val="B3B5B4">
                    <a:alpha val="14245"/>
                  </a:srgbClr>
                </a:gs>
                <a:gs pos="57143">
                  <a:srgbClr val="B3B5B4">
                    <a:alpha val="8163"/>
                  </a:srgbClr>
                </a:gs>
                <a:gs pos="71429">
                  <a:srgbClr val="B3B5B4">
                    <a:alpha val="3907"/>
                  </a:srgbClr>
                </a:gs>
                <a:gs pos="85714">
                  <a:srgbClr val="B3B5B4">
                    <a:alpha val="1564"/>
                  </a:srgbClr>
                </a:gs>
                <a:gs pos="100000">
                  <a:srgbClr val="B3B5B4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8892020">
              <a:off x="1919221" y="1264035"/>
              <a:ext cx="509488" cy="437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9511062">
              <a:off x="2011686" y="1301402"/>
              <a:ext cx="174003" cy="741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10051059">
              <a:off x="545082" y="915089"/>
              <a:ext cx="283933" cy="33649"/>
            </a:xfrm>
            <a:prstGeom prst="ellipse">
              <a:avLst/>
            </a:prstGeom>
            <a:gradFill>
              <a:gsLst>
                <a:gs pos="0">
                  <a:srgbClr val="B8B7B8">
                    <a:alpha val="22972"/>
                  </a:srgbClr>
                </a:gs>
                <a:gs pos="14286">
                  <a:srgbClr val="B8B7B8">
                    <a:alpha val="21329"/>
                  </a:srgbClr>
                </a:gs>
                <a:gs pos="28571">
                  <a:srgbClr val="B8B7B8">
                    <a:alpha val="16994"/>
                  </a:srgbClr>
                </a:gs>
                <a:gs pos="42857">
                  <a:srgbClr val="B8B7B8">
                    <a:alpha val="11500"/>
                  </a:srgbClr>
                </a:gs>
                <a:gs pos="57143">
                  <a:srgbClr val="B8B7B8">
                    <a:alpha val="6546"/>
                  </a:srgbClr>
                </a:gs>
                <a:gs pos="71429">
                  <a:srgbClr val="B8B7B8">
                    <a:alpha val="3119"/>
                  </a:srgbClr>
                </a:gs>
                <a:gs pos="85714">
                  <a:srgbClr val="B8B7B8">
                    <a:alpha val="1245"/>
                  </a:srgbClr>
                </a:gs>
                <a:gs pos="100000">
                  <a:srgbClr val="B8B7B8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6424276">
              <a:off x="510482" y="341680"/>
              <a:ext cx="443877" cy="165041"/>
            </a:xfrm>
            <a:prstGeom prst="ellipse">
              <a:avLst/>
            </a:prstGeom>
            <a:gradFill>
              <a:gsLst>
                <a:gs pos="0">
                  <a:srgbClr val="E8E8E8">
                    <a:alpha val="1747"/>
                  </a:srgbClr>
                </a:gs>
                <a:gs pos="14286">
                  <a:srgbClr val="E8E8E8">
                    <a:alpha val="1607"/>
                  </a:srgbClr>
                </a:gs>
                <a:gs pos="28571">
                  <a:srgbClr val="E8E8E8">
                    <a:alpha val="1250"/>
                  </a:srgbClr>
                </a:gs>
                <a:gs pos="42857">
                  <a:srgbClr val="E8E8E8">
                    <a:alpha val="822"/>
                  </a:srgbClr>
                </a:gs>
                <a:gs pos="57143">
                  <a:srgbClr val="E8E8E8">
                    <a:alpha val="456"/>
                  </a:srgbClr>
                </a:gs>
                <a:gs pos="71429">
                  <a:srgbClr val="E8E8E8">
                    <a:alpha val="214"/>
                  </a:srgbClr>
                </a:gs>
                <a:gs pos="85714">
                  <a:srgbClr val="E8E8E8">
                    <a:alpha val="85"/>
                  </a:srgbClr>
                </a:gs>
                <a:gs pos="100000">
                  <a:srgbClr val="E8E8E8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9059087">
              <a:off x="3459014" y="163083"/>
              <a:ext cx="348789" cy="420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10246553">
              <a:off x="1884391" y="643546"/>
              <a:ext cx="698357" cy="126570"/>
            </a:xfrm>
            <a:prstGeom prst="ellipse">
              <a:avLst/>
            </a:prstGeom>
            <a:gradFill>
              <a:gsLst>
                <a:gs pos="0">
                  <a:srgbClr val="F0EFF0">
                    <a:alpha val="3208"/>
                  </a:srgbClr>
                </a:gs>
                <a:gs pos="14286">
                  <a:srgbClr val="F0EFF0">
                    <a:alpha val="2952"/>
                  </a:srgbClr>
                </a:gs>
                <a:gs pos="28571">
                  <a:srgbClr val="F0EFF0">
                    <a:alpha val="2300"/>
                  </a:srgbClr>
                </a:gs>
                <a:gs pos="42857">
                  <a:srgbClr val="F0EFF0">
                    <a:alpha val="1515"/>
                  </a:srgbClr>
                </a:gs>
                <a:gs pos="57143">
                  <a:srgbClr val="F0EFF0">
                    <a:alpha val="842"/>
                  </a:srgbClr>
                </a:gs>
                <a:gs pos="71429">
                  <a:srgbClr val="F0EFF0">
                    <a:alpha val="395"/>
                  </a:srgbClr>
                </a:gs>
                <a:gs pos="85714">
                  <a:srgbClr val="F0EFF0">
                    <a:alpha val="156"/>
                  </a:srgbClr>
                </a:gs>
                <a:gs pos="100000">
                  <a:srgbClr val="F0EFF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-9742026">
              <a:off x="2000103" y="764417"/>
              <a:ext cx="368448" cy="485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8621458">
              <a:off x="1750555" y="744016"/>
              <a:ext cx="310925" cy="81643"/>
            </a:xfrm>
            <a:prstGeom prst="ellipse">
              <a:avLst/>
            </a:prstGeom>
            <a:gradFill>
              <a:gsLst>
                <a:gs pos="0">
                  <a:srgbClr val="020D08">
                    <a:alpha val="18933"/>
                  </a:srgbClr>
                </a:gs>
                <a:gs pos="14286">
                  <a:srgbClr val="020D08">
                    <a:alpha val="17545"/>
                  </a:srgbClr>
                </a:gs>
                <a:gs pos="28571">
                  <a:srgbClr val="020D08">
                    <a:alpha val="13911"/>
                  </a:srgbClr>
                </a:gs>
                <a:gs pos="42857">
                  <a:srgbClr val="020D08">
                    <a:alpha val="9358"/>
                  </a:srgbClr>
                </a:gs>
                <a:gs pos="57143">
                  <a:srgbClr val="020D08">
                    <a:alpha val="5298"/>
                  </a:srgbClr>
                </a:gs>
                <a:gs pos="71429">
                  <a:srgbClr val="020D08">
                    <a:alpha val="2516"/>
                  </a:srgbClr>
                </a:gs>
                <a:gs pos="85714">
                  <a:srgbClr val="020D08">
                    <a:alpha val="1003"/>
                  </a:srgbClr>
                </a:gs>
                <a:gs pos="100000">
                  <a:srgbClr val="020D08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10750036">
              <a:off x="1257821" y="1181064"/>
              <a:ext cx="461261" cy="45023"/>
            </a:xfrm>
            <a:prstGeom prst="ellipse">
              <a:avLst/>
            </a:prstGeom>
            <a:gradFill>
              <a:gsLst>
                <a:gs pos="0">
                  <a:srgbClr val="A1A0A2">
                    <a:alpha val="26642"/>
                  </a:srgbClr>
                </a:gs>
                <a:gs pos="14286">
                  <a:srgbClr val="A1A0A2">
                    <a:alpha val="24780"/>
                  </a:srgbClr>
                </a:gs>
                <a:gs pos="28571">
                  <a:srgbClr val="A1A0A2">
                    <a:alpha val="19836"/>
                  </a:srgbClr>
                </a:gs>
                <a:gs pos="42857">
                  <a:srgbClr val="A1A0A2">
                    <a:alpha val="13500"/>
                  </a:srgbClr>
                </a:gs>
                <a:gs pos="57143">
                  <a:srgbClr val="A1A0A2">
                    <a:alpha val="7721"/>
                  </a:srgbClr>
                </a:gs>
                <a:gs pos="71429">
                  <a:srgbClr val="A1A0A2">
                    <a:alpha val="3692"/>
                  </a:srgbClr>
                </a:gs>
                <a:gs pos="85714">
                  <a:srgbClr val="A1A0A2">
                    <a:alpha val="1476"/>
                  </a:srgbClr>
                </a:gs>
                <a:gs pos="100000">
                  <a:srgbClr val="A1A0A2">
                    <a:alpha val="4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5400000">
              <a:off x="3481508" y="396558"/>
              <a:ext cx="47221" cy="47221"/>
            </a:xfrm>
            <a:prstGeom prst="ellipse">
              <a:avLst/>
            </a:prstGeom>
            <a:gradFill>
              <a:gsLst>
                <a:gs pos="0">
                  <a:srgbClr val="919191">
                    <a:alpha val="17203"/>
                  </a:srgbClr>
                </a:gs>
                <a:gs pos="14286">
                  <a:srgbClr val="919191">
                    <a:alpha val="15929"/>
                  </a:srgbClr>
                </a:gs>
                <a:gs pos="28571">
                  <a:srgbClr val="919191">
                    <a:alpha val="12604"/>
                  </a:srgbClr>
                </a:gs>
                <a:gs pos="42857">
                  <a:srgbClr val="919191">
                    <a:alpha val="8457"/>
                  </a:srgbClr>
                </a:gs>
                <a:gs pos="57143">
                  <a:srgbClr val="919191">
                    <a:alpha val="4778"/>
                  </a:srgbClr>
                </a:gs>
                <a:gs pos="71429">
                  <a:srgbClr val="919191">
                    <a:alpha val="2266"/>
                  </a:srgbClr>
                </a:gs>
                <a:gs pos="85714">
                  <a:srgbClr val="919191">
                    <a:alpha val="902"/>
                  </a:srgbClr>
                </a:gs>
                <a:gs pos="100000">
                  <a:srgbClr val="91919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5846680">
              <a:off x="899088" y="1122210"/>
              <a:ext cx="343275" cy="134310"/>
            </a:xfrm>
            <a:prstGeom prst="ellipse">
              <a:avLst/>
            </a:prstGeom>
            <a:gradFill>
              <a:gsLst>
                <a:gs pos="0">
                  <a:srgbClr val="B4B4B5">
                    <a:alpha val="22527"/>
                  </a:srgbClr>
                </a:gs>
                <a:gs pos="14286">
                  <a:srgbClr val="B4B4B5">
                    <a:alpha val="20911"/>
                  </a:srgbClr>
                </a:gs>
                <a:gs pos="28571">
                  <a:srgbClr val="B4B4B5">
                    <a:alpha val="16652"/>
                  </a:srgbClr>
                </a:gs>
                <a:gs pos="42857">
                  <a:srgbClr val="B4B4B5">
                    <a:alpha val="11261"/>
                  </a:srgbClr>
                </a:gs>
                <a:gs pos="57143">
                  <a:srgbClr val="B4B4B5">
                    <a:alpha val="6406"/>
                  </a:srgbClr>
                </a:gs>
                <a:gs pos="71429">
                  <a:srgbClr val="B4B4B5">
                    <a:alpha val="3051"/>
                  </a:srgbClr>
                </a:gs>
                <a:gs pos="85714">
                  <a:srgbClr val="B4B4B5">
                    <a:alpha val="1218"/>
                  </a:srgbClr>
                </a:gs>
                <a:gs pos="100000">
                  <a:srgbClr val="B4B4B5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9527013">
              <a:off x="633046" y="352190"/>
              <a:ext cx="337461" cy="18597"/>
            </a:xfrm>
            <a:prstGeom prst="ellipse">
              <a:avLst/>
            </a:prstGeom>
            <a:gradFill>
              <a:gsLst>
                <a:gs pos="0">
                  <a:srgbClr val="D9D9DA">
                    <a:alpha val="4581"/>
                  </a:srgbClr>
                </a:gs>
                <a:gs pos="14286">
                  <a:srgbClr val="D9D9DA">
                    <a:alpha val="4219"/>
                  </a:srgbClr>
                </a:gs>
                <a:gs pos="28571">
                  <a:srgbClr val="D9D9DA">
                    <a:alpha val="3291"/>
                  </a:srgbClr>
                </a:gs>
                <a:gs pos="42857">
                  <a:srgbClr val="D9D9DA">
                    <a:alpha val="2171"/>
                  </a:srgbClr>
                </a:gs>
                <a:gs pos="57143">
                  <a:srgbClr val="D9D9DA">
                    <a:alpha val="1209"/>
                  </a:srgbClr>
                </a:gs>
                <a:gs pos="71429">
                  <a:srgbClr val="D9D9DA">
                    <a:alpha val="568"/>
                  </a:srgbClr>
                </a:gs>
                <a:gs pos="85714">
                  <a:srgbClr val="D9D9DA">
                    <a:alpha val="225"/>
                  </a:srgbClr>
                </a:gs>
                <a:gs pos="100000">
                  <a:srgbClr val="D9D9DA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10292515">
              <a:off x="842455" y="200486"/>
              <a:ext cx="360703" cy="32495"/>
            </a:xfrm>
            <a:prstGeom prst="ellipse">
              <a:avLst/>
            </a:prstGeom>
            <a:gradFill>
              <a:gsLst>
                <a:gs pos="0">
                  <a:srgbClr val="AEAEAE">
                    <a:alpha val="31659"/>
                  </a:srgbClr>
                </a:gs>
                <a:gs pos="14286">
                  <a:srgbClr val="AEAEAE">
                    <a:alpha val="29522"/>
                  </a:srgbClr>
                </a:gs>
                <a:gs pos="28571">
                  <a:srgbClr val="AEAEAE">
                    <a:alpha val="23788"/>
                  </a:srgbClr>
                </a:gs>
                <a:gs pos="42857">
                  <a:srgbClr val="AEAEAE">
                    <a:alpha val="16321"/>
                  </a:srgbClr>
                </a:gs>
                <a:gs pos="57143">
                  <a:srgbClr val="AEAEAE">
                    <a:alpha val="9402"/>
                  </a:srgbClr>
                </a:gs>
                <a:gs pos="71429">
                  <a:srgbClr val="AEAEAE">
                    <a:alpha val="4516"/>
                  </a:srgbClr>
                </a:gs>
                <a:gs pos="85714">
                  <a:srgbClr val="AEAEAE">
                    <a:alpha val="1811"/>
                  </a:srgbClr>
                </a:gs>
                <a:gs pos="100000">
                  <a:srgbClr val="AEAEAE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-10588567">
              <a:off x="2035728" y="401661"/>
              <a:ext cx="128581" cy="47965"/>
            </a:xfrm>
            <a:prstGeom prst="ellipse">
              <a:avLst/>
            </a:prstGeom>
            <a:gradFill>
              <a:gsLst>
                <a:gs pos="0">
                  <a:srgbClr val="9D9E9D">
                    <a:alpha val="32968"/>
                  </a:srgbClr>
                </a:gs>
                <a:gs pos="14286">
                  <a:srgbClr val="9D9E9D">
                    <a:alpha val="30764"/>
                  </a:srgbClr>
                </a:gs>
                <a:gs pos="28571">
                  <a:srgbClr val="9D9E9D">
                    <a:alpha val="24833"/>
                  </a:srgbClr>
                </a:gs>
                <a:gs pos="42857">
                  <a:srgbClr val="9D9E9D">
                    <a:alpha val="17075"/>
                  </a:srgbClr>
                </a:gs>
                <a:gs pos="57143">
                  <a:srgbClr val="9D9E9D">
                    <a:alpha val="9855"/>
                  </a:srgbClr>
                </a:gs>
                <a:gs pos="71429">
                  <a:srgbClr val="9D9E9D">
                    <a:alpha val="4740"/>
                  </a:srgbClr>
                </a:gs>
                <a:gs pos="85714">
                  <a:srgbClr val="9D9E9D">
                    <a:alpha val="1902"/>
                  </a:srgbClr>
                </a:gs>
                <a:gs pos="100000">
                  <a:srgbClr val="9D9E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10078762">
              <a:off x="878531" y="303228"/>
              <a:ext cx="186526" cy="28259"/>
            </a:xfrm>
            <a:prstGeom prst="ellipse">
              <a:avLst/>
            </a:prstGeom>
            <a:gradFill>
              <a:gsLst>
                <a:gs pos="0">
                  <a:srgbClr val="C5C6C6">
                    <a:alpha val="14169"/>
                  </a:srgbClr>
                </a:gs>
                <a:gs pos="14286">
                  <a:srgbClr val="C5C6C6">
                    <a:alpha val="13102"/>
                  </a:srgbClr>
                </a:gs>
                <a:gs pos="28571">
                  <a:srgbClr val="C5C6C6">
                    <a:alpha val="10330"/>
                  </a:srgbClr>
                </a:gs>
                <a:gs pos="42857">
                  <a:srgbClr val="C5C6C6">
                    <a:alpha val="6902"/>
                  </a:srgbClr>
                </a:gs>
                <a:gs pos="57143">
                  <a:srgbClr val="C5C6C6">
                    <a:alpha val="3885"/>
                  </a:srgbClr>
                </a:gs>
                <a:gs pos="71429">
                  <a:srgbClr val="C5C6C6">
                    <a:alpha val="1838"/>
                  </a:srgbClr>
                </a:gs>
                <a:gs pos="85714">
                  <a:srgbClr val="C5C6C6">
                    <a:alpha val="731"/>
                  </a:srgbClr>
                </a:gs>
                <a:gs pos="100000">
                  <a:srgbClr val="C5C6C6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10330022">
              <a:off x="195087" y="422291"/>
              <a:ext cx="366224" cy="30172"/>
            </a:xfrm>
            <a:prstGeom prst="ellipse">
              <a:avLst/>
            </a:prstGeom>
            <a:gradFill>
              <a:gsLst>
                <a:gs pos="0">
                  <a:srgbClr val="D2D2D3">
                    <a:alpha val="24023"/>
                  </a:srgbClr>
                </a:gs>
                <a:gs pos="14286">
                  <a:srgbClr val="D2D2D3">
                    <a:alpha val="22316"/>
                  </a:srgbClr>
                </a:gs>
                <a:gs pos="28571">
                  <a:srgbClr val="D2D2D3">
                    <a:alpha val="17805"/>
                  </a:srgbClr>
                </a:gs>
                <a:gs pos="42857">
                  <a:srgbClr val="D2D2D3">
                    <a:alpha val="12068"/>
                  </a:srgbClr>
                </a:gs>
                <a:gs pos="57143">
                  <a:srgbClr val="D2D2D3">
                    <a:alpha val="6878"/>
                  </a:srgbClr>
                </a:gs>
                <a:gs pos="71429">
                  <a:srgbClr val="D2D2D3">
                    <a:alpha val="3281"/>
                  </a:srgbClr>
                </a:gs>
                <a:gs pos="85714">
                  <a:srgbClr val="D2D2D3">
                    <a:alpha val="1310"/>
                  </a:srgbClr>
                </a:gs>
                <a:gs pos="100000">
                  <a:srgbClr val="D2D2D3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8540902">
              <a:off x="2017085" y="1227068"/>
              <a:ext cx="414230" cy="685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9749254">
              <a:off x="1333778" y="1215010"/>
              <a:ext cx="597020" cy="50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9158135">
              <a:off x="362541" y="1300140"/>
              <a:ext cx="366927" cy="529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-10134404">
              <a:off x="3132059" y="538352"/>
              <a:ext cx="837623" cy="203117"/>
            </a:xfrm>
            <a:prstGeom prst="ellipse">
              <a:avLst/>
            </a:prstGeom>
            <a:gradFill>
              <a:gsLst>
                <a:gs pos="0">
                  <a:srgbClr val="FFFFFF">
                    <a:alpha val="3028"/>
                  </a:srgbClr>
                </a:gs>
                <a:gs pos="14286">
                  <a:srgbClr val="FFFFFF">
                    <a:alpha val="2787"/>
                  </a:srgbClr>
                </a:gs>
                <a:gs pos="28571">
                  <a:srgbClr val="FFFFFF">
                    <a:alpha val="2170"/>
                  </a:srgbClr>
                </a:gs>
                <a:gs pos="42857">
                  <a:srgbClr val="FFFFFF">
                    <a:alpha val="1429"/>
                  </a:srgbClr>
                </a:gs>
                <a:gs pos="57143">
                  <a:srgbClr val="FFFFFF">
                    <a:alpha val="794"/>
                  </a:srgbClr>
                </a:gs>
                <a:gs pos="71429">
                  <a:srgbClr val="FFFFFF">
                    <a:alpha val="373"/>
                  </a:srgbClr>
                </a:gs>
                <a:gs pos="85714">
                  <a:srgbClr val="FFFFFF">
                    <a:alpha val="148"/>
                  </a:srgbClr>
                </a:gs>
                <a:gs pos="100000">
                  <a:srgbClr val="FFFFFF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7781281">
              <a:off x="1432160" y="25575"/>
              <a:ext cx="311006" cy="433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9302156">
              <a:off x="1342118" y="1258126"/>
              <a:ext cx="254382" cy="408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9998403">
              <a:off x="2678880" y="438239"/>
              <a:ext cx="775024" cy="35173"/>
            </a:xfrm>
            <a:prstGeom prst="ellipse">
              <a:avLst/>
            </a:prstGeom>
            <a:gradFill>
              <a:gsLst>
                <a:gs pos="0">
                  <a:srgbClr val="DEDFDE">
                    <a:alpha val="9981"/>
                  </a:srgbClr>
                </a:gs>
                <a:gs pos="14286">
                  <a:srgbClr val="DEDFDE">
                    <a:alpha val="9212"/>
                  </a:srgbClr>
                </a:gs>
                <a:gs pos="28571">
                  <a:srgbClr val="DEDFDE">
                    <a:alpha val="7229"/>
                  </a:srgbClr>
                </a:gs>
                <a:gs pos="42857">
                  <a:srgbClr val="DEDFDE">
                    <a:alpha val="4803"/>
                  </a:srgbClr>
                </a:gs>
                <a:gs pos="57143">
                  <a:srgbClr val="DEDFDE">
                    <a:alpha val="2690"/>
                  </a:srgbClr>
                </a:gs>
                <a:gs pos="71429">
                  <a:srgbClr val="DEDFDE">
                    <a:alpha val="1269"/>
                  </a:srgbClr>
                </a:gs>
                <a:gs pos="85714">
                  <a:srgbClr val="DEDFDE">
                    <a:alpha val="504"/>
                  </a:srgbClr>
                </a:gs>
                <a:gs pos="100000">
                  <a:srgbClr val="DEDFDE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9733541">
              <a:off x="-131536" y="1048167"/>
              <a:ext cx="645283" cy="449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9077662">
              <a:off x="451535" y="780565"/>
              <a:ext cx="737464" cy="188893"/>
            </a:xfrm>
            <a:prstGeom prst="ellipse">
              <a:avLst/>
            </a:prstGeom>
            <a:gradFill>
              <a:gsLst>
                <a:gs pos="0">
                  <a:srgbClr val="A9A9A9">
                    <a:alpha val="1382"/>
                  </a:srgbClr>
                </a:gs>
                <a:gs pos="14286">
                  <a:srgbClr val="A9A9A9">
                    <a:alpha val="1271"/>
                  </a:srgbClr>
                </a:gs>
                <a:gs pos="28571">
                  <a:srgbClr val="A9A9A9">
                    <a:alpha val="988"/>
                  </a:srgbClr>
                </a:gs>
                <a:gs pos="42857">
                  <a:srgbClr val="A9A9A9">
                    <a:alpha val="649"/>
                  </a:srgbClr>
                </a:gs>
                <a:gs pos="57143">
                  <a:srgbClr val="A9A9A9">
                    <a:alpha val="360"/>
                  </a:srgbClr>
                </a:gs>
                <a:gs pos="71429">
                  <a:srgbClr val="A9A9A9">
                    <a:alpha val="169"/>
                  </a:srgbClr>
                </a:gs>
                <a:gs pos="85714">
                  <a:srgbClr val="A9A9A9">
                    <a:alpha val="67"/>
                  </a:srgbClr>
                </a:gs>
                <a:gs pos="100000">
                  <a:srgbClr val="A9A9A9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-10567632">
              <a:off x="-118806" y="593027"/>
              <a:ext cx="483302" cy="547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9276215">
              <a:off x="657048" y="721897"/>
              <a:ext cx="878143" cy="64666"/>
            </a:xfrm>
            <a:prstGeom prst="ellipse">
              <a:avLst/>
            </a:prstGeom>
            <a:gradFill>
              <a:gsLst>
                <a:gs pos="0">
                  <a:srgbClr val="D3D2D2">
                    <a:alpha val="17915"/>
                  </a:srgbClr>
                </a:gs>
                <a:gs pos="14286">
                  <a:srgbClr val="D3D2D2">
                    <a:alpha val="16594"/>
                  </a:srgbClr>
                </a:gs>
                <a:gs pos="28571">
                  <a:srgbClr val="D3D2D2">
                    <a:alpha val="13141"/>
                  </a:srgbClr>
                </a:gs>
                <a:gs pos="42857">
                  <a:srgbClr val="D3D2D2">
                    <a:alpha val="8827"/>
                  </a:srgbClr>
                </a:gs>
                <a:gs pos="57143">
                  <a:srgbClr val="D3D2D2">
                    <a:alpha val="4992"/>
                  </a:srgbClr>
                </a:gs>
                <a:gs pos="71429">
                  <a:srgbClr val="D3D2D2">
                    <a:alpha val="2368"/>
                  </a:srgbClr>
                </a:gs>
                <a:gs pos="85714">
                  <a:srgbClr val="D3D2D2">
                    <a:alpha val="943"/>
                  </a:srgbClr>
                </a:gs>
                <a:gs pos="100000">
                  <a:srgbClr val="D3D2D2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9903933">
              <a:off x="118403" y="975426"/>
              <a:ext cx="621907" cy="347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9508737">
              <a:off x="217589" y="570296"/>
              <a:ext cx="522521" cy="380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10045988">
              <a:off x="1370884" y="1215696"/>
              <a:ext cx="553339" cy="39952"/>
            </a:xfrm>
            <a:prstGeom prst="ellipse">
              <a:avLst/>
            </a:prstGeom>
            <a:gradFill>
              <a:gsLst>
                <a:gs pos="0">
                  <a:srgbClr val="0F1411">
                    <a:alpha val="28510"/>
                  </a:srgbClr>
                </a:gs>
                <a:gs pos="14286">
                  <a:srgbClr val="0F1411">
                    <a:alpha val="26543"/>
                  </a:srgbClr>
                </a:gs>
                <a:gs pos="28571">
                  <a:srgbClr val="0F1411">
                    <a:alpha val="21299"/>
                  </a:srgbClr>
                </a:gs>
                <a:gs pos="42857">
                  <a:srgbClr val="0F1411">
                    <a:alpha val="14538"/>
                  </a:srgbClr>
                </a:gs>
                <a:gs pos="57143">
                  <a:srgbClr val="0F1411">
                    <a:alpha val="8337"/>
                  </a:srgbClr>
                </a:gs>
                <a:gs pos="71429">
                  <a:srgbClr val="0F1411">
                    <a:alpha val="3993"/>
                  </a:srgbClr>
                </a:gs>
                <a:gs pos="85714">
                  <a:srgbClr val="0F1411">
                    <a:alpha val="1598"/>
                  </a:srgbClr>
                </a:gs>
                <a:gs pos="100000">
                  <a:srgbClr val="0F1411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155846">
              <a:off x="-411796" y="958514"/>
              <a:ext cx="914554" cy="169355"/>
            </a:xfrm>
            <a:prstGeom prst="ellipse">
              <a:avLst/>
            </a:prstGeom>
            <a:gradFill>
              <a:gsLst>
                <a:gs pos="0">
                  <a:srgbClr val="FCFBFB">
                    <a:alpha val="1518"/>
                  </a:srgbClr>
                </a:gs>
                <a:gs pos="14286">
                  <a:srgbClr val="FCFBFB">
                    <a:alpha val="1396"/>
                  </a:srgbClr>
                </a:gs>
                <a:gs pos="28571">
                  <a:srgbClr val="FCFBFB">
                    <a:alpha val="1086"/>
                  </a:srgbClr>
                </a:gs>
                <a:gs pos="42857">
                  <a:srgbClr val="FCFBFB">
                    <a:alpha val="714"/>
                  </a:srgbClr>
                </a:gs>
                <a:gs pos="57143">
                  <a:srgbClr val="FCFBFB">
                    <a:alpha val="396"/>
                  </a:srgbClr>
                </a:gs>
                <a:gs pos="71429">
                  <a:srgbClr val="FCFBFB">
                    <a:alpha val="186"/>
                  </a:srgbClr>
                </a:gs>
                <a:gs pos="85714">
                  <a:srgbClr val="FCFBFB">
                    <a:alpha val="73"/>
                  </a:srgbClr>
                </a:gs>
                <a:gs pos="100000">
                  <a:srgbClr val="FCFBFB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8692422">
              <a:off x="2029063" y="731898"/>
              <a:ext cx="748896" cy="238289"/>
            </a:xfrm>
            <a:prstGeom prst="ellipse">
              <a:avLst/>
            </a:prstGeom>
            <a:gradFill>
              <a:gsLst>
                <a:gs pos="0">
                  <a:srgbClr val="FBFAFB">
                    <a:alpha val="1818"/>
                  </a:srgbClr>
                </a:gs>
                <a:gs pos="14286">
                  <a:srgbClr val="FBFAFB">
                    <a:alpha val="1672"/>
                  </a:srgbClr>
                </a:gs>
                <a:gs pos="28571">
                  <a:srgbClr val="FBFAFB">
                    <a:alpha val="1301"/>
                  </a:srgbClr>
                </a:gs>
                <a:gs pos="42857">
                  <a:srgbClr val="FBFAFB">
                    <a:alpha val="855"/>
                  </a:srgbClr>
                </a:gs>
                <a:gs pos="57143">
                  <a:srgbClr val="FBFAFB">
                    <a:alpha val="475"/>
                  </a:srgbClr>
                </a:gs>
                <a:gs pos="71429">
                  <a:srgbClr val="FBFAFB">
                    <a:alpha val="223"/>
                  </a:srgbClr>
                </a:gs>
                <a:gs pos="85714">
                  <a:srgbClr val="FBFAFB">
                    <a:alpha val="88"/>
                  </a:srgbClr>
                </a:gs>
                <a:gs pos="100000">
                  <a:srgbClr val="FBFAFB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6965223">
              <a:off x="486118" y="1260809"/>
              <a:ext cx="369072" cy="659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10272301">
              <a:off x="2760780" y="387151"/>
              <a:ext cx="755571" cy="236548"/>
            </a:xfrm>
            <a:prstGeom prst="ellipse">
              <a:avLst/>
            </a:prstGeom>
            <a:gradFill>
              <a:gsLst>
                <a:gs pos="0">
                  <a:srgbClr val="010000">
                    <a:alpha val="5655"/>
                  </a:srgbClr>
                </a:gs>
                <a:gs pos="14286">
                  <a:srgbClr val="010000">
                    <a:alpha val="5210"/>
                  </a:srgbClr>
                </a:gs>
                <a:gs pos="28571">
                  <a:srgbClr val="010000">
                    <a:alpha val="4069"/>
                  </a:srgbClr>
                </a:gs>
                <a:gs pos="42857">
                  <a:srgbClr val="010000">
                    <a:alpha val="2688"/>
                  </a:srgbClr>
                </a:gs>
                <a:gs pos="57143">
                  <a:srgbClr val="010000">
                    <a:alpha val="1499"/>
                  </a:srgbClr>
                </a:gs>
                <a:gs pos="71429">
                  <a:srgbClr val="010000">
                    <a:alpha val="704"/>
                  </a:srgbClr>
                </a:gs>
                <a:gs pos="85714">
                  <a:srgbClr val="010000">
                    <a:alpha val="279"/>
                  </a:srgbClr>
                </a:gs>
                <a:gs pos="100000">
                  <a:srgbClr val="0100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9859610">
              <a:off x="3434205" y="949829"/>
              <a:ext cx="225364" cy="35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9260878">
              <a:off x="840755" y="1191182"/>
              <a:ext cx="121955" cy="1033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9804960">
              <a:off x="543969" y="810537"/>
              <a:ext cx="747842" cy="34308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10591865">
              <a:off x="-156653" y="732838"/>
              <a:ext cx="760194" cy="167606"/>
            </a:xfrm>
            <a:prstGeom prst="ellipse">
              <a:avLst/>
            </a:prstGeom>
            <a:gradFill>
              <a:gsLst>
                <a:gs pos="0">
                  <a:srgbClr val="69696A">
                    <a:alpha val="3145"/>
                  </a:srgbClr>
                </a:gs>
                <a:gs pos="14286">
                  <a:srgbClr val="69696A">
                    <a:alpha val="2894"/>
                  </a:srgbClr>
                </a:gs>
                <a:gs pos="28571">
                  <a:srgbClr val="69696A">
                    <a:alpha val="2255"/>
                  </a:srgbClr>
                </a:gs>
                <a:gs pos="42857">
                  <a:srgbClr val="69696A">
                    <a:alpha val="1485"/>
                  </a:srgbClr>
                </a:gs>
                <a:gs pos="57143">
                  <a:srgbClr val="69696A">
                    <a:alpha val="825"/>
                  </a:srgbClr>
                </a:gs>
                <a:gs pos="71429">
                  <a:srgbClr val="69696A">
                    <a:alpha val="387"/>
                  </a:srgbClr>
                </a:gs>
                <a:gs pos="85714">
                  <a:srgbClr val="69696A">
                    <a:alpha val="153"/>
                  </a:srgbClr>
                </a:gs>
                <a:gs pos="100000">
                  <a:srgbClr val="69696A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9767717">
              <a:off x="2676668" y="512705"/>
              <a:ext cx="507330" cy="256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5400000">
              <a:off x="1068915" y="779744"/>
              <a:ext cx="53610" cy="53610"/>
            </a:xfrm>
            <a:prstGeom prst="ellipse">
              <a:avLst/>
            </a:prstGeom>
            <a:gradFill>
              <a:gsLst>
                <a:gs pos="0">
                  <a:srgbClr val="787878">
                    <a:alpha val="15540"/>
                  </a:srgbClr>
                </a:gs>
                <a:gs pos="14286">
                  <a:srgbClr val="787878">
                    <a:alpha val="14378"/>
                  </a:srgbClr>
                </a:gs>
                <a:gs pos="28571">
                  <a:srgbClr val="787878">
                    <a:alpha val="11355"/>
                  </a:srgbClr>
                </a:gs>
                <a:gs pos="42857">
                  <a:srgbClr val="787878">
                    <a:alpha val="7601"/>
                  </a:srgbClr>
                </a:gs>
                <a:gs pos="57143">
                  <a:srgbClr val="787878">
                    <a:alpha val="4286"/>
                  </a:srgbClr>
                </a:gs>
                <a:gs pos="71429">
                  <a:srgbClr val="787878">
                    <a:alpha val="2030"/>
                  </a:srgbClr>
                </a:gs>
                <a:gs pos="85714">
                  <a:srgbClr val="787878">
                    <a:alpha val="808"/>
                  </a:srgbClr>
                </a:gs>
                <a:gs pos="100000">
                  <a:srgbClr val="787878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-9572283">
              <a:off x="1524864" y="305935"/>
              <a:ext cx="508456" cy="35242"/>
            </a:xfrm>
            <a:prstGeom prst="ellipse">
              <a:avLst/>
            </a:prstGeom>
            <a:gradFill>
              <a:gsLst>
                <a:gs pos="0">
                  <a:srgbClr val="060004">
                    <a:alpha val="32968"/>
                  </a:srgbClr>
                </a:gs>
                <a:gs pos="14286">
                  <a:srgbClr val="060004">
                    <a:alpha val="30764"/>
                  </a:srgbClr>
                </a:gs>
                <a:gs pos="28571">
                  <a:srgbClr val="060004">
                    <a:alpha val="24833"/>
                  </a:srgbClr>
                </a:gs>
                <a:gs pos="42857">
                  <a:srgbClr val="060004">
                    <a:alpha val="17075"/>
                  </a:srgbClr>
                </a:gs>
                <a:gs pos="57143">
                  <a:srgbClr val="060004">
                    <a:alpha val="9855"/>
                  </a:srgbClr>
                </a:gs>
                <a:gs pos="71429">
                  <a:srgbClr val="060004">
                    <a:alpha val="4740"/>
                  </a:srgbClr>
                </a:gs>
                <a:gs pos="85714">
                  <a:srgbClr val="060004">
                    <a:alpha val="1902"/>
                  </a:srgbClr>
                </a:gs>
                <a:gs pos="100000">
                  <a:srgbClr val="06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5400000">
              <a:off x="134465" y="316674"/>
              <a:ext cx="53583" cy="53583"/>
            </a:xfrm>
            <a:prstGeom prst="ellipse">
              <a:avLst/>
            </a:prstGeom>
            <a:gradFill>
              <a:gsLst>
                <a:gs pos="0">
                  <a:srgbClr val="949394">
                    <a:alpha val="15547"/>
                  </a:srgbClr>
                </a:gs>
                <a:gs pos="14286">
                  <a:srgbClr val="949394">
                    <a:alpha val="14385"/>
                  </a:srgbClr>
                </a:gs>
                <a:gs pos="28571">
                  <a:srgbClr val="949394">
                    <a:alpha val="11360"/>
                  </a:srgbClr>
                </a:gs>
                <a:gs pos="42857">
                  <a:srgbClr val="949394">
                    <a:alpha val="7605"/>
                  </a:srgbClr>
                </a:gs>
                <a:gs pos="57143">
                  <a:srgbClr val="949394">
                    <a:alpha val="4288"/>
                  </a:srgbClr>
                </a:gs>
                <a:gs pos="71429">
                  <a:srgbClr val="949394">
                    <a:alpha val="2031"/>
                  </a:srgbClr>
                </a:gs>
                <a:gs pos="85714">
                  <a:srgbClr val="949394">
                    <a:alpha val="808"/>
                  </a:srgbClr>
                </a:gs>
                <a:gs pos="100000">
                  <a:srgbClr val="949394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5400000">
              <a:off x="2200526" y="192855"/>
              <a:ext cx="56022" cy="56022"/>
            </a:xfrm>
            <a:prstGeom prst="ellipse">
              <a:avLst/>
            </a:prstGeom>
            <a:gradFill>
              <a:gsLst>
                <a:gs pos="0">
                  <a:srgbClr val="5F5F5F">
                    <a:alpha val="14904"/>
                  </a:srgbClr>
                </a:gs>
                <a:gs pos="14286">
                  <a:srgbClr val="5F5F5F">
                    <a:alpha val="13786"/>
                  </a:srgbClr>
                </a:gs>
                <a:gs pos="28571">
                  <a:srgbClr val="5F5F5F">
                    <a:alpha val="10879"/>
                  </a:srgbClr>
                </a:gs>
                <a:gs pos="42857">
                  <a:srgbClr val="5F5F5F">
                    <a:alpha val="7276"/>
                  </a:srgbClr>
                </a:gs>
                <a:gs pos="57143">
                  <a:srgbClr val="5F5F5F">
                    <a:alpha val="4100"/>
                  </a:srgbClr>
                </a:gs>
                <a:gs pos="71429">
                  <a:srgbClr val="5F5F5F">
                    <a:alpha val="1940"/>
                  </a:srgbClr>
                </a:gs>
                <a:gs pos="85714">
                  <a:srgbClr val="5F5F5F">
                    <a:alpha val="772"/>
                  </a:srgbClr>
                </a:gs>
                <a:gs pos="100000">
                  <a:srgbClr val="5F5F5F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-10246407">
              <a:off x="2875388" y="767347"/>
              <a:ext cx="952957" cy="183111"/>
            </a:xfrm>
            <a:prstGeom prst="ellipse">
              <a:avLst/>
            </a:prstGeom>
            <a:gradFill>
              <a:gsLst>
                <a:gs pos="0">
                  <a:srgbClr val="D4D4D4">
                    <a:alpha val="2163"/>
                  </a:srgbClr>
                </a:gs>
                <a:gs pos="14286">
                  <a:srgbClr val="D4D4D4">
                    <a:alpha val="1990"/>
                  </a:srgbClr>
                </a:gs>
                <a:gs pos="28571">
                  <a:srgbClr val="D4D4D4">
                    <a:alpha val="1548"/>
                  </a:srgbClr>
                </a:gs>
                <a:gs pos="42857">
                  <a:srgbClr val="D4D4D4">
                    <a:alpha val="1018"/>
                  </a:srgbClr>
                </a:gs>
                <a:gs pos="57143">
                  <a:srgbClr val="D4D4D4">
                    <a:alpha val="566"/>
                  </a:srgbClr>
                </a:gs>
                <a:gs pos="71429">
                  <a:srgbClr val="D4D4D4">
                    <a:alpha val="265"/>
                  </a:srgbClr>
                </a:gs>
                <a:gs pos="85714">
                  <a:srgbClr val="D4D4D4">
                    <a:alpha val="105"/>
                  </a:srgbClr>
                </a:gs>
                <a:gs pos="100000">
                  <a:srgbClr val="D4D4D4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-8684415">
              <a:off x="2829696" y="11466"/>
              <a:ext cx="980469" cy="146412"/>
            </a:xfrm>
            <a:prstGeom prst="ellipse">
              <a:avLst/>
            </a:prstGeom>
            <a:gradFill>
              <a:gsLst>
                <a:gs pos="0">
                  <a:srgbClr val="343233">
                    <a:alpha val="26855"/>
                  </a:srgbClr>
                </a:gs>
                <a:gs pos="14286">
                  <a:srgbClr val="343233">
                    <a:alpha val="24981"/>
                  </a:srgbClr>
                </a:gs>
                <a:gs pos="28571">
                  <a:srgbClr val="343233">
                    <a:alpha val="20002"/>
                  </a:srgbClr>
                </a:gs>
                <a:gs pos="42857">
                  <a:srgbClr val="343233">
                    <a:alpha val="13617"/>
                  </a:srgbClr>
                </a:gs>
                <a:gs pos="57143">
                  <a:srgbClr val="343233">
                    <a:alpha val="7791"/>
                  </a:srgbClr>
                </a:gs>
                <a:gs pos="71429">
                  <a:srgbClr val="343233">
                    <a:alpha val="3726"/>
                  </a:srgbClr>
                </a:gs>
                <a:gs pos="85714">
                  <a:srgbClr val="343233">
                    <a:alpha val="1490"/>
                  </a:srgbClr>
                </a:gs>
                <a:gs pos="100000">
                  <a:srgbClr val="343233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-9369744">
              <a:off x="1420279" y="29644"/>
              <a:ext cx="206774" cy="572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10426256">
              <a:off x="34957" y="978609"/>
              <a:ext cx="720684" cy="155565"/>
            </a:xfrm>
            <a:prstGeom prst="ellipse">
              <a:avLst/>
            </a:prstGeom>
            <a:gradFill>
              <a:gsLst>
                <a:gs pos="0">
                  <a:srgbClr val="242425">
                    <a:alpha val="3097"/>
                  </a:srgbClr>
                </a:gs>
                <a:gs pos="14286">
                  <a:srgbClr val="242425">
                    <a:alpha val="2850"/>
                  </a:srgbClr>
                </a:gs>
                <a:gs pos="28571">
                  <a:srgbClr val="242425">
                    <a:alpha val="2220"/>
                  </a:srgbClr>
                </a:gs>
                <a:gs pos="42857">
                  <a:srgbClr val="242425">
                    <a:alpha val="1462"/>
                  </a:srgbClr>
                </a:gs>
                <a:gs pos="57143">
                  <a:srgbClr val="242425">
                    <a:alpha val="813"/>
                  </a:srgbClr>
                </a:gs>
                <a:gs pos="71429">
                  <a:srgbClr val="242425">
                    <a:alpha val="381"/>
                  </a:srgbClr>
                </a:gs>
                <a:gs pos="85714">
                  <a:srgbClr val="242425">
                    <a:alpha val="151"/>
                  </a:srgbClr>
                </a:gs>
                <a:gs pos="100000">
                  <a:srgbClr val="242425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10160124">
              <a:off x="1419170" y="210027"/>
              <a:ext cx="511333" cy="117264"/>
            </a:xfrm>
            <a:prstGeom prst="ellipse">
              <a:avLst/>
            </a:prstGeom>
            <a:gradFill>
              <a:gsLst>
                <a:gs pos="0">
                  <a:srgbClr val="252223">
                    <a:alpha val="9382"/>
                  </a:srgbClr>
                </a:gs>
                <a:gs pos="14286">
                  <a:srgbClr val="252223">
                    <a:alpha val="8657"/>
                  </a:srgbClr>
                </a:gs>
                <a:gs pos="28571">
                  <a:srgbClr val="252223">
                    <a:alpha val="6789"/>
                  </a:srgbClr>
                </a:gs>
                <a:gs pos="42857">
                  <a:srgbClr val="252223">
                    <a:alpha val="4507"/>
                  </a:srgbClr>
                </a:gs>
                <a:gs pos="57143">
                  <a:srgbClr val="252223">
                    <a:alpha val="2523"/>
                  </a:srgbClr>
                </a:gs>
                <a:gs pos="71429">
                  <a:srgbClr val="252223">
                    <a:alpha val="1189"/>
                  </a:srgbClr>
                </a:gs>
                <a:gs pos="85714">
                  <a:srgbClr val="252223">
                    <a:alpha val="472"/>
                  </a:srgbClr>
                </a:gs>
                <a:gs pos="100000">
                  <a:srgbClr val="252223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8298186">
              <a:off x="1379899" y="919774"/>
              <a:ext cx="637269" cy="506104"/>
            </a:xfrm>
            <a:prstGeom prst="ellipse">
              <a:avLst/>
            </a:prstGeom>
            <a:gradFill>
              <a:gsLst>
                <a:gs pos="0">
                  <a:srgbClr val="000200">
                    <a:alpha val="7337"/>
                  </a:srgbClr>
                </a:gs>
                <a:gs pos="14286">
                  <a:srgbClr val="000200">
                    <a:alpha val="6764"/>
                  </a:srgbClr>
                </a:gs>
                <a:gs pos="28571">
                  <a:srgbClr val="000200">
                    <a:alpha val="5293"/>
                  </a:srgbClr>
                </a:gs>
                <a:gs pos="42857">
                  <a:srgbClr val="000200">
                    <a:alpha val="3504"/>
                  </a:srgbClr>
                </a:gs>
                <a:gs pos="57143">
                  <a:srgbClr val="000200">
                    <a:alpha val="1957"/>
                  </a:srgbClr>
                </a:gs>
                <a:gs pos="71429">
                  <a:srgbClr val="000200">
                    <a:alpha val="921"/>
                  </a:srgbClr>
                </a:gs>
                <a:gs pos="85714">
                  <a:srgbClr val="000200">
                    <a:alpha val="365"/>
                  </a:srgbClr>
                </a:gs>
                <a:gs pos="100000">
                  <a:srgbClr val="00020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-9899709">
              <a:off x="554601" y="682486"/>
              <a:ext cx="344754" cy="36884"/>
            </a:xfrm>
            <a:prstGeom prst="ellipse">
              <a:avLst/>
            </a:prstGeom>
            <a:gradFill>
              <a:gsLst>
                <a:gs pos="0">
                  <a:srgbClr val="000000">
                    <a:alpha val="27481"/>
                  </a:srgbClr>
                </a:gs>
                <a:gs pos="14286">
                  <a:srgbClr val="000000">
                    <a:alpha val="25571"/>
                  </a:srgbClr>
                </a:gs>
                <a:gs pos="28571">
                  <a:srgbClr val="000000">
                    <a:alpha val="20491"/>
                  </a:srgbClr>
                </a:gs>
                <a:gs pos="42857">
                  <a:srgbClr val="000000">
                    <a:alpha val="13964"/>
                  </a:srgbClr>
                </a:gs>
                <a:gs pos="57143">
                  <a:srgbClr val="000000">
                    <a:alpha val="7996"/>
                  </a:srgbClr>
                </a:gs>
                <a:gs pos="71429">
                  <a:srgbClr val="000000">
                    <a:alpha val="3826"/>
                  </a:srgbClr>
                </a:gs>
                <a:gs pos="85714">
                  <a:srgbClr val="000000">
                    <a:alpha val="1531"/>
                  </a:srgbClr>
                </a:gs>
                <a:gs pos="100000">
                  <a:srgbClr val="000000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-9664676">
              <a:off x="1638413" y="312851"/>
              <a:ext cx="340318" cy="52253"/>
            </a:xfrm>
            <a:prstGeom prst="ellipse">
              <a:avLst/>
            </a:prstGeom>
            <a:gradFill>
              <a:gsLst>
                <a:gs pos="0">
                  <a:srgbClr val="090006">
                    <a:alpha val="32968"/>
                  </a:srgbClr>
                </a:gs>
                <a:gs pos="14286">
                  <a:srgbClr val="090006">
                    <a:alpha val="30764"/>
                  </a:srgbClr>
                </a:gs>
                <a:gs pos="28571">
                  <a:srgbClr val="090006">
                    <a:alpha val="24833"/>
                  </a:srgbClr>
                </a:gs>
                <a:gs pos="42857">
                  <a:srgbClr val="090006">
                    <a:alpha val="17075"/>
                  </a:srgbClr>
                </a:gs>
                <a:gs pos="57143">
                  <a:srgbClr val="090006">
                    <a:alpha val="9855"/>
                  </a:srgbClr>
                </a:gs>
                <a:gs pos="71429">
                  <a:srgbClr val="090006">
                    <a:alpha val="4740"/>
                  </a:srgbClr>
                </a:gs>
                <a:gs pos="85714">
                  <a:srgbClr val="090006">
                    <a:alpha val="1902"/>
                  </a:srgbClr>
                </a:gs>
                <a:gs pos="100000">
                  <a:srgbClr val="09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9570970">
              <a:off x="1605361" y="-15308"/>
              <a:ext cx="184463" cy="101956"/>
            </a:xfrm>
            <a:prstGeom prst="ellipse">
              <a:avLst/>
            </a:prstGeom>
            <a:gradFill>
              <a:gsLst>
                <a:gs pos="0">
                  <a:srgbClr val="FDFEFE">
                    <a:alpha val="15823"/>
                  </a:srgbClr>
                </a:gs>
                <a:gs pos="14286">
                  <a:srgbClr val="FDFEFE">
                    <a:alpha val="14642"/>
                  </a:srgbClr>
                </a:gs>
                <a:gs pos="28571">
                  <a:srgbClr val="FDFEFE">
                    <a:alpha val="11567"/>
                  </a:srgbClr>
                </a:gs>
                <a:gs pos="42857">
                  <a:srgbClr val="FDFEFE">
                    <a:alpha val="7746"/>
                  </a:srgbClr>
                </a:gs>
                <a:gs pos="57143">
                  <a:srgbClr val="FDFEFE">
                    <a:alpha val="4369"/>
                  </a:srgbClr>
                </a:gs>
                <a:gs pos="71429">
                  <a:srgbClr val="FDFEFE">
                    <a:alpha val="2070"/>
                  </a:srgbClr>
                </a:gs>
                <a:gs pos="85714">
                  <a:srgbClr val="FDFEFE">
                    <a:alpha val="824"/>
                  </a:srgbClr>
                </a:gs>
                <a:gs pos="100000">
                  <a:srgbClr val="FDFEFE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-10054454">
              <a:off x="3195754" y="834224"/>
              <a:ext cx="220118" cy="50597"/>
            </a:xfrm>
            <a:prstGeom prst="ellipse">
              <a:avLst/>
            </a:prstGeom>
            <a:gradFill>
              <a:gsLst>
                <a:gs pos="0">
                  <a:srgbClr val="393A3A">
                    <a:alpha val="32700"/>
                  </a:srgbClr>
                </a:gs>
                <a:gs pos="14286">
                  <a:srgbClr val="393A3A">
                    <a:alpha val="30509"/>
                  </a:srgbClr>
                </a:gs>
                <a:gs pos="28571">
                  <a:srgbClr val="393A3A">
                    <a:alpha val="24618"/>
                  </a:srgbClr>
                </a:gs>
                <a:gs pos="42857">
                  <a:srgbClr val="393A3A">
                    <a:alpha val="16920"/>
                  </a:srgbClr>
                </a:gs>
                <a:gs pos="57143">
                  <a:srgbClr val="393A3A">
                    <a:alpha val="9761"/>
                  </a:srgbClr>
                </a:gs>
                <a:gs pos="71429">
                  <a:srgbClr val="393A3A">
                    <a:alpha val="4694"/>
                  </a:srgbClr>
                </a:gs>
                <a:gs pos="85714">
                  <a:srgbClr val="393A3A">
                    <a:alpha val="1883"/>
                  </a:srgbClr>
                </a:gs>
                <a:gs pos="100000">
                  <a:srgbClr val="393A3A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-9541619">
              <a:off x="1466533" y="871437"/>
              <a:ext cx="607690" cy="65414"/>
            </a:xfrm>
            <a:prstGeom prst="ellipse">
              <a:avLst/>
            </a:prstGeom>
            <a:gradFill>
              <a:gsLst>
                <a:gs pos="0">
                  <a:srgbClr val="E7E7E7">
                    <a:alpha val="8801"/>
                  </a:srgbClr>
                </a:gs>
                <a:gs pos="14286">
                  <a:srgbClr val="E7E7E7">
                    <a:alpha val="8119"/>
                  </a:srgbClr>
                </a:gs>
                <a:gs pos="28571">
                  <a:srgbClr val="E7E7E7">
                    <a:alpha val="6363"/>
                  </a:srgbClr>
                </a:gs>
                <a:gs pos="42857">
                  <a:srgbClr val="E7E7E7">
                    <a:alpha val="4221"/>
                  </a:srgbClr>
                </a:gs>
                <a:gs pos="57143">
                  <a:srgbClr val="E7E7E7">
                    <a:alpha val="2361"/>
                  </a:srgbClr>
                </a:gs>
                <a:gs pos="71429">
                  <a:srgbClr val="E7E7E7">
                    <a:alpha val="1112"/>
                  </a:srgbClr>
                </a:gs>
                <a:gs pos="85714">
                  <a:srgbClr val="E7E7E7">
                    <a:alpha val="441"/>
                  </a:srgbClr>
                </a:gs>
                <a:gs pos="100000">
                  <a:srgbClr val="E7E7E7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5400000">
              <a:off x="1458178" y="521316"/>
              <a:ext cx="56761" cy="56761"/>
            </a:xfrm>
            <a:prstGeom prst="ellipse">
              <a:avLst/>
            </a:prstGeom>
            <a:gradFill>
              <a:gsLst>
                <a:gs pos="0">
                  <a:srgbClr val="828282">
                    <a:alpha val="14708"/>
                  </a:srgbClr>
                </a:gs>
                <a:gs pos="14286">
                  <a:srgbClr val="828282">
                    <a:alpha val="13603"/>
                  </a:srgbClr>
                </a:gs>
                <a:gs pos="28571">
                  <a:srgbClr val="828282">
                    <a:alpha val="10732"/>
                  </a:srgbClr>
                </a:gs>
                <a:gs pos="42857">
                  <a:srgbClr val="828282">
                    <a:alpha val="7176"/>
                  </a:srgbClr>
                </a:gs>
                <a:gs pos="57143">
                  <a:srgbClr val="828282">
                    <a:alpha val="4042"/>
                  </a:srgbClr>
                </a:gs>
                <a:gs pos="71429">
                  <a:srgbClr val="828282">
                    <a:alpha val="1913"/>
                  </a:srgbClr>
                </a:gs>
                <a:gs pos="85714">
                  <a:srgbClr val="828282">
                    <a:alpha val="761"/>
                  </a:srgbClr>
                </a:gs>
                <a:gs pos="100000">
                  <a:srgbClr val="828282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9728885">
              <a:off x="1620546" y="649974"/>
              <a:ext cx="705265" cy="450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10612542">
              <a:off x="600025" y="429831"/>
              <a:ext cx="731288" cy="170664"/>
            </a:xfrm>
            <a:prstGeom prst="ellipse">
              <a:avLst/>
            </a:prstGeom>
            <a:gradFill>
              <a:gsLst>
                <a:gs pos="0">
                  <a:srgbClr val="AAAAAA">
                    <a:alpha val="6710"/>
                  </a:srgbClr>
                </a:gs>
                <a:gs pos="14286">
                  <a:srgbClr val="AAAAAA">
                    <a:alpha val="6184"/>
                  </a:srgbClr>
                </a:gs>
                <a:gs pos="28571">
                  <a:srgbClr val="AAAAAA">
                    <a:alpha val="4836"/>
                  </a:srgbClr>
                </a:gs>
                <a:gs pos="42857">
                  <a:srgbClr val="AAAAAA">
                    <a:alpha val="3199"/>
                  </a:srgbClr>
                </a:gs>
                <a:gs pos="57143">
                  <a:srgbClr val="AAAAAA">
                    <a:alpha val="1785"/>
                  </a:srgbClr>
                </a:gs>
                <a:gs pos="71429">
                  <a:srgbClr val="AAAAAA">
                    <a:alpha val="840"/>
                  </a:srgbClr>
                </a:gs>
                <a:gs pos="85714">
                  <a:srgbClr val="AAAAAA">
                    <a:alpha val="333"/>
                  </a:srgbClr>
                </a:gs>
                <a:gs pos="100000">
                  <a:srgbClr val="AAAAAA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10432101">
              <a:off x="1835486" y="1212428"/>
              <a:ext cx="692239" cy="575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5400000">
              <a:off x="122953" y="1077939"/>
              <a:ext cx="58186" cy="58186"/>
            </a:xfrm>
            <a:prstGeom prst="ellipse">
              <a:avLst/>
            </a:prstGeom>
            <a:gradFill>
              <a:gsLst>
                <a:gs pos="0">
                  <a:srgbClr val="838383">
                    <a:alpha val="14329"/>
                  </a:srgbClr>
                </a:gs>
                <a:gs pos="14286">
                  <a:srgbClr val="838383">
                    <a:alpha val="13250"/>
                  </a:srgbClr>
                </a:gs>
                <a:gs pos="28571">
                  <a:srgbClr val="838383">
                    <a:alpha val="10449"/>
                  </a:srgbClr>
                </a:gs>
                <a:gs pos="42857">
                  <a:srgbClr val="838383">
                    <a:alpha val="6983"/>
                  </a:srgbClr>
                </a:gs>
                <a:gs pos="57143">
                  <a:srgbClr val="838383">
                    <a:alpha val="3932"/>
                  </a:srgbClr>
                </a:gs>
                <a:gs pos="71429">
                  <a:srgbClr val="838383">
                    <a:alpha val="1860"/>
                  </a:srgbClr>
                </a:gs>
                <a:gs pos="85714">
                  <a:srgbClr val="838383">
                    <a:alpha val="740"/>
                  </a:srgbClr>
                </a:gs>
                <a:gs pos="100000">
                  <a:srgbClr val="838383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9537452">
              <a:off x="2048657" y="516687"/>
              <a:ext cx="496487" cy="37098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-9403535">
              <a:off x="3184448" y="880229"/>
              <a:ext cx="403193" cy="28400"/>
            </a:xfrm>
            <a:prstGeom prst="ellipse">
              <a:avLst/>
            </a:prstGeom>
            <a:gradFill>
              <a:gsLst>
                <a:gs pos="0">
                  <a:srgbClr val="676766">
                    <a:alpha val="32968"/>
                  </a:srgbClr>
                </a:gs>
                <a:gs pos="14286">
                  <a:srgbClr val="676766">
                    <a:alpha val="30764"/>
                  </a:srgbClr>
                </a:gs>
                <a:gs pos="28571">
                  <a:srgbClr val="676766">
                    <a:alpha val="24833"/>
                  </a:srgbClr>
                </a:gs>
                <a:gs pos="42857">
                  <a:srgbClr val="676766">
                    <a:alpha val="17075"/>
                  </a:srgbClr>
                </a:gs>
                <a:gs pos="57143">
                  <a:srgbClr val="676766">
                    <a:alpha val="9855"/>
                  </a:srgbClr>
                </a:gs>
                <a:gs pos="71429">
                  <a:srgbClr val="676766">
                    <a:alpha val="4740"/>
                  </a:srgbClr>
                </a:gs>
                <a:gs pos="85714">
                  <a:srgbClr val="676766">
                    <a:alpha val="1902"/>
                  </a:srgbClr>
                </a:gs>
                <a:gs pos="100000">
                  <a:srgbClr val="6767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-9823544">
              <a:off x="102821" y="186306"/>
              <a:ext cx="721537" cy="213631"/>
            </a:xfrm>
            <a:prstGeom prst="ellipse">
              <a:avLst/>
            </a:prstGeom>
            <a:gradFill>
              <a:gsLst>
                <a:gs pos="0">
                  <a:srgbClr val="70706F">
                    <a:alpha val="8820"/>
                  </a:srgbClr>
                </a:gs>
                <a:gs pos="14286">
                  <a:srgbClr val="70706F">
                    <a:alpha val="8137"/>
                  </a:srgbClr>
                </a:gs>
                <a:gs pos="28571">
                  <a:srgbClr val="70706F">
                    <a:alpha val="6377"/>
                  </a:srgbClr>
                </a:gs>
                <a:gs pos="42857">
                  <a:srgbClr val="70706F">
                    <a:alpha val="4230"/>
                  </a:srgbClr>
                </a:gs>
                <a:gs pos="57143">
                  <a:srgbClr val="70706F">
                    <a:alpha val="2367"/>
                  </a:srgbClr>
                </a:gs>
                <a:gs pos="71429">
                  <a:srgbClr val="70706F">
                    <a:alpha val="1115"/>
                  </a:srgbClr>
                </a:gs>
                <a:gs pos="85714">
                  <a:srgbClr val="70706F">
                    <a:alpha val="442"/>
                  </a:srgbClr>
                </a:gs>
                <a:gs pos="100000">
                  <a:srgbClr val="70706F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400000">
              <a:off x="2335017" y="579281"/>
              <a:ext cx="59522" cy="59522"/>
            </a:xfrm>
            <a:prstGeom prst="ellipse">
              <a:avLst/>
            </a:prstGeom>
            <a:gradFill>
              <a:gsLst>
                <a:gs pos="0">
                  <a:srgbClr val="9B9B9B">
                    <a:alpha val="13972"/>
                  </a:srgbClr>
                </a:gs>
                <a:gs pos="14286">
                  <a:srgbClr val="9B9B9B">
                    <a:alpha val="12918"/>
                  </a:srgbClr>
                </a:gs>
                <a:gs pos="28571">
                  <a:srgbClr val="9B9B9B">
                    <a:alpha val="10183"/>
                  </a:srgbClr>
                </a:gs>
                <a:gs pos="42857">
                  <a:srgbClr val="9B9B9B">
                    <a:alpha val="6802"/>
                  </a:srgbClr>
                </a:gs>
                <a:gs pos="57143">
                  <a:srgbClr val="9B9B9B">
                    <a:alpha val="3828"/>
                  </a:srgbClr>
                </a:gs>
                <a:gs pos="71429">
                  <a:srgbClr val="9B9B9B">
                    <a:alpha val="1811"/>
                  </a:srgbClr>
                </a:gs>
                <a:gs pos="85714">
                  <a:srgbClr val="9B9B9B">
                    <a:alpha val="720"/>
                  </a:srgbClr>
                </a:gs>
                <a:gs pos="100000">
                  <a:srgbClr val="9B9B9B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-10449415">
              <a:off x="2836884" y="410695"/>
              <a:ext cx="862959" cy="169581"/>
            </a:xfrm>
            <a:prstGeom prst="ellipse">
              <a:avLst/>
            </a:prstGeom>
            <a:gradFill>
              <a:gsLst>
                <a:gs pos="0">
                  <a:srgbClr val="E0E0DF">
                    <a:alpha val="3996"/>
                  </a:srgbClr>
                </a:gs>
                <a:gs pos="14286">
                  <a:srgbClr val="E0E0DF">
                    <a:alpha val="3679"/>
                  </a:srgbClr>
                </a:gs>
                <a:gs pos="28571">
                  <a:srgbClr val="E0E0DF">
                    <a:alpha val="2869"/>
                  </a:srgbClr>
                </a:gs>
                <a:gs pos="42857">
                  <a:srgbClr val="E0E0DF">
                    <a:alpha val="1891"/>
                  </a:srgbClr>
                </a:gs>
                <a:gs pos="57143">
                  <a:srgbClr val="E0E0DF">
                    <a:alpha val="1052"/>
                  </a:srgbClr>
                </a:gs>
                <a:gs pos="71429">
                  <a:srgbClr val="E0E0DF">
                    <a:alpha val="494"/>
                  </a:srgbClr>
                </a:gs>
                <a:gs pos="85714">
                  <a:srgbClr val="E0E0DF">
                    <a:alpha val="196"/>
                  </a:srgbClr>
                </a:gs>
                <a:gs pos="100000">
                  <a:srgbClr val="E0E0DF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10723526">
              <a:off x="-17876" y="430920"/>
              <a:ext cx="504243" cy="115729"/>
            </a:xfrm>
            <a:prstGeom prst="ellipse">
              <a:avLst/>
            </a:prstGeom>
            <a:gradFill>
              <a:gsLst>
                <a:gs pos="0">
                  <a:srgbClr val="D1D1D1">
                    <a:alpha val="12966"/>
                  </a:srgbClr>
                </a:gs>
                <a:gs pos="14286">
                  <a:srgbClr val="D1D1D1">
                    <a:alpha val="11983"/>
                  </a:srgbClr>
                </a:gs>
                <a:gs pos="28571">
                  <a:srgbClr val="D1D1D1">
                    <a:alpha val="9435"/>
                  </a:srgbClr>
                </a:gs>
                <a:gs pos="42857">
                  <a:srgbClr val="D1D1D1">
                    <a:alpha val="6293"/>
                  </a:srgbClr>
                </a:gs>
                <a:gs pos="57143">
                  <a:srgbClr val="D1D1D1">
                    <a:alpha val="3538"/>
                  </a:srgbClr>
                </a:gs>
                <a:gs pos="71429">
                  <a:srgbClr val="D1D1D1">
                    <a:alpha val="1672"/>
                  </a:srgbClr>
                </a:gs>
                <a:gs pos="85714">
                  <a:srgbClr val="D1D1D1">
                    <a:alpha val="664"/>
                  </a:srgbClr>
                </a:gs>
                <a:gs pos="100000">
                  <a:srgbClr val="D1D1D1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10139194">
              <a:off x="-246951" y="338004"/>
              <a:ext cx="682189" cy="130133"/>
            </a:xfrm>
            <a:prstGeom prst="ellipse">
              <a:avLst/>
            </a:prstGeom>
            <a:gradFill>
              <a:gsLst>
                <a:gs pos="0">
                  <a:srgbClr val="000000">
                    <a:alpha val="3847"/>
                  </a:srgbClr>
                </a:gs>
                <a:gs pos="14286">
                  <a:srgbClr val="000000">
                    <a:alpha val="3542"/>
                  </a:srgbClr>
                </a:gs>
                <a:gs pos="28571">
                  <a:srgbClr val="000000">
                    <a:alpha val="2761"/>
                  </a:srgbClr>
                </a:gs>
                <a:gs pos="42857">
                  <a:srgbClr val="000000">
                    <a:alpha val="1820"/>
                  </a:srgbClr>
                </a:gs>
                <a:gs pos="57143">
                  <a:srgbClr val="000000">
                    <a:alpha val="1012"/>
                  </a:srgbClr>
                </a:gs>
                <a:gs pos="71429">
                  <a:srgbClr val="000000">
                    <a:alpha val="475"/>
                  </a:srgbClr>
                </a:gs>
                <a:gs pos="85714">
                  <a:srgbClr val="000000">
                    <a:alpha val="188"/>
                  </a:srgbClr>
                </a:gs>
                <a:gs pos="100000">
                  <a:srgbClr val="0000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5400000">
              <a:off x="104485" y="1095491"/>
              <a:ext cx="62518" cy="62518"/>
            </a:xfrm>
            <a:prstGeom prst="ellipse">
              <a:avLst/>
            </a:prstGeom>
            <a:gradFill>
              <a:gsLst>
                <a:gs pos="0">
                  <a:srgbClr val="5F5F5F">
                    <a:alpha val="13166"/>
                  </a:srgbClr>
                </a:gs>
                <a:gs pos="14286">
                  <a:srgbClr val="5F5F5F">
                    <a:alpha val="12169"/>
                  </a:srgbClr>
                </a:gs>
                <a:gs pos="28571">
                  <a:srgbClr val="5F5F5F">
                    <a:alpha val="9584"/>
                  </a:srgbClr>
                </a:gs>
                <a:gs pos="42857">
                  <a:srgbClr val="5F5F5F">
                    <a:alpha val="6395"/>
                  </a:srgbClr>
                </a:gs>
                <a:gs pos="57143">
                  <a:srgbClr val="5F5F5F">
                    <a:alpha val="3595"/>
                  </a:srgbClr>
                </a:gs>
                <a:gs pos="71429">
                  <a:srgbClr val="5F5F5F">
                    <a:alpha val="1699"/>
                  </a:srgbClr>
                </a:gs>
                <a:gs pos="85714">
                  <a:srgbClr val="5F5F5F">
                    <a:alpha val="675"/>
                  </a:srgbClr>
                </a:gs>
                <a:gs pos="100000">
                  <a:srgbClr val="5F5F5F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-10266406">
              <a:off x="1954688" y="295541"/>
              <a:ext cx="806834" cy="212576"/>
            </a:xfrm>
            <a:prstGeom prst="ellipse">
              <a:avLst/>
            </a:prstGeom>
            <a:gradFill>
              <a:gsLst>
                <a:gs pos="0">
                  <a:srgbClr val="A3A3A3">
                    <a:alpha val="2029"/>
                  </a:srgbClr>
                </a:gs>
                <a:gs pos="14286">
                  <a:srgbClr val="A3A3A3">
                    <a:alpha val="1867"/>
                  </a:srgbClr>
                </a:gs>
                <a:gs pos="28571">
                  <a:srgbClr val="A3A3A3">
                    <a:alpha val="1453"/>
                  </a:srgbClr>
                </a:gs>
                <a:gs pos="42857">
                  <a:srgbClr val="A3A3A3">
                    <a:alpha val="955"/>
                  </a:srgbClr>
                </a:gs>
                <a:gs pos="57143">
                  <a:srgbClr val="A3A3A3">
                    <a:alpha val="530"/>
                  </a:srgbClr>
                </a:gs>
                <a:gs pos="71429">
                  <a:srgbClr val="A3A3A3">
                    <a:alpha val="249"/>
                  </a:srgbClr>
                </a:gs>
                <a:gs pos="85714">
                  <a:srgbClr val="A3A3A3">
                    <a:alpha val="98"/>
                  </a:srgbClr>
                </a:gs>
                <a:gs pos="100000">
                  <a:srgbClr val="A3A3A3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9751880">
              <a:off x="3469603" y="637849"/>
              <a:ext cx="231301" cy="391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9452423">
              <a:off x="2165873" y="734271"/>
              <a:ext cx="217946" cy="612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5400000">
              <a:off x="2272908" y="626496"/>
              <a:ext cx="60131" cy="60131"/>
            </a:xfrm>
            <a:prstGeom prst="ellipse">
              <a:avLst/>
            </a:prstGeom>
            <a:gradFill>
              <a:gsLst>
                <a:gs pos="0">
                  <a:srgbClr val="989898">
                    <a:alpha val="13809"/>
                  </a:srgbClr>
                </a:gs>
                <a:gs pos="14286">
                  <a:srgbClr val="989898">
                    <a:alpha val="12767"/>
                  </a:srgbClr>
                </a:gs>
                <a:gs pos="28571">
                  <a:srgbClr val="989898">
                    <a:alpha val="10062"/>
                  </a:srgbClr>
                </a:gs>
                <a:gs pos="42857">
                  <a:srgbClr val="989898">
                    <a:alpha val="6720"/>
                  </a:srgbClr>
                </a:gs>
                <a:gs pos="57143">
                  <a:srgbClr val="989898">
                    <a:alpha val="3781"/>
                  </a:srgbClr>
                </a:gs>
                <a:gs pos="71429">
                  <a:srgbClr val="989898">
                    <a:alpha val="1788"/>
                  </a:srgbClr>
                </a:gs>
                <a:gs pos="85714">
                  <a:srgbClr val="989898">
                    <a:alpha val="711"/>
                  </a:srgbClr>
                </a:gs>
                <a:gs pos="100000">
                  <a:srgbClr val="989898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9247032">
              <a:off x="722045" y="551488"/>
              <a:ext cx="651687" cy="413954"/>
            </a:xfrm>
            <a:prstGeom prst="ellipse">
              <a:avLst/>
            </a:prstGeom>
            <a:gradFill>
              <a:gsLst>
                <a:gs pos="0">
                  <a:srgbClr val="E8E9E8">
                    <a:alpha val="3723"/>
                  </a:srgbClr>
                </a:gs>
                <a:gs pos="14286">
                  <a:srgbClr val="E8E9E8">
                    <a:alpha val="3427"/>
                  </a:srgbClr>
                </a:gs>
                <a:gs pos="28571">
                  <a:srgbClr val="E8E9E8">
                    <a:alpha val="2671"/>
                  </a:srgbClr>
                </a:gs>
                <a:gs pos="42857">
                  <a:srgbClr val="E8E9E8">
                    <a:alpha val="1760"/>
                  </a:srgbClr>
                </a:gs>
                <a:gs pos="57143">
                  <a:srgbClr val="E8E9E8">
                    <a:alpha val="979"/>
                  </a:srgbClr>
                </a:gs>
                <a:gs pos="71429">
                  <a:srgbClr val="E8E9E8">
                    <a:alpha val="460"/>
                  </a:srgbClr>
                </a:gs>
                <a:gs pos="85714">
                  <a:srgbClr val="E8E9E8">
                    <a:alpha val="182"/>
                  </a:srgbClr>
                </a:gs>
                <a:gs pos="100000">
                  <a:srgbClr val="E8E9E8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9628408">
              <a:off x="-273349" y="528225"/>
              <a:ext cx="566275" cy="38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8717852">
              <a:off x="3201725" y="439707"/>
              <a:ext cx="695593" cy="71466"/>
            </a:xfrm>
            <a:prstGeom prst="ellipse">
              <a:avLst/>
            </a:prstGeom>
            <a:gradFill>
              <a:gsLst>
                <a:gs pos="0">
                  <a:srgbClr val="C6C6C7">
                    <a:alpha val="10370"/>
                  </a:srgbClr>
                </a:gs>
                <a:gs pos="14286">
                  <a:srgbClr val="C6C6C7">
                    <a:alpha val="9572"/>
                  </a:srgbClr>
                </a:gs>
                <a:gs pos="28571">
                  <a:srgbClr val="C6C6C7">
                    <a:alpha val="7515"/>
                  </a:srgbClr>
                </a:gs>
                <a:gs pos="42857">
                  <a:srgbClr val="C6C6C7">
                    <a:alpha val="4995"/>
                  </a:srgbClr>
                </a:gs>
                <a:gs pos="57143">
                  <a:srgbClr val="C6C6C7">
                    <a:alpha val="2800"/>
                  </a:srgbClr>
                </a:gs>
                <a:gs pos="71429">
                  <a:srgbClr val="C6C6C7">
                    <a:alpha val="1320"/>
                  </a:srgbClr>
                </a:gs>
                <a:gs pos="85714">
                  <a:srgbClr val="C6C6C7">
                    <a:alpha val="524"/>
                  </a:srgbClr>
                </a:gs>
                <a:gs pos="100000">
                  <a:srgbClr val="C6C6C7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-9631777">
              <a:off x="20902" y="267402"/>
              <a:ext cx="100640" cy="634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9730827">
              <a:off x="1199056" y="765398"/>
              <a:ext cx="745592" cy="465793"/>
            </a:xfrm>
            <a:prstGeom prst="ellipse">
              <a:avLst/>
            </a:prstGeom>
            <a:gradFill>
              <a:gsLst>
                <a:gs pos="0">
                  <a:srgbClr val="E1E2E2">
                    <a:alpha val="2816"/>
                  </a:srgbClr>
                </a:gs>
                <a:gs pos="14286">
                  <a:srgbClr val="E1E2E2">
                    <a:alpha val="2591"/>
                  </a:srgbClr>
                </a:gs>
                <a:gs pos="28571">
                  <a:srgbClr val="E1E2E2">
                    <a:alpha val="2018"/>
                  </a:srgbClr>
                </a:gs>
                <a:gs pos="42857">
                  <a:srgbClr val="E1E2E2">
                    <a:alpha val="1328"/>
                  </a:srgbClr>
                </a:gs>
                <a:gs pos="57143">
                  <a:srgbClr val="E1E2E2">
                    <a:alpha val="738"/>
                  </a:srgbClr>
                </a:gs>
                <a:gs pos="71429">
                  <a:srgbClr val="E1E2E2">
                    <a:alpha val="346"/>
                  </a:srgbClr>
                </a:gs>
                <a:gs pos="85714">
                  <a:srgbClr val="E1E2E2">
                    <a:alpha val="137"/>
                  </a:srgbClr>
                </a:gs>
                <a:gs pos="100000">
                  <a:srgbClr val="E1E2E2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10080863">
              <a:off x="162025" y="519866"/>
              <a:ext cx="307370" cy="476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9469599">
              <a:off x="1340805" y="1266811"/>
              <a:ext cx="226415" cy="480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9120111">
              <a:off x="-144794" y="426230"/>
              <a:ext cx="747580" cy="192685"/>
            </a:xfrm>
            <a:prstGeom prst="ellipse">
              <a:avLst/>
            </a:prstGeom>
            <a:gradFill>
              <a:gsLst>
                <a:gs pos="0">
                  <a:srgbClr val="000000">
                    <a:alpha val="6389"/>
                  </a:srgbClr>
                </a:gs>
                <a:gs pos="14286">
                  <a:srgbClr val="000000">
                    <a:alpha val="5888"/>
                  </a:srgbClr>
                </a:gs>
                <a:gs pos="28571">
                  <a:srgbClr val="000000">
                    <a:alpha val="4603"/>
                  </a:srgbClr>
                </a:gs>
                <a:gs pos="42857">
                  <a:srgbClr val="000000">
                    <a:alpha val="3043"/>
                  </a:srgbClr>
                </a:gs>
                <a:gs pos="57143">
                  <a:srgbClr val="000000">
                    <a:alpha val="1698"/>
                  </a:srgbClr>
                </a:gs>
                <a:gs pos="71429">
                  <a:srgbClr val="000000">
                    <a:alpha val="798"/>
                  </a:srgbClr>
                </a:gs>
                <a:gs pos="85714">
                  <a:srgbClr val="000000">
                    <a:alpha val="316"/>
                  </a:srgbClr>
                </a:gs>
                <a:gs pos="100000">
                  <a:srgbClr val="00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10223860">
              <a:off x="2887420" y="632093"/>
              <a:ext cx="663170" cy="83560"/>
            </a:xfrm>
            <a:prstGeom prst="ellipse">
              <a:avLst/>
            </a:prstGeom>
            <a:gradFill>
              <a:gsLst>
                <a:gs pos="0">
                  <a:srgbClr val="000004">
                    <a:alpha val="17085"/>
                  </a:srgbClr>
                </a:gs>
                <a:gs pos="14286">
                  <a:srgbClr val="000004">
                    <a:alpha val="15819"/>
                  </a:srgbClr>
                </a:gs>
                <a:gs pos="28571">
                  <a:srgbClr val="000004">
                    <a:alpha val="12515"/>
                  </a:srgbClr>
                </a:gs>
                <a:gs pos="42857">
                  <a:srgbClr val="000004">
                    <a:alpha val="8396"/>
                  </a:srgbClr>
                </a:gs>
                <a:gs pos="57143">
                  <a:srgbClr val="000004">
                    <a:alpha val="4743"/>
                  </a:srgbClr>
                </a:gs>
                <a:gs pos="71429">
                  <a:srgbClr val="000004">
                    <a:alpha val="2249"/>
                  </a:srgbClr>
                </a:gs>
                <a:gs pos="85714">
                  <a:srgbClr val="000004">
                    <a:alpha val="895"/>
                  </a:srgbClr>
                </a:gs>
                <a:gs pos="100000">
                  <a:srgbClr val="000004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-9169471">
              <a:off x="2970127" y="98595"/>
              <a:ext cx="943055" cy="68165"/>
            </a:xfrm>
            <a:prstGeom prst="ellipse">
              <a:avLst/>
            </a:prstGeom>
            <a:gradFill>
              <a:gsLst>
                <a:gs pos="0">
                  <a:srgbClr val="969697">
                    <a:alpha val="32968"/>
                  </a:srgbClr>
                </a:gs>
                <a:gs pos="14286">
                  <a:srgbClr val="969697">
                    <a:alpha val="30764"/>
                  </a:srgbClr>
                </a:gs>
                <a:gs pos="28571">
                  <a:srgbClr val="969697">
                    <a:alpha val="24833"/>
                  </a:srgbClr>
                </a:gs>
                <a:gs pos="42857">
                  <a:srgbClr val="969697">
                    <a:alpha val="17075"/>
                  </a:srgbClr>
                </a:gs>
                <a:gs pos="57143">
                  <a:srgbClr val="969697">
                    <a:alpha val="9855"/>
                  </a:srgbClr>
                </a:gs>
                <a:gs pos="71429">
                  <a:srgbClr val="969697">
                    <a:alpha val="4740"/>
                  </a:srgbClr>
                </a:gs>
                <a:gs pos="85714">
                  <a:srgbClr val="969697">
                    <a:alpha val="1902"/>
                  </a:srgbClr>
                </a:gs>
                <a:gs pos="100000">
                  <a:srgbClr val="9696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9897986">
              <a:off x="2164107" y="399727"/>
              <a:ext cx="373216" cy="382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10370762">
              <a:off x="3316682" y="649108"/>
              <a:ext cx="416806" cy="363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8648292">
              <a:off x="3136467" y="778451"/>
              <a:ext cx="566202" cy="466740"/>
            </a:xfrm>
            <a:prstGeom prst="ellipse">
              <a:avLst/>
            </a:prstGeom>
            <a:gradFill>
              <a:gsLst>
                <a:gs pos="0">
                  <a:srgbClr val="EDEDED">
                    <a:alpha val="1718"/>
                  </a:srgbClr>
                </a:gs>
                <a:gs pos="14286">
                  <a:srgbClr val="EDEDED">
                    <a:alpha val="1581"/>
                  </a:srgbClr>
                </a:gs>
                <a:gs pos="28571">
                  <a:srgbClr val="EDEDED">
                    <a:alpha val="1229"/>
                  </a:srgbClr>
                </a:gs>
                <a:gs pos="42857">
                  <a:srgbClr val="EDEDED">
                    <a:alpha val="808"/>
                  </a:srgbClr>
                </a:gs>
                <a:gs pos="57143">
                  <a:srgbClr val="EDEDED">
                    <a:alpha val="449"/>
                  </a:srgbClr>
                </a:gs>
                <a:gs pos="71429">
                  <a:srgbClr val="EDEDED">
                    <a:alpha val="210"/>
                  </a:srgbClr>
                </a:gs>
                <a:gs pos="85714">
                  <a:srgbClr val="EDEDED">
                    <a:alpha val="83"/>
                  </a:srgbClr>
                </a:gs>
                <a:gs pos="100000">
                  <a:srgbClr val="EDEDED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5400000">
              <a:off x="1904602" y="228307"/>
              <a:ext cx="60572" cy="60572"/>
            </a:xfrm>
            <a:prstGeom prst="ellipse">
              <a:avLst/>
            </a:prstGeom>
            <a:gradFill>
              <a:gsLst>
                <a:gs pos="0">
                  <a:srgbClr val="8F8F8E">
                    <a:alpha val="13690"/>
                  </a:srgbClr>
                </a:gs>
                <a:gs pos="14286">
                  <a:srgbClr val="8F8F8E">
                    <a:alpha val="12656"/>
                  </a:srgbClr>
                </a:gs>
                <a:gs pos="28571">
                  <a:srgbClr val="8F8F8E">
                    <a:alpha val="9974"/>
                  </a:srgbClr>
                </a:gs>
                <a:gs pos="42857">
                  <a:srgbClr val="8F8F8E">
                    <a:alpha val="6660"/>
                  </a:srgbClr>
                </a:gs>
                <a:gs pos="57143">
                  <a:srgbClr val="8F8F8E">
                    <a:alpha val="3747"/>
                  </a:srgbClr>
                </a:gs>
                <a:gs pos="71429">
                  <a:srgbClr val="8F8F8E">
                    <a:alpha val="1772"/>
                  </a:srgbClr>
                </a:gs>
                <a:gs pos="85714">
                  <a:srgbClr val="8F8F8E">
                    <a:alpha val="704"/>
                  </a:srgbClr>
                </a:gs>
                <a:gs pos="100000">
                  <a:srgbClr val="8F8F8E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10370670">
              <a:off x="2330144" y="386128"/>
              <a:ext cx="174741" cy="326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5400000">
              <a:off x="1306046" y="706313"/>
              <a:ext cx="60541" cy="60541"/>
            </a:xfrm>
            <a:prstGeom prst="ellipse">
              <a:avLst/>
            </a:prstGeom>
            <a:gradFill>
              <a:gsLst>
                <a:gs pos="0">
                  <a:srgbClr val="949494">
                    <a:alpha val="13699"/>
                  </a:srgbClr>
                </a:gs>
                <a:gs pos="14286">
                  <a:srgbClr val="949494">
                    <a:alpha val="12664"/>
                  </a:srgbClr>
                </a:gs>
                <a:gs pos="28571">
                  <a:srgbClr val="949494">
                    <a:alpha val="9980"/>
                  </a:srgbClr>
                </a:gs>
                <a:gs pos="42857">
                  <a:srgbClr val="949494">
                    <a:alpha val="6664"/>
                  </a:srgbClr>
                </a:gs>
                <a:gs pos="57143">
                  <a:srgbClr val="949494">
                    <a:alpha val="3749"/>
                  </a:srgbClr>
                </a:gs>
                <a:gs pos="71429">
                  <a:srgbClr val="949494">
                    <a:alpha val="1773"/>
                  </a:srgbClr>
                </a:gs>
                <a:gs pos="85714">
                  <a:srgbClr val="949494">
                    <a:alpha val="705"/>
                  </a:srgbClr>
                </a:gs>
                <a:gs pos="100000">
                  <a:srgbClr val="949494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5400000">
              <a:off x="3359649" y="351739"/>
              <a:ext cx="60860" cy="60860"/>
            </a:xfrm>
            <a:prstGeom prst="ellipse">
              <a:avLst/>
            </a:prstGeom>
            <a:gradFill>
              <a:gsLst>
                <a:gs pos="0">
                  <a:srgbClr val="8B8B8B">
                    <a:alpha val="13613"/>
                  </a:srgbClr>
                </a:gs>
                <a:gs pos="14286">
                  <a:srgbClr val="8B8B8B">
                    <a:alpha val="12584"/>
                  </a:srgbClr>
                </a:gs>
                <a:gs pos="28571">
                  <a:srgbClr val="8B8B8B">
                    <a:alpha val="9916"/>
                  </a:srgbClr>
                </a:gs>
                <a:gs pos="42857">
                  <a:srgbClr val="8B8B8B">
                    <a:alpha val="6620"/>
                  </a:srgbClr>
                </a:gs>
                <a:gs pos="57143">
                  <a:srgbClr val="8B8B8B">
                    <a:alpha val="3724"/>
                  </a:srgbClr>
                </a:gs>
                <a:gs pos="71429">
                  <a:srgbClr val="8B8B8B">
                    <a:alpha val="1761"/>
                  </a:srgbClr>
                </a:gs>
                <a:gs pos="85714">
                  <a:srgbClr val="8B8B8B">
                    <a:alpha val="700"/>
                  </a:srgbClr>
                </a:gs>
                <a:gs pos="100000">
                  <a:srgbClr val="8B8B8B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9851938">
              <a:off x="-135402" y="489003"/>
              <a:ext cx="566302" cy="34825"/>
            </a:xfrm>
            <a:prstGeom prst="ellipse">
              <a:avLst/>
            </a:prstGeom>
            <a:gradFill>
              <a:gsLst>
                <a:gs pos="0">
                  <a:srgbClr val="151112">
                    <a:alpha val="32007"/>
                  </a:srgbClr>
                </a:gs>
                <a:gs pos="14286">
                  <a:srgbClr val="151112">
                    <a:alpha val="29852"/>
                  </a:srgbClr>
                </a:gs>
                <a:gs pos="28571">
                  <a:srgbClr val="151112">
                    <a:alpha val="24065"/>
                  </a:srgbClr>
                </a:gs>
                <a:gs pos="42857">
                  <a:srgbClr val="151112">
                    <a:alpha val="16521"/>
                  </a:srgbClr>
                </a:gs>
                <a:gs pos="57143">
                  <a:srgbClr val="151112">
                    <a:alpha val="9521"/>
                  </a:srgbClr>
                </a:gs>
                <a:gs pos="71429">
                  <a:srgbClr val="151112">
                    <a:alpha val="4576"/>
                  </a:srgbClr>
                </a:gs>
                <a:gs pos="85714">
                  <a:srgbClr val="151112">
                    <a:alpha val="1835"/>
                  </a:srgbClr>
                </a:gs>
                <a:gs pos="100000">
                  <a:srgbClr val="151112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8940370">
              <a:off x="1882173" y="518177"/>
              <a:ext cx="555795" cy="197777"/>
            </a:xfrm>
            <a:prstGeom prst="ellipse">
              <a:avLst/>
            </a:prstGeom>
            <a:gradFill>
              <a:gsLst>
                <a:gs pos="0">
                  <a:srgbClr val="000000">
                    <a:alpha val="7773"/>
                  </a:srgbClr>
                </a:gs>
                <a:gs pos="14286">
                  <a:srgbClr val="000000">
                    <a:alpha val="7168"/>
                  </a:srgbClr>
                </a:gs>
                <a:gs pos="28571">
                  <a:srgbClr val="000000">
                    <a:alpha val="5611"/>
                  </a:srgbClr>
                </a:gs>
                <a:gs pos="42857">
                  <a:srgbClr val="000000">
                    <a:alpha val="3717"/>
                  </a:srgbClr>
                </a:gs>
                <a:gs pos="57143">
                  <a:srgbClr val="000000">
                    <a:alpha val="2077"/>
                  </a:srgbClr>
                </a:gs>
                <a:gs pos="71429">
                  <a:srgbClr val="000000">
                    <a:alpha val="978"/>
                  </a:srgbClr>
                </a:gs>
                <a:gs pos="85714">
                  <a:srgbClr val="000000">
                    <a:alpha val="388"/>
                  </a:srgbClr>
                </a:gs>
                <a:gs pos="100000">
                  <a:srgbClr val="000000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10426175">
              <a:off x="1118818" y="634759"/>
              <a:ext cx="663510" cy="398489"/>
            </a:xfrm>
            <a:prstGeom prst="ellipse">
              <a:avLst/>
            </a:prstGeom>
            <a:gradFill>
              <a:gsLst>
                <a:gs pos="0">
                  <a:srgbClr val="BEBEBD">
                    <a:alpha val="14830"/>
                  </a:srgbClr>
                </a:gs>
                <a:gs pos="14286">
                  <a:srgbClr val="BEBEBD">
                    <a:alpha val="13717"/>
                  </a:srgbClr>
                </a:gs>
                <a:gs pos="28571">
                  <a:srgbClr val="BEBEBD">
                    <a:alpha val="10824"/>
                  </a:srgbClr>
                </a:gs>
                <a:gs pos="42857">
                  <a:srgbClr val="BEBEBD">
                    <a:alpha val="7239"/>
                  </a:srgbClr>
                </a:gs>
                <a:gs pos="57143">
                  <a:srgbClr val="BEBEBD">
                    <a:alpha val="4078"/>
                  </a:srgbClr>
                </a:gs>
                <a:gs pos="71429">
                  <a:srgbClr val="BEBEBD">
                    <a:alpha val="1930"/>
                  </a:srgbClr>
                </a:gs>
                <a:gs pos="85714">
                  <a:srgbClr val="BEBEBD">
                    <a:alpha val="768"/>
                  </a:srgbClr>
                </a:gs>
                <a:gs pos="100000">
                  <a:srgbClr val="BEBEBD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9518577">
              <a:off x="2247855" y="577082"/>
              <a:ext cx="456616" cy="501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-9269014">
              <a:off x="2989057" y="66125"/>
              <a:ext cx="827114" cy="161939"/>
            </a:xfrm>
            <a:prstGeom prst="ellipse">
              <a:avLst/>
            </a:prstGeom>
            <a:gradFill>
              <a:gsLst>
                <a:gs pos="0">
                  <a:srgbClr val="AEAEAF">
                    <a:alpha val="14273"/>
                  </a:srgbClr>
                </a:gs>
                <a:gs pos="14286">
                  <a:srgbClr val="AEAEAF">
                    <a:alpha val="13199"/>
                  </a:srgbClr>
                </a:gs>
                <a:gs pos="28571">
                  <a:srgbClr val="AEAEAF">
                    <a:alpha val="10408"/>
                  </a:srgbClr>
                </a:gs>
                <a:gs pos="42857">
                  <a:srgbClr val="AEAEAF">
                    <a:alpha val="6955"/>
                  </a:srgbClr>
                </a:gs>
                <a:gs pos="57143">
                  <a:srgbClr val="AEAEAF">
                    <a:alpha val="3916"/>
                  </a:srgbClr>
                </a:gs>
                <a:gs pos="71429">
                  <a:srgbClr val="AEAEAF">
                    <a:alpha val="1852"/>
                  </a:srgbClr>
                </a:gs>
                <a:gs pos="85714">
                  <a:srgbClr val="AEAEAF">
                    <a:alpha val="737"/>
                  </a:srgbClr>
                </a:gs>
                <a:gs pos="100000">
                  <a:srgbClr val="AEAEAF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6894754">
              <a:off x="2643032" y="519376"/>
              <a:ext cx="588191" cy="428300"/>
            </a:xfrm>
            <a:prstGeom prst="ellipse">
              <a:avLst/>
            </a:prstGeom>
            <a:gradFill>
              <a:gsLst>
                <a:gs pos="0">
                  <a:srgbClr val="DEDDDD">
                    <a:alpha val="4137"/>
                  </a:srgbClr>
                </a:gs>
                <a:gs pos="14286">
                  <a:srgbClr val="DEDDDD">
                    <a:alpha val="3809"/>
                  </a:srgbClr>
                </a:gs>
                <a:gs pos="28571">
                  <a:srgbClr val="DEDDDD">
                    <a:alpha val="2970"/>
                  </a:srgbClr>
                </a:gs>
                <a:gs pos="42857">
                  <a:srgbClr val="DEDDDD">
                    <a:alpha val="1958"/>
                  </a:srgbClr>
                </a:gs>
                <a:gs pos="57143">
                  <a:srgbClr val="DEDDDD">
                    <a:alpha val="1090"/>
                  </a:srgbClr>
                </a:gs>
                <a:gs pos="71429">
                  <a:srgbClr val="DEDDDD">
                    <a:alpha val="512"/>
                  </a:srgbClr>
                </a:gs>
                <a:gs pos="85714">
                  <a:srgbClr val="DEDDDD">
                    <a:alpha val="203"/>
                  </a:srgbClr>
                </a:gs>
                <a:gs pos="100000">
                  <a:srgbClr val="DEDDDD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3855142">
              <a:off x="1463023" y="10510"/>
              <a:ext cx="451863" cy="23588"/>
            </a:xfrm>
            <a:prstGeom prst="ellipse">
              <a:avLst/>
            </a:prstGeom>
            <a:gradFill>
              <a:gsLst>
                <a:gs pos="0">
                  <a:srgbClr val="4E4E4F">
                    <a:alpha val="11146"/>
                  </a:srgbClr>
                </a:gs>
                <a:gs pos="14286">
                  <a:srgbClr val="4E4E4F">
                    <a:alpha val="10293"/>
                  </a:srgbClr>
                </a:gs>
                <a:gs pos="28571">
                  <a:srgbClr val="4E4E4F">
                    <a:alpha val="8088"/>
                  </a:srgbClr>
                </a:gs>
                <a:gs pos="42857">
                  <a:srgbClr val="4E4E4F">
                    <a:alpha val="5382"/>
                  </a:srgbClr>
                </a:gs>
                <a:gs pos="57143">
                  <a:srgbClr val="4E4E4F">
                    <a:alpha val="3019"/>
                  </a:srgbClr>
                </a:gs>
                <a:gs pos="71429">
                  <a:srgbClr val="4E4E4F">
                    <a:alpha val="1425"/>
                  </a:srgbClr>
                </a:gs>
                <a:gs pos="85714">
                  <a:srgbClr val="4E4E4F">
                    <a:alpha val="566"/>
                  </a:srgbClr>
                </a:gs>
                <a:gs pos="100000">
                  <a:srgbClr val="4E4E4F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5400000">
              <a:off x="1972744" y="919624"/>
              <a:ext cx="61103" cy="61103"/>
            </a:xfrm>
            <a:prstGeom prst="ellipse">
              <a:avLst/>
            </a:prstGeom>
            <a:gradFill>
              <a:gsLst>
                <a:gs pos="0">
                  <a:srgbClr val="818181">
                    <a:alpha val="13547"/>
                  </a:srgbClr>
                </a:gs>
                <a:gs pos="14286">
                  <a:srgbClr val="818181">
                    <a:alpha val="12523"/>
                  </a:srgbClr>
                </a:gs>
                <a:gs pos="28571">
                  <a:srgbClr val="818181">
                    <a:alpha val="9867"/>
                  </a:srgbClr>
                </a:gs>
                <a:gs pos="42857">
                  <a:srgbClr val="818181">
                    <a:alpha val="6587"/>
                  </a:srgbClr>
                </a:gs>
                <a:gs pos="57143">
                  <a:srgbClr val="818181">
                    <a:alpha val="3705"/>
                  </a:srgbClr>
                </a:gs>
                <a:gs pos="71429">
                  <a:srgbClr val="818181">
                    <a:alpha val="1752"/>
                  </a:srgbClr>
                </a:gs>
                <a:gs pos="85714">
                  <a:srgbClr val="818181">
                    <a:alpha val="696"/>
                  </a:srgbClr>
                </a:gs>
                <a:gs pos="100000">
                  <a:srgbClr val="818181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9049921">
              <a:off x="2144224" y="836709"/>
              <a:ext cx="418970" cy="497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400000">
              <a:off x="200006" y="1139816"/>
              <a:ext cx="61919" cy="61919"/>
            </a:xfrm>
            <a:prstGeom prst="ellipse">
              <a:avLst/>
            </a:prstGeom>
            <a:gradFill>
              <a:gsLst>
                <a:gs pos="0">
                  <a:srgbClr val="999999">
                    <a:alpha val="13328"/>
                  </a:srgbClr>
                </a:gs>
                <a:gs pos="14286">
                  <a:srgbClr val="999999">
                    <a:alpha val="12319"/>
                  </a:srgbClr>
                </a:gs>
                <a:gs pos="28571">
                  <a:srgbClr val="999999">
                    <a:alpha val="9704"/>
                  </a:srgbClr>
                </a:gs>
                <a:gs pos="42857">
                  <a:srgbClr val="999999">
                    <a:alpha val="6476"/>
                  </a:srgbClr>
                </a:gs>
                <a:gs pos="57143">
                  <a:srgbClr val="999999">
                    <a:alpha val="3642"/>
                  </a:srgbClr>
                </a:gs>
                <a:gs pos="71429">
                  <a:srgbClr val="999999">
                    <a:alpha val="1722"/>
                  </a:srgbClr>
                </a:gs>
                <a:gs pos="85714">
                  <a:srgbClr val="999999">
                    <a:alpha val="684"/>
                  </a:srgbClr>
                </a:gs>
                <a:gs pos="100000">
                  <a:srgbClr val="999999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-10530726">
              <a:off x="2833586" y="-79061"/>
              <a:ext cx="563576" cy="495239"/>
            </a:xfrm>
            <a:prstGeom prst="ellipse">
              <a:avLst/>
            </a:prstGeom>
            <a:gradFill>
              <a:gsLst>
                <a:gs pos="0">
                  <a:srgbClr val="7D7D7C">
                    <a:alpha val="8915"/>
                  </a:srgbClr>
                </a:gs>
                <a:gs pos="14286">
                  <a:srgbClr val="7D7D7C">
                    <a:alpha val="8224"/>
                  </a:srgbClr>
                </a:gs>
                <a:gs pos="28571">
                  <a:srgbClr val="7D7D7C">
                    <a:alpha val="6446"/>
                  </a:srgbClr>
                </a:gs>
                <a:gs pos="42857">
                  <a:srgbClr val="7D7D7C">
                    <a:alpha val="4277"/>
                  </a:srgbClr>
                </a:gs>
                <a:gs pos="57143">
                  <a:srgbClr val="7D7D7C">
                    <a:alpha val="2393"/>
                  </a:srgbClr>
                </a:gs>
                <a:gs pos="71429">
                  <a:srgbClr val="7D7D7C">
                    <a:alpha val="1127"/>
                  </a:srgbClr>
                </a:gs>
                <a:gs pos="85714">
                  <a:srgbClr val="7D7D7C">
                    <a:alpha val="447"/>
                  </a:srgbClr>
                </a:gs>
                <a:gs pos="100000">
                  <a:srgbClr val="7D7D7C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5400000">
              <a:off x="170317" y="994578"/>
              <a:ext cx="62341" cy="62341"/>
            </a:xfrm>
            <a:prstGeom prst="ellipse">
              <a:avLst/>
            </a:prstGeom>
            <a:gradFill>
              <a:gsLst>
                <a:gs pos="0">
                  <a:srgbClr val="989898">
                    <a:alpha val="13214"/>
                  </a:srgbClr>
                </a:gs>
                <a:gs pos="14286">
                  <a:srgbClr val="989898">
                    <a:alpha val="12213"/>
                  </a:srgbClr>
                </a:gs>
                <a:gs pos="28571">
                  <a:srgbClr val="989898">
                    <a:alpha val="9619"/>
                  </a:srgbClr>
                </a:gs>
                <a:gs pos="42857">
                  <a:srgbClr val="989898">
                    <a:alpha val="6419"/>
                  </a:srgbClr>
                </a:gs>
                <a:gs pos="57143">
                  <a:srgbClr val="989898">
                    <a:alpha val="3609"/>
                  </a:srgbClr>
                </a:gs>
                <a:gs pos="71429">
                  <a:srgbClr val="989898">
                    <a:alpha val="1706"/>
                  </a:srgbClr>
                </a:gs>
                <a:gs pos="85714">
                  <a:srgbClr val="989898">
                    <a:alpha val="678"/>
                  </a:srgbClr>
                </a:gs>
                <a:gs pos="100000">
                  <a:srgbClr val="989898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-10526903">
              <a:off x="696588" y="731946"/>
              <a:ext cx="697625" cy="128922"/>
            </a:xfrm>
            <a:prstGeom prst="ellipse">
              <a:avLst/>
            </a:prstGeom>
            <a:gradFill>
              <a:gsLst>
                <a:gs pos="0">
                  <a:srgbClr val="FDFCFD">
                    <a:alpha val="6891"/>
                  </a:srgbClr>
                </a:gs>
                <a:gs pos="14286">
                  <a:srgbClr val="FDFCFD">
                    <a:alpha val="6351"/>
                  </a:srgbClr>
                </a:gs>
                <a:gs pos="28571">
                  <a:srgbClr val="FDFCFD">
                    <a:alpha val="4968"/>
                  </a:srgbClr>
                </a:gs>
                <a:gs pos="42857">
                  <a:srgbClr val="FDFCFD">
                    <a:alpha val="3287"/>
                  </a:srgbClr>
                </a:gs>
                <a:gs pos="57143">
                  <a:srgbClr val="FDFCFD">
                    <a:alpha val="1835"/>
                  </a:srgbClr>
                </a:gs>
                <a:gs pos="71429">
                  <a:srgbClr val="FDFCFD">
                    <a:alpha val="863"/>
                  </a:srgbClr>
                </a:gs>
                <a:gs pos="85714">
                  <a:srgbClr val="FDFCFD">
                    <a:alpha val="342"/>
                  </a:srgbClr>
                </a:gs>
                <a:gs pos="100000">
                  <a:srgbClr val="FDFCFD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-9728345">
              <a:off x="1445660" y="693640"/>
              <a:ext cx="304277" cy="448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5400000">
              <a:off x="86266" y="289663"/>
              <a:ext cx="62487" cy="62487"/>
            </a:xfrm>
            <a:prstGeom prst="ellipse">
              <a:avLst/>
            </a:prstGeom>
            <a:gradFill>
              <a:gsLst>
                <a:gs pos="0">
                  <a:srgbClr val="8F8F8F">
                    <a:alpha val="13174"/>
                  </a:srgbClr>
                </a:gs>
                <a:gs pos="14286">
                  <a:srgbClr val="8F8F8F">
                    <a:alpha val="12177"/>
                  </a:srgbClr>
                </a:gs>
                <a:gs pos="28571">
                  <a:srgbClr val="8F8F8F">
                    <a:alpha val="9590"/>
                  </a:srgbClr>
                </a:gs>
                <a:gs pos="42857">
                  <a:srgbClr val="8F8F8F">
                    <a:alpha val="6399"/>
                  </a:srgbClr>
                </a:gs>
                <a:gs pos="57143">
                  <a:srgbClr val="8F8F8F">
                    <a:alpha val="3598"/>
                  </a:srgbClr>
                </a:gs>
                <a:gs pos="71429">
                  <a:srgbClr val="8F8F8F">
                    <a:alpha val="1701"/>
                  </a:srgbClr>
                </a:gs>
                <a:gs pos="85714">
                  <a:srgbClr val="8F8F8F">
                    <a:alpha val="676"/>
                  </a:srgbClr>
                </a:gs>
                <a:gs pos="100000">
                  <a:srgbClr val="8F8F8F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-9672020">
              <a:off x="1717977" y="382997"/>
              <a:ext cx="504096" cy="339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5400000">
              <a:off x="80802" y="562434"/>
              <a:ext cx="62718" cy="62718"/>
            </a:xfrm>
            <a:prstGeom prst="ellipse">
              <a:avLst/>
            </a:prstGeom>
            <a:gradFill>
              <a:gsLst>
                <a:gs pos="0">
                  <a:srgbClr val="858585">
                    <a:alpha val="13112"/>
                  </a:srgbClr>
                </a:gs>
                <a:gs pos="14286">
                  <a:srgbClr val="858585">
                    <a:alpha val="12119"/>
                  </a:srgbClr>
                </a:gs>
                <a:gs pos="28571">
                  <a:srgbClr val="858585">
                    <a:alpha val="9544"/>
                  </a:srgbClr>
                </a:gs>
                <a:gs pos="42857">
                  <a:srgbClr val="858585">
                    <a:alpha val="6367"/>
                  </a:srgbClr>
                </a:gs>
                <a:gs pos="57143">
                  <a:srgbClr val="858585">
                    <a:alpha val="3580"/>
                  </a:srgbClr>
                </a:gs>
                <a:gs pos="71429">
                  <a:srgbClr val="858585">
                    <a:alpha val="1692"/>
                  </a:srgbClr>
                </a:gs>
                <a:gs pos="85714">
                  <a:srgbClr val="858585">
                    <a:alpha val="673"/>
                  </a:srgbClr>
                </a:gs>
                <a:gs pos="100000">
                  <a:srgbClr val="858585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5400000">
              <a:off x="2092093" y="539280"/>
              <a:ext cx="63002" cy="63002"/>
            </a:xfrm>
            <a:prstGeom prst="ellipse">
              <a:avLst/>
            </a:prstGeom>
            <a:gradFill>
              <a:gsLst>
                <a:gs pos="0">
                  <a:srgbClr val="747474">
                    <a:alpha val="13035"/>
                  </a:srgbClr>
                </a:gs>
                <a:gs pos="14286">
                  <a:srgbClr val="747474">
                    <a:alpha val="12047"/>
                  </a:srgbClr>
                </a:gs>
                <a:gs pos="28571">
                  <a:srgbClr val="747474">
                    <a:alpha val="9486"/>
                  </a:srgbClr>
                </a:gs>
                <a:gs pos="42857">
                  <a:srgbClr val="747474">
                    <a:alpha val="6329"/>
                  </a:srgbClr>
                </a:gs>
                <a:gs pos="57143">
                  <a:srgbClr val="747474">
                    <a:alpha val="3558"/>
                  </a:srgbClr>
                </a:gs>
                <a:gs pos="71429">
                  <a:srgbClr val="747474">
                    <a:alpha val="1681"/>
                  </a:srgbClr>
                </a:gs>
                <a:gs pos="85714">
                  <a:srgbClr val="747474">
                    <a:alpha val="668"/>
                  </a:srgbClr>
                </a:gs>
                <a:gs pos="100000">
                  <a:srgbClr val="747474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5400000">
              <a:off x="1759193" y="1195412"/>
              <a:ext cx="63069" cy="63069"/>
            </a:xfrm>
            <a:prstGeom prst="ellipse">
              <a:avLst/>
            </a:prstGeom>
            <a:gradFill>
              <a:gsLst>
                <a:gs pos="0">
                  <a:srgbClr val="919191">
                    <a:alpha val="13017"/>
                  </a:srgbClr>
                </a:gs>
                <a:gs pos="14286">
                  <a:srgbClr val="919191">
                    <a:alpha val="12030"/>
                  </a:srgbClr>
                </a:gs>
                <a:gs pos="28571">
                  <a:srgbClr val="919191">
                    <a:alpha val="9473"/>
                  </a:srgbClr>
                </a:gs>
                <a:gs pos="42857">
                  <a:srgbClr val="919191">
                    <a:alpha val="6319"/>
                  </a:srgbClr>
                </a:gs>
                <a:gs pos="57143">
                  <a:srgbClr val="919191">
                    <a:alpha val="3553"/>
                  </a:srgbClr>
                </a:gs>
                <a:gs pos="71429">
                  <a:srgbClr val="919191">
                    <a:alpha val="1679"/>
                  </a:srgbClr>
                </a:gs>
                <a:gs pos="85714">
                  <a:srgbClr val="919191">
                    <a:alpha val="667"/>
                  </a:srgbClr>
                </a:gs>
                <a:gs pos="100000">
                  <a:srgbClr val="919191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10634564">
              <a:off x="998767" y="209261"/>
              <a:ext cx="230177" cy="311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-10275025">
              <a:off x="-233733" y="741523"/>
              <a:ext cx="822024" cy="153134"/>
            </a:xfrm>
            <a:prstGeom prst="ellipse">
              <a:avLst/>
            </a:prstGeom>
            <a:gradFill>
              <a:gsLst>
                <a:gs pos="0">
                  <a:srgbClr val="A2A1A1">
                    <a:alpha val="3984"/>
                  </a:srgbClr>
                </a:gs>
                <a:gs pos="14286">
                  <a:srgbClr val="A2A1A1">
                    <a:alpha val="3668"/>
                  </a:srgbClr>
                </a:gs>
                <a:gs pos="28571">
                  <a:srgbClr val="A2A1A1">
                    <a:alpha val="2860"/>
                  </a:srgbClr>
                </a:gs>
                <a:gs pos="42857">
                  <a:srgbClr val="A2A1A1">
                    <a:alpha val="1885"/>
                  </a:srgbClr>
                </a:gs>
                <a:gs pos="57143">
                  <a:srgbClr val="A2A1A1">
                    <a:alpha val="1049"/>
                  </a:srgbClr>
                </a:gs>
                <a:gs pos="71429">
                  <a:srgbClr val="A2A1A1">
                    <a:alpha val="492"/>
                  </a:srgbClr>
                </a:gs>
                <a:gs pos="85714">
                  <a:srgbClr val="A2A1A1">
                    <a:alpha val="195"/>
                  </a:srgbClr>
                </a:gs>
                <a:gs pos="100000">
                  <a:srgbClr val="A2A1A1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-9475182">
              <a:off x="3293888" y="917849"/>
              <a:ext cx="401006" cy="359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5400000">
              <a:off x="1557063" y="426405"/>
              <a:ext cx="63190" cy="63190"/>
            </a:xfrm>
            <a:prstGeom prst="ellipse">
              <a:avLst/>
            </a:prstGeom>
            <a:gradFill>
              <a:gsLst>
                <a:gs pos="0">
                  <a:srgbClr val="7A7979">
                    <a:alpha val="12984"/>
                  </a:srgbClr>
                </a:gs>
                <a:gs pos="14286">
                  <a:srgbClr val="7A7979">
                    <a:alpha val="12000"/>
                  </a:srgbClr>
                </a:gs>
                <a:gs pos="28571">
                  <a:srgbClr val="7A7979">
                    <a:alpha val="9449"/>
                  </a:srgbClr>
                </a:gs>
                <a:gs pos="42857">
                  <a:srgbClr val="7A7979">
                    <a:alpha val="6303"/>
                  </a:srgbClr>
                </a:gs>
                <a:gs pos="57143">
                  <a:srgbClr val="7A7979">
                    <a:alpha val="3543"/>
                  </a:srgbClr>
                </a:gs>
                <a:gs pos="71429">
                  <a:srgbClr val="7A7979">
                    <a:alpha val="1674"/>
                  </a:srgbClr>
                </a:gs>
                <a:gs pos="85714">
                  <a:srgbClr val="7A7979">
                    <a:alpha val="665"/>
                  </a:srgbClr>
                </a:gs>
                <a:gs pos="100000">
                  <a:srgbClr val="7A7979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5400000">
              <a:off x="930155" y="346899"/>
              <a:ext cx="63390" cy="63390"/>
            </a:xfrm>
            <a:prstGeom prst="ellipse">
              <a:avLst/>
            </a:prstGeom>
            <a:gradFill>
              <a:gsLst>
                <a:gs pos="0">
                  <a:srgbClr val="6A6A6A">
                    <a:alpha val="12930"/>
                  </a:srgbClr>
                </a:gs>
                <a:gs pos="14286">
                  <a:srgbClr val="6A6A6A">
                    <a:alpha val="11949"/>
                  </a:srgbClr>
                </a:gs>
                <a:gs pos="28571">
                  <a:srgbClr val="6A6A6A">
                    <a:alpha val="9408"/>
                  </a:srgbClr>
                </a:gs>
                <a:gs pos="42857">
                  <a:srgbClr val="6A6A6A">
                    <a:alpha val="6276"/>
                  </a:srgbClr>
                </a:gs>
                <a:gs pos="57143">
                  <a:srgbClr val="6A6A6A">
                    <a:alpha val="3528"/>
                  </a:srgbClr>
                </a:gs>
                <a:gs pos="71429">
                  <a:srgbClr val="6A6A6A">
                    <a:alpha val="1667"/>
                  </a:srgbClr>
                </a:gs>
                <a:gs pos="85714">
                  <a:srgbClr val="6A6A6A">
                    <a:alpha val="663"/>
                  </a:srgbClr>
                </a:gs>
                <a:gs pos="100000">
                  <a:srgbClr val="6A6A6A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5400000">
              <a:off x="1148041" y="339907"/>
              <a:ext cx="63717" cy="63717"/>
            </a:xfrm>
            <a:prstGeom prst="ellipse">
              <a:avLst/>
            </a:prstGeom>
            <a:gradFill>
              <a:gsLst>
                <a:gs pos="0">
                  <a:srgbClr val="7A7A7A">
                    <a:alpha val="12841"/>
                  </a:srgbClr>
                </a:gs>
                <a:gs pos="14286">
                  <a:srgbClr val="7A7A7A">
                    <a:alpha val="11867"/>
                  </a:srgbClr>
                </a:gs>
                <a:gs pos="28571">
                  <a:srgbClr val="7A7A7A">
                    <a:alpha val="9343"/>
                  </a:srgbClr>
                </a:gs>
                <a:gs pos="42857">
                  <a:srgbClr val="7A7A7A">
                    <a:alpha val="6231"/>
                  </a:srgbClr>
                </a:gs>
                <a:gs pos="57143">
                  <a:srgbClr val="7A7A7A">
                    <a:alpha val="3502"/>
                  </a:srgbClr>
                </a:gs>
                <a:gs pos="71429">
                  <a:srgbClr val="7A7A7A">
                    <a:alpha val="1655"/>
                  </a:srgbClr>
                </a:gs>
                <a:gs pos="85714">
                  <a:srgbClr val="7A7A7A">
                    <a:alpha val="658"/>
                  </a:srgbClr>
                </a:gs>
                <a:gs pos="100000">
                  <a:srgbClr val="7A7A7A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5400000">
              <a:off x="2186956" y="731913"/>
              <a:ext cx="63679" cy="63679"/>
            </a:xfrm>
            <a:prstGeom prst="ellipse">
              <a:avLst/>
            </a:prstGeom>
            <a:gradFill>
              <a:gsLst>
                <a:gs pos="0">
                  <a:srgbClr val="8B8B8B">
                    <a:alpha val="12852"/>
                  </a:srgbClr>
                </a:gs>
                <a:gs pos="14286">
                  <a:srgbClr val="8B8B8B">
                    <a:alpha val="11877"/>
                  </a:srgbClr>
                </a:gs>
                <a:gs pos="28571">
                  <a:srgbClr val="8B8B8B">
                    <a:alpha val="9350"/>
                  </a:srgbClr>
                </a:gs>
                <a:gs pos="42857">
                  <a:srgbClr val="8B8B8B">
                    <a:alpha val="6236"/>
                  </a:srgbClr>
                </a:gs>
                <a:gs pos="57143">
                  <a:srgbClr val="8B8B8B">
                    <a:alpha val="3505"/>
                  </a:srgbClr>
                </a:gs>
                <a:gs pos="71429">
                  <a:srgbClr val="8B8B8B">
                    <a:alpha val="1656"/>
                  </a:srgbClr>
                </a:gs>
                <a:gs pos="85714">
                  <a:srgbClr val="8B8B8B">
                    <a:alpha val="658"/>
                  </a:srgbClr>
                </a:gs>
                <a:gs pos="100000">
                  <a:srgbClr val="8B8B8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3318967">
              <a:off x="2571884" y="1162029"/>
              <a:ext cx="532948" cy="457227"/>
            </a:xfrm>
            <a:prstGeom prst="ellipse">
              <a:avLst/>
            </a:prstGeom>
            <a:gradFill>
              <a:gsLst>
                <a:gs pos="0">
                  <a:srgbClr val="ABABAB">
                    <a:alpha val="6198"/>
                  </a:srgbClr>
                </a:gs>
                <a:gs pos="14286">
                  <a:srgbClr val="ABABAB">
                    <a:alpha val="5711"/>
                  </a:srgbClr>
                </a:gs>
                <a:gs pos="28571">
                  <a:srgbClr val="ABABAB">
                    <a:alpha val="4463"/>
                  </a:srgbClr>
                </a:gs>
                <a:gs pos="42857">
                  <a:srgbClr val="ABABAB">
                    <a:alpha val="2950"/>
                  </a:srgbClr>
                </a:gs>
                <a:gs pos="57143">
                  <a:srgbClr val="ABABAB">
                    <a:alpha val="1646"/>
                  </a:srgbClr>
                </a:gs>
                <a:gs pos="71429">
                  <a:srgbClr val="ABABAB">
                    <a:alpha val="774"/>
                  </a:srgbClr>
                </a:gs>
                <a:gs pos="85714">
                  <a:srgbClr val="ABABAB">
                    <a:alpha val="307"/>
                  </a:srgbClr>
                </a:gs>
                <a:gs pos="100000">
                  <a:srgbClr val="ABABAB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5400000">
              <a:off x="110414" y="537417"/>
              <a:ext cx="63794" cy="63794"/>
            </a:xfrm>
            <a:prstGeom prst="ellipse">
              <a:avLst/>
            </a:prstGeom>
            <a:gradFill>
              <a:gsLst>
                <a:gs pos="0">
                  <a:srgbClr val="737373">
                    <a:alpha val="12821"/>
                  </a:srgbClr>
                </a:gs>
                <a:gs pos="14286">
                  <a:srgbClr val="737373">
                    <a:alpha val="11848"/>
                  </a:srgbClr>
                </a:gs>
                <a:gs pos="28571">
                  <a:srgbClr val="737373">
                    <a:alpha val="9327"/>
                  </a:srgbClr>
                </a:gs>
                <a:gs pos="42857">
                  <a:srgbClr val="737373">
                    <a:alpha val="6220"/>
                  </a:srgbClr>
                </a:gs>
                <a:gs pos="57143">
                  <a:srgbClr val="737373">
                    <a:alpha val="3496"/>
                  </a:srgbClr>
                </a:gs>
                <a:gs pos="71429">
                  <a:srgbClr val="737373">
                    <a:alpha val="1652"/>
                  </a:srgbClr>
                </a:gs>
                <a:gs pos="85714">
                  <a:srgbClr val="737373">
                    <a:alpha val="657"/>
                  </a:srgbClr>
                </a:gs>
                <a:gs pos="100000">
                  <a:srgbClr val="737373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00000">
              <a:off x="2017489" y="537125"/>
              <a:ext cx="63562" cy="63562"/>
            </a:xfrm>
            <a:prstGeom prst="ellipse">
              <a:avLst/>
            </a:prstGeom>
            <a:gradFill>
              <a:gsLst>
                <a:gs pos="0">
                  <a:srgbClr val="7D7D7D">
                    <a:alpha val="12883"/>
                  </a:srgbClr>
                </a:gs>
                <a:gs pos="14286">
                  <a:srgbClr val="7D7D7D">
                    <a:alpha val="11906"/>
                  </a:srgbClr>
                </a:gs>
                <a:gs pos="28571">
                  <a:srgbClr val="7D7D7D">
                    <a:alpha val="9374"/>
                  </a:srgbClr>
                </a:gs>
                <a:gs pos="42857">
                  <a:srgbClr val="7D7D7D">
                    <a:alpha val="6252"/>
                  </a:srgbClr>
                </a:gs>
                <a:gs pos="57143">
                  <a:srgbClr val="7D7D7D">
                    <a:alpha val="3514"/>
                  </a:srgbClr>
                </a:gs>
                <a:gs pos="71429">
                  <a:srgbClr val="7D7D7D">
                    <a:alpha val="1661"/>
                  </a:srgbClr>
                </a:gs>
                <a:gs pos="85714">
                  <a:srgbClr val="7D7D7D">
                    <a:alpha val="660"/>
                  </a:srgbClr>
                </a:gs>
                <a:gs pos="100000">
                  <a:srgbClr val="7D7D7D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8631698">
              <a:off x="2009823" y="588310"/>
              <a:ext cx="511567" cy="77319"/>
            </a:xfrm>
            <a:prstGeom prst="ellipse">
              <a:avLst/>
            </a:prstGeom>
            <a:gradFill>
              <a:gsLst>
                <a:gs pos="0">
                  <a:srgbClr val="000000">
                    <a:alpha val="21572"/>
                  </a:srgbClr>
                </a:gs>
                <a:gs pos="14286">
                  <a:srgbClr val="000000">
                    <a:alpha val="20015"/>
                  </a:srgbClr>
                </a:gs>
                <a:gs pos="28571">
                  <a:srgbClr val="000000">
                    <a:alpha val="15921"/>
                  </a:srgbClr>
                </a:gs>
                <a:gs pos="42857">
                  <a:srgbClr val="000000">
                    <a:alpha val="10751"/>
                  </a:srgbClr>
                </a:gs>
                <a:gs pos="57143">
                  <a:srgbClr val="000000">
                    <a:alpha val="6108"/>
                  </a:srgbClr>
                </a:gs>
                <a:gs pos="71429">
                  <a:srgbClr val="000000">
                    <a:alpha val="2907"/>
                  </a:srgbClr>
                </a:gs>
                <a:gs pos="85714">
                  <a:srgbClr val="000000">
                    <a:alpha val="1160"/>
                  </a:srgbClr>
                </a:gs>
                <a:gs pos="100000">
                  <a:srgbClr val="000000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9928566">
              <a:off x="1427993" y="1191214"/>
              <a:ext cx="529165" cy="54465"/>
            </a:xfrm>
            <a:prstGeom prst="ellipse">
              <a:avLst/>
            </a:prstGeom>
            <a:gradFill>
              <a:gsLst>
                <a:gs pos="0">
                  <a:srgbClr val="30312F">
                    <a:alpha val="29317"/>
                  </a:srgbClr>
                </a:gs>
                <a:gs pos="14286">
                  <a:srgbClr val="30312F">
                    <a:alpha val="27305"/>
                  </a:srgbClr>
                </a:gs>
                <a:gs pos="28571">
                  <a:srgbClr val="30312F">
                    <a:alpha val="21934"/>
                  </a:srgbClr>
                </a:gs>
                <a:gs pos="42857">
                  <a:srgbClr val="30312F">
                    <a:alpha val="14991"/>
                  </a:srgbClr>
                </a:gs>
                <a:gs pos="57143">
                  <a:srgbClr val="30312F">
                    <a:alpha val="8606"/>
                  </a:srgbClr>
                </a:gs>
                <a:gs pos="71429">
                  <a:srgbClr val="30312F">
                    <a:alpha val="4125"/>
                  </a:srgbClr>
                </a:gs>
                <a:gs pos="85714">
                  <a:srgbClr val="30312F">
                    <a:alpha val="1652"/>
                  </a:srgbClr>
                </a:gs>
                <a:gs pos="100000">
                  <a:srgbClr val="30312F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9597224">
              <a:off x="2720305" y="522039"/>
              <a:ext cx="510056" cy="481000"/>
            </a:xfrm>
            <a:prstGeom prst="ellipse">
              <a:avLst/>
            </a:prstGeom>
            <a:gradFill>
              <a:gsLst>
                <a:gs pos="0">
                  <a:srgbClr val="333337">
                    <a:alpha val="7984"/>
                  </a:srgbClr>
                </a:gs>
                <a:gs pos="14286">
                  <a:srgbClr val="333337">
                    <a:alpha val="7363"/>
                  </a:srgbClr>
                </a:gs>
                <a:gs pos="28571">
                  <a:srgbClr val="333337">
                    <a:alpha val="5765"/>
                  </a:srgbClr>
                </a:gs>
                <a:gs pos="42857">
                  <a:srgbClr val="333337">
                    <a:alpha val="3820"/>
                  </a:srgbClr>
                </a:gs>
                <a:gs pos="57143">
                  <a:srgbClr val="333337">
                    <a:alpha val="2135"/>
                  </a:srgbClr>
                </a:gs>
                <a:gs pos="71429">
                  <a:srgbClr val="333337">
                    <a:alpha val="1005"/>
                  </a:srgbClr>
                </a:gs>
                <a:gs pos="85714">
                  <a:srgbClr val="333337">
                    <a:alpha val="399"/>
                  </a:srgbClr>
                </a:gs>
                <a:gs pos="100000">
                  <a:srgbClr val="333337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5400000">
              <a:off x="2302923" y="673094"/>
              <a:ext cx="63726" cy="63726"/>
            </a:xfrm>
            <a:prstGeom prst="ellipse">
              <a:avLst/>
            </a:prstGeom>
            <a:gradFill>
              <a:gsLst>
                <a:gs pos="0">
                  <a:srgbClr val="868686">
                    <a:alpha val="12839"/>
                  </a:srgbClr>
                </a:gs>
                <a:gs pos="14286">
                  <a:srgbClr val="868686">
                    <a:alpha val="11865"/>
                  </a:srgbClr>
                </a:gs>
                <a:gs pos="28571">
                  <a:srgbClr val="868686">
                    <a:alpha val="9341"/>
                  </a:srgbClr>
                </a:gs>
                <a:gs pos="42857">
                  <a:srgbClr val="868686">
                    <a:alpha val="6230"/>
                  </a:srgbClr>
                </a:gs>
                <a:gs pos="57143">
                  <a:srgbClr val="868686">
                    <a:alpha val="3501"/>
                  </a:srgbClr>
                </a:gs>
                <a:gs pos="71429">
                  <a:srgbClr val="868686">
                    <a:alpha val="1655"/>
                  </a:srgbClr>
                </a:gs>
                <a:gs pos="85714">
                  <a:srgbClr val="868686">
                    <a:alpha val="658"/>
                  </a:srgbClr>
                </a:gs>
                <a:gs pos="100000">
                  <a:srgbClr val="868686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1151531" y="986729"/>
              <a:ext cx="63994" cy="63994"/>
            </a:xfrm>
            <a:prstGeom prst="ellipse">
              <a:avLst/>
            </a:prstGeom>
            <a:gradFill>
              <a:gsLst>
                <a:gs pos="0">
                  <a:srgbClr val="979697">
                    <a:alpha val="12766"/>
                  </a:srgbClr>
                </a:gs>
                <a:gs pos="14286">
                  <a:srgbClr val="979697">
                    <a:alpha val="11797"/>
                  </a:srgbClr>
                </a:gs>
                <a:gs pos="28571">
                  <a:srgbClr val="979697">
                    <a:alpha val="9287"/>
                  </a:srgbClr>
                </a:gs>
                <a:gs pos="42857">
                  <a:srgbClr val="979697">
                    <a:alpha val="6193"/>
                  </a:srgbClr>
                </a:gs>
                <a:gs pos="57143">
                  <a:srgbClr val="979697">
                    <a:alpha val="3480"/>
                  </a:srgbClr>
                </a:gs>
                <a:gs pos="71429">
                  <a:srgbClr val="979697">
                    <a:alpha val="1645"/>
                  </a:srgbClr>
                </a:gs>
                <a:gs pos="85714">
                  <a:srgbClr val="979697">
                    <a:alpha val="654"/>
                  </a:srgbClr>
                </a:gs>
                <a:gs pos="100000">
                  <a:srgbClr val="979697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5400000">
              <a:off x="673820" y="634786"/>
              <a:ext cx="63706" cy="63706"/>
            </a:xfrm>
            <a:prstGeom prst="ellipse">
              <a:avLst/>
            </a:prstGeom>
            <a:gradFill>
              <a:gsLst>
                <a:gs pos="0">
                  <a:srgbClr val="8B8B8B">
                    <a:alpha val="12844"/>
                  </a:srgbClr>
                </a:gs>
                <a:gs pos="14286">
                  <a:srgbClr val="8B8B8B">
                    <a:alpha val="11870"/>
                  </a:srgbClr>
                </a:gs>
                <a:gs pos="28571">
                  <a:srgbClr val="8B8B8B">
                    <a:alpha val="9345"/>
                  </a:srgbClr>
                </a:gs>
                <a:gs pos="42857">
                  <a:srgbClr val="8B8B8B">
                    <a:alpha val="6232"/>
                  </a:srgbClr>
                </a:gs>
                <a:gs pos="57143">
                  <a:srgbClr val="8B8B8B">
                    <a:alpha val="3503"/>
                  </a:srgbClr>
                </a:gs>
                <a:gs pos="71429">
                  <a:srgbClr val="8B8B8B">
                    <a:alpha val="1655"/>
                  </a:srgbClr>
                </a:gs>
                <a:gs pos="85714">
                  <a:srgbClr val="8B8B8B">
                    <a:alpha val="658"/>
                  </a:srgbClr>
                </a:gs>
                <a:gs pos="100000">
                  <a:srgbClr val="8B8B8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5400000">
              <a:off x="445980" y="988354"/>
              <a:ext cx="63836" cy="63836"/>
            </a:xfrm>
            <a:prstGeom prst="ellipse">
              <a:avLst/>
            </a:prstGeom>
            <a:gradFill>
              <a:gsLst>
                <a:gs pos="0">
                  <a:srgbClr val="898989">
                    <a:alpha val="12809"/>
                  </a:srgbClr>
                </a:gs>
                <a:gs pos="14286">
                  <a:srgbClr val="898989">
                    <a:alpha val="11837"/>
                  </a:srgbClr>
                </a:gs>
                <a:gs pos="28571">
                  <a:srgbClr val="898989">
                    <a:alpha val="9319"/>
                  </a:srgbClr>
                </a:gs>
                <a:gs pos="42857">
                  <a:srgbClr val="898989">
                    <a:alpha val="6215"/>
                  </a:srgbClr>
                </a:gs>
                <a:gs pos="57143">
                  <a:srgbClr val="898989">
                    <a:alpha val="3493"/>
                  </a:srgbClr>
                </a:gs>
                <a:gs pos="71429">
                  <a:srgbClr val="898989">
                    <a:alpha val="1650"/>
                  </a:srgbClr>
                </a:gs>
                <a:gs pos="85714">
                  <a:srgbClr val="898989">
                    <a:alpha val="656"/>
                  </a:srgbClr>
                </a:gs>
                <a:gs pos="100000">
                  <a:srgbClr val="898989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-9776878">
              <a:off x="2129737" y="872481"/>
              <a:ext cx="261250" cy="53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7446729">
              <a:off x="1029702" y="846836"/>
              <a:ext cx="478598" cy="458270"/>
            </a:xfrm>
            <a:prstGeom prst="ellipse">
              <a:avLst/>
            </a:prstGeom>
            <a:gradFill>
              <a:gsLst>
                <a:gs pos="0">
                  <a:srgbClr val="B9B9B9">
                    <a:alpha val="2316"/>
                  </a:srgbClr>
                </a:gs>
                <a:gs pos="14286">
                  <a:srgbClr val="B9B9B9">
                    <a:alpha val="2131"/>
                  </a:srgbClr>
                </a:gs>
                <a:gs pos="28571">
                  <a:srgbClr val="B9B9B9">
                    <a:alpha val="1659"/>
                  </a:srgbClr>
                </a:gs>
                <a:gs pos="42857">
                  <a:srgbClr val="B9B9B9">
                    <a:alpha val="1091"/>
                  </a:srgbClr>
                </a:gs>
                <a:gs pos="57143">
                  <a:srgbClr val="B9B9B9">
                    <a:alpha val="606"/>
                  </a:srgbClr>
                </a:gs>
                <a:gs pos="71429">
                  <a:srgbClr val="B9B9B9">
                    <a:alpha val="284"/>
                  </a:srgbClr>
                </a:gs>
                <a:gs pos="85714">
                  <a:srgbClr val="B9B9B9">
                    <a:alpha val="112"/>
                  </a:srgbClr>
                </a:gs>
                <a:gs pos="100000">
                  <a:srgbClr val="B9B9B9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5400000">
              <a:off x="3320955" y="119940"/>
              <a:ext cx="64151" cy="64151"/>
            </a:xfrm>
            <a:prstGeom prst="ellipse">
              <a:avLst/>
            </a:prstGeom>
            <a:gradFill>
              <a:gsLst>
                <a:gs pos="0">
                  <a:srgbClr val="949494">
                    <a:alpha val="12724"/>
                  </a:srgbClr>
                </a:gs>
                <a:gs pos="14286">
                  <a:srgbClr val="949494">
                    <a:alpha val="11758"/>
                  </a:srgbClr>
                </a:gs>
                <a:gs pos="28571">
                  <a:srgbClr val="949494">
                    <a:alpha val="9255"/>
                  </a:srgbClr>
                </a:gs>
                <a:gs pos="42857">
                  <a:srgbClr val="949494">
                    <a:alpha val="6172"/>
                  </a:srgbClr>
                </a:gs>
                <a:gs pos="57143">
                  <a:srgbClr val="949494">
                    <a:alpha val="3468"/>
                  </a:srgbClr>
                </a:gs>
                <a:gs pos="71429">
                  <a:srgbClr val="949494">
                    <a:alpha val="1639"/>
                  </a:srgbClr>
                </a:gs>
                <a:gs pos="85714">
                  <a:srgbClr val="949494">
                    <a:alpha val="651"/>
                  </a:srgbClr>
                </a:gs>
                <a:gs pos="100000">
                  <a:srgbClr val="949494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5400000">
              <a:off x="2461963" y="1223981"/>
              <a:ext cx="64089" cy="64089"/>
            </a:xfrm>
            <a:prstGeom prst="ellipse">
              <a:avLst/>
            </a:prstGeom>
            <a:gradFill>
              <a:gsLst>
                <a:gs pos="0">
                  <a:srgbClr val="898989">
                    <a:alpha val="12741"/>
                  </a:srgbClr>
                </a:gs>
                <a:gs pos="14286">
                  <a:srgbClr val="898989">
                    <a:alpha val="11773"/>
                  </a:srgbClr>
                </a:gs>
                <a:gs pos="28571">
                  <a:srgbClr val="898989">
                    <a:alpha val="9268"/>
                  </a:srgbClr>
                </a:gs>
                <a:gs pos="42857">
                  <a:srgbClr val="898989">
                    <a:alpha val="6180"/>
                  </a:srgbClr>
                </a:gs>
                <a:gs pos="57143">
                  <a:srgbClr val="898989">
                    <a:alpha val="3473"/>
                  </a:srgbClr>
                </a:gs>
                <a:gs pos="71429">
                  <a:srgbClr val="898989">
                    <a:alpha val="1641"/>
                  </a:srgbClr>
                </a:gs>
                <a:gs pos="85714">
                  <a:srgbClr val="898989">
                    <a:alpha val="652"/>
                  </a:srgbClr>
                </a:gs>
                <a:gs pos="100000">
                  <a:srgbClr val="898989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400000">
              <a:off x="1507587" y="713454"/>
              <a:ext cx="64529" cy="64529"/>
            </a:xfrm>
            <a:prstGeom prst="ellipse">
              <a:avLst/>
            </a:prstGeom>
            <a:gradFill>
              <a:gsLst>
                <a:gs pos="0">
                  <a:srgbClr val="919191">
                    <a:alpha val="12621"/>
                  </a:srgbClr>
                </a:gs>
                <a:gs pos="14286">
                  <a:srgbClr val="919191">
                    <a:alpha val="11662"/>
                  </a:srgbClr>
                </a:gs>
                <a:gs pos="28571">
                  <a:srgbClr val="919191">
                    <a:alpha val="9179"/>
                  </a:srgbClr>
                </a:gs>
                <a:gs pos="42857">
                  <a:srgbClr val="919191">
                    <a:alpha val="6120"/>
                  </a:srgbClr>
                </a:gs>
                <a:gs pos="57143">
                  <a:srgbClr val="919191">
                    <a:alpha val="3439"/>
                  </a:srgbClr>
                </a:gs>
                <a:gs pos="71429">
                  <a:srgbClr val="919191">
                    <a:alpha val="1625"/>
                  </a:srgbClr>
                </a:gs>
                <a:gs pos="85714">
                  <a:srgbClr val="919191">
                    <a:alpha val="646"/>
                  </a:srgbClr>
                </a:gs>
                <a:gs pos="100000">
                  <a:srgbClr val="919191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5400000">
              <a:off x="560076" y="959994"/>
              <a:ext cx="64448" cy="64448"/>
            </a:xfrm>
            <a:prstGeom prst="ellipse">
              <a:avLst/>
            </a:prstGeom>
            <a:gradFill>
              <a:gsLst>
                <a:gs pos="0">
                  <a:srgbClr val="8A8A8A">
                    <a:alpha val="12643"/>
                  </a:srgbClr>
                </a:gs>
                <a:gs pos="14286">
                  <a:srgbClr val="8A8A8A">
                    <a:alpha val="11683"/>
                  </a:srgbClr>
                </a:gs>
                <a:gs pos="28571">
                  <a:srgbClr val="8A8A8A">
                    <a:alpha val="9195"/>
                  </a:srgbClr>
                </a:gs>
                <a:gs pos="42857">
                  <a:srgbClr val="8A8A8A">
                    <a:alpha val="6131"/>
                  </a:srgbClr>
                </a:gs>
                <a:gs pos="57143">
                  <a:srgbClr val="8A8A8A">
                    <a:alpha val="3445"/>
                  </a:srgbClr>
                </a:gs>
                <a:gs pos="71429">
                  <a:srgbClr val="8A8A8A">
                    <a:alpha val="1628"/>
                  </a:srgbClr>
                </a:gs>
                <a:gs pos="85714">
                  <a:srgbClr val="8A8A8A">
                    <a:alpha val="647"/>
                  </a:srgbClr>
                </a:gs>
                <a:gs pos="100000">
                  <a:srgbClr val="8A8A8A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-10320205">
              <a:off x="3017529" y="648704"/>
              <a:ext cx="852977" cy="174802"/>
            </a:xfrm>
            <a:prstGeom prst="ellipse">
              <a:avLst/>
            </a:prstGeom>
            <a:gradFill>
              <a:gsLst>
                <a:gs pos="0">
                  <a:srgbClr val="000001">
                    <a:alpha val="8584"/>
                  </a:srgbClr>
                </a:gs>
                <a:gs pos="14286">
                  <a:srgbClr val="000001">
                    <a:alpha val="7918"/>
                  </a:srgbClr>
                </a:gs>
                <a:gs pos="28571">
                  <a:srgbClr val="000001">
                    <a:alpha val="6204"/>
                  </a:srgbClr>
                </a:gs>
                <a:gs pos="42857">
                  <a:srgbClr val="000001">
                    <a:alpha val="4114"/>
                  </a:srgbClr>
                </a:gs>
                <a:gs pos="57143">
                  <a:srgbClr val="000001">
                    <a:alpha val="2301"/>
                  </a:srgbClr>
                </a:gs>
                <a:gs pos="71429">
                  <a:srgbClr val="000001">
                    <a:alpha val="1084"/>
                  </a:srgbClr>
                </a:gs>
                <a:gs pos="85714">
                  <a:srgbClr val="000001">
                    <a:alpha val="430"/>
                  </a:srgbClr>
                </a:gs>
                <a:gs pos="100000">
                  <a:srgbClr val="000001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400000">
              <a:off x="2769042" y="328939"/>
              <a:ext cx="60386" cy="60386"/>
            </a:xfrm>
            <a:prstGeom prst="ellipse">
              <a:avLst/>
            </a:prstGeom>
            <a:gradFill>
              <a:gsLst>
                <a:gs pos="0">
                  <a:srgbClr val="969696">
                    <a:alpha val="13740"/>
                  </a:srgbClr>
                </a:gs>
                <a:gs pos="14286">
                  <a:srgbClr val="969696">
                    <a:alpha val="12703"/>
                  </a:srgbClr>
                </a:gs>
                <a:gs pos="28571">
                  <a:srgbClr val="969696">
                    <a:alpha val="10011"/>
                  </a:srgbClr>
                </a:gs>
                <a:gs pos="42857">
                  <a:srgbClr val="969696">
                    <a:alpha val="6685"/>
                  </a:srgbClr>
                </a:gs>
                <a:gs pos="57143">
                  <a:srgbClr val="969696">
                    <a:alpha val="3761"/>
                  </a:srgbClr>
                </a:gs>
                <a:gs pos="71429">
                  <a:srgbClr val="969696">
                    <a:alpha val="1779"/>
                  </a:srgbClr>
                </a:gs>
                <a:gs pos="85714">
                  <a:srgbClr val="969696">
                    <a:alpha val="707"/>
                  </a:srgbClr>
                </a:gs>
                <a:gs pos="100000">
                  <a:srgbClr val="969696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400000">
              <a:off x="1980350" y="281800"/>
              <a:ext cx="64478" cy="64478"/>
            </a:xfrm>
            <a:prstGeom prst="ellipse">
              <a:avLst/>
            </a:prstGeom>
            <a:gradFill>
              <a:gsLst>
                <a:gs pos="0">
                  <a:srgbClr val="757575">
                    <a:alpha val="12635"/>
                  </a:srgbClr>
                </a:gs>
                <a:gs pos="14286">
                  <a:srgbClr val="757575">
                    <a:alpha val="11675"/>
                  </a:srgbClr>
                </a:gs>
                <a:gs pos="28571">
                  <a:srgbClr val="757575">
                    <a:alpha val="9189"/>
                  </a:srgbClr>
                </a:gs>
                <a:gs pos="42857">
                  <a:srgbClr val="757575">
                    <a:alpha val="6127"/>
                  </a:srgbClr>
                </a:gs>
                <a:gs pos="57143">
                  <a:srgbClr val="757575">
                    <a:alpha val="3443"/>
                  </a:srgbClr>
                </a:gs>
                <a:gs pos="71429">
                  <a:srgbClr val="757575">
                    <a:alpha val="1627"/>
                  </a:srgbClr>
                </a:gs>
                <a:gs pos="85714">
                  <a:srgbClr val="757575">
                    <a:alpha val="646"/>
                  </a:srgbClr>
                </a:gs>
                <a:gs pos="100000">
                  <a:srgbClr val="757575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-9556084">
              <a:off x="478643" y="728225"/>
              <a:ext cx="379610" cy="504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2212778" y="908612"/>
              <a:ext cx="64308" cy="64308"/>
            </a:xfrm>
            <a:prstGeom prst="ellipse">
              <a:avLst/>
            </a:prstGeom>
            <a:gradFill>
              <a:gsLst>
                <a:gs pos="0">
                  <a:srgbClr val="807F80">
                    <a:alpha val="12681"/>
                  </a:srgbClr>
                </a:gs>
                <a:gs pos="14286">
                  <a:srgbClr val="807F80">
                    <a:alpha val="11718"/>
                  </a:srgbClr>
                </a:gs>
                <a:gs pos="28571">
                  <a:srgbClr val="807F80">
                    <a:alpha val="9224"/>
                  </a:srgbClr>
                </a:gs>
                <a:gs pos="42857">
                  <a:srgbClr val="807F80">
                    <a:alpha val="6150"/>
                  </a:srgbClr>
                </a:gs>
                <a:gs pos="57143">
                  <a:srgbClr val="807F80">
                    <a:alpha val="3456"/>
                  </a:srgbClr>
                </a:gs>
                <a:gs pos="71429">
                  <a:srgbClr val="807F80">
                    <a:alpha val="1633"/>
                  </a:srgbClr>
                </a:gs>
                <a:gs pos="85714">
                  <a:srgbClr val="807F80">
                    <a:alpha val="649"/>
                  </a:srgbClr>
                </a:gs>
                <a:gs pos="100000">
                  <a:srgbClr val="807F8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4170947">
              <a:off x="657741" y="388135"/>
              <a:ext cx="508878" cy="362196"/>
            </a:xfrm>
            <a:prstGeom prst="ellipse">
              <a:avLst/>
            </a:prstGeom>
            <a:gradFill>
              <a:gsLst>
                <a:gs pos="0">
                  <a:srgbClr val="BBBBBA">
                    <a:alpha val="5225"/>
                  </a:srgbClr>
                </a:gs>
                <a:gs pos="14286">
                  <a:srgbClr val="BBBBBA">
                    <a:alpha val="4813"/>
                  </a:srgbClr>
                </a:gs>
                <a:gs pos="28571">
                  <a:srgbClr val="BBBBBA">
                    <a:alpha val="3757"/>
                  </a:srgbClr>
                </a:gs>
                <a:gs pos="42857">
                  <a:srgbClr val="BBBBBA">
                    <a:alpha val="2481"/>
                  </a:srgbClr>
                </a:gs>
                <a:gs pos="57143">
                  <a:srgbClr val="BBBBBA">
                    <a:alpha val="1382"/>
                  </a:srgbClr>
                </a:gs>
                <a:gs pos="71429">
                  <a:srgbClr val="BBBBBA">
                    <a:alpha val="649"/>
                  </a:srgbClr>
                </a:gs>
                <a:gs pos="85714">
                  <a:srgbClr val="BBBBBA">
                    <a:alpha val="257"/>
                  </a:srgbClr>
                </a:gs>
                <a:gs pos="100000">
                  <a:srgbClr val="BBBBBA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10703116">
              <a:off x="560325" y="1217858"/>
              <a:ext cx="481575" cy="482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9368714">
              <a:off x="1637156" y="79777"/>
              <a:ext cx="412659" cy="335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9893899">
              <a:off x="562324" y="851289"/>
              <a:ext cx="451391" cy="37099"/>
            </a:xfrm>
            <a:prstGeom prst="ellipse">
              <a:avLst/>
            </a:prstGeom>
            <a:gradFill>
              <a:gsLst>
                <a:gs pos="0">
                  <a:srgbClr val="1D1C20">
                    <a:alpha val="32968"/>
                  </a:srgbClr>
                </a:gs>
                <a:gs pos="14286">
                  <a:srgbClr val="1D1C20">
                    <a:alpha val="30764"/>
                  </a:srgbClr>
                </a:gs>
                <a:gs pos="28571">
                  <a:srgbClr val="1D1C20">
                    <a:alpha val="24833"/>
                  </a:srgbClr>
                </a:gs>
                <a:gs pos="42857">
                  <a:srgbClr val="1D1C20">
                    <a:alpha val="17075"/>
                  </a:srgbClr>
                </a:gs>
                <a:gs pos="57143">
                  <a:srgbClr val="1D1C20">
                    <a:alpha val="9855"/>
                  </a:srgbClr>
                </a:gs>
                <a:gs pos="71429">
                  <a:srgbClr val="1D1C20">
                    <a:alpha val="4740"/>
                  </a:srgbClr>
                </a:gs>
                <a:gs pos="85714">
                  <a:srgbClr val="1D1C20">
                    <a:alpha val="1902"/>
                  </a:srgbClr>
                </a:gs>
                <a:gs pos="100000">
                  <a:srgbClr val="1D1C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7068084">
              <a:off x="3122566" y="-115167"/>
              <a:ext cx="552750" cy="465367"/>
            </a:xfrm>
            <a:prstGeom prst="ellipse">
              <a:avLst/>
            </a:prstGeom>
            <a:gradFill>
              <a:gsLst>
                <a:gs pos="0">
                  <a:srgbClr val="B4B4B4">
                    <a:alpha val="5782"/>
                  </a:srgbClr>
                </a:gs>
                <a:gs pos="14286">
                  <a:srgbClr val="B4B4B4">
                    <a:alpha val="5327"/>
                  </a:srgbClr>
                </a:gs>
                <a:gs pos="28571">
                  <a:srgbClr val="B4B4B4">
                    <a:alpha val="4161"/>
                  </a:srgbClr>
                </a:gs>
                <a:gs pos="42857">
                  <a:srgbClr val="B4B4B4">
                    <a:alpha val="2749"/>
                  </a:srgbClr>
                </a:gs>
                <a:gs pos="57143">
                  <a:srgbClr val="B4B4B4">
                    <a:alpha val="1533"/>
                  </a:srgbClr>
                </a:gs>
                <a:gs pos="71429">
                  <a:srgbClr val="B4B4B4">
                    <a:alpha val="721"/>
                  </a:srgbClr>
                </a:gs>
                <a:gs pos="85714">
                  <a:srgbClr val="B4B4B4">
                    <a:alpha val="286"/>
                  </a:srgbClr>
                </a:gs>
                <a:gs pos="100000">
                  <a:srgbClr val="B4B4B4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-9113975">
              <a:off x="2932648" y="370788"/>
              <a:ext cx="807251" cy="155671"/>
            </a:xfrm>
            <a:prstGeom prst="ellipse">
              <a:avLst/>
            </a:prstGeom>
            <a:gradFill>
              <a:gsLst>
                <a:gs pos="0">
                  <a:srgbClr val="C3C4C3">
                    <a:alpha val="21440"/>
                  </a:srgbClr>
                </a:gs>
                <a:gs pos="14286">
                  <a:srgbClr val="C3C4C3">
                    <a:alpha val="19891"/>
                  </a:srgbClr>
                </a:gs>
                <a:gs pos="28571">
                  <a:srgbClr val="C3C4C3">
                    <a:alpha val="15819"/>
                  </a:srgbClr>
                </a:gs>
                <a:gs pos="42857">
                  <a:srgbClr val="C3C4C3">
                    <a:alpha val="10681"/>
                  </a:srgbClr>
                </a:gs>
                <a:gs pos="57143">
                  <a:srgbClr val="C3C4C3">
                    <a:alpha val="6067"/>
                  </a:srgbClr>
                </a:gs>
                <a:gs pos="71429">
                  <a:srgbClr val="C3C4C3">
                    <a:alpha val="2887"/>
                  </a:srgbClr>
                </a:gs>
                <a:gs pos="85714">
                  <a:srgbClr val="C3C4C3">
                    <a:alpha val="1152"/>
                  </a:srgbClr>
                </a:gs>
                <a:gs pos="100000">
                  <a:srgbClr val="C3C4C3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8698748">
              <a:off x="1379039" y="1121152"/>
              <a:ext cx="938869" cy="240873"/>
            </a:xfrm>
            <a:prstGeom prst="ellipse">
              <a:avLst/>
            </a:prstGeom>
            <a:gradFill>
              <a:gsLst>
                <a:gs pos="0">
                  <a:srgbClr val="000000">
                    <a:alpha val="8517"/>
                  </a:srgbClr>
                </a:gs>
                <a:gs pos="14286">
                  <a:srgbClr val="000000">
                    <a:alpha val="7856"/>
                  </a:srgbClr>
                </a:gs>
                <a:gs pos="28571">
                  <a:srgbClr val="000000">
                    <a:alpha val="6155"/>
                  </a:srgbClr>
                </a:gs>
                <a:gs pos="42857">
                  <a:srgbClr val="000000">
                    <a:alpha val="4081"/>
                  </a:srgbClr>
                </a:gs>
                <a:gs pos="57143">
                  <a:srgbClr val="000000">
                    <a:alpha val="2282"/>
                  </a:srgbClr>
                </a:gs>
                <a:gs pos="71429">
                  <a:srgbClr val="000000">
                    <a:alpha val="1075"/>
                  </a:srgbClr>
                </a:gs>
                <a:gs pos="85714">
                  <a:srgbClr val="000000">
                    <a:alpha val="426"/>
                  </a:srgbClr>
                </a:gs>
                <a:gs pos="100000">
                  <a:srgbClr val="000000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10445069">
              <a:off x="50526" y="442937"/>
              <a:ext cx="617307" cy="291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-9279758">
              <a:off x="-283730" y="648148"/>
              <a:ext cx="687009" cy="188620"/>
            </a:xfrm>
            <a:prstGeom prst="ellipse">
              <a:avLst/>
            </a:prstGeom>
            <a:gradFill>
              <a:gsLst>
                <a:gs pos="0">
                  <a:srgbClr val="9E9E9E">
                    <a:alpha val="13501"/>
                  </a:srgbClr>
                </a:gs>
                <a:gs pos="14286">
                  <a:srgbClr val="9E9E9E">
                    <a:alpha val="12480"/>
                  </a:srgbClr>
                </a:gs>
                <a:gs pos="28571">
                  <a:srgbClr val="9E9E9E">
                    <a:alpha val="9833"/>
                  </a:srgbClr>
                </a:gs>
                <a:gs pos="42857">
                  <a:srgbClr val="9E9E9E">
                    <a:alpha val="6564"/>
                  </a:srgbClr>
                </a:gs>
                <a:gs pos="57143">
                  <a:srgbClr val="9E9E9E">
                    <a:alpha val="3692"/>
                  </a:srgbClr>
                </a:gs>
                <a:gs pos="71429">
                  <a:srgbClr val="9E9E9E">
                    <a:alpha val="1745"/>
                  </a:srgbClr>
                </a:gs>
                <a:gs pos="85714">
                  <a:srgbClr val="9E9E9E">
                    <a:alpha val="694"/>
                  </a:srgbClr>
                </a:gs>
                <a:gs pos="100000">
                  <a:srgbClr val="9E9E9E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8630175">
              <a:off x="1495084" y="689047"/>
              <a:ext cx="543839" cy="532210"/>
            </a:xfrm>
            <a:prstGeom prst="ellipse">
              <a:avLst/>
            </a:prstGeom>
            <a:gradFill>
              <a:gsLst>
                <a:gs pos="0">
                  <a:srgbClr val="B1B1B2">
                    <a:alpha val="5513"/>
                  </a:srgbClr>
                </a:gs>
                <a:gs pos="14286">
                  <a:srgbClr val="B1B1B2">
                    <a:alpha val="5078"/>
                  </a:srgbClr>
                </a:gs>
                <a:gs pos="28571">
                  <a:srgbClr val="B1B1B2">
                    <a:alpha val="3966"/>
                  </a:srgbClr>
                </a:gs>
                <a:gs pos="42857">
                  <a:srgbClr val="B1B1B2">
                    <a:alpha val="2619"/>
                  </a:srgbClr>
                </a:gs>
                <a:gs pos="57143">
                  <a:srgbClr val="B1B1B2">
                    <a:alpha val="1460"/>
                  </a:srgbClr>
                </a:gs>
                <a:gs pos="71429">
                  <a:srgbClr val="B1B1B2">
                    <a:alpha val="686"/>
                  </a:srgbClr>
                </a:gs>
                <a:gs pos="85714">
                  <a:srgbClr val="B1B1B2">
                    <a:alpha val="272"/>
                  </a:srgbClr>
                </a:gs>
                <a:gs pos="100000">
                  <a:srgbClr val="B1B1B2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10176133">
              <a:off x="2745170" y="786429"/>
              <a:ext cx="629510" cy="47529"/>
            </a:xfrm>
            <a:prstGeom prst="ellipse">
              <a:avLst/>
            </a:prstGeom>
            <a:gradFill>
              <a:gsLst>
                <a:gs pos="0">
                  <a:srgbClr val="A9A9A9">
                    <a:alpha val="12748"/>
                  </a:srgbClr>
                </a:gs>
                <a:gs pos="14286">
                  <a:srgbClr val="A9A9A9">
                    <a:alpha val="11781"/>
                  </a:srgbClr>
                </a:gs>
                <a:gs pos="28571">
                  <a:srgbClr val="A9A9A9">
                    <a:alpha val="9274"/>
                  </a:srgbClr>
                </a:gs>
                <a:gs pos="42857">
                  <a:srgbClr val="A9A9A9">
                    <a:alpha val="6184"/>
                  </a:srgbClr>
                </a:gs>
                <a:gs pos="57143">
                  <a:srgbClr val="A9A9A9">
                    <a:alpha val="3475"/>
                  </a:srgbClr>
                </a:gs>
                <a:gs pos="71429">
                  <a:srgbClr val="A9A9A9">
                    <a:alpha val="1642"/>
                  </a:srgbClr>
                </a:gs>
                <a:gs pos="85714">
                  <a:srgbClr val="A9A9A9">
                    <a:alpha val="653"/>
                  </a:srgbClr>
                </a:gs>
                <a:gs pos="100000">
                  <a:srgbClr val="A9A9A9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-9851494">
              <a:off x="1135226" y="378909"/>
              <a:ext cx="316638" cy="383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10063841">
              <a:off x="-140433" y="283648"/>
              <a:ext cx="328350" cy="395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3342990">
              <a:off x="1128660" y="48067"/>
              <a:ext cx="247498" cy="600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3351316">
              <a:off x="423767" y="593205"/>
              <a:ext cx="522726" cy="518273"/>
            </a:xfrm>
            <a:prstGeom prst="ellipse">
              <a:avLst/>
            </a:prstGeom>
            <a:gradFill>
              <a:gsLst>
                <a:gs pos="0">
                  <a:srgbClr val="000000">
                    <a:alpha val="1853"/>
                  </a:srgbClr>
                </a:gs>
                <a:gs pos="14286">
                  <a:srgbClr val="000000">
                    <a:alpha val="1705"/>
                  </a:srgbClr>
                </a:gs>
                <a:gs pos="28571">
                  <a:srgbClr val="000000">
                    <a:alpha val="1326"/>
                  </a:srgbClr>
                </a:gs>
                <a:gs pos="42857">
                  <a:srgbClr val="000000">
                    <a:alpha val="872"/>
                  </a:srgbClr>
                </a:gs>
                <a:gs pos="57143">
                  <a:srgbClr val="000000">
                    <a:alpha val="484"/>
                  </a:srgbClr>
                </a:gs>
                <a:gs pos="71429">
                  <a:srgbClr val="000000">
                    <a:alpha val="227"/>
                  </a:srgbClr>
                </a:gs>
                <a:gs pos="85714">
                  <a:srgbClr val="000000">
                    <a:alpha val="90"/>
                  </a:srgbClr>
                </a:gs>
                <a:gs pos="100000">
                  <a:srgbClr val="000000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7093916">
              <a:off x="1968793" y="34555"/>
              <a:ext cx="501645" cy="480797"/>
            </a:xfrm>
            <a:prstGeom prst="ellipse">
              <a:avLst/>
            </a:prstGeom>
            <a:gradFill>
              <a:gsLst>
                <a:gs pos="0">
                  <a:srgbClr val="000400">
                    <a:alpha val="4567"/>
                  </a:srgbClr>
                </a:gs>
                <a:gs pos="14286">
                  <a:srgbClr val="000400">
                    <a:alpha val="4205"/>
                  </a:srgbClr>
                </a:gs>
                <a:gs pos="28571">
                  <a:srgbClr val="000400">
                    <a:alpha val="3281"/>
                  </a:srgbClr>
                </a:gs>
                <a:gs pos="42857">
                  <a:srgbClr val="000400">
                    <a:alpha val="2164"/>
                  </a:srgbClr>
                </a:gs>
                <a:gs pos="57143">
                  <a:srgbClr val="000400">
                    <a:alpha val="1205"/>
                  </a:srgbClr>
                </a:gs>
                <a:gs pos="71429">
                  <a:srgbClr val="000400">
                    <a:alpha val="566"/>
                  </a:srgbClr>
                </a:gs>
                <a:gs pos="85714">
                  <a:srgbClr val="000400">
                    <a:alpha val="224"/>
                  </a:srgbClr>
                </a:gs>
                <a:gs pos="100000">
                  <a:srgbClr val="000400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075348">
              <a:off x="1343960" y="1053122"/>
              <a:ext cx="510858" cy="499622"/>
            </a:xfrm>
            <a:prstGeom prst="ellipse">
              <a:avLst/>
            </a:prstGeom>
            <a:gradFill>
              <a:gsLst>
                <a:gs pos="0">
                  <a:srgbClr val="000000">
                    <a:alpha val="2317"/>
                  </a:srgbClr>
                </a:gs>
                <a:gs pos="14286">
                  <a:srgbClr val="000000">
                    <a:alpha val="2132"/>
                  </a:srgbClr>
                </a:gs>
                <a:gs pos="28571">
                  <a:srgbClr val="000000">
                    <a:alpha val="1659"/>
                  </a:srgbClr>
                </a:gs>
                <a:gs pos="42857">
                  <a:srgbClr val="000000">
                    <a:alpha val="1091"/>
                  </a:srgbClr>
                </a:gs>
                <a:gs pos="57143">
                  <a:srgbClr val="000000">
                    <a:alpha val="606"/>
                  </a:srgbClr>
                </a:gs>
                <a:gs pos="71429">
                  <a:srgbClr val="000000">
                    <a:alpha val="284"/>
                  </a:srgbClr>
                </a:gs>
                <a:gs pos="85714">
                  <a:srgbClr val="000000">
                    <a:alpha val="112"/>
                  </a:srgbClr>
                </a:gs>
                <a:gs pos="100000">
                  <a:srgbClr val="0000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9454425">
              <a:off x="2061844" y="476108"/>
              <a:ext cx="319645" cy="53335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10286595">
              <a:off x="1626183" y="697873"/>
              <a:ext cx="367906" cy="418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029014">
              <a:off x="2813341" y="-77620"/>
              <a:ext cx="548760" cy="494628"/>
            </a:xfrm>
            <a:prstGeom prst="ellipse">
              <a:avLst/>
            </a:prstGeom>
            <a:gradFill>
              <a:gsLst>
                <a:gs pos="0">
                  <a:srgbClr val="7B7C7C">
                    <a:alpha val="14704"/>
                  </a:srgbClr>
                </a:gs>
                <a:gs pos="14286">
                  <a:srgbClr val="7B7C7C">
                    <a:alpha val="13600"/>
                  </a:srgbClr>
                </a:gs>
                <a:gs pos="28571">
                  <a:srgbClr val="7B7C7C">
                    <a:alpha val="10730"/>
                  </a:srgbClr>
                </a:gs>
                <a:gs pos="42857">
                  <a:srgbClr val="7B7C7C">
                    <a:alpha val="7174"/>
                  </a:srgbClr>
                </a:gs>
                <a:gs pos="57143">
                  <a:srgbClr val="7B7C7C">
                    <a:alpha val="4041"/>
                  </a:srgbClr>
                </a:gs>
                <a:gs pos="71429">
                  <a:srgbClr val="7B7C7C">
                    <a:alpha val="1912"/>
                  </a:srgbClr>
                </a:gs>
                <a:gs pos="85714">
                  <a:srgbClr val="7B7C7C">
                    <a:alpha val="761"/>
                  </a:srgbClr>
                </a:gs>
                <a:gs pos="100000">
                  <a:srgbClr val="7B7C7C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-9569053">
              <a:off x="3130159" y="430291"/>
              <a:ext cx="604414" cy="163479"/>
            </a:xfrm>
            <a:prstGeom prst="ellipse">
              <a:avLst/>
            </a:prstGeom>
            <a:gradFill>
              <a:gsLst>
                <a:gs pos="0">
                  <a:srgbClr val="737472">
                    <a:alpha val="32968"/>
                  </a:srgbClr>
                </a:gs>
                <a:gs pos="14286">
                  <a:srgbClr val="737472">
                    <a:alpha val="30764"/>
                  </a:srgbClr>
                </a:gs>
                <a:gs pos="28571">
                  <a:srgbClr val="737472">
                    <a:alpha val="24833"/>
                  </a:srgbClr>
                </a:gs>
                <a:gs pos="42857">
                  <a:srgbClr val="737472">
                    <a:alpha val="17075"/>
                  </a:srgbClr>
                </a:gs>
                <a:gs pos="57143">
                  <a:srgbClr val="737472">
                    <a:alpha val="9855"/>
                  </a:srgbClr>
                </a:gs>
                <a:gs pos="71429">
                  <a:srgbClr val="737472">
                    <a:alpha val="4740"/>
                  </a:srgbClr>
                </a:gs>
                <a:gs pos="85714">
                  <a:srgbClr val="737472">
                    <a:alpha val="1902"/>
                  </a:srgbClr>
                </a:gs>
                <a:gs pos="100000">
                  <a:srgbClr val="7374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-8875043">
              <a:off x="3083328" y="297936"/>
              <a:ext cx="772834" cy="178034"/>
            </a:xfrm>
            <a:prstGeom prst="ellipse">
              <a:avLst/>
            </a:prstGeom>
            <a:gradFill>
              <a:gsLst>
                <a:gs pos="0">
                  <a:srgbClr val="000000">
                    <a:alpha val="4419"/>
                  </a:srgbClr>
                </a:gs>
                <a:gs pos="14286">
                  <a:srgbClr val="000000">
                    <a:alpha val="4069"/>
                  </a:srgbClr>
                </a:gs>
                <a:gs pos="28571">
                  <a:srgbClr val="000000">
                    <a:alpha val="3174"/>
                  </a:srgbClr>
                </a:gs>
                <a:gs pos="42857">
                  <a:srgbClr val="000000">
                    <a:alpha val="2094"/>
                  </a:srgbClr>
                </a:gs>
                <a:gs pos="57143">
                  <a:srgbClr val="000000">
                    <a:alpha val="1166"/>
                  </a:srgbClr>
                </a:gs>
                <a:gs pos="71429">
                  <a:srgbClr val="000000">
                    <a:alpha val="547"/>
                  </a:srgbClr>
                </a:gs>
                <a:gs pos="85714">
                  <a:srgbClr val="000000">
                    <a:alpha val="217"/>
                  </a:srgbClr>
                </a:gs>
                <a:gs pos="100000">
                  <a:srgbClr val="0000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-10036334">
              <a:off x="870879" y="1000673"/>
              <a:ext cx="543194" cy="125763"/>
            </a:xfrm>
            <a:prstGeom prst="ellipse">
              <a:avLst/>
            </a:prstGeom>
            <a:gradFill>
              <a:gsLst>
                <a:gs pos="0">
                  <a:srgbClr val="000001">
                    <a:alpha val="1713"/>
                  </a:srgbClr>
                </a:gs>
                <a:gs pos="14286">
                  <a:srgbClr val="000001">
                    <a:alpha val="1576"/>
                  </a:srgbClr>
                </a:gs>
                <a:gs pos="28571">
                  <a:srgbClr val="000001">
                    <a:alpha val="1226"/>
                  </a:srgbClr>
                </a:gs>
                <a:gs pos="42857">
                  <a:srgbClr val="000001">
                    <a:alpha val="806"/>
                  </a:srgbClr>
                </a:gs>
                <a:gs pos="57143">
                  <a:srgbClr val="000001">
                    <a:alpha val="447"/>
                  </a:srgbClr>
                </a:gs>
                <a:gs pos="71429">
                  <a:srgbClr val="000001">
                    <a:alpha val="210"/>
                  </a:srgbClr>
                </a:gs>
                <a:gs pos="85714">
                  <a:srgbClr val="000001">
                    <a:alpha val="83"/>
                  </a:srgbClr>
                </a:gs>
                <a:gs pos="100000">
                  <a:srgbClr val="000001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10405371">
              <a:off x="1778506" y="70262"/>
              <a:ext cx="482923" cy="473879"/>
            </a:xfrm>
            <a:prstGeom prst="ellipse">
              <a:avLst/>
            </a:prstGeom>
            <a:gradFill>
              <a:gsLst>
                <a:gs pos="0">
                  <a:srgbClr val="262626">
                    <a:alpha val="2553"/>
                  </a:srgbClr>
                </a:gs>
                <a:gs pos="14286">
                  <a:srgbClr val="262626">
                    <a:alpha val="2349"/>
                  </a:srgbClr>
                </a:gs>
                <a:gs pos="28571">
                  <a:srgbClr val="262626">
                    <a:alpha val="1828"/>
                  </a:srgbClr>
                </a:gs>
                <a:gs pos="42857">
                  <a:srgbClr val="262626">
                    <a:alpha val="1203"/>
                  </a:srgbClr>
                </a:gs>
                <a:gs pos="57143">
                  <a:srgbClr val="262626">
                    <a:alpha val="668"/>
                  </a:srgbClr>
                </a:gs>
                <a:gs pos="71429">
                  <a:srgbClr val="262626">
                    <a:alpha val="313"/>
                  </a:srgbClr>
                </a:gs>
                <a:gs pos="85714">
                  <a:srgbClr val="262626">
                    <a:alpha val="124"/>
                  </a:srgbClr>
                </a:gs>
                <a:gs pos="100000">
                  <a:srgbClr val="262626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-8763658">
              <a:off x="1828097" y="821744"/>
              <a:ext cx="745173" cy="177674"/>
            </a:xfrm>
            <a:prstGeom prst="ellipse">
              <a:avLst/>
            </a:prstGeom>
            <a:gradFill>
              <a:gsLst>
                <a:gs pos="0">
                  <a:srgbClr val="B5B5B5">
                    <a:alpha val="1821"/>
                  </a:srgbClr>
                </a:gs>
                <a:gs pos="14286">
                  <a:srgbClr val="B5B5B5">
                    <a:alpha val="1675"/>
                  </a:srgbClr>
                </a:gs>
                <a:gs pos="28571">
                  <a:srgbClr val="B5B5B5">
                    <a:alpha val="1303"/>
                  </a:srgbClr>
                </a:gs>
                <a:gs pos="42857">
                  <a:srgbClr val="B5B5B5">
                    <a:alpha val="856"/>
                  </a:srgbClr>
                </a:gs>
                <a:gs pos="57143">
                  <a:srgbClr val="B5B5B5">
                    <a:alpha val="475"/>
                  </a:srgbClr>
                </a:gs>
                <a:gs pos="71429">
                  <a:srgbClr val="B5B5B5">
                    <a:alpha val="223"/>
                  </a:srgbClr>
                </a:gs>
                <a:gs pos="85714">
                  <a:srgbClr val="B5B5B5">
                    <a:alpha val="88"/>
                  </a:srgbClr>
                </a:gs>
                <a:gs pos="100000">
                  <a:srgbClr val="B5B5B5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-8535923">
              <a:off x="1820344" y="949734"/>
              <a:ext cx="651583" cy="163420"/>
            </a:xfrm>
            <a:prstGeom prst="ellipse">
              <a:avLst/>
            </a:prstGeom>
            <a:gradFill>
              <a:gsLst>
                <a:gs pos="0">
                  <a:srgbClr val="A1A1A1">
                    <a:alpha val="5423"/>
                  </a:srgbClr>
                </a:gs>
                <a:gs pos="14286">
                  <a:srgbClr val="A1A1A1">
                    <a:alpha val="4995"/>
                  </a:srgbClr>
                </a:gs>
                <a:gs pos="28571">
                  <a:srgbClr val="A1A1A1">
                    <a:alpha val="3901"/>
                  </a:srgbClr>
                </a:gs>
                <a:gs pos="42857">
                  <a:srgbClr val="A1A1A1">
                    <a:alpha val="2576"/>
                  </a:srgbClr>
                </a:gs>
                <a:gs pos="57143">
                  <a:srgbClr val="A1A1A1">
                    <a:alpha val="1436"/>
                  </a:srgbClr>
                </a:gs>
                <a:gs pos="71429">
                  <a:srgbClr val="A1A1A1">
                    <a:alpha val="675"/>
                  </a:srgbClr>
                </a:gs>
                <a:gs pos="85714">
                  <a:srgbClr val="A1A1A1">
                    <a:alpha val="267"/>
                  </a:srgbClr>
                </a:gs>
                <a:gs pos="100000">
                  <a:srgbClr val="A1A1A1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6561290">
              <a:off x="1186699" y="548515"/>
              <a:ext cx="598240" cy="375503"/>
            </a:xfrm>
            <a:prstGeom prst="ellipse">
              <a:avLst/>
            </a:prstGeom>
            <a:gradFill>
              <a:gsLst>
                <a:gs pos="0">
                  <a:srgbClr val="393A37">
                    <a:alpha val="3195"/>
                  </a:srgbClr>
                </a:gs>
                <a:gs pos="14286">
                  <a:srgbClr val="393A37">
                    <a:alpha val="2940"/>
                  </a:srgbClr>
                </a:gs>
                <a:gs pos="28571">
                  <a:srgbClr val="393A37">
                    <a:alpha val="2291"/>
                  </a:srgbClr>
                </a:gs>
                <a:gs pos="42857">
                  <a:srgbClr val="393A37">
                    <a:alpha val="1508"/>
                  </a:srgbClr>
                </a:gs>
                <a:gs pos="57143">
                  <a:srgbClr val="393A37">
                    <a:alpha val="839"/>
                  </a:srgbClr>
                </a:gs>
                <a:gs pos="71429">
                  <a:srgbClr val="393A37">
                    <a:alpha val="393"/>
                  </a:srgbClr>
                </a:gs>
                <a:gs pos="85714">
                  <a:srgbClr val="393A37">
                    <a:alpha val="156"/>
                  </a:srgbClr>
                </a:gs>
                <a:gs pos="100000">
                  <a:srgbClr val="393A37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8028474">
              <a:off x="1645242" y="706921"/>
              <a:ext cx="548147" cy="425368"/>
            </a:xfrm>
            <a:prstGeom prst="ellipse">
              <a:avLst/>
            </a:prstGeom>
            <a:gradFill>
              <a:gsLst>
                <a:gs pos="0">
                  <a:srgbClr val="DEDEDE">
                    <a:alpha val="4406"/>
                  </a:srgbClr>
                </a:gs>
                <a:gs pos="14286">
                  <a:srgbClr val="DEDEDE">
                    <a:alpha val="4057"/>
                  </a:srgbClr>
                </a:gs>
                <a:gs pos="28571">
                  <a:srgbClr val="DEDEDE">
                    <a:alpha val="3164"/>
                  </a:srgbClr>
                </a:gs>
                <a:gs pos="42857">
                  <a:srgbClr val="DEDEDE">
                    <a:alpha val="2087"/>
                  </a:srgbClr>
                </a:gs>
                <a:gs pos="57143">
                  <a:srgbClr val="DEDEDE">
                    <a:alpha val="1162"/>
                  </a:srgbClr>
                </a:gs>
                <a:gs pos="71429">
                  <a:srgbClr val="DEDEDE">
                    <a:alpha val="546"/>
                  </a:srgbClr>
                </a:gs>
                <a:gs pos="85714">
                  <a:srgbClr val="DEDEDE">
                    <a:alpha val="216"/>
                  </a:srgbClr>
                </a:gs>
                <a:gs pos="100000">
                  <a:srgbClr val="DEDEDE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9555264">
              <a:off x="963678" y="642261"/>
              <a:ext cx="630155" cy="62771"/>
            </a:xfrm>
            <a:prstGeom prst="ellipse">
              <a:avLst/>
            </a:prstGeom>
            <a:gradFill>
              <a:gsLst>
                <a:gs pos="0">
                  <a:srgbClr val="797977">
                    <a:alpha val="31619"/>
                  </a:srgbClr>
                </a:gs>
                <a:gs pos="14286">
                  <a:srgbClr val="797977">
                    <a:alpha val="29484"/>
                  </a:srgbClr>
                </a:gs>
                <a:gs pos="28571">
                  <a:srgbClr val="797977">
                    <a:alpha val="23756"/>
                  </a:srgbClr>
                </a:gs>
                <a:gs pos="42857">
                  <a:srgbClr val="797977">
                    <a:alpha val="16298"/>
                  </a:srgbClr>
                </a:gs>
                <a:gs pos="57143">
                  <a:srgbClr val="797977">
                    <a:alpha val="9388"/>
                  </a:srgbClr>
                </a:gs>
                <a:gs pos="71429">
                  <a:srgbClr val="797977">
                    <a:alpha val="4510"/>
                  </a:srgbClr>
                </a:gs>
                <a:gs pos="85714">
                  <a:srgbClr val="797977">
                    <a:alpha val="1808"/>
                  </a:srgbClr>
                </a:gs>
                <a:gs pos="100000">
                  <a:srgbClr val="797977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8825211">
              <a:off x="2892115" y="-115634"/>
              <a:ext cx="591250" cy="447562"/>
            </a:xfrm>
            <a:prstGeom prst="ellipse">
              <a:avLst/>
            </a:prstGeom>
            <a:gradFill>
              <a:gsLst>
                <a:gs pos="0">
                  <a:srgbClr val="8E8D8D">
                    <a:alpha val="24215"/>
                  </a:srgbClr>
                </a:gs>
                <a:gs pos="14286">
                  <a:srgbClr val="8E8D8D">
                    <a:alpha val="22496"/>
                  </a:srgbClr>
                </a:gs>
                <a:gs pos="28571">
                  <a:srgbClr val="8E8D8D">
                    <a:alpha val="17952"/>
                  </a:srgbClr>
                </a:gs>
                <a:gs pos="42857">
                  <a:srgbClr val="8E8D8D">
                    <a:alpha val="12172"/>
                  </a:srgbClr>
                </a:gs>
                <a:gs pos="57143">
                  <a:srgbClr val="8E8D8D">
                    <a:alpha val="6939"/>
                  </a:srgbClr>
                </a:gs>
                <a:gs pos="71429">
                  <a:srgbClr val="8E8D8D">
                    <a:alpha val="3310"/>
                  </a:srgbClr>
                </a:gs>
                <a:gs pos="85714">
                  <a:srgbClr val="8E8D8D">
                    <a:alpha val="1322"/>
                  </a:srgbClr>
                </a:gs>
                <a:gs pos="100000">
                  <a:srgbClr val="8E8D8D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8855447">
              <a:off x="737451" y="756839"/>
              <a:ext cx="567168" cy="149787"/>
            </a:xfrm>
            <a:prstGeom prst="ellipse">
              <a:avLst/>
            </a:prstGeom>
            <a:gradFill>
              <a:gsLst>
                <a:gs pos="0">
                  <a:srgbClr val="7E817F">
                    <a:alpha val="8650"/>
                  </a:srgbClr>
                </a:gs>
                <a:gs pos="14286">
                  <a:srgbClr val="7E817F">
                    <a:alpha val="7979"/>
                  </a:srgbClr>
                </a:gs>
                <a:gs pos="28571">
                  <a:srgbClr val="7E817F">
                    <a:alpha val="6253"/>
                  </a:srgbClr>
                </a:gs>
                <a:gs pos="42857">
                  <a:srgbClr val="7E817F">
                    <a:alpha val="4147"/>
                  </a:srgbClr>
                </a:gs>
                <a:gs pos="57143">
                  <a:srgbClr val="7E817F">
                    <a:alpha val="2319"/>
                  </a:srgbClr>
                </a:gs>
                <a:gs pos="71429">
                  <a:srgbClr val="7E817F">
                    <a:alpha val="1092"/>
                  </a:srgbClr>
                </a:gs>
                <a:gs pos="85714">
                  <a:srgbClr val="7E817F">
                    <a:alpha val="433"/>
                  </a:srgbClr>
                </a:gs>
                <a:gs pos="100000">
                  <a:srgbClr val="7E817F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9850214">
              <a:off x="1692559" y="198758"/>
              <a:ext cx="593303" cy="159592"/>
            </a:xfrm>
            <a:prstGeom prst="ellipse">
              <a:avLst/>
            </a:prstGeom>
            <a:gradFill>
              <a:gsLst>
                <a:gs pos="0">
                  <a:srgbClr val="7B7A7B">
                    <a:alpha val="6572"/>
                  </a:srgbClr>
                </a:gs>
                <a:gs pos="14286">
                  <a:srgbClr val="7B7A7B">
                    <a:alpha val="6057"/>
                  </a:srgbClr>
                </a:gs>
                <a:gs pos="28571">
                  <a:srgbClr val="7B7A7B">
                    <a:alpha val="4736"/>
                  </a:srgbClr>
                </a:gs>
                <a:gs pos="42857">
                  <a:srgbClr val="7B7A7B">
                    <a:alpha val="3132"/>
                  </a:srgbClr>
                </a:gs>
                <a:gs pos="57143">
                  <a:srgbClr val="7B7A7B">
                    <a:alpha val="1748"/>
                  </a:srgbClr>
                </a:gs>
                <a:gs pos="71429">
                  <a:srgbClr val="7B7A7B">
                    <a:alpha val="822"/>
                  </a:srgbClr>
                </a:gs>
                <a:gs pos="85714">
                  <a:srgbClr val="7B7A7B">
                    <a:alpha val="326"/>
                  </a:srgbClr>
                </a:gs>
                <a:gs pos="100000">
                  <a:srgbClr val="7B7A7B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-9518224">
              <a:off x="1371057" y="1205707"/>
              <a:ext cx="223255" cy="727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8865039">
              <a:off x="2566589" y="728054"/>
              <a:ext cx="632111" cy="81926"/>
            </a:xfrm>
            <a:prstGeom prst="ellipse">
              <a:avLst/>
            </a:prstGeom>
            <a:gradFill>
              <a:gsLst>
                <a:gs pos="0">
                  <a:srgbClr val="050006">
                    <a:alpha val="13636"/>
                  </a:srgbClr>
                </a:gs>
                <a:gs pos="14286">
                  <a:srgbClr val="050006">
                    <a:alpha val="12606"/>
                  </a:srgbClr>
                </a:gs>
                <a:gs pos="28571">
                  <a:srgbClr val="050006">
                    <a:alpha val="9933"/>
                  </a:srgbClr>
                </a:gs>
                <a:gs pos="42857">
                  <a:srgbClr val="050006">
                    <a:alpha val="6632"/>
                  </a:srgbClr>
                </a:gs>
                <a:gs pos="57143">
                  <a:srgbClr val="050006">
                    <a:alpha val="3731"/>
                  </a:srgbClr>
                </a:gs>
                <a:gs pos="71429">
                  <a:srgbClr val="050006">
                    <a:alpha val="1764"/>
                  </a:srgbClr>
                </a:gs>
                <a:gs pos="85714">
                  <a:srgbClr val="050006">
                    <a:alpha val="701"/>
                  </a:srgbClr>
                </a:gs>
                <a:gs pos="100000">
                  <a:srgbClr val="050006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-10416023">
              <a:off x="439587" y="1297915"/>
              <a:ext cx="296235" cy="84152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6093118">
              <a:off x="88096" y="741776"/>
              <a:ext cx="476085" cy="374973"/>
            </a:xfrm>
            <a:prstGeom prst="ellipse">
              <a:avLst/>
            </a:prstGeom>
            <a:gradFill>
              <a:gsLst>
                <a:gs pos="0">
                  <a:srgbClr val="020303">
                    <a:alpha val="7013"/>
                  </a:srgbClr>
                </a:gs>
                <a:gs pos="14286">
                  <a:srgbClr val="020303">
                    <a:alpha val="6464"/>
                  </a:srgbClr>
                </a:gs>
                <a:gs pos="28571">
                  <a:srgbClr val="020303">
                    <a:alpha val="5056"/>
                  </a:srgbClr>
                </a:gs>
                <a:gs pos="42857">
                  <a:srgbClr val="020303">
                    <a:alpha val="3346"/>
                  </a:srgbClr>
                </a:gs>
                <a:gs pos="57143">
                  <a:srgbClr val="020303">
                    <a:alpha val="1868"/>
                  </a:srgbClr>
                </a:gs>
                <a:gs pos="71429">
                  <a:srgbClr val="020303">
                    <a:alpha val="879"/>
                  </a:srgbClr>
                </a:gs>
                <a:gs pos="85714">
                  <a:srgbClr val="020303">
                    <a:alpha val="348"/>
                  </a:srgbClr>
                </a:gs>
                <a:gs pos="100000">
                  <a:srgbClr val="020303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772279">
              <a:off x="2579889" y="536402"/>
              <a:ext cx="530473" cy="32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9275774">
              <a:off x="1764679" y="663946"/>
              <a:ext cx="328135" cy="437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3128213">
              <a:off x="1219830" y="662506"/>
              <a:ext cx="644377" cy="163785"/>
            </a:xfrm>
            <a:prstGeom prst="ellipse">
              <a:avLst/>
            </a:prstGeom>
            <a:gradFill>
              <a:gsLst>
                <a:gs pos="0">
                  <a:srgbClr val="B3B3B3">
                    <a:alpha val="5501"/>
                  </a:srgbClr>
                </a:gs>
                <a:gs pos="14286">
                  <a:srgbClr val="B3B3B3">
                    <a:alpha val="5068"/>
                  </a:srgbClr>
                </a:gs>
                <a:gs pos="28571">
                  <a:srgbClr val="B3B3B3">
                    <a:alpha val="3958"/>
                  </a:srgbClr>
                </a:gs>
                <a:gs pos="42857">
                  <a:srgbClr val="B3B3B3">
                    <a:alpha val="2614"/>
                  </a:srgbClr>
                </a:gs>
                <a:gs pos="57143">
                  <a:srgbClr val="B3B3B3">
                    <a:alpha val="1457"/>
                  </a:srgbClr>
                </a:gs>
                <a:gs pos="71429">
                  <a:srgbClr val="B3B3B3">
                    <a:alpha val="685"/>
                  </a:srgbClr>
                </a:gs>
                <a:gs pos="85714">
                  <a:srgbClr val="B3B3B3">
                    <a:alpha val="271"/>
                  </a:srgbClr>
                </a:gs>
                <a:gs pos="100000">
                  <a:srgbClr val="B3B3B3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9158873">
              <a:off x="121587" y="50654"/>
              <a:ext cx="467891" cy="446365"/>
            </a:xfrm>
            <a:prstGeom prst="ellipse">
              <a:avLst/>
            </a:prstGeom>
            <a:gradFill>
              <a:gsLst>
                <a:gs pos="0">
                  <a:srgbClr val="9A9A9A">
                    <a:alpha val="3205"/>
                  </a:srgbClr>
                </a:gs>
                <a:gs pos="14286">
                  <a:srgbClr val="9A9A9A">
                    <a:alpha val="2949"/>
                  </a:srgbClr>
                </a:gs>
                <a:gs pos="28571">
                  <a:srgbClr val="9A9A9A">
                    <a:alpha val="2298"/>
                  </a:srgbClr>
                </a:gs>
                <a:gs pos="42857">
                  <a:srgbClr val="9A9A9A">
                    <a:alpha val="1513"/>
                  </a:srgbClr>
                </a:gs>
                <a:gs pos="57143">
                  <a:srgbClr val="9A9A9A">
                    <a:alpha val="841"/>
                  </a:srgbClr>
                </a:gs>
                <a:gs pos="71429">
                  <a:srgbClr val="9A9A9A">
                    <a:alpha val="395"/>
                  </a:srgbClr>
                </a:gs>
                <a:gs pos="85714">
                  <a:srgbClr val="9A9A9A">
                    <a:alpha val="156"/>
                  </a:srgbClr>
                </a:gs>
                <a:gs pos="100000">
                  <a:srgbClr val="9A9A9A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-8347593">
              <a:off x="1199638" y="62158"/>
              <a:ext cx="509095" cy="463490"/>
            </a:xfrm>
            <a:prstGeom prst="ellipse">
              <a:avLst/>
            </a:prstGeom>
            <a:gradFill>
              <a:gsLst>
                <a:gs pos="0">
                  <a:srgbClr val="050002">
                    <a:alpha val="2347"/>
                  </a:srgbClr>
                </a:gs>
                <a:gs pos="14286">
                  <a:srgbClr val="050002">
                    <a:alpha val="2159"/>
                  </a:srgbClr>
                </a:gs>
                <a:gs pos="28571">
                  <a:srgbClr val="050002">
                    <a:alpha val="1680"/>
                  </a:srgbClr>
                </a:gs>
                <a:gs pos="42857">
                  <a:srgbClr val="050002">
                    <a:alpha val="1105"/>
                  </a:srgbClr>
                </a:gs>
                <a:gs pos="57143">
                  <a:srgbClr val="050002">
                    <a:alpha val="614"/>
                  </a:srgbClr>
                </a:gs>
                <a:gs pos="71429">
                  <a:srgbClr val="050002">
                    <a:alpha val="288"/>
                  </a:srgbClr>
                </a:gs>
                <a:gs pos="85714">
                  <a:srgbClr val="050002">
                    <a:alpha val="114"/>
                  </a:srgbClr>
                </a:gs>
                <a:gs pos="100000">
                  <a:srgbClr val="050002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-10288138">
              <a:off x="1899226" y="250817"/>
              <a:ext cx="419163" cy="79888"/>
            </a:xfrm>
            <a:prstGeom prst="ellipse">
              <a:avLst/>
            </a:prstGeom>
            <a:gradFill>
              <a:gsLst>
                <a:gs pos="0">
                  <a:srgbClr val="AAAAAA">
                    <a:alpha val="16397"/>
                  </a:srgbClr>
                </a:gs>
                <a:gs pos="14286">
                  <a:srgbClr val="AAAAAA">
                    <a:alpha val="15177"/>
                  </a:srgbClr>
                </a:gs>
                <a:gs pos="28571">
                  <a:srgbClr val="AAAAAA">
                    <a:alpha val="11998"/>
                  </a:srgbClr>
                </a:gs>
                <a:gs pos="42857">
                  <a:srgbClr val="AAAAAA">
                    <a:alpha val="8041"/>
                  </a:srgbClr>
                </a:gs>
                <a:gs pos="57143">
                  <a:srgbClr val="AAAAAA">
                    <a:alpha val="4539"/>
                  </a:srgbClr>
                </a:gs>
                <a:gs pos="71429">
                  <a:srgbClr val="AAAAAA">
                    <a:alpha val="2151"/>
                  </a:srgbClr>
                </a:gs>
                <a:gs pos="85714">
                  <a:srgbClr val="AAAAAA">
                    <a:alpha val="856"/>
                  </a:srgbClr>
                </a:gs>
                <a:gs pos="100000">
                  <a:srgbClr val="AAAAA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3984376">
              <a:off x="-89118" y="518929"/>
              <a:ext cx="496918" cy="463283"/>
            </a:xfrm>
            <a:prstGeom prst="ellipse">
              <a:avLst/>
            </a:prstGeom>
            <a:gradFill>
              <a:gsLst>
                <a:gs pos="0">
                  <a:srgbClr val="000000">
                    <a:alpha val="4933"/>
                  </a:srgbClr>
                </a:gs>
                <a:gs pos="14286">
                  <a:srgbClr val="000000">
                    <a:alpha val="4543"/>
                  </a:srgbClr>
                </a:gs>
                <a:gs pos="28571">
                  <a:srgbClr val="000000">
                    <a:alpha val="3546"/>
                  </a:srgbClr>
                </a:gs>
                <a:gs pos="42857">
                  <a:srgbClr val="000000">
                    <a:alpha val="2340"/>
                  </a:srgbClr>
                </a:gs>
                <a:gs pos="57143">
                  <a:srgbClr val="000000">
                    <a:alpha val="1304"/>
                  </a:srgbClr>
                </a:gs>
                <a:gs pos="71429">
                  <a:srgbClr val="000000">
                    <a:alpha val="612"/>
                  </a:srgbClr>
                </a:gs>
                <a:gs pos="85714">
                  <a:srgbClr val="000000">
                    <a:alpha val="243"/>
                  </a:srgbClr>
                </a:gs>
                <a:gs pos="100000">
                  <a:srgbClr val="0000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8979563">
              <a:off x="2598943" y="505628"/>
              <a:ext cx="439836" cy="85134"/>
            </a:xfrm>
            <a:prstGeom prst="ellipse">
              <a:avLst/>
            </a:prstGeom>
            <a:gradFill>
              <a:gsLst>
                <a:gs pos="0">
                  <a:srgbClr val="353637">
                    <a:alpha val="13286"/>
                  </a:srgbClr>
                </a:gs>
                <a:gs pos="14286">
                  <a:srgbClr val="353637">
                    <a:alpha val="12281"/>
                  </a:srgbClr>
                </a:gs>
                <a:gs pos="28571">
                  <a:srgbClr val="353637">
                    <a:alpha val="9673"/>
                  </a:srgbClr>
                </a:gs>
                <a:gs pos="42857">
                  <a:srgbClr val="353637">
                    <a:alpha val="6455"/>
                  </a:srgbClr>
                </a:gs>
                <a:gs pos="57143">
                  <a:srgbClr val="353637">
                    <a:alpha val="3630"/>
                  </a:srgbClr>
                </a:gs>
                <a:gs pos="71429">
                  <a:srgbClr val="353637">
                    <a:alpha val="1716"/>
                  </a:srgbClr>
                </a:gs>
                <a:gs pos="85714">
                  <a:srgbClr val="353637">
                    <a:alpha val="682"/>
                  </a:srgbClr>
                </a:gs>
                <a:gs pos="100000">
                  <a:srgbClr val="353637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10307201">
              <a:off x="1776278" y="323218"/>
              <a:ext cx="494610" cy="474608"/>
            </a:xfrm>
            <a:prstGeom prst="ellipse">
              <a:avLst/>
            </a:prstGeom>
            <a:gradFill>
              <a:gsLst>
                <a:gs pos="0">
                  <a:srgbClr val="000000">
                    <a:alpha val="4553"/>
                  </a:srgbClr>
                </a:gs>
                <a:gs pos="14286">
                  <a:srgbClr val="000000">
                    <a:alpha val="4192"/>
                  </a:srgbClr>
                </a:gs>
                <a:gs pos="28571">
                  <a:srgbClr val="000000">
                    <a:alpha val="3271"/>
                  </a:srgbClr>
                </a:gs>
                <a:gs pos="42857">
                  <a:srgbClr val="000000">
                    <a:alpha val="2158"/>
                  </a:srgbClr>
                </a:gs>
                <a:gs pos="57143">
                  <a:srgbClr val="000000">
                    <a:alpha val="1201"/>
                  </a:srgbClr>
                </a:gs>
                <a:gs pos="71429">
                  <a:srgbClr val="000000">
                    <a:alpha val="564"/>
                  </a:srgbClr>
                </a:gs>
                <a:gs pos="85714">
                  <a:srgbClr val="000000">
                    <a:alpha val="223"/>
                  </a:srgbClr>
                </a:gs>
                <a:gs pos="100000">
                  <a:srgbClr val="000000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-8960616">
              <a:off x="1042586" y="67230"/>
              <a:ext cx="664889" cy="169028"/>
            </a:xfrm>
            <a:prstGeom prst="ellipse">
              <a:avLst/>
            </a:prstGeom>
            <a:gradFill>
              <a:gsLst>
                <a:gs pos="0">
                  <a:srgbClr val="000000">
                    <a:alpha val="2065"/>
                  </a:srgbClr>
                </a:gs>
                <a:gs pos="14286">
                  <a:srgbClr val="000000">
                    <a:alpha val="1900"/>
                  </a:srgbClr>
                </a:gs>
                <a:gs pos="28571">
                  <a:srgbClr val="000000">
                    <a:alpha val="1478"/>
                  </a:srgbClr>
                </a:gs>
                <a:gs pos="42857">
                  <a:srgbClr val="000000">
                    <a:alpha val="972"/>
                  </a:srgbClr>
                </a:gs>
                <a:gs pos="57143">
                  <a:srgbClr val="000000">
                    <a:alpha val="540"/>
                  </a:srgbClr>
                </a:gs>
                <a:gs pos="71429">
                  <a:srgbClr val="000000">
                    <a:alpha val="253"/>
                  </a:srgbClr>
                </a:gs>
                <a:gs pos="85714">
                  <a:srgbClr val="000000">
                    <a:alpha val="100"/>
                  </a:srgbClr>
                </a:gs>
                <a:gs pos="100000">
                  <a:srgbClr val="00000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10575392">
              <a:off x="708447" y="502017"/>
              <a:ext cx="441969" cy="62901"/>
            </a:xfrm>
            <a:prstGeom prst="ellipse">
              <a:avLst/>
            </a:prstGeom>
            <a:gradFill>
              <a:gsLst>
                <a:gs pos="0">
                  <a:srgbClr val="656264">
                    <a:alpha val="13423"/>
                  </a:srgbClr>
                </a:gs>
                <a:gs pos="14286">
                  <a:srgbClr val="656264">
                    <a:alpha val="12408"/>
                  </a:srgbClr>
                </a:gs>
                <a:gs pos="28571">
                  <a:srgbClr val="656264">
                    <a:alpha val="9775"/>
                  </a:srgbClr>
                </a:gs>
                <a:gs pos="42857">
                  <a:srgbClr val="656264">
                    <a:alpha val="6524"/>
                  </a:srgbClr>
                </a:gs>
                <a:gs pos="57143">
                  <a:srgbClr val="656264">
                    <a:alpha val="3670"/>
                  </a:srgbClr>
                </a:gs>
                <a:gs pos="71429">
                  <a:srgbClr val="656264">
                    <a:alpha val="1735"/>
                  </a:srgbClr>
                </a:gs>
                <a:gs pos="85714">
                  <a:srgbClr val="656264">
                    <a:alpha val="690"/>
                  </a:srgbClr>
                </a:gs>
                <a:gs pos="100000">
                  <a:srgbClr val="656264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10702796">
              <a:off x="1548965" y="5668"/>
              <a:ext cx="208427" cy="3776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175434">
              <a:off x="2812190" y="-82651"/>
              <a:ext cx="451575" cy="391582"/>
            </a:xfrm>
            <a:prstGeom prst="ellipse">
              <a:avLst/>
            </a:prstGeom>
            <a:gradFill>
              <a:gsLst>
                <a:gs pos="0">
                  <a:srgbClr val="555554">
                    <a:alpha val="18590"/>
                  </a:srgbClr>
                </a:gs>
                <a:gs pos="14286">
                  <a:srgbClr val="555554">
                    <a:alpha val="17225"/>
                  </a:srgbClr>
                </a:gs>
                <a:gs pos="28571">
                  <a:srgbClr val="555554">
                    <a:alpha val="13651"/>
                  </a:srgbClr>
                </a:gs>
                <a:gs pos="42857">
                  <a:srgbClr val="555554">
                    <a:alpha val="9179"/>
                  </a:srgbClr>
                </a:gs>
                <a:gs pos="57143">
                  <a:srgbClr val="555554">
                    <a:alpha val="5195"/>
                  </a:srgbClr>
                </a:gs>
                <a:gs pos="71429">
                  <a:srgbClr val="555554">
                    <a:alpha val="2466"/>
                  </a:srgbClr>
                </a:gs>
                <a:gs pos="85714">
                  <a:srgbClr val="555554">
                    <a:alpha val="983"/>
                  </a:srgbClr>
                </a:gs>
                <a:gs pos="100000">
                  <a:srgbClr val="555554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7056747">
              <a:off x="2226961" y="-41531"/>
              <a:ext cx="485835" cy="461490"/>
            </a:xfrm>
            <a:prstGeom prst="ellipse">
              <a:avLst/>
            </a:prstGeom>
            <a:gradFill>
              <a:gsLst>
                <a:gs pos="0">
                  <a:srgbClr val="A5A5A8">
                    <a:alpha val="1469"/>
                  </a:srgbClr>
                </a:gs>
                <a:gs pos="14286">
                  <a:srgbClr val="A5A5A8">
                    <a:alpha val="1351"/>
                  </a:srgbClr>
                </a:gs>
                <a:gs pos="28571">
                  <a:srgbClr val="A5A5A8">
                    <a:alpha val="1051"/>
                  </a:srgbClr>
                </a:gs>
                <a:gs pos="42857">
                  <a:srgbClr val="A5A5A8">
                    <a:alpha val="690"/>
                  </a:srgbClr>
                </a:gs>
                <a:gs pos="57143">
                  <a:srgbClr val="A5A5A8">
                    <a:alpha val="383"/>
                  </a:srgbClr>
                </a:gs>
                <a:gs pos="71429">
                  <a:srgbClr val="A5A5A8">
                    <a:alpha val="180"/>
                  </a:srgbClr>
                </a:gs>
                <a:gs pos="85714">
                  <a:srgbClr val="A5A5A8">
                    <a:alpha val="71"/>
                  </a:srgbClr>
                </a:gs>
                <a:gs pos="100000">
                  <a:srgbClr val="A5A5A8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4302652">
              <a:off x="1310259" y="866960"/>
              <a:ext cx="532806" cy="464717"/>
            </a:xfrm>
            <a:prstGeom prst="ellipse">
              <a:avLst/>
            </a:prstGeom>
            <a:gradFill>
              <a:gsLst>
                <a:gs pos="0">
                  <a:srgbClr val="000000">
                    <a:alpha val="1197"/>
                  </a:srgbClr>
                </a:gs>
                <a:gs pos="14286">
                  <a:srgbClr val="000000">
                    <a:alpha val="1100"/>
                  </a:srgbClr>
                </a:gs>
                <a:gs pos="28571">
                  <a:srgbClr val="000000">
                    <a:alpha val="855"/>
                  </a:srgbClr>
                </a:gs>
                <a:gs pos="42857">
                  <a:srgbClr val="000000">
                    <a:alpha val="562"/>
                  </a:srgbClr>
                </a:gs>
                <a:gs pos="57143">
                  <a:srgbClr val="000000">
                    <a:alpha val="312"/>
                  </a:srgbClr>
                </a:gs>
                <a:gs pos="71429">
                  <a:srgbClr val="000000">
                    <a:alpha val="146"/>
                  </a:srgbClr>
                </a:gs>
                <a:gs pos="85714">
                  <a:srgbClr val="000000">
                    <a:alpha val="58"/>
                  </a:srgbClr>
                </a:gs>
                <a:gs pos="100000">
                  <a:srgbClr val="000000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9903366">
              <a:off x="-43529" y="457169"/>
              <a:ext cx="609706" cy="453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-9973254">
              <a:off x="2217171" y="812546"/>
              <a:ext cx="432225" cy="516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-8879558">
              <a:off x="741570" y="462353"/>
              <a:ext cx="288804" cy="48150"/>
            </a:xfrm>
            <a:prstGeom prst="ellipse">
              <a:avLst/>
            </a:prstGeom>
            <a:gradFill>
              <a:gsLst>
                <a:gs pos="0">
                  <a:srgbClr val="3F3D3D">
                    <a:alpha val="32807"/>
                  </a:srgbClr>
                </a:gs>
                <a:gs pos="14286">
                  <a:srgbClr val="3F3D3D">
                    <a:alpha val="30611"/>
                  </a:srgbClr>
                </a:gs>
                <a:gs pos="28571">
                  <a:srgbClr val="3F3D3D">
                    <a:alpha val="24704"/>
                  </a:srgbClr>
                </a:gs>
                <a:gs pos="42857">
                  <a:srgbClr val="3F3D3D">
                    <a:alpha val="16982"/>
                  </a:srgbClr>
                </a:gs>
                <a:gs pos="57143">
                  <a:srgbClr val="3F3D3D">
                    <a:alpha val="9799"/>
                  </a:srgbClr>
                </a:gs>
                <a:gs pos="71429">
                  <a:srgbClr val="3F3D3D">
                    <a:alpha val="4713"/>
                  </a:srgbClr>
                </a:gs>
                <a:gs pos="85714">
                  <a:srgbClr val="3F3D3D">
                    <a:alpha val="1891"/>
                  </a:srgbClr>
                </a:gs>
                <a:gs pos="100000">
                  <a:srgbClr val="3F3D3D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9540683">
              <a:off x="1390286" y="665592"/>
              <a:ext cx="253136" cy="495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3055818">
              <a:off x="940989" y="585782"/>
              <a:ext cx="464206" cy="91942"/>
            </a:xfrm>
            <a:prstGeom prst="ellipse">
              <a:avLst/>
            </a:prstGeom>
            <a:gradFill>
              <a:gsLst>
                <a:gs pos="0">
                  <a:srgbClr val="140703">
                    <a:alpha val="4240"/>
                  </a:srgbClr>
                </a:gs>
                <a:gs pos="14286">
                  <a:srgbClr val="140703">
                    <a:alpha val="3904"/>
                  </a:srgbClr>
                </a:gs>
                <a:gs pos="28571">
                  <a:srgbClr val="140703">
                    <a:alpha val="3045"/>
                  </a:srgbClr>
                </a:gs>
                <a:gs pos="42857">
                  <a:srgbClr val="140703">
                    <a:alpha val="2008"/>
                  </a:srgbClr>
                </a:gs>
                <a:gs pos="57143">
                  <a:srgbClr val="140703">
                    <a:alpha val="1118"/>
                  </a:srgbClr>
                </a:gs>
                <a:gs pos="71429">
                  <a:srgbClr val="140703">
                    <a:alpha val="525"/>
                  </a:srgbClr>
                </a:gs>
                <a:gs pos="85714">
                  <a:srgbClr val="140703">
                    <a:alpha val="208"/>
                  </a:srgbClr>
                </a:gs>
                <a:gs pos="100000">
                  <a:srgbClr val="140703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2817106">
              <a:off x="796082" y="53799"/>
              <a:ext cx="732835" cy="150223"/>
            </a:xfrm>
            <a:prstGeom prst="ellipse">
              <a:avLst/>
            </a:prstGeom>
            <a:gradFill>
              <a:gsLst>
                <a:gs pos="0">
                  <a:srgbClr val="DCDCDC">
                    <a:alpha val="2213"/>
                  </a:srgbClr>
                </a:gs>
                <a:gs pos="14286">
                  <a:srgbClr val="DCDCDC">
                    <a:alpha val="2036"/>
                  </a:srgbClr>
                </a:gs>
                <a:gs pos="28571">
                  <a:srgbClr val="DCDCDC">
                    <a:alpha val="1585"/>
                  </a:srgbClr>
                </a:gs>
                <a:gs pos="42857">
                  <a:srgbClr val="DCDCDC">
                    <a:alpha val="1042"/>
                  </a:srgbClr>
                </a:gs>
                <a:gs pos="57143">
                  <a:srgbClr val="DCDCDC">
                    <a:alpha val="579"/>
                  </a:srgbClr>
                </a:gs>
                <a:gs pos="71429">
                  <a:srgbClr val="DCDCDC">
                    <a:alpha val="271"/>
                  </a:srgbClr>
                </a:gs>
                <a:gs pos="85714">
                  <a:srgbClr val="DCDCDC">
                    <a:alpha val="107"/>
                  </a:srgbClr>
                </a:gs>
                <a:gs pos="100000">
                  <a:srgbClr val="DCDCDC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7203511">
              <a:off x="2244207" y="834147"/>
              <a:ext cx="200387" cy="711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8327172">
              <a:off x="2149915" y="855165"/>
              <a:ext cx="360733" cy="502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-9378570">
              <a:off x="27690" y="194840"/>
              <a:ext cx="483285" cy="40163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9494284">
              <a:off x="2577933" y="772337"/>
              <a:ext cx="670029" cy="44635"/>
            </a:xfrm>
            <a:prstGeom prst="ellipse">
              <a:avLst/>
            </a:prstGeom>
            <a:gradFill>
              <a:gsLst>
                <a:gs pos="0">
                  <a:srgbClr val="B4B4B4">
                    <a:alpha val="15877"/>
                  </a:srgbClr>
                </a:gs>
                <a:gs pos="14286">
                  <a:srgbClr val="B4B4B4">
                    <a:alpha val="14692"/>
                  </a:srgbClr>
                </a:gs>
                <a:gs pos="28571">
                  <a:srgbClr val="B4B4B4">
                    <a:alpha val="11607"/>
                  </a:srgbClr>
                </a:gs>
                <a:gs pos="42857">
                  <a:srgbClr val="B4B4B4">
                    <a:alpha val="7774"/>
                  </a:srgbClr>
                </a:gs>
                <a:gs pos="57143">
                  <a:srgbClr val="B4B4B4">
                    <a:alpha val="4385"/>
                  </a:srgbClr>
                </a:gs>
                <a:gs pos="71429">
                  <a:srgbClr val="B4B4B4">
                    <a:alpha val="2077"/>
                  </a:srgbClr>
                </a:gs>
                <a:gs pos="85714">
                  <a:srgbClr val="B4B4B4">
                    <a:alpha val="827"/>
                  </a:srgbClr>
                </a:gs>
                <a:gs pos="100000">
                  <a:srgbClr val="B4B4B4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8224510">
              <a:off x="1301129" y="508112"/>
              <a:ext cx="514744" cy="776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6224183">
              <a:off x="3108022" y="782404"/>
              <a:ext cx="474755" cy="405392"/>
            </a:xfrm>
            <a:prstGeom prst="ellipse">
              <a:avLst/>
            </a:prstGeom>
            <a:gradFill>
              <a:gsLst>
                <a:gs pos="0">
                  <a:srgbClr val="BEBEBE">
                    <a:alpha val="2521"/>
                  </a:srgbClr>
                </a:gs>
                <a:gs pos="14286">
                  <a:srgbClr val="BEBEBE">
                    <a:alpha val="2320"/>
                  </a:srgbClr>
                </a:gs>
                <a:gs pos="28571">
                  <a:srgbClr val="BEBEBE">
                    <a:alpha val="1806"/>
                  </a:srgbClr>
                </a:gs>
                <a:gs pos="42857">
                  <a:srgbClr val="BEBEBE">
                    <a:alpha val="1188"/>
                  </a:srgbClr>
                </a:gs>
                <a:gs pos="57143">
                  <a:srgbClr val="BEBEBE">
                    <a:alpha val="660"/>
                  </a:srgbClr>
                </a:gs>
                <a:gs pos="71429">
                  <a:srgbClr val="BEBEBE">
                    <a:alpha val="310"/>
                  </a:srgbClr>
                </a:gs>
                <a:gs pos="85714">
                  <a:srgbClr val="BEBEBE">
                    <a:alpha val="123"/>
                  </a:srgbClr>
                </a:gs>
                <a:gs pos="100000">
                  <a:srgbClr val="BEBEBE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-10416738">
              <a:off x="1446313" y="1024057"/>
              <a:ext cx="181464" cy="567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9623911">
              <a:off x="2964352" y="198997"/>
              <a:ext cx="403742" cy="339836"/>
            </a:xfrm>
            <a:prstGeom prst="ellipse">
              <a:avLst/>
            </a:prstGeom>
            <a:gradFill>
              <a:gsLst>
                <a:gs pos="0">
                  <a:srgbClr val="C0C1C1">
                    <a:alpha val="3368"/>
                  </a:srgbClr>
                </a:gs>
                <a:gs pos="14286">
                  <a:srgbClr val="C0C1C1">
                    <a:alpha val="3100"/>
                  </a:srgbClr>
                </a:gs>
                <a:gs pos="28571">
                  <a:srgbClr val="C0C1C1">
                    <a:alpha val="2415"/>
                  </a:srgbClr>
                </a:gs>
                <a:gs pos="42857">
                  <a:srgbClr val="C0C1C1">
                    <a:alpha val="1591"/>
                  </a:srgbClr>
                </a:gs>
                <a:gs pos="57143">
                  <a:srgbClr val="C0C1C1">
                    <a:alpha val="885"/>
                  </a:srgbClr>
                </a:gs>
                <a:gs pos="71429">
                  <a:srgbClr val="C0C1C1">
                    <a:alpha val="415"/>
                  </a:srgbClr>
                </a:gs>
                <a:gs pos="85714">
                  <a:srgbClr val="C0C1C1">
                    <a:alpha val="164"/>
                  </a:srgbClr>
                </a:gs>
                <a:gs pos="100000">
                  <a:srgbClr val="C0C1C1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9327646">
              <a:off x="91098" y="151368"/>
              <a:ext cx="525617" cy="197378"/>
            </a:xfrm>
            <a:prstGeom prst="ellipse">
              <a:avLst/>
            </a:prstGeom>
            <a:gradFill>
              <a:gsLst>
                <a:gs pos="0">
                  <a:srgbClr val="363938">
                    <a:alpha val="7422"/>
                  </a:srgbClr>
                </a:gs>
                <a:gs pos="14286">
                  <a:srgbClr val="363938">
                    <a:alpha val="6843"/>
                  </a:srgbClr>
                </a:gs>
                <a:gs pos="28571">
                  <a:srgbClr val="363938">
                    <a:alpha val="5355"/>
                  </a:srgbClr>
                </a:gs>
                <a:gs pos="42857">
                  <a:srgbClr val="363938">
                    <a:alpha val="3546"/>
                  </a:srgbClr>
                </a:gs>
                <a:gs pos="57143">
                  <a:srgbClr val="363938">
                    <a:alpha val="1980"/>
                  </a:srgbClr>
                </a:gs>
                <a:gs pos="71429">
                  <a:srgbClr val="363938">
                    <a:alpha val="932"/>
                  </a:srgbClr>
                </a:gs>
                <a:gs pos="85714">
                  <a:srgbClr val="363938">
                    <a:alpha val="370"/>
                  </a:srgbClr>
                </a:gs>
                <a:gs pos="100000">
                  <a:srgbClr val="363938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9753040">
              <a:off x="1371633" y="122336"/>
              <a:ext cx="639813" cy="394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8923516">
              <a:off x="1043194" y="729551"/>
              <a:ext cx="416160" cy="401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10028501">
              <a:off x="1764163" y="217918"/>
              <a:ext cx="550566" cy="85332"/>
            </a:xfrm>
            <a:prstGeom prst="ellipse">
              <a:avLst/>
            </a:prstGeom>
            <a:gradFill>
              <a:gsLst>
                <a:gs pos="0">
                  <a:srgbClr val="575757">
                    <a:alpha val="21676"/>
                  </a:srgbClr>
                </a:gs>
                <a:gs pos="14286">
                  <a:srgbClr val="575757">
                    <a:alpha val="20112"/>
                  </a:srgbClr>
                </a:gs>
                <a:gs pos="28571">
                  <a:srgbClr val="575757">
                    <a:alpha val="16000"/>
                  </a:srgbClr>
                </a:gs>
                <a:gs pos="42857">
                  <a:srgbClr val="575757">
                    <a:alpha val="10806"/>
                  </a:srgbClr>
                </a:gs>
                <a:gs pos="57143">
                  <a:srgbClr val="575757">
                    <a:alpha val="6140"/>
                  </a:srgbClr>
                </a:gs>
                <a:gs pos="71429">
                  <a:srgbClr val="575757">
                    <a:alpha val="2923"/>
                  </a:srgbClr>
                </a:gs>
                <a:gs pos="85714">
                  <a:srgbClr val="575757">
                    <a:alpha val="1166"/>
                  </a:srgbClr>
                </a:gs>
                <a:gs pos="100000">
                  <a:srgbClr val="575757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8926347">
              <a:off x="194298" y="901294"/>
              <a:ext cx="426477" cy="45959"/>
            </a:xfrm>
            <a:prstGeom prst="ellipse">
              <a:avLst/>
            </a:prstGeom>
            <a:gradFill>
              <a:gsLst>
                <a:gs pos="0">
                  <a:srgbClr val="080002">
                    <a:alpha val="32968"/>
                  </a:srgbClr>
                </a:gs>
                <a:gs pos="14286">
                  <a:srgbClr val="080002">
                    <a:alpha val="30764"/>
                  </a:srgbClr>
                </a:gs>
                <a:gs pos="28571">
                  <a:srgbClr val="080002">
                    <a:alpha val="24833"/>
                  </a:srgbClr>
                </a:gs>
                <a:gs pos="42857">
                  <a:srgbClr val="080002">
                    <a:alpha val="17075"/>
                  </a:srgbClr>
                </a:gs>
                <a:gs pos="57143">
                  <a:srgbClr val="080002">
                    <a:alpha val="9855"/>
                  </a:srgbClr>
                </a:gs>
                <a:gs pos="71429">
                  <a:srgbClr val="080002">
                    <a:alpha val="4740"/>
                  </a:srgbClr>
                </a:gs>
                <a:gs pos="85714">
                  <a:srgbClr val="080002">
                    <a:alpha val="1902"/>
                  </a:srgbClr>
                </a:gs>
                <a:gs pos="100000">
                  <a:srgbClr val="08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9379868">
              <a:off x="1792788" y="1196654"/>
              <a:ext cx="604683" cy="163774"/>
            </a:xfrm>
            <a:prstGeom prst="ellipse">
              <a:avLst/>
            </a:prstGeom>
            <a:gradFill>
              <a:gsLst>
                <a:gs pos="0">
                  <a:srgbClr val="000000">
                    <a:alpha val="2665"/>
                  </a:srgbClr>
                </a:gs>
                <a:gs pos="14286">
                  <a:srgbClr val="000000">
                    <a:alpha val="2452"/>
                  </a:srgbClr>
                </a:gs>
                <a:gs pos="28571">
                  <a:srgbClr val="000000">
                    <a:alpha val="1909"/>
                  </a:srgbClr>
                </a:gs>
                <a:gs pos="42857">
                  <a:srgbClr val="000000">
                    <a:alpha val="1257"/>
                  </a:srgbClr>
                </a:gs>
                <a:gs pos="57143">
                  <a:srgbClr val="000000">
                    <a:alpha val="698"/>
                  </a:srgbClr>
                </a:gs>
                <a:gs pos="71429">
                  <a:srgbClr val="000000">
                    <a:alpha val="327"/>
                  </a:srgbClr>
                </a:gs>
                <a:gs pos="85714">
                  <a:srgbClr val="000000">
                    <a:alpha val="130"/>
                  </a:srgbClr>
                </a:gs>
                <a:gs pos="100000">
                  <a:srgbClr val="0000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9709476">
              <a:off x="1278126" y="1046951"/>
              <a:ext cx="404698" cy="463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-8667905">
              <a:off x="1095846" y="682223"/>
              <a:ext cx="570545" cy="140300"/>
            </a:xfrm>
            <a:prstGeom prst="ellipse">
              <a:avLst/>
            </a:prstGeom>
            <a:gradFill>
              <a:gsLst>
                <a:gs pos="0">
                  <a:srgbClr val="909090">
                    <a:alpha val="32968"/>
                  </a:srgbClr>
                </a:gs>
                <a:gs pos="14286">
                  <a:srgbClr val="909090">
                    <a:alpha val="30764"/>
                  </a:srgbClr>
                </a:gs>
                <a:gs pos="28571">
                  <a:srgbClr val="909090">
                    <a:alpha val="24833"/>
                  </a:srgbClr>
                </a:gs>
                <a:gs pos="42857">
                  <a:srgbClr val="909090">
                    <a:alpha val="17075"/>
                  </a:srgbClr>
                </a:gs>
                <a:gs pos="57143">
                  <a:srgbClr val="909090">
                    <a:alpha val="9855"/>
                  </a:srgbClr>
                </a:gs>
                <a:gs pos="71429">
                  <a:srgbClr val="909090">
                    <a:alpha val="4740"/>
                  </a:srgbClr>
                </a:gs>
                <a:gs pos="85714">
                  <a:srgbClr val="909090">
                    <a:alpha val="1902"/>
                  </a:srgbClr>
                </a:gs>
                <a:gs pos="100000">
                  <a:srgbClr val="9090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-8557227">
              <a:off x="2644592" y="64612"/>
              <a:ext cx="713488" cy="188116"/>
            </a:xfrm>
            <a:prstGeom prst="ellipse">
              <a:avLst/>
            </a:prstGeom>
            <a:gradFill>
              <a:gsLst>
                <a:gs pos="0">
                  <a:srgbClr val="A4A5A5">
                    <a:alpha val="16266"/>
                  </a:srgbClr>
                </a:gs>
                <a:gs pos="14286">
                  <a:srgbClr val="A4A5A5">
                    <a:alpha val="15055"/>
                  </a:srgbClr>
                </a:gs>
                <a:gs pos="28571">
                  <a:srgbClr val="A4A5A5">
                    <a:alpha val="11899"/>
                  </a:srgbClr>
                </a:gs>
                <a:gs pos="42857">
                  <a:srgbClr val="A4A5A5">
                    <a:alpha val="7974"/>
                  </a:srgbClr>
                </a:gs>
                <a:gs pos="57143">
                  <a:srgbClr val="A4A5A5">
                    <a:alpha val="4500"/>
                  </a:srgbClr>
                </a:gs>
                <a:gs pos="71429">
                  <a:srgbClr val="A4A5A5">
                    <a:alpha val="2132"/>
                  </a:srgbClr>
                </a:gs>
                <a:gs pos="85714">
                  <a:srgbClr val="A4A5A5">
                    <a:alpha val="849"/>
                  </a:srgbClr>
                </a:gs>
                <a:gs pos="100000">
                  <a:srgbClr val="A4A5A5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-9320036">
              <a:off x="1470831" y="879600"/>
              <a:ext cx="655466" cy="52544"/>
            </a:xfrm>
            <a:prstGeom prst="ellipse">
              <a:avLst/>
            </a:prstGeom>
            <a:gradFill>
              <a:gsLst>
                <a:gs pos="0">
                  <a:srgbClr val="010007">
                    <a:alpha val="32968"/>
                  </a:srgbClr>
                </a:gs>
                <a:gs pos="14286">
                  <a:srgbClr val="010007">
                    <a:alpha val="30764"/>
                  </a:srgbClr>
                </a:gs>
                <a:gs pos="28571">
                  <a:srgbClr val="010007">
                    <a:alpha val="24833"/>
                  </a:srgbClr>
                </a:gs>
                <a:gs pos="42857">
                  <a:srgbClr val="010007">
                    <a:alpha val="17075"/>
                  </a:srgbClr>
                </a:gs>
                <a:gs pos="57143">
                  <a:srgbClr val="010007">
                    <a:alpha val="9855"/>
                  </a:srgbClr>
                </a:gs>
                <a:gs pos="71429">
                  <a:srgbClr val="010007">
                    <a:alpha val="4740"/>
                  </a:srgbClr>
                </a:gs>
                <a:gs pos="85714">
                  <a:srgbClr val="010007">
                    <a:alpha val="1902"/>
                  </a:srgbClr>
                </a:gs>
                <a:gs pos="100000">
                  <a:srgbClr val="01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10003548">
              <a:off x="2634601" y="81795"/>
              <a:ext cx="689757" cy="119236"/>
            </a:xfrm>
            <a:prstGeom prst="ellipse">
              <a:avLst/>
            </a:prstGeom>
            <a:gradFill>
              <a:gsLst>
                <a:gs pos="0">
                  <a:srgbClr val="A2A1A1">
                    <a:alpha val="14967"/>
                  </a:srgbClr>
                </a:gs>
                <a:gs pos="14286">
                  <a:srgbClr val="A2A1A1">
                    <a:alpha val="13844"/>
                  </a:srgbClr>
                </a:gs>
                <a:gs pos="28571">
                  <a:srgbClr val="A2A1A1">
                    <a:alpha val="10926"/>
                  </a:srgbClr>
                </a:gs>
                <a:gs pos="42857">
                  <a:srgbClr val="A2A1A1">
                    <a:alpha val="7308"/>
                  </a:srgbClr>
                </a:gs>
                <a:gs pos="57143">
                  <a:srgbClr val="A2A1A1">
                    <a:alpha val="4118"/>
                  </a:srgbClr>
                </a:gs>
                <a:gs pos="71429">
                  <a:srgbClr val="A2A1A1">
                    <a:alpha val="1949"/>
                  </a:srgbClr>
                </a:gs>
                <a:gs pos="85714">
                  <a:srgbClr val="A2A1A1">
                    <a:alpha val="775"/>
                  </a:srgbClr>
                </a:gs>
                <a:gs pos="100000">
                  <a:srgbClr val="A2A1A1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-8837243">
              <a:off x="-146244" y="680010"/>
              <a:ext cx="309369" cy="55751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9646416">
              <a:off x="702115" y="1207473"/>
              <a:ext cx="453321" cy="48425"/>
            </a:xfrm>
            <a:prstGeom prst="ellipse">
              <a:avLst/>
            </a:prstGeom>
            <a:gradFill>
              <a:gsLst>
                <a:gs pos="0">
                  <a:srgbClr val="000000">
                    <a:alpha val="10787"/>
                  </a:srgbClr>
                </a:gs>
                <a:gs pos="14286">
                  <a:srgbClr val="000000">
                    <a:alpha val="9959"/>
                  </a:srgbClr>
                </a:gs>
                <a:gs pos="28571">
                  <a:srgbClr val="000000">
                    <a:alpha val="7823"/>
                  </a:srgbClr>
                </a:gs>
                <a:gs pos="42857">
                  <a:srgbClr val="000000">
                    <a:alpha val="5203"/>
                  </a:srgbClr>
                </a:gs>
                <a:gs pos="57143">
                  <a:srgbClr val="000000">
                    <a:alpha val="2917"/>
                  </a:srgbClr>
                </a:gs>
                <a:gs pos="71429">
                  <a:srgbClr val="000000">
                    <a:alpha val="1376"/>
                  </a:srgbClr>
                </a:gs>
                <a:gs pos="85714">
                  <a:srgbClr val="000000">
                    <a:alpha val="546"/>
                  </a:srgbClr>
                </a:gs>
                <a:gs pos="100000">
                  <a:srgbClr val="00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9996518">
              <a:off x="623567" y="724045"/>
              <a:ext cx="624694" cy="116494"/>
            </a:xfrm>
            <a:prstGeom prst="ellipse">
              <a:avLst/>
            </a:prstGeom>
            <a:gradFill>
              <a:gsLst>
                <a:gs pos="0">
                  <a:srgbClr val="6D6C6C">
                    <a:alpha val="13915"/>
                  </a:srgbClr>
                </a:gs>
                <a:gs pos="14286">
                  <a:srgbClr val="6D6C6C">
                    <a:alpha val="12866"/>
                  </a:srgbClr>
                </a:gs>
                <a:gs pos="28571">
                  <a:srgbClr val="6D6C6C">
                    <a:alpha val="10141"/>
                  </a:srgbClr>
                </a:gs>
                <a:gs pos="42857">
                  <a:srgbClr val="6D6C6C">
                    <a:alpha val="6774"/>
                  </a:srgbClr>
                </a:gs>
                <a:gs pos="57143">
                  <a:srgbClr val="6D6C6C">
                    <a:alpha val="3812"/>
                  </a:srgbClr>
                </a:gs>
                <a:gs pos="71429">
                  <a:srgbClr val="6D6C6C">
                    <a:alpha val="1803"/>
                  </a:srgbClr>
                </a:gs>
                <a:gs pos="85714">
                  <a:srgbClr val="6D6C6C">
                    <a:alpha val="717"/>
                  </a:srgbClr>
                </a:gs>
                <a:gs pos="100000">
                  <a:srgbClr val="6D6C6C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10405599">
              <a:off x="3088941" y="395218"/>
              <a:ext cx="589205" cy="278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-9355900">
              <a:off x="1392329" y="188018"/>
              <a:ext cx="222298" cy="849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-10736597">
              <a:off x="1517534" y="707640"/>
              <a:ext cx="321156" cy="36619"/>
            </a:xfrm>
            <a:prstGeom prst="ellipse">
              <a:avLst/>
            </a:prstGeom>
            <a:gradFill>
              <a:gsLst>
                <a:gs pos="0">
                  <a:srgbClr val="000100">
                    <a:alpha val="28079"/>
                  </a:srgbClr>
                </a:gs>
                <a:gs pos="14286">
                  <a:srgbClr val="000100">
                    <a:alpha val="26136"/>
                  </a:srgbClr>
                </a:gs>
                <a:gs pos="28571">
                  <a:srgbClr val="000100">
                    <a:alpha val="20960"/>
                  </a:srgbClr>
                </a:gs>
                <a:gs pos="42857">
                  <a:srgbClr val="000100">
                    <a:alpha val="14297"/>
                  </a:srgbClr>
                </a:gs>
                <a:gs pos="57143">
                  <a:srgbClr val="000100">
                    <a:alpha val="8194"/>
                  </a:srgbClr>
                </a:gs>
                <a:gs pos="71429">
                  <a:srgbClr val="000100">
                    <a:alpha val="3923"/>
                  </a:srgbClr>
                </a:gs>
                <a:gs pos="85714">
                  <a:srgbClr val="000100">
                    <a:alpha val="1570"/>
                  </a:srgbClr>
                </a:gs>
                <a:gs pos="100000">
                  <a:srgbClr val="000100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-10512636">
              <a:off x="1513858" y="509444"/>
              <a:ext cx="340809" cy="453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-10328728">
              <a:off x="3399306" y="398602"/>
              <a:ext cx="409662" cy="319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-10248539">
              <a:off x="2498933" y="112123"/>
              <a:ext cx="837996" cy="68852"/>
            </a:xfrm>
            <a:prstGeom prst="ellipse">
              <a:avLst/>
            </a:prstGeom>
            <a:gradFill>
              <a:gsLst>
                <a:gs pos="0">
                  <a:srgbClr val="A4A4A4">
                    <a:alpha val="22454"/>
                  </a:srgbClr>
                </a:gs>
                <a:gs pos="14286">
                  <a:srgbClr val="A4A4A4">
                    <a:alpha val="20842"/>
                  </a:srgbClr>
                </a:gs>
                <a:gs pos="28571">
                  <a:srgbClr val="A4A4A4">
                    <a:alpha val="16596"/>
                  </a:srgbClr>
                </a:gs>
                <a:gs pos="42857">
                  <a:srgbClr val="A4A4A4">
                    <a:alpha val="11222"/>
                  </a:srgbClr>
                </a:gs>
                <a:gs pos="57143">
                  <a:srgbClr val="A4A4A4">
                    <a:alpha val="6383"/>
                  </a:srgbClr>
                </a:gs>
                <a:gs pos="71429">
                  <a:srgbClr val="A4A4A4">
                    <a:alpha val="3040"/>
                  </a:srgbClr>
                </a:gs>
                <a:gs pos="85714">
                  <a:srgbClr val="A4A4A4">
                    <a:alpha val="1213"/>
                  </a:srgbClr>
                </a:gs>
                <a:gs pos="100000">
                  <a:srgbClr val="A4A4A4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9451025">
              <a:off x="3240926" y="868787"/>
              <a:ext cx="346902" cy="68230"/>
            </a:xfrm>
            <a:prstGeom prst="ellipse">
              <a:avLst/>
            </a:prstGeom>
            <a:gradFill>
              <a:gsLst>
                <a:gs pos="0">
                  <a:srgbClr val="32302F">
                    <a:alpha val="32968"/>
                  </a:srgbClr>
                </a:gs>
                <a:gs pos="14286">
                  <a:srgbClr val="32302F">
                    <a:alpha val="30764"/>
                  </a:srgbClr>
                </a:gs>
                <a:gs pos="28571">
                  <a:srgbClr val="32302F">
                    <a:alpha val="24833"/>
                  </a:srgbClr>
                </a:gs>
                <a:gs pos="42857">
                  <a:srgbClr val="32302F">
                    <a:alpha val="17075"/>
                  </a:srgbClr>
                </a:gs>
                <a:gs pos="57143">
                  <a:srgbClr val="32302F">
                    <a:alpha val="9855"/>
                  </a:srgbClr>
                </a:gs>
                <a:gs pos="71429">
                  <a:srgbClr val="32302F">
                    <a:alpha val="4740"/>
                  </a:srgbClr>
                </a:gs>
                <a:gs pos="85714">
                  <a:srgbClr val="32302F">
                    <a:alpha val="1902"/>
                  </a:srgbClr>
                </a:gs>
                <a:gs pos="100000">
                  <a:srgbClr val="3230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-9580993">
              <a:off x="-42689" y="85783"/>
              <a:ext cx="599038" cy="180630"/>
            </a:xfrm>
            <a:prstGeom prst="ellipse">
              <a:avLst/>
            </a:prstGeom>
            <a:gradFill>
              <a:gsLst>
                <a:gs pos="0">
                  <a:srgbClr val="000901">
                    <a:alpha val="6226"/>
                  </a:srgbClr>
                </a:gs>
                <a:gs pos="14286">
                  <a:srgbClr val="000901">
                    <a:alpha val="5737"/>
                  </a:srgbClr>
                </a:gs>
                <a:gs pos="28571">
                  <a:srgbClr val="000901">
                    <a:alpha val="4484"/>
                  </a:srgbClr>
                </a:gs>
                <a:gs pos="42857">
                  <a:srgbClr val="000901">
                    <a:alpha val="2964"/>
                  </a:srgbClr>
                </a:gs>
                <a:gs pos="57143">
                  <a:srgbClr val="000901">
                    <a:alpha val="1654"/>
                  </a:srgbClr>
                </a:gs>
                <a:gs pos="71429">
                  <a:srgbClr val="000901">
                    <a:alpha val="777"/>
                  </a:srgbClr>
                </a:gs>
                <a:gs pos="85714">
                  <a:srgbClr val="000901">
                    <a:alpha val="308"/>
                  </a:srgbClr>
                </a:gs>
                <a:gs pos="100000">
                  <a:srgbClr val="000901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-9895906">
              <a:off x="1612863" y="443202"/>
              <a:ext cx="462469" cy="451578"/>
            </a:xfrm>
            <a:prstGeom prst="ellipse">
              <a:avLst/>
            </a:prstGeom>
            <a:gradFill>
              <a:gsLst>
                <a:gs pos="0">
                  <a:srgbClr val="000000">
                    <a:alpha val="1757"/>
                  </a:srgbClr>
                </a:gs>
                <a:gs pos="14286">
                  <a:srgbClr val="000000">
                    <a:alpha val="1616"/>
                  </a:srgbClr>
                </a:gs>
                <a:gs pos="28571">
                  <a:srgbClr val="000000">
                    <a:alpha val="1257"/>
                  </a:srgbClr>
                </a:gs>
                <a:gs pos="42857">
                  <a:srgbClr val="000000">
                    <a:alpha val="826"/>
                  </a:srgbClr>
                </a:gs>
                <a:gs pos="57143">
                  <a:srgbClr val="000000">
                    <a:alpha val="459"/>
                  </a:srgbClr>
                </a:gs>
                <a:gs pos="71429">
                  <a:srgbClr val="000000">
                    <a:alpha val="215"/>
                  </a:srgbClr>
                </a:gs>
                <a:gs pos="85714">
                  <a:srgbClr val="000000">
                    <a:alpha val="85"/>
                  </a:srgbClr>
                </a:gs>
                <a:gs pos="100000">
                  <a:srgbClr val="0000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-9307512">
              <a:off x="1715585" y="716130"/>
              <a:ext cx="464702" cy="444205"/>
            </a:xfrm>
            <a:prstGeom prst="ellipse">
              <a:avLst/>
            </a:prstGeom>
            <a:gradFill>
              <a:gsLst>
                <a:gs pos="0">
                  <a:srgbClr val="2F2B2E">
                    <a:alpha val="4792"/>
                  </a:srgbClr>
                </a:gs>
                <a:gs pos="14286">
                  <a:srgbClr val="2F2B2E">
                    <a:alpha val="4413"/>
                  </a:srgbClr>
                </a:gs>
                <a:gs pos="28571">
                  <a:srgbClr val="2F2B2E">
                    <a:alpha val="3444"/>
                  </a:srgbClr>
                </a:gs>
                <a:gs pos="42857">
                  <a:srgbClr val="2F2B2E">
                    <a:alpha val="2273"/>
                  </a:srgbClr>
                </a:gs>
                <a:gs pos="57143">
                  <a:srgbClr val="2F2B2E">
                    <a:alpha val="1266"/>
                  </a:srgbClr>
                </a:gs>
                <a:gs pos="71429">
                  <a:srgbClr val="2F2B2E">
                    <a:alpha val="594"/>
                  </a:srgbClr>
                </a:gs>
                <a:gs pos="85714">
                  <a:srgbClr val="2F2B2E">
                    <a:alpha val="235"/>
                  </a:srgbClr>
                </a:gs>
                <a:gs pos="100000">
                  <a:srgbClr val="2F2B2E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10577165">
              <a:off x="287645" y="509350"/>
              <a:ext cx="104070" cy="641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5888942">
              <a:off x="1464983" y="439947"/>
              <a:ext cx="248961" cy="1162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9752852">
              <a:off x="755581" y="223051"/>
              <a:ext cx="400357" cy="42112"/>
            </a:xfrm>
            <a:prstGeom prst="ellipse">
              <a:avLst/>
            </a:prstGeom>
            <a:gradFill>
              <a:gsLst>
                <a:gs pos="0">
                  <a:srgbClr val="000000">
                    <a:alpha val="29274"/>
                  </a:srgbClr>
                </a:gs>
                <a:gs pos="14286">
                  <a:srgbClr val="000000">
                    <a:alpha val="27264"/>
                  </a:srgbClr>
                </a:gs>
                <a:gs pos="28571">
                  <a:srgbClr val="000000">
                    <a:alpha val="21899"/>
                  </a:srgbClr>
                </a:gs>
                <a:gs pos="42857">
                  <a:srgbClr val="000000">
                    <a:alpha val="14966"/>
                  </a:srgbClr>
                </a:gs>
                <a:gs pos="57143">
                  <a:srgbClr val="000000">
                    <a:alpha val="8592"/>
                  </a:srgbClr>
                </a:gs>
                <a:gs pos="71429">
                  <a:srgbClr val="000000">
                    <a:alpha val="4118"/>
                  </a:srgbClr>
                </a:gs>
                <a:gs pos="85714">
                  <a:srgbClr val="000000">
                    <a:alpha val="1649"/>
                  </a:srgbClr>
                </a:gs>
                <a:gs pos="100000">
                  <a:srgbClr val="00000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5829780">
              <a:off x="734636" y="558585"/>
              <a:ext cx="453917" cy="434025"/>
            </a:xfrm>
            <a:prstGeom prst="ellipse">
              <a:avLst/>
            </a:prstGeom>
            <a:gradFill>
              <a:gsLst>
                <a:gs pos="0">
                  <a:srgbClr val="9A9B9A">
                    <a:alpha val="2641"/>
                  </a:srgbClr>
                </a:gs>
                <a:gs pos="14286">
                  <a:srgbClr val="9A9B9A">
                    <a:alpha val="2430"/>
                  </a:srgbClr>
                </a:gs>
                <a:gs pos="28571">
                  <a:srgbClr val="9A9B9A">
                    <a:alpha val="1892"/>
                  </a:srgbClr>
                </a:gs>
                <a:gs pos="42857">
                  <a:srgbClr val="9A9B9A">
                    <a:alpha val="1245"/>
                  </a:srgbClr>
                </a:gs>
                <a:gs pos="57143">
                  <a:srgbClr val="9A9B9A">
                    <a:alpha val="692"/>
                  </a:srgbClr>
                </a:gs>
                <a:gs pos="71429">
                  <a:srgbClr val="9A9B9A">
                    <a:alpha val="324"/>
                  </a:srgbClr>
                </a:gs>
                <a:gs pos="85714">
                  <a:srgbClr val="9A9B9A">
                    <a:alpha val="128"/>
                  </a:srgbClr>
                </a:gs>
                <a:gs pos="100000">
                  <a:srgbClr val="9A9B9A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9722518">
              <a:off x="-187532" y="427302"/>
              <a:ext cx="582600" cy="157409"/>
            </a:xfrm>
            <a:prstGeom prst="ellipse">
              <a:avLst/>
            </a:prstGeom>
            <a:gradFill>
              <a:gsLst>
                <a:gs pos="0">
                  <a:srgbClr val="040005">
                    <a:alpha val="5137"/>
                  </a:srgbClr>
                </a:gs>
                <a:gs pos="14286">
                  <a:srgbClr val="040005">
                    <a:alpha val="4731"/>
                  </a:srgbClr>
                </a:gs>
                <a:gs pos="28571">
                  <a:srgbClr val="040005">
                    <a:alpha val="3693"/>
                  </a:srgbClr>
                </a:gs>
                <a:gs pos="42857">
                  <a:srgbClr val="040005">
                    <a:alpha val="2438"/>
                  </a:srgbClr>
                </a:gs>
                <a:gs pos="57143">
                  <a:srgbClr val="040005">
                    <a:alpha val="1358"/>
                  </a:srgbClr>
                </a:gs>
                <a:gs pos="71429">
                  <a:srgbClr val="040005">
                    <a:alpha val="638"/>
                  </a:srgbClr>
                </a:gs>
                <a:gs pos="85714">
                  <a:srgbClr val="040005">
                    <a:alpha val="253"/>
                  </a:srgbClr>
                </a:gs>
                <a:gs pos="100000">
                  <a:srgbClr val="040005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-10753322">
              <a:off x="1302566" y="513611"/>
              <a:ext cx="574637" cy="350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9310718">
              <a:off x="1751895" y="155513"/>
              <a:ext cx="451183" cy="63625"/>
            </a:xfrm>
            <a:prstGeom prst="ellipse">
              <a:avLst/>
            </a:prstGeom>
            <a:gradFill>
              <a:gsLst>
                <a:gs pos="0">
                  <a:srgbClr val="323332">
                    <a:alpha val="8083"/>
                  </a:srgbClr>
                </a:gs>
                <a:gs pos="14286">
                  <a:srgbClr val="323332">
                    <a:alpha val="7454"/>
                  </a:srgbClr>
                </a:gs>
                <a:gs pos="28571">
                  <a:srgbClr val="323332">
                    <a:alpha val="5837"/>
                  </a:srgbClr>
                </a:gs>
                <a:gs pos="42857">
                  <a:srgbClr val="323332">
                    <a:alpha val="3868"/>
                  </a:srgbClr>
                </a:gs>
                <a:gs pos="57143">
                  <a:srgbClr val="323332">
                    <a:alpha val="2162"/>
                  </a:srgbClr>
                </a:gs>
                <a:gs pos="71429">
                  <a:srgbClr val="323332">
                    <a:alpha val="1018"/>
                  </a:srgbClr>
                </a:gs>
                <a:gs pos="85714">
                  <a:srgbClr val="323332">
                    <a:alpha val="404"/>
                  </a:srgbClr>
                </a:gs>
                <a:gs pos="100000">
                  <a:srgbClr val="323332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-9627983">
              <a:off x="632784" y="442738"/>
              <a:ext cx="519455" cy="131255"/>
            </a:xfrm>
            <a:prstGeom prst="ellipse">
              <a:avLst/>
            </a:prstGeom>
            <a:gradFill>
              <a:gsLst>
                <a:gs pos="0">
                  <a:srgbClr val="535151">
                    <a:alpha val="5082"/>
                  </a:srgbClr>
                </a:gs>
                <a:gs pos="14286">
                  <a:srgbClr val="535151">
                    <a:alpha val="4681"/>
                  </a:srgbClr>
                </a:gs>
                <a:gs pos="28571">
                  <a:srgbClr val="535151">
                    <a:alpha val="3654"/>
                  </a:srgbClr>
                </a:gs>
                <a:gs pos="42857">
                  <a:srgbClr val="535151">
                    <a:alpha val="2412"/>
                  </a:srgbClr>
                </a:gs>
                <a:gs pos="57143">
                  <a:srgbClr val="535151">
                    <a:alpha val="1344"/>
                  </a:srgbClr>
                </a:gs>
                <a:gs pos="71429">
                  <a:srgbClr val="535151">
                    <a:alpha val="631"/>
                  </a:srgbClr>
                </a:gs>
                <a:gs pos="85714">
                  <a:srgbClr val="535151">
                    <a:alpha val="250"/>
                  </a:srgbClr>
                </a:gs>
                <a:gs pos="100000">
                  <a:srgbClr val="535151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9624193">
              <a:off x="173360" y="966595"/>
              <a:ext cx="460842" cy="63812"/>
            </a:xfrm>
            <a:prstGeom prst="ellipse">
              <a:avLst/>
            </a:prstGeom>
            <a:gradFill>
              <a:gsLst>
                <a:gs pos="0">
                  <a:srgbClr val="4E4F4E">
                    <a:alpha val="2509"/>
                  </a:srgbClr>
                </a:gs>
                <a:gs pos="14286">
                  <a:srgbClr val="4E4F4E">
                    <a:alpha val="2309"/>
                  </a:srgbClr>
                </a:gs>
                <a:gs pos="28571">
                  <a:srgbClr val="4E4F4E">
                    <a:alpha val="1797"/>
                  </a:srgbClr>
                </a:gs>
                <a:gs pos="42857">
                  <a:srgbClr val="4E4F4E">
                    <a:alpha val="1183"/>
                  </a:srgbClr>
                </a:gs>
                <a:gs pos="57143">
                  <a:srgbClr val="4E4F4E">
                    <a:alpha val="657"/>
                  </a:srgbClr>
                </a:gs>
                <a:gs pos="71429">
                  <a:srgbClr val="4E4F4E">
                    <a:alpha val="308"/>
                  </a:srgbClr>
                </a:gs>
                <a:gs pos="85714">
                  <a:srgbClr val="4E4F4E">
                    <a:alpha val="122"/>
                  </a:srgbClr>
                </a:gs>
                <a:gs pos="100000">
                  <a:srgbClr val="4E4F4E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8303754">
              <a:off x="465976" y="843738"/>
              <a:ext cx="479553" cy="117524"/>
            </a:xfrm>
            <a:prstGeom prst="ellipse">
              <a:avLst/>
            </a:prstGeom>
            <a:gradFill>
              <a:gsLst>
                <a:gs pos="0">
                  <a:srgbClr val="333034">
                    <a:alpha val="4111"/>
                  </a:srgbClr>
                </a:gs>
                <a:gs pos="14286">
                  <a:srgbClr val="333034">
                    <a:alpha val="3785"/>
                  </a:srgbClr>
                </a:gs>
                <a:gs pos="28571">
                  <a:srgbClr val="333034">
                    <a:alpha val="2951"/>
                  </a:srgbClr>
                </a:gs>
                <a:gs pos="42857">
                  <a:srgbClr val="333034">
                    <a:alpha val="1946"/>
                  </a:srgbClr>
                </a:gs>
                <a:gs pos="57143">
                  <a:srgbClr val="333034">
                    <a:alpha val="1083"/>
                  </a:srgbClr>
                </a:gs>
                <a:gs pos="71429">
                  <a:srgbClr val="333034">
                    <a:alpha val="508"/>
                  </a:srgbClr>
                </a:gs>
                <a:gs pos="85714">
                  <a:srgbClr val="333034">
                    <a:alpha val="201"/>
                  </a:srgbClr>
                </a:gs>
                <a:gs pos="100000">
                  <a:srgbClr val="333034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-8755023">
              <a:off x="151088" y="870641"/>
              <a:ext cx="380664" cy="35328"/>
            </a:xfrm>
            <a:prstGeom prst="ellipse">
              <a:avLst/>
            </a:prstGeom>
            <a:gradFill>
              <a:gsLst>
                <a:gs pos="0">
                  <a:srgbClr val="585658">
                    <a:alpha val="17586"/>
                  </a:srgbClr>
                </a:gs>
                <a:gs pos="14286">
                  <a:srgbClr val="585658">
                    <a:alpha val="16287"/>
                  </a:srgbClr>
                </a:gs>
                <a:gs pos="28571">
                  <a:srgbClr val="585658">
                    <a:alpha val="12893"/>
                  </a:srgbClr>
                </a:gs>
                <a:gs pos="42857">
                  <a:srgbClr val="585658">
                    <a:alpha val="8656"/>
                  </a:srgbClr>
                </a:gs>
                <a:gs pos="57143">
                  <a:srgbClr val="585658">
                    <a:alpha val="4893"/>
                  </a:srgbClr>
                </a:gs>
                <a:gs pos="71429">
                  <a:srgbClr val="585658">
                    <a:alpha val="2321"/>
                  </a:srgbClr>
                </a:gs>
                <a:gs pos="85714">
                  <a:srgbClr val="585658">
                    <a:alpha val="924"/>
                  </a:srgbClr>
                </a:gs>
                <a:gs pos="100000">
                  <a:srgbClr val="585658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9184977">
              <a:off x="2094371" y="1108639"/>
              <a:ext cx="709327" cy="203201"/>
            </a:xfrm>
            <a:prstGeom prst="ellipse">
              <a:avLst/>
            </a:prstGeom>
            <a:gradFill>
              <a:gsLst>
                <a:gs pos="0">
                  <a:srgbClr val="ABABAB">
                    <a:alpha val="17855"/>
                  </a:srgbClr>
                </a:gs>
                <a:gs pos="14286">
                  <a:srgbClr val="ABABAB">
                    <a:alpha val="16538"/>
                  </a:srgbClr>
                </a:gs>
                <a:gs pos="28571">
                  <a:srgbClr val="ABABAB">
                    <a:alpha val="13096"/>
                  </a:srgbClr>
                </a:gs>
                <a:gs pos="42857">
                  <a:srgbClr val="ABABAB">
                    <a:alpha val="8796"/>
                  </a:srgbClr>
                </a:gs>
                <a:gs pos="57143">
                  <a:srgbClr val="ABABAB">
                    <a:alpha val="4974"/>
                  </a:srgbClr>
                </a:gs>
                <a:gs pos="71429">
                  <a:srgbClr val="ABABAB">
                    <a:alpha val="2360"/>
                  </a:srgbClr>
                </a:gs>
                <a:gs pos="85714">
                  <a:srgbClr val="ABABAB">
                    <a:alpha val="940"/>
                  </a:srgbClr>
                </a:gs>
                <a:gs pos="100000">
                  <a:srgbClr val="ABABAB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-10583693">
              <a:off x="3189475" y="398397"/>
              <a:ext cx="598160" cy="142670"/>
            </a:xfrm>
            <a:prstGeom prst="ellipse">
              <a:avLst/>
            </a:prstGeom>
            <a:gradFill>
              <a:gsLst>
                <a:gs pos="0">
                  <a:srgbClr val="545455">
                    <a:alpha val="1662"/>
                  </a:srgbClr>
                </a:gs>
                <a:gs pos="14286">
                  <a:srgbClr val="545455">
                    <a:alpha val="1528"/>
                  </a:srgbClr>
                </a:gs>
                <a:gs pos="28571">
                  <a:srgbClr val="545455">
                    <a:alpha val="1189"/>
                  </a:srgbClr>
                </a:gs>
                <a:gs pos="42857">
                  <a:srgbClr val="545455">
                    <a:alpha val="781"/>
                  </a:srgbClr>
                </a:gs>
                <a:gs pos="57143">
                  <a:srgbClr val="545455">
                    <a:alpha val="434"/>
                  </a:srgbClr>
                </a:gs>
                <a:gs pos="71429">
                  <a:srgbClr val="545455">
                    <a:alpha val="203"/>
                  </a:srgbClr>
                </a:gs>
                <a:gs pos="85714">
                  <a:srgbClr val="545455">
                    <a:alpha val="80"/>
                  </a:srgbClr>
                </a:gs>
                <a:gs pos="100000">
                  <a:srgbClr val="545455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9265503">
              <a:off x="3322663" y="460450"/>
              <a:ext cx="622408" cy="161050"/>
            </a:xfrm>
            <a:prstGeom prst="ellipse">
              <a:avLst/>
            </a:prstGeom>
            <a:gradFill>
              <a:gsLst>
                <a:gs pos="0">
                  <a:srgbClr val="737273">
                    <a:alpha val="12873"/>
                  </a:srgbClr>
                </a:gs>
                <a:gs pos="14286">
                  <a:srgbClr val="737273">
                    <a:alpha val="11896"/>
                  </a:srgbClr>
                </a:gs>
                <a:gs pos="28571">
                  <a:srgbClr val="737273">
                    <a:alpha val="9366"/>
                  </a:srgbClr>
                </a:gs>
                <a:gs pos="42857">
                  <a:srgbClr val="737273">
                    <a:alpha val="6247"/>
                  </a:srgbClr>
                </a:gs>
                <a:gs pos="57143">
                  <a:srgbClr val="737273">
                    <a:alpha val="3511"/>
                  </a:srgbClr>
                </a:gs>
                <a:gs pos="71429">
                  <a:srgbClr val="737273">
                    <a:alpha val="1659"/>
                  </a:srgbClr>
                </a:gs>
                <a:gs pos="85714">
                  <a:srgbClr val="737273">
                    <a:alpha val="659"/>
                  </a:srgbClr>
                </a:gs>
                <a:gs pos="100000">
                  <a:srgbClr val="737273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-10755851">
              <a:off x="2610477" y="579791"/>
              <a:ext cx="441878" cy="425332"/>
            </a:xfrm>
            <a:prstGeom prst="ellipse">
              <a:avLst/>
            </a:prstGeom>
            <a:gradFill>
              <a:gsLst>
                <a:gs pos="0">
                  <a:srgbClr val="909091">
                    <a:alpha val="7624"/>
                  </a:srgbClr>
                </a:gs>
                <a:gs pos="14286">
                  <a:srgbClr val="909091">
                    <a:alpha val="7029"/>
                  </a:srgbClr>
                </a:gs>
                <a:gs pos="28571">
                  <a:srgbClr val="909091">
                    <a:alpha val="5502"/>
                  </a:srgbClr>
                </a:gs>
                <a:gs pos="42857">
                  <a:srgbClr val="909091">
                    <a:alpha val="3644"/>
                  </a:srgbClr>
                </a:gs>
                <a:gs pos="57143">
                  <a:srgbClr val="909091">
                    <a:alpha val="2036"/>
                  </a:srgbClr>
                </a:gs>
                <a:gs pos="71429">
                  <a:srgbClr val="909091">
                    <a:alpha val="958"/>
                  </a:srgbClr>
                </a:gs>
                <a:gs pos="85714">
                  <a:srgbClr val="909091">
                    <a:alpha val="380"/>
                  </a:srgbClr>
                </a:gs>
                <a:gs pos="100000">
                  <a:srgbClr val="909091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9593986">
              <a:off x="863556" y="306971"/>
              <a:ext cx="269585" cy="438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-10407314">
              <a:off x="2813657" y="788709"/>
              <a:ext cx="663631" cy="197601"/>
            </a:xfrm>
            <a:prstGeom prst="ellipse">
              <a:avLst/>
            </a:prstGeom>
            <a:gradFill>
              <a:gsLst>
                <a:gs pos="0">
                  <a:srgbClr val="A4A3A4">
                    <a:alpha val="13294"/>
                  </a:srgbClr>
                </a:gs>
                <a:gs pos="14286">
                  <a:srgbClr val="A4A3A4">
                    <a:alpha val="12288"/>
                  </a:srgbClr>
                </a:gs>
                <a:gs pos="28571">
                  <a:srgbClr val="A4A3A4">
                    <a:alpha val="9679"/>
                  </a:srgbClr>
                </a:gs>
                <a:gs pos="42857">
                  <a:srgbClr val="A4A3A4">
                    <a:alpha val="6459"/>
                  </a:srgbClr>
                </a:gs>
                <a:gs pos="57143">
                  <a:srgbClr val="A4A3A4">
                    <a:alpha val="3632"/>
                  </a:srgbClr>
                </a:gs>
                <a:gs pos="71429">
                  <a:srgbClr val="A4A3A4">
                    <a:alpha val="1717"/>
                  </a:srgbClr>
                </a:gs>
                <a:gs pos="85714">
                  <a:srgbClr val="A4A3A4">
                    <a:alpha val="682"/>
                  </a:srgbClr>
                </a:gs>
                <a:gs pos="100000">
                  <a:srgbClr val="A4A3A4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9499980">
              <a:off x="-55219" y="464072"/>
              <a:ext cx="433183" cy="72313"/>
            </a:xfrm>
            <a:prstGeom prst="ellipse">
              <a:avLst/>
            </a:prstGeom>
            <a:gradFill>
              <a:gsLst>
                <a:gs pos="0">
                  <a:srgbClr val="010000">
                    <a:alpha val="26582"/>
                  </a:srgbClr>
                </a:gs>
                <a:gs pos="14286">
                  <a:srgbClr val="010000">
                    <a:alpha val="24724"/>
                  </a:srgbClr>
                </a:gs>
                <a:gs pos="28571">
                  <a:srgbClr val="010000">
                    <a:alpha val="19790"/>
                  </a:srgbClr>
                </a:gs>
                <a:gs pos="42857">
                  <a:srgbClr val="010000">
                    <a:alpha val="13467"/>
                  </a:srgbClr>
                </a:gs>
                <a:gs pos="57143">
                  <a:srgbClr val="010000">
                    <a:alpha val="7702"/>
                  </a:srgbClr>
                </a:gs>
                <a:gs pos="71429">
                  <a:srgbClr val="010000">
                    <a:alpha val="3682"/>
                  </a:srgbClr>
                </a:gs>
                <a:gs pos="85714">
                  <a:srgbClr val="010000">
                    <a:alpha val="1473"/>
                  </a:srgbClr>
                </a:gs>
                <a:gs pos="100000">
                  <a:srgbClr val="010000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-10083448">
              <a:off x="2804085" y="743935"/>
              <a:ext cx="538010" cy="167535"/>
            </a:xfrm>
            <a:prstGeom prst="ellipse">
              <a:avLst/>
            </a:prstGeom>
            <a:gradFill>
              <a:gsLst>
                <a:gs pos="0">
                  <a:srgbClr val="A7A6A7">
                    <a:alpha val="12689"/>
                  </a:srgbClr>
                </a:gs>
                <a:gs pos="14286">
                  <a:srgbClr val="A7A6A7">
                    <a:alpha val="11725"/>
                  </a:srgbClr>
                </a:gs>
                <a:gs pos="28571">
                  <a:srgbClr val="A7A6A7">
                    <a:alpha val="9229"/>
                  </a:srgbClr>
                </a:gs>
                <a:gs pos="42857">
                  <a:srgbClr val="A7A6A7">
                    <a:alpha val="6154"/>
                  </a:srgbClr>
                </a:gs>
                <a:gs pos="57143">
                  <a:srgbClr val="A7A6A7">
                    <a:alpha val="3458"/>
                  </a:srgbClr>
                </a:gs>
                <a:gs pos="71429">
                  <a:srgbClr val="A7A6A7">
                    <a:alpha val="1634"/>
                  </a:srgbClr>
                </a:gs>
                <a:gs pos="85714">
                  <a:srgbClr val="A7A6A7">
                    <a:alpha val="649"/>
                  </a:srgbClr>
                </a:gs>
                <a:gs pos="100000">
                  <a:srgbClr val="A7A6A7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-9832690">
              <a:off x="2044689" y="845714"/>
              <a:ext cx="417361" cy="96642"/>
            </a:xfrm>
            <a:prstGeom prst="ellipse">
              <a:avLst/>
            </a:prstGeom>
            <a:gradFill>
              <a:gsLst>
                <a:gs pos="0">
                  <a:srgbClr val="000000">
                    <a:alpha val="7591"/>
                  </a:srgbClr>
                </a:gs>
                <a:gs pos="14286">
                  <a:srgbClr val="000000">
                    <a:alpha val="6999"/>
                  </a:srgbClr>
                </a:gs>
                <a:gs pos="28571">
                  <a:srgbClr val="000000">
                    <a:alpha val="5478"/>
                  </a:srgbClr>
                </a:gs>
                <a:gs pos="42857">
                  <a:srgbClr val="000000">
                    <a:alpha val="3628"/>
                  </a:srgbClr>
                </a:gs>
                <a:gs pos="57143">
                  <a:srgbClr val="000000">
                    <a:alpha val="2027"/>
                  </a:srgbClr>
                </a:gs>
                <a:gs pos="71429">
                  <a:srgbClr val="000000">
                    <a:alpha val="954"/>
                  </a:srgbClr>
                </a:gs>
                <a:gs pos="85714">
                  <a:srgbClr val="000000">
                    <a:alpha val="378"/>
                  </a:srgbClr>
                </a:gs>
                <a:gs pos="100000">
                  <a:srgbClr val="000000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10780287">
              <a:off x="2862590" y="68611"/>
              <a:ext cx="461329" cy="439740"/>
            </a:xfrm>
            <a:prstGeom prst="ellipse">
              <a:avLst/>
            </a:prstGeom>
            <a:gradFill>
              <a:gsLst>
                <a:gs pos="0">
                  <a:srgbClr val="8C8C8C">
                    <a:alpha val="2024"/>
                  </a:srgbClr>
                </a:gs>
                <a:gs pos="14286">
                  <a:srgbClr val="8C8C8C">
                    <a:alpha val="1862"/>
                  </a:srgbClr>
                </a:gs>
                <a:gs pos="28571">
                  <a:srgbClr val="8C8C8C">
                    <a:alpha val="1449"/>
                  </a:srgbClr>
                </a:gs>
                <a:gs pos="42857">
                  <a:srgbClr val="8C8C8C">
                    <a:alpha val="953"/>
                  </a:srgbClr>
                </a:gs>
                <a:gs pos="57143">
                  <a:srgbClr val="8C8C8C">
                    <a:alpha val="529"/>
                  </a:srgbClr>
                </a:gs>
                <a:gs pos="71429">
                  <a:srgbClr val="8C8C8C">
                    <a:alpha val="248"/>
                  </a:srgbClr>
                </a:gs>
                <a:gs pos="85714">
                  <a:srgbClr val="8C8C8C">
                    <a:alpha val="98"/>
                  </a:srgbClr>
                </a:gs>
                <a:gs pos="100000">
                  <a:srgbClr val="8C8C8C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9903308">
              <a:off x="856831" y="746257"/>
              <a:ext cx="528650" cy="522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-10503236">
              <a:off x="1861641" y="733235"/>
              <a:ext cx="427040" cy="82298"/>
            </a:xfrm>
            <a:prstGeom prst="ellipse">
              <a:avLst/>
            </a:prstGeom>
            <a:gradFill>
              <a:gsLst>
                <a:gs pos="0">
                  <a:srgbClr val="000003">
                    <a:alpha val="12462"/>
                  </a:srgbClr>
                </a:gs>
                <a:gs pos="14286">
                  <a:srgbClr val="000003">
                    <a:alpha val="11514"/>
                  </a:srgbClr>
                </a:gs>
                <a:gs pos="28571">
                  <a:srgbClr val="000003">
                    <a:alpha val="9061"/>
                  </a:srgbClr>
                </a:gs>
                <a:gs pos="42857">
                  <a:srgbClr val="000003">
                    <a:alpha val="6040"/>
                  </a:srgbClr>
                </a:gs>
                <a:gs pos="57143">
                  <a:srgbClr val="000003">
                    <a:alpha val="3393"/>
                  </a:srgbClr>
                </a:gs>
                <a:gs pos="71429">
                  <a:srgbClr val="000003">
                    <a:alpha val="1603"/>
                  </a:srgbClr>
                </a:gs>
                <a:gs pos="85714">
                  <a:srgbClr val="000003">
                    <a:alpha val="637"/>
                  </a:srgbClr>
                </a:gs>
                <a:gs pos="100000">
                  <a:srgbClr val="000003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-9663298">
              <a:off x="2013968" y="693984"/>
              <a:ext cx="421701" cy="41762"/>
            </a:xfrm>
            <a:prstGeom prst="ellipse">
              <a:avLst/>
            </a:prstGeom>
            <a:gradFill>
              <a:gsLst>
                <a:gs pos="0">
                  <a:srgbClr val="000000">
                    <a:alpha val="28238"/>
                  </a:srgbClr>
                </a:gs>
                <a:gs pos="14286">
                  <a:srgbClr val="000000">
                    <a:alpha val="26286"/>
                  </a:srgbClr>
                </a:gs>
                <a:gs pos="28571">
                  <a:srgbClr val="000000">
                    <a:alpha val="21085"/>
                  </a:srgbClr>
                </a:gs>
                <a:gs pos="42857">
                  <a:srgbClr val="000000">
                    <a:alpha val="14386"/>
                  </a:srgbClr>
                </a:gs>
                <a:gs pos="57143">
                  <a:srgbClr val="000000">
                    <a:alpha val="8246"/>
                  </a:srgbClr>
                </a:gs>
                <a:gs pos="71429">
                  <a:srgbClr val="000000">
                    <a:alpha val="3948"/>
                  </a:srgbClr>
                </a:gs>
                <a:gs pos="85714">
                  <a:srgbClr val="000000">
                    <a:alpha val="1580"/>
                  </a:srgbClr>
                </a:gs>
                <a:gs pos="100000">
                  <a:srgbClr val="000000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10006360">
              <a:off x="1798573" y="1046174"/>
              <a:ext cx="637856" cy="113571"/>
            </a:xfrm>
            <a:prstGeom prst="ellipse">
              <a:avLst/>
            </a:prstGeom>
            <a:gradFill>
              <a:gsLst>
                <a:gs pos="0">
                  <a:srgbClr val="B1B1B1">
                    <a:alpha val="12253"/>
                  </a:srgbClr>
                </a:gs>
                <a:gs pos="14286">
                  <a:srgbClr val="B1B1B1">
                    <a:alpha val="11320"/>
                  </a:srgbClr>
                </a:gs>
                <a:gs pos="28571">
                  <a:srgbClr val="B1B1B1">
                    <a:alpha val="8906"/>
                  </a:srgbClr>
                </a:gs>
                <a:gs pos="42857">
                  <a:srgbClr val="B1B1B1">
                    <a:alpha val="5935"/>
                  </a:srgbClr>
                </a:gs>
                <a:gs pos="57143">
                  <a:srgbClr val="B1B1B1">
                    <a:alpha val="3334"/>
                  </a:srgbClr>
                </a:gs>
                <a:gs pos="71429">
                  <a:srgbClr val="B1B1B1">
                    <a:alpha val="1574"/>
                  </a:srgbClr>
                </a:gs>
                <a:gs pos="85714">
                  <a:srgbClr val="B1B1B1">
                    <a:alpha val="626"/>
                  </a:srgbClr>
                </a:gs>
                <a:gs pos="100000">
                  <a:srgbClr val="B1B1B1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10441551">
              <a:off x="2178831" y="-75031"/>
              <a:ext cx="490305" cy="480866"/>
            </a:xfrm>
            <a:prstGeom prst="ellipse">
              <a:avLst/>
            </a:prstGeom>
            <a:gradFill>
              <a:gsLst>
                <a:gs pos="0">
                  <a:srgbClr val="808081">
                    <a:alpha val="2123"/>
                  </a:srgbClr>
                </a:gs>
                <a:gs pos="14286">
                  <a:srgbClr val="808081">
                    <a:alpha val="1953"/>
                  </a:srgbClr>
                </a:gs>
                <a:gs pos="28571">
                  <a:srgbClr val="808081">
                    <a:alpha val="1520"/>
                  </a:srgbClr>
                </a:gs>
                <a:gs pos="42857">
                  <a:srgbClr val="808081">
                    <a:alpha val="999"/>
                  </a:srgbClr>
                </a:gs>
                <a:gs pos="57143">
                  <a:srgbClr val="808081">
                    <a:alpha val="555"/>
                  </a:srgbClr>
                </a:gs>
                <a:gs pos="71429">
                  <a:srgbClr val="808081">
                    <a:alpha val="260"/>
                  </a:srgbClr>
                </a:gs>
                <a:gs pos="85714">
                  <a:srgbClr val="808081">
                    <a:alpha val="103"/>
                  </a:srgbClr>
                </a:gs>
                <a:gs pos="100000">
                  <a:srgbClr val="808081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10666308">
              <a:off x="2458147" y="576061"/>
              <a:ext cx="377789" cy="393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4431463">
              <a:off x="2178700" y="918394"/>
              <a:ext cx="425102" cy="421428"/>
            </a:xfrm>
            <a:prstGeom prst="ellipse">
              <a:avLst/>
            </a:prstGeom>
            <a:gradFill>
              <a:gsLst>
                <a:gs pos="0">
                  <a:srgbClr val="A6A6A6">
                    <a:alpha val="1638"/>
                  </a:srgbClr>
                </a:gs>
                <a:gs pos="14286">
                  <a:srgbClr val="A6A6A6">
                    <a:alpha val="1507"/>
                  </a:srgbClr>
                </a:gs>
                <a:gs pos="28571">
                  <a:srgbClr val="A6A6A6">
                    <a:alpha val="1172"/>
                  </a:srgbClr>
                </a:gs>
                <a:gs pos="42857">
                  <a:srgbClr val="A6A6A6">
                    <a:alpha val="770"/>
                  </a:srgbClr>
                </a:gs>
                <a:gs pos="57143">
                  <a:srgbClr val="A6A6A6">
                    <a:alpha val="428"/>
                  </a:srgbClr>
                </a:gs>
                <a:gs pos="71429">
                  <a:srgbClr val="A6A6A6">
                    <a:alpha val="200"/>
                  </a:srgbClr>
                </a:gs>
                <a:gs pos="85714">
                  <a:srgbClr val="A6A6A6">
                    <a:alpha val="79"/>
                  </a:srgbClr>
                </a:gs>
                <a:gs pos="100000">
                  <a:srgbClr val="A6A6A6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-9036129">
              <a:off x="3092385" y="864617"/>
              <a:ext cx="528446" cy="144385"/>
            </a:xfrm>
            <a:prstGeom prst="ellipse">
              <a:avLst/>
            </a:prstGeom>
            <a:gradFill>
              <a:gsLst>
                <a:gs pos="0">
                  <a:srgbClr val="929292">
                    <a:alpha val="3793"/>
                  </a:srgbClr>
                </a:gs>
                <a:gs pos="14286">
                  <a:srgbClr val="929292">
                    <a:alpha val="3492"/>
                  </a:srgbClr>
                </a:gs>
                <a:gs pos="28571">
                  <a:srgbClr val="929292">
                    <a:alpha val="2722"/>
                  </a:srgbClr>
                </a:gs>
                <a:gs pos="42857">
                  <a:srgbClr val="929292">
                    <a:alpha val="1794"/>
                  </a:srgbClr>
                </a:gs>
                <a:gs pos="57143">
                  <a:srgbClr val="929292">
                    <a:alpha val="998"/>
                  </a:srgbClr>
                </a:gs>
                <a:gs pos="71429">
                  <a:srgbClr val="929292">
                    <a:alpha val="468"/>
                  </a:srgbClr>
                </a:gs>
                <a:gs pos="85714">
                  <a:srgbClr val="929292">
                    <a:alpha val="185"/>
                  </a:srgbClr>
                </a:gs>
                <a:gs pos="100000">
                  <a:srgbClr val="929292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-10074267">
              <a:off x="-291263" y="27923"/>
              <a:ext cx="587806" cy="164106"/>
            </a:xfrm>
            <a:prstGeom prst="ellipse">
              <a:avLst/>
            </a:prstGeom>
            <a:gradFill>
              <a:gsLst>
                <a:gs pos="0">
                  <a:srgbClr val="9D9D9D">
                    <a:alpha val="10881"/>
                  </a:srgbClr>
                </a:gs>
                <a:gs pos="14286">
                  <a:srgbClr val="9D9D9D">
                    <a:alpha val="10046"/>
                  </a:srgbClr>
                </a:gs>
                <a:gs pos="28571">
                  <a:srgbClr val="9D9D9D">
                    <a:alpha val="7892"/>
                  </a:srgbClr>
                </a:gs>
                <a:gs pos="42857">
                  <a:srgbClr val="9D9D9D">
                    <a:alpha val="5249"/>
                  </a:srgbClr>
                </a:gs>
                <a:gs pos="57143">
                  <a:srgbClr val="9D9D9D">
                    <a:alpha val="2944"/>
                  </a:srgbClr>
                </a:gs>
                <a:gs pos="71429">
                  <a:srgbClr val="9D9D9D">
                    <a:alpha val="1389"/>
                  </a:srgbClr>
                </a:gs>
                <a:gs pos="85714">
                  <a:srgbClr val="9D9D9D">
                    <a:alpha val="552"/>
                  </a:srgbClr>
                </a:gs>
                <a:gs pos="100000">
                  <a:srgbClr val="9D9D9D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10425331">
              <a:off x="908329" y="1130644"/>
              <a:ext cx="464150" cy="36453"/>
            </a:xfrm>
            <a:prstGeom prst="ellipse">
              <a:avLst/>
            </a:prstGeom>
            <a:gradFill>
              <a:gsLst>
                <a:gs pos="0">
                  <a:srgbClr val="37393C">
                    <a:alpha val="8230"/>
                  </a:srgbClr>
                </a:gs>
                <a:gs pos="14286">
                  <a:srgbClr val="37393C">
                    <a:alpha val="7590"/>
                  </a:srgbClr>
                </a:gs>
                <a:gs pos="28571">
                  <a:srgbClr val="37393C">
                    <a:alpha val="5945"/>
                  </a:srgbClr>
                </a:gs>
                <a:gs pos="42857">
                  <a:srgbClr val="37393C">
                    <a:alpha val="3940"/>
                  </a:srgbClr>
                </a:gs>
                <a:gs pos="57143">
                  <a:srgbClr val="37393C">
                    <a:alpha val="2203"/>
                  </a:srgbClr>
                </a:gs>
                <a:gs pos="71429">
                  <a:srgbClr val="37393C">
                    <a:alpha val="1037"/>
                  </a:srgbClr>
                </a:gs>
                <a:gs pos="85714">
                  <a:srgbClr val="37393C">
                    <a:alpha val="411"/>
                  </a:srgbClr>
                </a:gs>
                <a:gs pos="100000">
                  <a:srgbClr val="37393C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-10582741">
              <a:off x="681699" y="130636"/>
              <a:ext cx="399233" cy="395063"/>
            </a:xfrm>
            <a:prstGeom prst="ellipse">
              <a:avLst/>
            </a:prstGeom>
            <a:gradFill>
              <a:gsLst>
                <a:gs pos="0">
                  <a:srgbClr val="000001">
                    <a:alpha val="1683"/>
                  </a:srgbClr>
                </a:gs>
                <a:gs pos="14286">
                  <a:srgbClr val="000001">
                    <a:alpha val="1548"/>
                  </a:srgbClr>
                </a:gs>
                <a:gs pos="28571">
                  <a:srgbClr val="000001">
                    <a:alpha val="1204"/>
                  </a:srgbClr>
                </a:gs>
                <a:gs pos="42857">
                  <a:srgbClr val="000001">
                    <a:alpha val="791"/>
                  </a:srgbClr>
                </a:gs>
                <a:gs pos="57143">
                  <a:srgbClr val="000001">
                    <a:alpha val="439"/>
                  </a:srgbClr>
                </a:gs>
                <a:gs pos="71429">
                  <a:srgbClr val="000001">
                    <a:alpha val="206"/>
                  </a:srgbClr>
                </a:gs>
                <a:gs pos="85714">
                  <a:srgbClr val="000001">
                    <a:alpha val="81"/>
                  </a:srgbClr>
                </a:gs>
                <a:gs pos="100000">
                  <a:srgbClr val="000001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10485126">
              <a:off x="1129295" y="-26824"/>
              <a:ext cx="382668" cy="536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-9926025">
              <a:off x="2764519" y="771053"/>
              <a:ext cx="327544" cy="33270"/>
            </a:xfrm>
            <a:prstGeom prst="ellipse">
              <a:avLst/>
            </a:prstGeom>
            <a:gradFill>
              <a:gsLst>
                <a:gs pos="0">
                  <a:srgbClr val="585655">
                    <a:alpha val="32968"/>
                  </a:srgbClr>
                </a:gs>
                <a:gs pos="14286">
                  <a:srgbClr val="585655">
                    <a:alpha val="30764"/>
                  </a:srgbClr>
                </a:gs>
                <a:gs pos="28571">
                  <a:srgbClr val="585655">
                    <a:alpha val="24833"/>
                  </a:srgbClr>
                </a:gs>
                <a:gs pos="42857">
                  <a:srgbClr val="585655">
                    <a:alpha val="17075"/>
                  </a:srgbClr>
                </a:gs>
                <a:gs pos="57143">
                  <a:srgbClr val="585655">
                    <a:alpha val="9855"/>
                  </a:srgbClr>
                </a:gs>
                <a:gs pos="71429">
                  <a:srgbClr val="585655">
                    <a:alpha val="4740"/>
                  </a:srgbClr>
                </a:gs>
                <a:gs pos="85714">
                  <a:srgbClr val="585655">
                    <a:alpha val="1902"/>
                  </a:srgbClr>
                </a:gs>
                <a:gs pos="100000">
                  <a:srgbClr val="5856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-8977782">
              <a:off x="405634" y="1016180"/>
              <a:ext cx="423256" cy="41367"/>
            </a:xfrm>
            <a:prstGeom prst="ellipse">
              <a:avLst/>
            </a:prstGeom>
            <a:gradFill>
              <a:gsLst>
                <a:gs pos="0">
                  <a:srgbClr val="0B0002">
                    <a:alpha val="23981"/>
                  </a:srgbClr>
                </a:gs>
                <a:gs pos="14286">
                  <a:srgbClr val="0B0002">
                    <a:alpha val="22277"/>
                  </a:srgbClr>
                </a:gs>
                <a:gs pos="28571">
                  <a:srgbClr val="0B0002">
                    <a:alpha val="17772"/>
                  </a:srgbClr>
                </a:gs>
                <a:gs pos="42857">
                  <a:srgbClr val="0B0002">
                    <a:alpha val="12045"/>
                  </a:srgbClr>
                </a:gs>
                <a:gs pos="57143">
                  <a:srgbClr val="0B0002">
                    <a:alpha val="6865"/>
                  </a:srgbClr>
                </a:gs>
                <a:gs pos="71429">
                  <a:srgbClr val="0B0002">
                    <a:alpha val="3274"/>
                  </a:srgbClr>
                </a:gs>
                <a:gs pos="85714">
                  <a:srgbClr val="0B0002">
                    <a:alpha val="1308"/>
                  </a:srgbClr>
                </a:gs>
                <a:gs pos="100000">
                  <a:srgbClr val="0B0002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10304550">
              <a:off x="3137888" y="189063"/>
              <a:ext cx="614041" cy="166771"/>
            </a:xfrm>
            <a:prstGeom prst="ellipse">
              <a:avLst/>
            </a:prstGeom>
            <a:gradFill>
              <a:gsLst>
                <a:gs pos="0">
                  <a:srgbClr val="9E9F9E">
                    <a:alpha val="5485"/>
                  </a:srgbClr>
                </a:gs>
                <a:gs pos="14286">
                  <a:srgbClr val="9E9F9E">
                    <a:alpha val="5053"/>
                  </a:srgbClr>
                </a:gs>
                <a:gs pos="28571">
                  <a:srgbClr val="9E9F9E">
                    <a:alpha val="3946"/>
                  </a:srgbClr>
                </a:gs>
                <a:gs pos="42857">
                  <a:srgbClr val="9E9F9E">
                    <a:alpha val="2606"/>
                  </a:srgbClr>
                </a:gs>
                <a:gs pos="57143">
                  <a:srgbClr val="9E9F9E">
                    <a:alpha val="1453"/>
                  </a:srgbClr>
                </a:gs>
                <a:gs pos="71429">
                  <a:srgbClr val="9E9F9E">
                    <a:alpha val="683"/>
                  </a:srgbClr>
                </a:gs>
                <a:gs pos="85714">
                  <a:srgbClr val="9E9F9E">
                    <a:alpha val="270"/>
                  </a:srgbClr>
                </a:gs>
                <a:gs pos="100000">
                  <a:srgbClr val="9E9F9E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10639648">
              <a:off x="1362552" y="93224"/>
              <a:ext cx="557650" cy="469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9953543">
              <a:off x="2236262" y="-25578"/>
              <a:ext cx="458397" cy="444373"/>
            </a:xfrm>
            <a:prstGeom prst="ellipse">
              <a:avLst/>
            </a:prstGeom>
            <a:gradFill>
              <a:gsLst>
                <a:gs pos="0">
                  <a:srgbClr val="9D9C9C">
                    <a:alpha val="6403"/>
                  </a:srgbClr>
                </a:gs>
                <a:gs pos="14286">
                  <a:srgbClr val="9D9C9C">
                    <a:alpha val="5900"/>
                  </a:srgbClr>
                </a:gs>
                <a:gs pos="28571">
                  <a:srgbClr val="9D9C9C">
                    <a:alpha val="4612"/>
                  </a:srgbClr>
                </a:gs>
                <a:gs pos="42857">
                  <a:srgbClr val="9D9C9C">
                    <a:alpha val="3050"/>
                  </a:srgbClr>
                </a:gs>
                <a:gs pos="57143">
                  <a:srgbClr val="9D9C9C">
                    <a:alpha val="1702"/>
                  </a:srgbClr>
                </a:gs>
                <a:gs pos="71429">
                  <a:srgbClr val="9D9C9C">
                    <a:alpha val="800"/>
                  </a:srgbClr>
                </a:gs>
                <a:gs pos="85714">
                  <a:srgbClr val="9D9C9C">
                    <a:alpha val="317"/>
                  </a:srgbClr>
                </a:gs>
                <a:gs pos="100000">
                  <a:srgbClr val="9D9C9C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-9275278">
              <a:off x="2195105" y="106565"/>
              <a:ext cx="612843" cy="110963"/>
            </a:xfrm>
            <a:prstGeom prst="ellipse">
              <a:avLst/>
            </a:prstGeom>
            <a:gradFill>
              <a:gsLst>
                <a:gs pos="0">
                  <a:srgbClr val="AAAAAA">
                    <a:alpha val="15867"/>
                  </a:srgbClr>
                </a:gs>
                <a:gs pos="14286">
                  <a:srgbClr val="AAAAAA">
                    <a:alpha val="14683"/>
                  </a:srgbClr>
                </a:gs>
                <a:gs pos="28571">
                  <a:srgbClr val="AAAAAA">
                    <a:alpha val="11600"/>
                  </a:srgbClr>
                </a:gs>
                <a:gs pos="42857">
                  <a:srgbClr val="AAAAAA">
                    <a:alpha val="7769"/>
                  </a:srgbClr>
                </a:gs>
                <a:gs pos="57143">
                  <a:srgbClr val="AAAAAA">
                    <a:alpha val="4382"/>
                  </a:srgbClr>
                </a:gs>
                <a:gs pos="71429">
                  <a:srgbClr val="AAAAAA">
                    <a:alpha val="2076"/>
                  </a:srgbClr>
                </a:gs>
                <a:gs pos="85714">
                  <a:srgbClr val="AAAAAA">
                    <a:alpha val="826"/>
                  </a:srgbClr>
                </a:gs>
                <a:gs pos="100000">
                  <a:srgbClr val="AAAAAA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4687213">
              <a:off x="807212" y="154464"/>
              <a:ext cx="431851" cy="426087"/>
            </a:xfrm>
            <a:prstGeom prst="ellipse">
              <a:avLst/>
            </a:prstGeom>
            <a:gradFill>
              <a:gsLst>
                <a:gs pos="0">
                  <a:srgbClr val="000000">
                    <a:alpha val="5675"/>
                  </a:srgbClr>
                </a:gs>
                <a:gs pos="14286">
                  <a:srgbClr val="000000">
                    <a:alpha val="5228"/>
                  </a:srgbClr>
                </a:gs>
                <a:gs pos="28571">
                  <a:srgbClr val="000000">
                    <a:alpha val="4083"/>
                  </a:srgbClr>
                </a:gs>
                <a:gs pos="42857">
                  <a:srgbClr val="000000">
                    <a:alpha val="2698"/>
                  </a:srgbClr>
                </a:gs>
                <a:gs pos="57143">
                  <a:srgbClr val="000000">
                    <a:alpha val="1504"/>
                  </a:srgbClr>
                </a:gs>
                <a:gs pos="71429">
                  <a:srgbClr val="000000">
                    <a:alpha val="707"/>
                  </a:srgbClr>
                </a:gs>
                <a:gs pos="85714">
                  <a:srgbClr val="000000">
                    <a:alpha val="280"/>
                  </a:srgbClr>
                </a:gs>
                <a:gs pos="100000">
                  <a:srgbClr val="00000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-10744518">
              <a:off x="1518857" y="6994"/>
              <a:ext cx="260534" cy="34220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8116461">
              <a:off x="126804" y="556578"/>
              <a:ext cx="244408" cy="50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9983845">
              <a:off x="3095207" y="730108"/>
              <a:ext cx="249860" cy="442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9816325">
              <a:off x="1355863" y="8146"/>
              <a:ext cx="482419" cy="82068"/>
            </a:xfrm>
            <a:prstGeom prst="ellipse">
              <a:avLst/>
            </a:prstGeom>
            <a:gradFill>
              <a:gsLst>
                <a:gs pos="0">
                  <a:srgbClr val="000000">
                    <a:alpha val="29174"/>
                  </a:srgbClr>
                </a:gs>
                <a:gs pos="14286">
                  <a:srgbClr val="000000">
                    <a:alpha val="27170"/>
                  </a:srgbClr>
                </a:gs>
                <a:gs pos="28571">
                  <a:srgbClr val="000000">
                    <a:alpha val="21821"/>
                  </a:srgbClr>
                </a:gs>
                <a:gs pos="42857">
                  <a:srgbClr val="000000">
                    <a:alpha val="14910"/>
                  </a:srgbClr>
                </a:gs>
                <a:gs pos="57143">
                  <a:srgbClr val="000000">
                    <a:alpha val="8558"/>
                  </a:srgbClr>
                </a:gs>
                <a:gs pos="71429">
                  <a:srgbClr val="000000">
                    <a:alpha val="4101"/>
                  </a:srgbClr>
                </a:gs>
                <a:gs pos="85714">
                  <a:srgbClr val="000000">
                    <a:alpha val="1642"/>
                  </a:srgbClr>
                </a:gs>
                <a:gs pos="100000">
                  <a:srgbClr val="000000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9903327">
              <a:off x="1038031" y="1123959"/>
              <a:ext cx="339556" cy="336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9004050">
              <a:off x="-89386" y="771648"/>
              <a:ext cx="528268" cy="53298"/>
            </a:xfrm>
            <a:prstGeom prst="ellipse">
              <a:avLst/>
            </a:prstGeom>
            <a:gradFill>
              <a:gsLst>
                <a:gs pos="0">
                  <a:srgbClr val="050003">
                    <a:alpha val="32968"/>
                  </a:srgbClr>
                </a:gs>
                <a:gs pos="14286">
                  <a:srgbClr val="050003">
                    <a:alpha val="30764"/>
                  </a:srgbClr>
                </a:gs>
                <a:gs pos="28571">
                  <a:srgbClr val="050003">
                    <a:alpha val="24833"/>
                  </a:srgbClr>
                </a:gs>
                <a:gs pos="42857">
                  <a:srgbClr val="050003">
                    <a:alpha val="17075"/>
                  </a:srgbClr>
                </a:gs>
                <a:gs pos="57143">
                  <a:srgbClr val="050003">
                    <a:alpha val="9855"/>
                  </a:srgbClr>
                </a:gs>
                <a:gs pos="71429">
                  <a:srgbClr val="050003">
                    <a:alpha val="4740"/>
                  </a:srgbClr>
                </a:gs>
                <a:gs pos="85714">
                  <a:srgbClr val="050003">
                    <a:alpha val="1902"/>
                  </a:srgbClr>
                </a:gs>
                <a:gs pos="100000">
                  <a:srgbClr val="05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2722987">
              <a:off x="355769" y="1280837"/>
              <a:ext cx="343782" cy="792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10056917">
              <a:off x="3244283" y="379678"/>
              <a:ext cx="637546" cy="512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10168899">
              <a:off x="2465937" y="556138"/>
              <a:ext cx="614342" cy="386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234772">
              <a:off x="106531" y="838656"/>
              <a:ext cx="386035" cy="36793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9401804">
              <a:off x="1688639" y="1158849"/>
              <a:ext cx="210435" cy="694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-9926373">
              <a:off x="1168382" y="375192"/>
              <a:ext cx="277709" cy="53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-10629826">
              <a:off x="1380395" y="1299406"/>
              <a:ext cx="238511" cy="802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4765324">
              <a:off x="898332" y="1164445"/>
              <a:ext cx="214168" cy="669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9921112">
              <a:off x="321098" y="932012"/>
              <a:ext cx="482341" cy="373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7531602">
              <a:off x="1924339" y="584682"/>
              <a:ext cx="185970" cy="800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9277945">
              <a:off x="2862787" y="472656"/>
              <a:ext cx="313456" cy="42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7759000">
              <a:off x="1101143" y="12005"/>
              <a:ext cx="307029" cy="551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10454639">
              <a:off x="3166980" y="730738"/>
              <a:ext cx="206582" cy="62901"/>
            </a:xfrm>
            <a:prstGeom prst="ellipse">
              <a:avLst/>
            </a:prstGeom>
            <a:gradFill>
              <a:gsLst>
                <a:gs pos="0">
                  <a:srgbClr val="171612">
                    <a:alpha val="32968"/>
                  </a:srgbClr>
                </a:gs>
                <a:gs pos="14286">
                  <a:srgbClr val="171612">
                    <a:alpha val="30764"/>
                  </a:srgbClr>
                </a:gs>
                <a:gs pos="28571">
                  <a:srgbClr val="171612">
                    <a:alpha val="24833"/>
                  </a:srgbClr>
                </a:gs>
                <a:gs pos="42857">
                  <a:srgbClr val="171612">
                    <a:alpha val="17075"/>
                  </a:srgbClr>
                </a:gs>
                <a:gs pos="57143">
                  <a:srgbClr val="171612">
                    <a:alpha val="9855"/>
                  </a:srgbClr>
                </a:gs>
                <a:gs pos="71429">
                  <a:srgbClr val="171612">
                    <a:alpha val="4740"/>
                  </a:srgbClr>
                </a:gs>
                <a:gs pos="85714">
                  <a:srgbClr val="171612">
                    <a:alpha val="1902"/>
                  </a:srgbClr>
                </a:gs>
                <a:gs pos="100000">
                  <a:srgbClr val="1716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6121260">
              <a:off x="526332" y="1256515"/>
              <a:ext cx="285026" cy="730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10477618">
              <a:off x="3291920" y="199216"/>
              <a:ext cx="313079" cy="55033"/>
            </a:xfrm>
            <a:prstGeom prst="ellipse">
              <a:avLst/>
            </a:prstGeom>
            <a:gradFill>
              <a:gsLst>
                <a:gs pos="0">
                  <a:srgbClr val="474646">
                    <a:alpha val="32521"/>
                  </a:srgbClr>
                </a:gs>
                <a:gs pos="14286">
                  <a:srgbClr val="474646">
                    <a:alpha val="30340"/>
                  </a:srgbClr>
                </a:gs>
                <a:gs pos="28571">
                  <a:srgbClr val="474646">
                    <a:alpha val="24476"/>
                  </a:srgbClr>
                </a:gs>
                <a:gs pos="42857">
                  <a:srgbClr val="474646">
                    <a:alpha val="16817"/>
                  </a:srgbClr>
                </a:gs>
                <a:gs pos="57143">
                  <a:srgbClr val="474646">
                    <a:alpha val="9699"/>
                  </a:srgbClr>
                </a:gs>
                <a:gs pos="71429">
                  <a:srgbClr val="474646">
                    <a:alpha val="4663"/>
                  </a:srgbClr>
                </a:gs>
                <a:gs pos="85714">
                  <a:srgbClr val="474646">
                    <a:alpha val="1871"/>
                  </a:srgbClr>
                </a:gs>
                <a:gs pos="100000">
                  <a:srgbClr val="474646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-9835759">
              <a:off x="3350516" y="970092"/>
              <a:ext cx="383637" cy="86463"/>
            </a:xfrm>
            <a:prstGeom prst="ellipse">
              <a:avLst/>
            </a:prstGeom>
            <a:gradFill>
              <a:gsLst>
                <a:gs pos="0">
                  <a:srgbClr val="C7C7C7">
                    <a:alpha val="32957"/>
                  </a:srgbClr>
                </a:gs>
                <a:gs pos="14286">
                  <a:srgbClr val="C7C7C7">
                    <a:alpha val="30753"/>
                  </a:srgbClr>
                </a:gs>
                <a:gs pos="28571">
                  <a:srgbClr val="C7C7C7">
                    <a:alpha val="24824"/>
                  </a:srgbClr>
                </a:gs>
                <a:gs pos="42857">
                  <a:srgbClr val="C7C7C7">
                    <a:alpha val="17069"/>
                  </a:srgbClr>
                </a:gs>
                <a:gs pos="57143">
                  <a:srgbClr val="C7C7C7">
                    <a:alpha val="9851"/>
                  </a:srgbClr>
                </a:gs>
                <a:gs pos="71429">
                  <a:srgbClr val="C7C7C7">
                    <a:alpha val="4738"/>
                  </a:srgbClr>
                </a:gs>
                <a:gs pos="85714">
                  <a:srgbClr val="C7C7C7">
                    <a:alpha val="1901"/>
                  </a:srgbClr>
                </a:gs>
                <a:gs pos="100000">
                  <a:srgbClr val="C7C7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-10137052">
              <a:off x="722705" y="1124468"/>
              <a:ext cx="389705" cy="584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-9815208">
              <a:off x="3165292" y="854024"/>
              <a:ext cx="371725" cy="40057"/>
            </a:xfrm>
            <a:prstGeom prst="ellipse">
              <a:avLst/>
            </a:prstGeom>
            <a:gradFill>
              <a:gsLst>
                <a:gs pos="0">
                  <a:srgbClr val="070507">
                    <a:alpha val="32836"/>
                  </a:srgbClr>
                </a:gs>
                <a:gs pos="14286">
                  <a:srgbClr val="070507">
                    <a:alpha val="30639"/>
                  </a:srgbClr>
                </a:gs>
                <a:gs pos="28571">
                  <a:srgbClr val="070507">
                    <a:alpha val="24728"/>
                  </a:srgbClr>
                </a:gs>
                <a:gs pos="42857">
                  <a:srgbClr val="070507">
                    <a:alpha val="16999"/>
                  </a:srgbClr>
                </a:gs>
                <a:gs pos="57143">
                  <a:srgbClr val="070507">
                    <a:alpha val="9809"/>
                  </a:srgbClr>
                </a:gs>
                <a:gs pos="71429">
                  <a:srgbClr val="070507">
                    <a:alpha val="4718"/>
                  </a:srgbClr>
                </a:gs>
                <a:gs pos="85714">
                  <a:srgbClr val="070507">
                    <a:alpha val="1893"/>
                  </a:srgbClr>
                </a:gs>
                <a:gs pos="100000">
                  <a:srgbClr val="070507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9726668">
              <a:off x="3166599" y="939877"/>
              <a:ext cx="478243" cy="53624"/>
            </a:xfrm>
            <a:prstGeom prst="ellipse">
              <a:avLst/>
            </a:prstGeom>
            <a:gradFill>
              <a:gsLst>
                <a:gs pos="0">
                  <a:srgbClr val="0E1015">
                    <a:alpha val="32557"/>
                  </a:srgbClr>
                </a:gs>
                <a:gs pos="14286">
                  <a:srgbClr val="0E1015">
                    <a:alpha val="30373"/>
                  </a:srgbClr>
                </a:gs>
                <a:gs pos="28571">
                  <a:srgbClr val="0E1015">
                    <a:alpha val="24504"/>
                  </a:srgbClr>
                </a:gs>
                <a:gs pos="42857">
                  <a:srgbClr val="0E1015">
                    <a:alpha val="16837"/>
                  </a:srgbClr>
                </a:gs>
                <a:gs pos="57143">
                  <a:srgbClr val="0E1015">
                    <a:alpha val="9712"/>
                  </a:srgbClr>
                </a:gs>
                <a:gs pos="71429">
                  <a:srgbClr val="0E1015">
                    <a:alpha val="4670"/>
                  </a:srgbClr>
                </a:gs>
                <a:gs pos="85714">
                  <a:srgbClr val="0E1015">
                    <a:alpha val="1873"/>
                  </a:srgbClr>
                </a:gs>
                <a:gs pos="100000">
                  <a:srgbClr val="0E1015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8971705">
              <a:off x="282414" y="893340"/>
              <a:ext cx="200491" cy="73501"/>
            </a:xfrm>
            <a:prstGeom prst="ellipse">
              <a:avLst/>
            </a:prstGeom>
            <a:gradFill>
              <a:gsLst>
                <a:gs pos="0">
                  <a:srgbClr val="363638">
                    <a:alpha val="15728"/>
                  </a:srgbClr>
                </a:gs>
                <a:gs pos="14286">
                  <a:srgbClr val="363638">
                    <a:alpha val="14553"/>
                  </a:srgbClr>
                </a:gs>
                <a:gs pos="28571">
                  <a:srgbClr val="363638">
                    <a:alpha val="11496"/>
                  </a:srgbClr>
                </a:gs>
                <a:gs pos="42857">
                  <a:srgbClr val="363638">
                    <a:alpha val="7698"/>
                  </a:srgbClr>
                </a:gs>
                <a:gs pos="57143">
                  <a:srgbClr val="363638">
                    <a:alpha val="4341"/>
                  </a:srgbClr>
                </a:gs>
                <a:gs pos="71429">
                  <a:srgbClr val="363638">
                    <a:alpha val="2056"/>
                  </a:srgbClr>
                </a:gs>
                <a:gs pos="85714">
                  <a:srgbClr val="363638">
                    <a:alpha val="818"/>
                  </a:srgbClr>
                </a:gs>
                <a:gs pos="100000">
                  <a:srgbClr val="363638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-10307776">
              <a:off x="1867614" y="177225"/>
              <a:ext cx="430041" cy="821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-10569077">
              <a:off x="1478389" y="132184"/>
              <a:ext cx="366205" cy="43550"/>
            </a:xfrm>
            <a:prstGeom prst="ellipse">
              <a:avLst/>
            </a:prstGeom>
            <a:gradFill>
              <a:gsLst>
                <a:gs pos="0">
                  <a:srgbClr val="373130">
                    <a:alpha val="32968"/>
                  </a:srgbClr>
                </a:gs>
                <a:gs pos="14286">
                  <a:srgbClr val="373130">
                    <a:alpha val="30764"/>
                  </a:srgbClr>
                </a:gs>
                <a:gs pos="28571">
                  <a:srgbClr val="373130">
                    <a:alpha val="24833"/>
                  </a:srgbClr>
                </a:gs>
                <a:gs pos="42857">
                  <a:srgbClr val="373130">
                    <a:alpha val="17075"/>
                  </a:srgbClr>
                </a:gs>
                <a:gs pos="57143">
                  <a:srgbClr val="373130">
                    <a:alpha val="9855"/>
                  </a:srgbClr>
                </a:gs>
                <a:gs pos="71429">
                  <a:srgbClr val="373130">
                    <a:alpha val="4740"/>
                  </a:srgbClr>
                </a:gs>
                <a:gs pos="85714">
                  <a:srgbClr val="373130">
                    <a:alpha val="1902"/>
                  </a:srgbClr>
                </a:gs>
                <a:gs pos="100000">
                  <a:srgbClr val="3731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10659296">
              <a:off x="2853077" y="109268"/>
              <a:ext cx="403019" cy="47997"/>
            </a:xfrm>
            <a:prstGeom prst="ellipse">
              <a:avLst/>
            </a:prstGeom>
            <a:gradFill>
              <a:gsLst>
                <a:gs pos="0">
                  <a:srgbClr val="524F4E">
                    <a:alpha val="32968"/>
                  </a:srgbClr>
                </a:gs>
                <a:gs pos="14286">
                  <a:srgbClr val="524F4E">
                    <a:alpha val="30764"/>
                  </a:srgbClr>
                </a:gs>
                <a:gs pos="28571">
                  <a:srgbClr val="524F4E">
                    <a:alpha val="24833"/>
                  </a:srgbClr>
                </a:gs>
                <a:gs pos="42857">
                  <a:srgbClr val="524F4E">
                    <a:alpha val="17075"/>
                  </a:srgbClr>
                </a:gs>
                <a:gs pos="57143">
                  <a:srgbClr val="524F4E">
                    <a:alpha val="9855"/>
                  </a:srgbClr>
                </a:gs>
                <a:gs pos="71429">
                  <a:srgbClr val="524F4E">
                    <a:alpha val="4740"/>
                  </a:srgbClr>
                </a:gs>
                <a:gs pos="85714">
                  <a:srgbClr val="524F4E">
                    <a:alpha val="1902"/>
                  </a:srgbClr>
                </a:gs>
                <a:gs pos="100000">
                  <a:srgbClr val="524F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9474397">
              <a:off x="3192011" y="961634"/>
              <a:ext cx="478726" cy="34812"/>
            </a:xfrm>
            <a:prstGeom prst="ellipse">
              <a:avLst/>
            </a:prstGeom>
            <a:gradFill>
              <a:gsLst>
                <a:gs pos="0">
                  <a:srgbClr val="1F2222">
                    <a:alpha val="29391"/>
                  </a:srgbClr>
                </a:gs>
                <a:gs pos="14286">
                  <a:srgbClr val="1F2222">
                    <a:alpha val="27375"/>
                  </a:srgbClr>
                </a:gs>
                <a:gs pos="28571">
                  <a:srgbClr val="1F2222">
                    <a:alpha val="21992"/>
                  </a:srgbClr>
                </a:gs>
                <a:gs pos="42857">
                  <a:srgbClr val="1F2222">
                    <a:alpha val="15033"/>
                  </a:srgbClr>
                </a:gs>
                <a:gs pos="57143">
                  <a:srgbClr val="1F2222">
                    <a:alpha val="8631"/>
                  </a:srgbClr>
                </a:gs>
                <a:gs pos="71429">
                  <a:srgbClr val="1F2222">
                    <a:alpha val="4137"/>
                  </a:srgbClr>
                </a:gs>
                <a:gs pos="85714">
                  <a:srgbClr val="1F2222">
                    <a:alpha val="1657"/>
                  </a:srgbClr>
                </a:gs>
                <a:gs pos="100000">
                  <a:srgbClr val="1F2222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-9479468">
              <a:off x="372518" y="983568"/>
              <a:ext cx="384080" cy="58406"/>
            </a:xfrm>
            <a:prstGeom prst="ellipse">
              <a:avLst/>
            </a:prstGeom>
            <a:gradFill>
              <a:gsLst>
                <a:gs pos="0">
                  <a:srgbClr val="130C12">
                    <a:alpha val="25974"/>
                  </a:srgbClr>
                </a:gs>
                <a:gs pos="14286">
                  <a:srgbClr val="130C12">
                    <a:alpha val="24151"/>
                  </a:srgbClr>
                </a:gs>
                <a:gs pos="28571">
                  <a:srgbClr val="130C12">
                    <a:alpha val="19316"/>
                  </a:srgbClr>
                </a:gs>
                <a:gs pos="42857">
                  <a:srgbClr val="130C12">
                    <a:alpha val="13132"/>
                  </a:srgbClr>
                </a:gs>
                <a:gs pos="57143">
                  <a:srgbClr val="130C12">
                    <a:alpha val="7504"/>
                  </a:srgbClr>
                </a:gs>
                <a:gs pos="71429">
                  <a:srgbClr val="130C12">
                    <a:alpha val="3586"/>
                  </a:srgbClr>
                </a:gs>
                <a:gs pos="85714">
                  <a:srgbClr val="130C12">
                    <a:alpha val="1434"/>
                  </a:srgbClr>
                </a:gs>
                <a:gs pos="100000">
                  <a:srgbClr val="130C12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10268082">
              <a:off x="3004797" y="406791"/>
              <a:ext cx="565692" cy="401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-8847007">
              <a:off x="2037403" y="212362"/>
              <a:ext cx="253070" cy="345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10012830">
              <a:off x="704951" y="34217"/>
              <a:ext cx="656876" cy="66199"/>
            </a:xfrm>
            <a:prstGeom prst="ellipse">
              <a:avLst/>
            </a:prstGeom>
            <a:gradFill>
              <a:gsLst>
                <a:gs pos="0">
                  <a:srgbClr val="000000">
                    <a:alpha val="19620"/>
                  </a:srgbClr>
                </a:gs>
                <a:gs pos="14286">
                  <a:srgbClr val="000000">
                    <a:alpha val="18188"/>
                  </a:srgbClr>
                </a:gs>
                <a:gs pos="28571">
                  <a:srgbClr val="000000">
                    <a:alpha val="14432"/>
                  </a:srgbClr>
                </a:gs>
                <a:gs pos="42857">
                  <a:srgbClr val="000000">
                    <a:alpha val="9718"/>
                  </a:srgbClr>
                </a:gs>
                <a:gs pos="57143">
                  <a:srgbClr val="000000">
                    <a:alpha val="5507"/>
                  </a:srgbClr>
                </a:gs>
                <a:gs pos="71429">
                  <a:srgbClr val="000000">
                    <a:alpha val="2617"/>
                  </a:srgbClr>
                </a:gs>
                <a:gs pos="85714">
                  <a:srgbClr val="000000">
                    <a:alpha val="1043"/>
                  </a:srgbClr>
                </a:gs>
                <a:gs pos="100000">
                  <a:srgbClr val="00000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10539291">
              <a:off x="-113629" y="280370"/>
              <a:ext cx="305288" cy="413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-9298708">
              <a:off x="335271" y="332906"/>
              <a:ext cx="490202" cy="40564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9803124">
              <a:off x="1480522" y="27760"/>
              <a:ext cx="385889" cy="103284"/>
            </a:xfrm>
            <a:prstGeom prst="ellipse">
              <a:avLst/>
            </a:prstGeom>
            <a:gradFill>
              <a:gsLst>
                <a:gs pos="0">
                  <a:srgbClr val="000001">
                    <a:alpha val="25601"/>
                  </a:srgbClr>
                </a:gs>
                <a:gs pos="14286">
                  <a:srgbClr val="000001">
                    <a:alpha val="23800"/>
                  </a:srgbClr>
                </a:gs>
                <a:gs pos="28571">
                  <a:srgbClr val="000001">
                    <a:alpha val="19026"/>
                  </a:srgbClr>
                </a:gs>
                <a:gs pos="42857">
                  <a:srgbClr val="000001">
                    <a:alpha val="12928"/>
                  </a:srgbClr>
                </a:gs>
                <a:gs pos="57143">
                  <a:srgbClr val="000001">
                    <a:alpha val="7384"/>
                  </a:srgbClr>
                </a:gs>
                <a:gs pos="71429">
                  <a:srgbClr val="000001">
                    <a:alpha val="3527"/>
                  </a:srgbClr>
                </a:gs>
                <a:gs pos="85714">
                  <a:srgbClr val="000001">
                    <a:alpha val="1410"/>
                  </a:srgbClr>
                </a:gs>
                <a:gs pos="100000">
                  <a:srgbClr val="000001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10434885">
              <a:off x="1275509" y="390695"/>
              <a:ext cx="138305" cy="566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8148718">
              <a:off x="3373852" y="391529"/>
              <a:ext cx="195701" cy="565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10276856">
              <a:off x="671606" y="244860"/>
              <a:ext cx="506575" cy="154791"/>
            </a:xfrm>
            <a:prstGeom prst="ellipse">
              <a:avLst/>
            </a:prstGeom>
            <a:gradFill>
              <a:gsLst>
                <a:gs pos="0">
                  <a:srgbClr val="000000">
                    <a:alpha val="19136"/>
                  </a:srgbClr>
                </a:gs>
                <a:gs pos="14286">
                  <a:srgbClr val="000000">
                    <a:alpha val="17735"/>
                  </a:srgbClr>
                </a:gs>
                <a:gs pos="28571">
                  <a:srgbClr val="000000">
                    <a:alpha val="14065"/>
                  </a:srgbClr>
                </a:gs>
                <a:gs pos="42857">
                  <a:srgbClr val="000000">
                    <a:alpha val="9464"/>
                  </a:srgbClr>
                </a:gs>
                <a:gs pos="57143">
                  <a:srgbClr val="000000">
                    <a:alpha val="5360"/>
                  </a:srgbClr>
                </a:gs>
                <a:gs pos="71429">
                  <a:srgbClr val="000000">
                    <a:alpha val="2546"/>
                  </a:srgbClr>
                </a:gs>
                <a:gs pos="85714">
                  <a:srgbClr val="000000">
                    <a:alpha val="1015"/>
                  </a:srgbClr>
                </a:gs>
                <a:gs pos="100000">
                  <a:srgbClr val="00000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-10337051">
              <a:off x="1792997" y="250864"/>
              <a:ext cx="469172" cy="349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10016987">
              <a:off x="1420742" y="114067"/>
              <a:ext cx="641552" cy="37368"/>
            </a:xfrm>
            <a:prstGeom prst="ellipse">
              <a:avLst/>
            </a:prstGeom>
            <a:gradFill>
              <a:gsLst>
                <a:gs pos="0">
                  <a:srgbClr val="C1C0C1">
                    <a:alpha val="11851"/>
                  </a:srgbClr>
                </a:gs>
                <a:gs pos="14286">
                  <a:srgbClr val="C1C0C1">
                    <a:alpha val="10947"/>
                  </a:srgbClr>
                </a:gs>
                <a:gs pos="28571">
                  <a:srgbClr val="C1C0C1">
                    <a:alpha val="8608"/>
                  </a:srgbClr>
                </a:gs>
                <a:gs pos="42857">
                  <a:srgbClr val="C1C0C1">
                    <a:alpha val="5733"/>
                  </a:srgbClr>
                </a:gs>
                <a:gs pos="57143">
                  <a:srgbClr val="C1C0C1">
                    <a:alpha val="3219"/>
                  </a:srgbClr>
                </a:gs>
                <a:gs pos="71429">
                  <a:srgbClr val="C1C0C1">
                    <a:alpha val="1520"/>
                  </a:srgbClr>
                </a:gs>
                <a:gs pos="85714">
                  <a:srgbClr val="C1C0C1">
                    <a:alpha val="604"/>
                  </a:srgbClr>
                </a:gs>
                <a:gs pos="100000">
                  <a:srgbClr val="C1C0C1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10342975">
              <a:off x="2813726" y="98895"/>
              <a:ext cx="325023" cy="91474"/>
            </a:xfrm>
            <a:prstGeom prst="ellipse">
              <a:avLst/>
            </a:prstGeom>
            <a:gradFill>
              <a:gsLst>
                <a:gs pos="0">
                  <a:srgbClr val="060B06">
                    <a:alpha val="31670"/>
                  </a:srgbClr>
                </a:gs>
                <a:gs pos="14286">
                  <a:srgbClr val="060B06">
                    <a:alpha val="29533"/>
                  </a:srgbClr>
                </a:gs>
                <a:gs pos="28571">
                  <a:srgbClr val="060B06">
                    <a:alpha val="23797"/>
                  </a:srgbClr>
                </a:gs>
                <a:gs pos="42857">
                  <a:srgbClr val="060B06">
                    <a:alpha val="16328"/>
                  </a:srgbClr>
                </a:gs>
                <a:gs pos="57143">
                  <a:srgbClr val="060B06">
                    <a:alpha val="9405"/>
                  </a:srgbClr>
                </a:gs>
                <a:gs pos="71429">
                  <a:srgbClr val="060B06">
                    <a:alpha val="4518"/>
                  </a:srgbClr>
                </a:gs>
                <a:gs pos="85714">
                  <a:srgbClr val="060B06">
                    <a:alpha val="1812"/>
                  </a:srgbClr>
                </a:gs>
                <a:gs pos="100000">
                  <a:srgbClr val="060B06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8417200">
              <a:off x="92600" y="560585"/>
              <a:ext cx="309443" cy="435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-10291080">
              <a:off x="1344647" y="1229700"/>
              <a:ext cx="439112" cy="504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9778577">
              <a:off x="83349" y="-35827"/>
              <a:ext cx="613970" cy="211254"/>
            </a:xfrm>
            <a:prstGeom prst="ellipse">
              <a:avLst/>
            </a:prstGeom>
            <a:gradFill>
              <a:gsLst>
                <a:gs pos="0">
                  <a:srgbClr val="2D2F2D">
                    <a:alpha val="32085"/>
                  </a:srgbClr>
                </a:gs>
                <a:gs pos="14286">
                  <a:srgbClr val="2D2F2D">
                    <a:alpha val="29926"/>
                  </a:srgbClr>
                </a:gs>
                <a:gs pos="28571">
                  <a:srgbClr val="2D2F2D">
                    <a:alpha val="24127"/>
                  </a:srgbClr>
                </a:gs>
                <a:gs pos="42857">
                  <a:srgbClr val="2D2F2D">
                    <a:alpha val="16566"/>
                  </a:srgbClr>
                </a:gs>
                <a:gs pos="57143">
                  <a:srgbClr val="2D2F2D">
                    <a:alpha val="9548"/>
                  </a:srgbClr>
                </a:gs>
                <a:gs pos="71429">
                  <a:srgbClr val="2D2F2D">
                    <a:alpha val="4589"/>
                  </a:srgbClr>
                </a:gs>
                <a:gs pos="85714">
                  <a:srgbClr val="2D2F2D">
                    <a:alpha val="1840"/>
                  </a:srgbClr>
                </a:gs>
                <a:gs pos="100000">
                  <a:srgbClr val="2D2F2D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-9700438">
              <a:off x="2848408" y="827462"/>
              <a:ext cx="515327" cy="46282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10469012">
              <a:off x="1024783" y="260121"/>
              <a:ext cx="256336" cy="35069"/>
            </a:xfrm>
            <a:prstGeom prst="ellipse">
              <a:avLst/>
            </a:prstGeom>
            <a:gradFill>
              <a:gsLst>
                <a:gs pos="0">
                  <a:srgbClr val="C8C8C8">
                    <a:alpha val="32968"/>
                  </a:srgbClr>
                </a:gs>
                <a:gs pos="14286">
                  <a:srgbClr val="C8C8C8">
                    <a:alpha val="30764"/>
                  </a:srgbClr>
                </a:gs>
                <a:gs pos="28571">
                  <a:srgbClr val="C8C8C8">
                    <a:alpha val="24833"/>
                  </a:srgbClr>
                </a:gs>
                <a:gs pos="42857">
                  <a:srgbClr val="C8C8C8">
                    <a:alpha val="17075"/>
                  </a:srgbClr>
                </a:gs>
                <a:gs pos="57143">
                  <a:srgbClr val="C8C8C8">
                    <a:alpha val="9855"/>
                  </a:srgbClr>
                </a:gs>
                <a:gs pos="71429">
                  <a:srgbClr val="C8C8C8">
                    <a:alpha val="4740"/>
                  </a:srgbClr>
                </a:gs>
                <a:gs pos="85714">
                  <a:srgbClr val="C8C8C8">
                    <a:alpha val="1902"/>
                  </a:srgbClr>
                </a:gs>
                <a:gs pos="100000">
                  <a:srgbClr val="C8C8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8457222">
              <a:off x="1831103" y="42029"/>
              <a:ext cx="146709" cy="458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10560759">
              <a:off x="1783886" y="225136"/>
              <a:ext cx="332226" cy="44151"/>
            </a:xfrm>
            <a:prstGeom prst="ellipse">
              <a:avLst/>
            </a:prstGeom>
            <a:gradFill>
              <a:gsLst>
                <a:gs pos="0">
                  <a:srgbClr val="EEEEEF">
                    <a:alpha val="10254"/>
                  </a:srgbClr>
                </a:gs>
                <a:gs pos="14286">
                  <a:srgbClr val="EEEEEF">
                    <a:alpha val="9465"/>
                  </a:srgbClr>
                </a:gs>
                <a:gs pos="28571">
                  <a:srgbClr val="EEEEEF">
                    <a:alpha val="7430"/>
                  </a:srgbClr>
                </a:gs>
                <a:gs pos="42857">
                  <a:srgbClr val="EEEEEF">
                    <a:alpha val="4938"/>
                  </a:srgbClr>
                </a:gs>
                <a:gs pos="57143">
                  <a:srgbClr val="EEEEEF">
                    <a:alpha val="2767"/>
                  </a:srgbClr>
                </a:gs>
                <a:gs pos="71429">
                  <a:srgbClr val="EEEEEF">
                    <a:alpha val="1305"/>
                  </a:srgbClr>
                </a:gs>
                <a:gs pos="85714">
                  <a:srgbClr val="EEEEEF">
                    <a:alpha val="518"/>
                  </a:srgbClr>
                </a:gs>
                <a:gs pos="100000">
                  <a:srgbClr val="EEEEEF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-9338578">
              <a:off x="2407513" y="1298298"/>
              <a:ext cx="673432" cy="74757"/>
            </a:xfrm>
            <a:prstGeom prst="ellipse">
              <a:avLst/>
            </a:prstGeom>
            <a:gradFill>
              <a:gsLst>
                <a:gs pos="0">
                  <a:srgbClr val="000500">
                    <a:alpha val="32968"/>
                  </a:srgbClr>
                </a:gs>
                <a:gs pos="14286">
                  <a:srgbClr val="000500">
                    <a:alpha val="30764"/>
                  </a:srgbClr>
                </a:gs>
                <a:gs pos="28571">
                  <a:srgbClr val="000500">
                    <a:alpha val="24833"/>
                  </a:srgbClr>
                </a:gs>
                <a:gs pos="42857">
                  <a:srgbClr val="000500">
                    <a:alpha val="17075"/>
                  </a:srgbClr>
                </a:gs>
                <a:gs pos="57143">
                  <a:srgbClr val="000500">
                    <a:alpha val="9855"/>
                  </a:srgbClr>
                </a:gs>
                <a:gs pos="71429">
                  <a:srgbClr val="000500">
                    <a:alpha val="4740"/>
                  </a:srgbClr>
                </a:gs>
                <a:gs pos="85714">
                  <a:srgbClr val="000500">
                    <a:alpha val="1902"/>
                  </a:srgbClr>
                </a:gs>
                <a:gs pos="100000">
                  <a:srgbClr val="00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10097264">
              <a:off x="1557693" y="158647"/>
              <a:ext cx="581454" cy="105208"/>
            </a:xfrm>
            <a:prstGeom prst="ellipse">
              <a:avLst/>
            </a:prstGeom>
            <a:gradFill>
              <a:gsLst>
                <a:gs pos="0">
                  <a:srgbClr val="3C3D3D">
                    <a:alpha val="32968"/>
                  </a:srgbClr>
                </a:gs>
                <a:gs pos="14286">
                  <a:srgbClr val="3C3D3D">
                    <a:alpha val="30764"/>
                  </a:srgbClr>
                </a:gs>
                <a:gs pos="28571">
                  <a:srgbClr val="3C3D3D">
                    <a:alpha val="24833"/>
                  </a:srgbClr>
                </a:gs>
                <a:gs pos="42857">
                  <a:srgbClr val="3C3D3D">
                    <a:alpha val="17075"/>
                  </a:srgbClr>
                </a:gs>
                <a:gs pos="57143">
                  <a:srgbClr val="3C3D3D">
                    <a:alpha val="9855"/>
                  </a:srgbClr>
                </a:gs>
                <a:gs pos="71429">
                  <a:srgbClr val="3C3D3D">
                    <a:alpha val="4740"/>
                  </a:srgbClr>
                </a:gs>
                <a:gs pos="85714">
                  <a:srgbClr val="3C3D3D">
                    <a:alpha val="1902"/>
                  </a:srgbClr>
                </a:gs>
                <a:gs pos="100000">
                  <a:srgbClr val="3C3D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-9571398">
              <a:off x="3300209" y="145798"/>
              <a:ext cx="658151" cy="62632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-8989817">
              <a:off x="1601469" y="149749"/>
              <a:ext cx="376365" cy="160962"/>
            </a:xfrm>
            <a:prstGeom prst="ellipse">
              <a:avLst/>
            </a:prstGeom>
            <a:gradFill>
              <a:gsLst>
                <a:gs pos="0">
                  <a:srgbClr val="6F6F70">
                    <a:alpha val="32968"/>
                  </a:srgbClr>
                </a:gs>
                <a:gs pos="14286">
                  <a:srgbClr val="6F6F70">
                    <a:alpha val="30764"/>
                  </a:srgbClr>
                </a:gs>
                <a:gs pos="28571">
                  <a:srgbClr val="6F6F70">
                    <a:alpha val="24833"/>
                  </a:srgbClr>
                </a:gs>
                <a:gs pos="42857">
                  <a:srgbClr val="6F6F70">
                    <a:alpha val="17075"/>
                  </a:srgbClr>
                </a:gs>
                <a:gs pos="57143">
                  <a:srgbClr val="6F6F70">
                    <a:alpha val="9855"/>
                  </a:srgbClr>
                </a:gs>
                <a:gs pos="71429">
                  <a:srgbClr val="6F6F70">
                    <a:alpha val="4740"/>
                  </a:srgbClr>
                </a:gs>
                <a:gs pos="85714">
                  <a:srgbClr val="6F6F70">
                    <a:alpha val="1902"/>
                  </a:srgbClr>
                </a:gs>
                <a:gs pos="100000">
                  <a:srgbClr val="6F6F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9932190">
              <a:off x="3331713" y="986784"/>
              <a:ext cx="427475" cy="71203"/>
            </a:xfrm>
            <a:prstGeom prst="ellipse">
              <a:avLst/>
            </a:prstGeom>
            <a:gradFill>
              <a:gsLst>
                <a:gs pos="0">
                  <a:srgbClr val="1D1C20">
                    <a:alpha val="25931"/>
                  </a:srgbClr>
                </a:gs>
                <a:gs pos="14286">
                  <a:srgbClr val="1D1C20">
                    <a:alpha val="24111"/>
                  </a:srgbClr>
                </a:gs>
                <a:gs pos="28571">
                  <a:srgbClr val="1D1C20">
                    <a:alpha val="19283"/>
                  </a:srgbClr>
                </a:gs>
                <a:gs pos="42857">
                  <a:srgbClr val="1D1C20">
                    <a:alpha val="13108"/>
                  </a:srgbClr>
                </a:gs>
                <a:gs pos="57143">
                  <a:srgbClr val="1D1C20">
                    <a:alpha val="7490"/>
                  </a:srgbClr>
                </a:gs>
                <a:gs pos="71429">
                  <a:srgbClr val="1D1C20">
                    <a:alpha val="3579"/>
                  </a:srgbClr>
                </a:gs>
                <a:gs pos="85714">
                  <a:srgbClr val="1D1C20">
                    <a:alpha val="1431"/>
                  </a:srgbClr>
                </a:gs>
                <a:gs pos="100000">
                  <a:srgbClr val="1D1C20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9763194">
              <a:off x="2805473" y="457903"/>
              <a:ext cx="534080" cy="35483"/>
            </a:xfrm>
            <a:prstGeom prst="ellipse">
              <a:avLst/>
            </a:prstGeom>
            <a:gradFill>
              <a:gsLst>
                <a:gs pos="0">
                  <a:srgbClr val="000000">
                    <a:alpha val="32906"/>
                  </a:srgbClr>
                </a:gs>
                <a:gs pos="14286">
                  <a:srgbClr val="000000">
                    <a:alpha val="30705"/>
                  </a:srgbClr>
                </a:gs>
                <a:gs pos="28571">
                  <a:srgbClr val="000000">
                    <a:alpha val="24784"/>
                  </a:srgbClr>
                </a:gs>
                <a:gs pos="42857">
                  <a:srgbClr val="000000">
                    <a:alpha val="17040"/>
                  </a:srgbClr>
                </a:gs>
                <a:gs pos="57143">
                  <a:srgbClr val="000000">
                    <a:alpha val="9833"/>
                  </a:srgbClr>
                </a:gs>
                <a:gs pos="71429">
                  <a:srgbClr val="000000">
                    <a:alpha val="4730"/>
                  </a:srgbClr>
                </a:gs>
                <a:gs pos="85714">
                  <a:srgbClr val="000000">
                    <a:alpha val="1898"/>
                  </a:srgbClr>
                </a:gs>
                <a:gs pos="100000">
                  <a:srgbClr val="0000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9540888">
              <a:off x="2485660" y="677384"/>
              <a:ext cx="434835" cy="36627"/>
            </a:xfrm>
            <a:prstGeom prst="ellipse">
              <a:avLst/>
            </a:prstGeom>
            <a:gradFill>
              <a:gsLst>
                <a:gs pos="0">
                  <a:srgbClr val="000000">
                    <a:alpha val="28724"/>
                  </a:srgbClr>
                </a:gs>
                <a:gs pos="14286">
                  <a:srgbClr val="000000">
                    <a:alpha val="26745"/>
                  </a:srgbClr>
                </a:gs>
                <a:gs pos="28571">
                  <a:srgbClr val="000000">
                    <a:alpha val="21467"/>
                  </a:srgbClr>
                </a:gs>
                <a:gs pos="42857">
                  <a:srgbClr val="000000">
                    <a:alpha val="14658"/>
                  </a:srgbClr>
                </a:gs>
                <a:gs pos="57143">
                  <a:srgbClr val="000000">
                    <a:alpha val="8408"/>
                  </a:srgbClr>
                </a:gs>
                <a:gs pos="71429">
                  <a:srgbClr val="000000">
                    <a:alpha val="4028"/>
                  </a:srgbClr>
                </a:gs>
                <a:gs pos="85714">
                  <a:srgbClr val="000000">
                    <a:alpha val="1613"/>
                  </a:srgbClr>
                </a:gs>
                <a:gs pos="100000">
                  <a:srgbClr val="0000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-9990476">
              <a:off x="3072912" y="655830"/>
              <a:ext cx="367195" cy="39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10253182">
              <a:off x="1117153" y="41965"/>
              <a:ext cx="669445" cy="167990"/>
            </a:xfrm>
            <a:prstGeom prst="ellipse">
              <a:avLst/>
            </a:prstGeom>
            <a:gradFill>
              <a:gsLst>
                <a:gs pos="0">
                  <a:srgbClr val="000000">
                    <a:alpha val="8561"/>
                  </a:srgbClr>
                </a:gs>
                <a:gs pos="14286">
                  <a:srgbClr val="000000">
                    <a:alpha val="7897"/>
                  </a:srgbClr>
                </a:gs>
                <a:gs pos="28571">
                  <a:srgbClr val="000000">
                    <a:alpha val="6187"/>
                  </a:srgbClr>
                </a:gs>
                <a:gs pos="42857">
                  <a:srgbClr val="000000">
                    <a:alpha val="4103"/>
                  </a:srgbClr>
                </a:gs>
                <a:gs pos="57143">
                  <a:srgbClr val="000000">
                    <a:alpha val="2295"/>
                  </a:srgbClr>
                </a:gs>
                <a:gs pos="71429">
                  <a:srgbClr val="000000">
                    <a:alpha val="1081"/>
                  </a:srgbClr>
                </a:gs>
                <a:gs pos="85714">
                  <a:srgbClr val="000000">
                    <a:alpha val="429"/>
                  </a:srgbClr>
                </a:gs>
                <a:gs pos="100000">
                  <a:srgbClr val="000000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8046860">
              <a:off x="3427326" y="931902"/>
              <a:ext cx="104878" cy="73075"/>
            </a:xfrm>
            <a:prstGeom prst="ellipse">
              <a:avLst/>
            </a:prstGeom>
            <a:gradFill>
              <a:gsLst>
                <a:gs pos="0">
                  <a:srgbClr val="8D8D8E">
                    <a:alpha val="32968"/>
                  </a:srgbClr>
                </a:gs>
                <a:gs pos="14286">
                  <a:srgbClr val="8D8D8E">
                    <a:alpha val="30764"/>
                  </a:srgbClr>
                </a:gs>
                <a:gs pos="28571">
                  <a:srgbClr val="8D8D8E">
                    <a:alpha val="24833"/>
                  </a:srgbClr>
                </a:gs>
                <a:gs pos="42857">
                  <a:srgbClr val="8D8D8E">
                    <a:alpha val="17075"/>
                  </a:srgbClr>
                </a:gs>
                <a:gs pos="57143">
                  <a:srgbClr val="8D8D8E">
                    <a:alpha val="9855"/>
                  </a:srgbClr>
                </a:gs>
                <a:gs pos="71429">
                  <a:srgbClr val="8D8D8E">
                    <a:alpha val="4740"/>
                  </a:srgbClr>
                </a:gs>
                <a:gs pos="85714">
                  <a:srgbClr val="8D8D8E">
                    <a:alpha val="1902"/>
                  </a:srgbClr>
                </a:gs>
                <a:gs pos="100000">
                  <a:srgbClr val="8D8D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9498936">
              <a:off x="170898" y="573290"/>
              <a:ext cx="328806" cy="63456"/>
            </a:xfrm>
            <a:prstGeom prst="ellipse">
              <a:avLst/>
            </a:prstGeom>
            <a:gradFill>
              <a:gsLst>
                <a:gs pos="0">
                  <a:srgbClr val="939292">
                    <a:alpha val="32968"/>
                  </a:srgbClr>
                </a:gs>
                <a:gs pos="14286">
                  <a:srgbClr val="939292">
                    <a:alpha val="30764"/>
                  </a:srgbClr>
                </a:gs>
                <a:gs pos="28571">
                  <a:srgbClr val="939292">
                    <a:alpha val="24833"/>
                  </a:srgbClr>
                </a:gs>
                <a:gs pos="42857">
                  <a:srgbClr val="939292">
                    <a:alpha val="17075"/>
                  </a:srgbClr>
                </a:gs>
                <a:gs pos="57143">
                  <a:srgbClr val="939292">
                    <a:alpha val="9855"/>
                  </a:srgbClr>
                </a:gs>
                <a:gs pos="71429">
                  <a:srgbClr val="939292">
                    <a:alpha val="4740"/>
                  </a:srgbClr>
                </a:gs>
                <a:gs pos="85714">
                  <a:srgbClr val="939292">
                    <a:alpha val="1902"/>
                  </a:srgbClr>
                </a:gs>
                <a:gs pos="100000">
                  <a:srgbClr val="9392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9210822">
              <a:off x="338886" y="553008"/>
              <a:ext cx="384799" cy="39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9462615">
              <a:off x="829753" y="64843"/>
              <a:ext cx="333983" cy="26054"/>
            </a:xfrm>
            <a:prstGeom prst="ellipse">
              <a:avLst/>
            </a:prstGeom>
            <a:gradFill>
              <a:gsLst>
                <a:gs pos="0">
                  <a:srgbClr val="000000">
                    <a:alpha val="6306"/>
                  </a:srgbClr>
                </a:gs>
                <a:gs pos="14286">
                  <a:srgbClr val="000000">
                    <a:alpha val="5811"/>
                  </a:srgbClr>
                </a:gs>
                <a:gs pos="28571">
                  <a:srgbClr val="000000">
                    <a:alpha val="4542"/>
                  </a:srgbClr>
                </a:gs>
                <a:gs pos="42857">
                  <a:srgbClr val="000000">
                    <a:alpha val="3003"/>
                  </a:srgbClr>
                </a:gs>
                <a:gs pos="57143">
                  <a:srgbClr val="000000">
                    <a:alpha val="1675"/>
                  </a:srgbClr>
                </a:gs>
                <a:gs pos="71429">
                  <a:srgbClr val="000000">
                    <a:alpha val="788"/>
                  </a:srgbClr>
                </a:gs>
                <a:gs pos="85714">
                  <a:srgbClr val="000000">
                    <a:alpha val="312"/>
                  </a:srgbClr>
                </a:gs>
                <a:gs pos="100000">
                  <a:srgbClr val="0000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10425756">
              <a:off x="1485866" y="79603"/>
              <a:ext cx="371876" cy="38710"/>
            </a:xfrm>
            <a:prstGeom prst="ellipse">
              <a:avLst/>
            </a:prstGeom>
            <a:gradFill>
              <a:gsLst>
                <a:gs pos="0">
                  <a:srgbClr val="A0A0A0">
                    <a:alpha val="32307"/>
                  </a:srgbClr>
                </a:gs>
                <a:gs pos="14286">
                  <a:srgbClr val="A0A0A0">
                    <a:alpha val="30136"/>
                  </a:srgbClr>
                </a:gs>
                <a:gs pos="28571">
                  <a:srgbClr val="A0A0A0">
                    <a:alpha val="24305"/>
                  </a:srgbClr>
                </a:gs>
                <a:gs pos="42857">
                  <a:srgbClr val="A0A0A0">
                    <a:alpha val="16693"/>
                  </a:srgbClr>
                </a:gs>
                <a:gs pos="57143">
                  <a:srgbClr val="A0A0A0">
                    <a:alpha val="9625"/>
                  </a:srgbClr>
                </a:gs>
                <a:gs pos="71429">
                  <a:srgbClr val="A0A0A0">
                    <a:alpha val="4627"/>
                  </a:srgbClr>
                </a:gs>
                <a:gs pos="85714">
                  <a:srgbClr val="A0A0A0">
                    <a:alpha val="1856"/>
                  </a:srgbClr>
                </a:gs>
                <a:gs pos="100000">
                  <a:srgbClr val="A0A0A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-10008061">
              <a:off x="3064734" y="860468"/>
              <a:ext cx="398675" cy="30608"/>
            </a:xfrm>
            <a:prstGeom prst="ellipse">
              <a:avLst/>
            </a:prstGeom>
            <a:gradFill>
              <a:gsLst>
                <a:gs pos="0">
                  <a:srgbClr val="B4B4B4">
                    <a:alpha val="8518"/>
                  </a:srgbClr>
                </a:gs>
                <a:gs pos="14286">
                  <a:srgbClr val="B4B4B4">
                    <a:alpha val="7857"/>
                  </a:srgbClr>
                </a:gs>
                <a:gs pos="28571">
                  <a:srgbClr val="B4B4B4">
                    <a:alpha val="6156"/>
                  </a:srgbClr>
                </a:gs>
                <a:gs pos="42857">
                  <a:srgbClr val="B4B4B4">
                    <a:alpha val="4082"/>
                  </a:srgbClr>
                </a:gs>
                <a:gs pos="57143">
                  <a:srgbClr val="B4B4B4">
                    <a:alpha val="2283"/>
                  </a:srgbClr>
                </a:gs>
                <a:gs pos="71429">
                  <a:srgbClr val="B4B4B4">
                    <a:alpha val="1075"/>
                  </a:srgbClr>
                </a:gs>
                <a:gs pos="85714">
                  <a:srgbClr val="B4B4B4">
                    <a:alpha val="426"/>
                  </a:srgbClr>
                </a:gs>
                <a:gs pos="100000">
                  <a:srgbClr val="B4B4B4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8759329">
              <a:off x="448594" y="940288"/>
              <a:ext cx="479432" cy="183960"/>
            </a:xfrm>
            <a:prstGeom prst="ellipse">
              <a:avLst/>
            </a:prstGeom>
            <a:gradFill>
              <a:gsLst>
                <a:gs pos="0">
                  <a:srgbClr val="CFCFCF">
                    <a:alpha val="10016"/>
                  </a:srgbClr>
                </a:gs>
                <a:gs pos="14286">
                  <a:srgbClr val="CFCFCF">
                    <a:alpha val="9244"/>
                  </a:srgbClr>
                </a:gs>
                <a:gs pos="28571">
                  <a:srgbClr val="CFCFCF">
                    <a:alpha val="7255"/>
                  </a:srgbClr>
                </a:gs>
                <a:gs pos="42857">
                  <a:srgbClr val="CFCFCF">
                    <a:alpha val="4820"/>
                  </a:srgbClr>
                </a:gs>
                <a:gs pos="57143">
                  <a:srgbClr val="CFCFCF">
                    <a:alpha val="2700"/>
                  </a:srgbClr>
                </a:gs>
                <a:gs pos="71429">
                  <a:srgbClr val="CFCFCF">
                    <a:alpha val="1273"/>
                  </a:srgbClr>
                </a:gs>
                <a:gs pos="85714">
                  <a:srgbClr val="CFCFCF">
                    <a:alpha val="505"/>
                  </a:srgbClr>
                </a:gs>
                <a:gs pos="100000">
                  <a:srgbClr val="CFCFCF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10299980">
              <a:off x="1681628" y="83262"/>
              <a:ext cx="281772" cy="136545"/>
            </a:xfrm>
            <a:prstGeom prst="ellipse">
              <a:avLst/>
            </a:prstGeom>
            <a:gradFill>
              <a:gsLst>
                <a:gs pos="0">
                  <a:srgbClr val="070800">
                    <a:alpha val="26582"/>
                  </a:srgbClr>
                </a:gs>
                <a:gs pos="14286">
                  <a:srgbClr val="070800">
                    <a:alpha val="24724"/>
                  </a:srgbClr>
                </a:gs>
                <a:gs pos="28571">
                  <a:srgbClr val="070800">
                    <a:alpha val="19790"/>
                  </a:srgbClr>
                </a:gs>
                <a:gs pos="42857">
                  <a:srgbClr val="070800">
                    <a:alpha val="13467"/>
                  </a:srgbClr>
                </a:gs>
                <a:gs pos="57143">
                  <a:srgbClr val="070800">
                    <a:alpha val="7702"/>
                  </a:srgbClr>
                </a:gs>
                <a:gs pos="71429">
                  <a:srgbClr val="070800">
                    <a:alpha val="3682"/>
                  </a:srgbClr>
                </a:gs>
                <a:gs pos="85714">
                  <a:srgbClr val="070800">
                    <a:alpha val="1473"/>
                  </a:srgbClr>
                </a:gs>
                <a:gs pos="100000">
                  <a:srgbClr val="070800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9977635">
              <a:off x="2684980" y="58138"/>
              <a:ext cx="512348" cy="84162"/>
            </a:xfrm>
            <a:prstGeom prst="ellipse">
              <a:avLst/>
            </a:prstGeom>
            <a:gradFill>
              <a:gsLst>
                <a:gs pos="0">
                  <a:srgbClr val="010700">
                    <a:alpha val="32968"/>
                  </a:srgbClr>
                </a:gs>
                <a:gs pos="14286">
                  <a:srgbClr val="010700">
                    <a:alpha val="30764"/>
                  </a:srgbClr>
                </a:gs>
                <a:gs pos="28571">
                  <a:srgbClr val="010700">
                    <a:alpha val="24833"/>
                  </a:srgbClr>
                </a:gs>
                <a:gs pos="42857">
                  <a:srgbClr val="010700">
                    <a:alpha val="17075"/>
                  </a:srgbClr>
                </a:gs>
                <a:gs pos="57143">
                  <a:srgbClr val="010700">
                    <a:alpha val="9855"/>
                  </a:srgbClr>
                </a:gs>
                <a:gs pos="71429">
                  <a:srgbClr val="010700">
                    <a:alpha val="4740"/>
                  </a:srgbClr>
                </a:gs>
                <a:gs pos="85714">
                  <a:srgbClr val="010700">
                    <a:alpha val="1902"/>
                  </a:srgbClr>
                </a:gs>
                <a:gs pos="100000">
                  <a:srgbClr val="01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9594593">
              <a:off x="2060232" y="421973"/>
              <a:ext cx="466925" cy="31918"/>
            </a:xfrm>
            <a:prstGeom prst="ellipse">
              <a:avLst/>
            </a:prstGeom>
            <a:gradFill>
              <a:gsLst>
                <a:gs pos="0">
                  <a:srgbClr val="000000">
                    <a:alpha val="21161"/>
                  </a:srgbClr>
                </a:gs>
                <a:gs pos="14286">
                  <a:srgbClr val="000000">
                    <a:alpha val="19630"/>
                  </a:srgbClr>
                </a:gs>
                <a:gs pos="28571">
                  <a:srgbClr val="000000">
                    <a:alpha val="15606"/>
                  </a:srgbClr>
                </a:gs>
                <a:gs pos="42857">
                  <a:srgbClr val="000000">
                    <a:alpha val="10532"/>
                  </a:srgbClr>
                </a:gs>
                <a:gs pos="57143">
                  <a:srgbClr val="000000">
                    <a:alpha val="5981"/>
                  </a:srgbClr>
                </a:gs>
                <a:gs pos="71429">
                  <a:srgbClr val="000000">
                    <a:alpha val="2845"/>
                  </a:srgbClr>
                </a:gs>
                <a:gs pos="85714">
                  <a:srgbClr val="000000">
                    <a:alpha val="1135"/>
                  </a:srgbClr>
                </a:gs>
                <a:gs pos="100000">
                  <a:srgbClr val="000000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10310310">
              <a:off x="1262137" y="158428"/>
              <a:ext cx="555621" cy="56047"/>
            </a:xfrm>
            <a:prstGeom prst="ellipse">
              <a:avLst/>
            </a:prstGeom>
            <a:gradFill>
              <a:gsLst>
                <a:gs pos="0">
                  <a:srgbClr val="9D9C9C">
                    <a:alpha val="32968"/>
                  </a:srgbClr>
                </a:gs>
                <a:gs pos="14286">
                  <a:srgbClr val="9D9C9C">
                    <a:alpha val="30764"/>
                  </a:srgbClr>
                </a:gs>
                <a:gs pos="28571">
                  <a:srgbClr val="9D9C9C">
                    <a:alpha val="24833"/>
                  </a:srgbClr>
                </a:gs>
                <a:gs pos="42857">
                  <a:srgbClr val="9D9C9C">
                    <a:alpha val="17075"/>
                  </a:srgbClr>
                </a:gs>
                <a:gs pos="57143">
                  <a:srgbClr val="9D9C9C">
                    <a:alpha val="9855"/>
                  </a:srgbClr>
                </a:gs>
                <a:gs pos="71429">
                  <a:srgbClr val="9D9C9C">
                    <a:alpha val="4740"/>
                  </a:srgbClr>
                </a:gs>
                <a:gs pos="85714">
                  <a:srgbClr val="9D9C9C">
                    <a:alpha val="1902"/>
                  </a:srgbClr>
                </a:gs>
                <a:gs pos="100000">
                  <a:srgbClr val="9D9C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10139434">
              <a:off x="1516904" y="94185"/>
              <a:ext cx="468988" cy="330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9430484">
              <a:off x="-175865" y="111786"/>
              <a:ext cx="519449" cy="36698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-9436578">
              <a:off x="980148" y="645251"/>
              <a:ext cx="577579" cy="406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-9290905">
              <a:off x="2555408" y="720950"/>
              <a:ext cx="601233" cy="41752"/>
            </a:xfrm>
            <a:prstGeom prst="ellipse">
              <a:avLst/>
            </a:prstGeom>
            <a:gradFill>
              <a:gsLst>
                <a:gs pos="0">
                  <a:srgbClr val="0C0304">
                    <a:alpha val="30348"/>
                  </a:srgbClr>
                </a:gs>
                <a:gs pos="14286">
                  <a:srgbClr val="0C0304">
                    <a:alpha val="28281"/>
                  </a:srgbClr>
                </a:gs>
                <a:gs pos="28571">
                  <a:srgbClr val="0C0304">
                    <a:alpha val="22748"/>
                  </a:srgbClr>
                </a:gs>
                <a:gs pos="42857">
                  <a:srgbClr val="0C0304">
                    <a:alpha val="15574"/>
                  </a:srgbClr>
                </a:gs>
                <a:gs pos="57143">
                  <a:srgbClr val="0C0304">
                    <a:alpha val="8954"/>
                  </a:srgbClr>
                </a:gs>
                <a:gs pos="71429">
                  <a:srgbClr val="0C0304">
                    <a:alpha val="4296"/>
                  </a:srgbClr>
                </a:gs>
                <a:gs pos="85714">
                  <a:srgbClr val="0C0304">
                    <a:alpha val="1721"/>
                  </a:srgbClr>
                </a:gs>
                <a:gs pos="100000">
                  <a:srgbClr val="0C0304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-9388804">
              <a:off x="2607962" y="706441"/>
              <a:ext cx="346660" cy="313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9607338">
              <a:off x="2408520" y="602981"/>
              <a:ext cx="256398" cy="557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-9516790">
              <a:off x="2275146" y="1248508"/>
              <a:ext cx="641613" cy="44741"/>
            </a:xfrm>
            <a:prstGeom prst="ellipse">
              <a:avLst/>
            </a:prstGeom>
            <a:gradFill>
              <a:gsLst>
                <a:gs pos="0">
                  <a:srgbClr val="343234">
                    <a:alpha val="32968"/>
                  </a:srgbClr>
                </a:gs>
                <a:gs pos="14286">
                  <a:srgbClr val="343234">
                    <a:alpha val="30764"/>
                  </a:srgbClr>
                </a:gs>
                <a:gs pos="28571">
                  <a:srgbClr val="343234">
                    <a:alpha val="24833"/>
                  </a:srgbClr>
                </a:gs>
                <a:gs pos="42857">
                  <a:srgbClr val="343234">
                    <a:alpha val="17075"/>
                  </a:srgbClr>
                </a:gs>
                <a:gs pos="57143">
                  <a:srgbClr val="343234">
                    <a:alpha val="9855"/>
                  </a:srgbClr>
                </a:gs>
                <a:gs pos="71429">
                  <a:srgbClr val="343234">
                    <a:alpha val="4740"/>
                  </a:srgbClr>
                </a:gs>
                <a:gs pos="85714">
                  <a:srgbClr val="343234">
                    <a:alpha val="1902"/>
                  </a:srgbClr>
                </a:gs>
                <a:gs pos="100000">
                  <a:srgbClr val="3432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9513645">
              <a:off x="183692" y="265085"/>
              <a:ext cx="517095" cy="381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10100183">
              <a:off x="1863756" y="248690"/>
              <a:ext cx="333917" cy="372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-10671346">
              <a:off x="1276414" y="1090166"/>
              <a:ext cx="255805" cy="74777"/>
            </a:xfrm>
            <a:prstGeom prst="ellipse">
              <a:avLst/>
            </a:prstGeom>
            <a:gradFill>
              <a:gsLst>
                <a:gs pos="0">
                  <a:srgbClr val="DEDFDF">
                    <a:alpha val="10851"/>
                  </a:srgbClr>
                </a:gs>
                <a:gs pos="14286">
                  <a:srgbClr val="DEDFDF">
                    <a:alpha val="10019"/>
                  </a:srgbClr>
                </a:gs>
                <a:gs pos="28571">
                  <a:srgbClr val="DEDFDF">
                    <a:alpha val="7870"/>
                  </a:srgbClr>
                </a:gs>
                <a:gs pos="42857">
                  <a:srgbClr val="DEDFDF">
                    <a:alpha val="5235"/>
                  </a:srgbClr>
                </a:gs>
                <a:gs pos="57143">
                  <a:srgbClr val="DEDFDF">
                    <a:alpha val="2935"/>
                  </a:srgbClr>
                </a:gs>
                <a:gs pos="71429">
                  <a:srgbClr val="DEDFDF">
                    <a:alpha val="1385"/>
                  </a:srgbClr>
                </a:gs>
                <a:gs pos="85714">
                  <a:srgbClr val="DEDFDF">
                    <a:alpha val="550"/>
                  </a:srgbClr>
                </a:gs>
                <a:gs pos="100000">
                  <a:srgbClr val="DEDFDF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6229330">
              <a:off x="548133" y="1217862"/>
              <a:ext cx="465871" cy="170963"/>
            </a:xfrm>
            <a:prstGeom prst="ellipse">
              <a:avLst/>
            </a:prstGeom>
            <a:gradFill>
              <a:gsLst>
                <a:gs pos="0">
                  <a:srgbClr val="FEFFFE">
                    <a:alpha val="3572"/>
                  </a:srgbClr>
                </a:gs>
                <a:gs pos="14286">
                  <a:srgbClr val="FEFFFE">
                    <a:alpha val="3287"/>
                  </a:srgbClr>
                </a:gs>
                <a:gs pos="28571">
                  <a:srgbClr val="FEFFFE">
                    <a:alpha val="2562"/>
                  </a:srgbClr>
                </a:gs>
                <a:gs pos="42857">
                  <a:srgbClr val="FEFFFE">
                    <a:alpha val="1688"/>
                  </a:srgbClr>
                </a:gs>
                <a:gs pos="57143">
                  <a:srgbClr val="FEFFFE">
                    <a:alpha val="939"/>
                  </a:srgbClr>
                </a:gs>
                <a:gs pos="71429">
                  <a:srgbClr val="FEFFFE">
                    <a:alpha val="441"/>
                  </a:srgbClr>
                </a:gs>
                <a:gs pos="85714">
                  <a:srgbClr val="FEFFFE">
                    <a:alpha val="174"/>
                  </a:srgbClr>
                </a:gs>
                <a:gs pos="100000">
                  <a:srgbClr val="FEFFFE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3578277">
              <a:off x="1927228" y="1175867"/>
              <a:ext cx="348345" cy="70510"/>
            </a:xfrm>
            <a:prstGeom prst="ellipse">
              <a:avLst/>
            </a:prstGeom>
            <a:gradFill>
              <a:gsLst>
                <a:gs pos="0">
                  <a:srgbClr val="000000">
                    <a:alpha val="17218"/>
                  </a:srgbClr>
                </a:gs>
                <a:gs pos="14286">
                  <a:srgbClr val="000000">
                    <a:alpha val="15943"/>
                  </a:srgbClr>
                </a:gs>
                <a:gs pos="28571">
                  <a:srgbClr val="000000">
                    <a:alpha val="12615"/>
                  </a:srgbClr>
                </a:gs>
                <a:gs pos="42857">
                  <a:srgbClr val="000000">
                    <a:alpha val="8465"/>
                  </a:srgbClr>
                </a:gs>
                <a:gs pos="57143">
                  <a:srgbClr val="000000">
                    <a:alpha val="4783"/>
                  </a:srgbClr>
                </a:gs>
                <a:gs pos="71429">
                  <a:srgbClr val="000000">
                    <a:alpha val="2268"/>
                  </a:srgbClr>
                </a:gs>
                <a:gs pos="85714">
                  <a:srgbClr val="000000">
                    <a:alpha val="903"/>
                  </a:srgbClr>
                </a:gs>
                <a:gs pos="100000">
                  <a:srgbClr val="000000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-10437449">
              <a:off x="3050800" y="874945"/>
              <a:ext cx="290678" cy="69201"/>
            </a:xfrm>
            <a:prstGeom prst="ellipse">
              <a:avLst/>
            </a:prstGeom>
            <a:gradFill>
              <a:gsLst>
                <a:gs pos="0">
                  <a:srgbClr val="CDCDCE">
                    <a:alpha val="7181"/>
                  </a:srgbClr>
                </a:gs>
                <a:gs pos="14286">
                  <a:srgbClr val="CDCDCE">
                    <a:alpha val="6620"/>
                  </a:srgbClr>
                </a:gs>
                <a:gs pos="28571">
                  <a:srgbClr val="CDCDCE">
                    <a:alpha val="5179"/>
                  </a:srgbClr>
                </a:gs>
                <a:gs pos="42857">
                  <a:srgbClr val="CDCDCE">
                    <a:alpha val="3428"/>
                  </a:srgbClr>
                </a:gs>
                <a:gs pos="57143">
                  <a:srgbClr val="CDCDCE">
                    <a:alpha val="1914"/>
                  </a:srgbClr>
                </a:gs>
                <a:gs pos="71429">
                  <a:srgbClr val="CDCDCE">
                    <a:alpha val="901"/>
                  </a:srgbClr>
                </a:gs>
                <a:gs pos="85714">
                  <a:srgbClr val="CDCDCE">
                    <a:alpha val="357"/>
                  </a:srgbClr>
                </a:gs>
                <a:gs pos="100000">
                  <a:srgbClr val="CDCDCE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8216954">
              <a:off x="1856538" y="28640"/>
              <a:ext cx="99802" cy="636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10659658">
              <a:off x="511475" y="700682"/>
              <a:ext cx="156300" cy="590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10217732">
              <a:off x="3034455" y="412948"/>
              <a:ext cx="435353" cy="289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10499773">
              <a:off x="1863465" y="1190445"/>
              <a:ext cx="479058" cy="981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9471919">
              <a:off x="2120674" y="1137209"/>
              <a:ext cx="514636" cy="58969"/>
            </a:xfrm>
            <a:prstGeom prst="ellipse">
              <a:avLst/>
            </a:prstGeom>
            <a:gradFill>
              <a:gsLst>
                <a:gs pos="0">
                  <a:srgbClr val="040600">
                    <a:alpha val="30418"/>
                  </a:srgbClr>
                </a:gs>
                <a:gs pos="14286">
                  <a:srgbClr val="040600">
                    <a:alpha val="28347"/>
                  </a:srgbClr>
                </a:gs>
                <a:gs pos="28571">
                  <a:srgbClr val="040600">
                    <a:alpha val="22803"/>
                  </a:srgbClr>
                </a:gs>
                <a:gs pos="42857">
                  <a:srgbClr val="040600">
                    <a:alpha val="15613"/>
                  </a:srgbClr>
                </a:gs>
                <a:gs pos="57143">
                  <a:srgbClr val="040600">
                    <a:alpha val="8978"/>
                  </a:srgbClr>
                </a:gs>
                <a:gs pos="71429">
                  <a:srgbClr val="040600">
                    <a:alpha val="4308"/>
                  </a:srgbClr>
                </a:gs>
                <a:gs pos="85714">
                  <a:srgbClr val="040600">
                    <a:alpha val="1726"/>
                  </a:srgbClr>
                </a:gs>
                <a:gs pos="100000">
                  <a:srgbClr val="0406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-9336836">
              <a:off x="2202811" y="626563"/>
              <a:ext cx="606065" cy="52286"/>
            </a:xfrm>
            <a:prstGeom prst="ellipse">
              <a:avLst/>
            </a:prstGeom>
            <a:gradFill>
              <a:gsLst>
                <a:gs pos="0">
                  <a:srgbClr val="C0C1C0">
                    <a:alpha val="11623"/>
                  </a:srgbClr>
                </a:gs>
                <a:gs pos="14286">
                  <a:srgbClr val="C0C1C0">
                    <a:alpha val="10735"/>
                  </a:srgbClr>
                </a:gs>
                <a:gs pos="28571">
                  <a:srgbClr val="C0C1C0">
                    <a:alpha val="8440"/>
                  </a:srgbClr>
                </a:gs>
                <a:gs pos="42857">
                  <a:srgbClr val="C0C1C0">
                    <a:alpha val="5620"/>
                  </a:srgbClr>
                </a:gs>
                <a:gs pos="57143">
                  <a:srgbClr val="C0C1C0">
                    <a:alpha val="3154"/>
                  </a:srgbClr>
                </a:gs>
                <a:gs pos="71429">
                  <a:srgbClr val="C0C1C0">
                    <a:alpha val="1489"/>
                  </a:srgbClr>
                </a:gs>
                <a:gs pos="85714">
                  <a:srgbClr val="C0C1C0">
                    <a:alpha val="591"/>
                  </a:srgbClr>
                </a:gs>
                <a:gs pos="100000">
                  <a:srgbClr val="C0C1C0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10198319">
              <a:off x="797975" y="243161"/>
              <a:ext cx="499762" cy="47199"/>
            </a:xfrm>
            <a:prstGeom prst="ellipse">
              <a:avLst/>
            </a:prstGeom>
            <a:gradFill>
              <a:gsLst>
                <a:gs pos="0">
                  <a:srgbClr val="A7A7A7">
                    <a:alpha val="5532"/>
                  </a:srgbClr>
                </a:gs>
                <a:gs pos="14286">
                  <a:srgbClr val="A7A7A7">
                    <a:alpha val="5096"/>
                  </a:srgbClr>
                </a:gs>
                <a:gs pos="28571">
                  <a:srgbClr val="A7A7A7">
                    <a:alpha val="3980"/>
                  </a:srgbClr>
                </a:gs>
                <a:gs pos="42857">
                  <a:srgbClr val="A7A7A7">
                    <a:alpha val="2629"/>
                  </a:srgbClr>
                </a:gs>
                <a:gs pos="57143">
                  <a:srgbClr val="A7A7A7">
                    <a:alpha val="1465"/>
                  </a:srgbClr>
                </a:gs>
                <a:gs pos="71429">
                  <a:srgbClr val="A7A7A7">
                    <a:alpha val="689"/>
                  </a:srgbClr>
                </a:gs>
                <a:gs pos="85714">
                  <a:srgbClr val="A7A7A7">
                    <a:alpha val="273"/>
                  </a:srgbClr>
                </a:gs>
                <a:gs pos="100000">
                  <a:srgbClr val="A7A7A7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10142707">
              <a:off x="3533309" y="1046199"/>
              <a:ext cx="170075" cy="13306"/>
            </a:xfrm>
            <a:prstGeom prst="ellipse">
              <a:avLst/>
            </a:prstGeom>
            <a:gradFill>
              <a:gsLst>
                <a:gs pos="0">
                  <a:srgbClr val="646464">
                    <a:alpha val="32737"/>
                  </a:srgbClr>
                </a:gs>
                <a:gs pos="14286">
                  <a:srgbClr val="646464">
                    <a:alpha val="30545"/>
                  </a:srgbClr>
                </a:gs>
                <a:gs pos="28571">
                  <a:srgbClr val="646464">
                    <a:alpha val="24648"/>
                  </a:srgbClr>
                </a:gs>
                <a:gs pos="42857">
                  <a:srgbClr val="646464">
                    <a:alpha val="16942"/>
                  </a:srgbClr>
                </a:gs>
                <a:gs pos="57143">
                  <a:srgbClr val="646464">
                    <a:alpha val="9774"/>
                  </a:srgbClr>
                </a:gs>
                <a:gs pos="71429">
                  <a:srgbClr val="646464">
                    <a:alpha val="4701"/>
                  </a:srgbClr>
                </a:gs>
                <a:gs pos="85714">
                  <a:srgbClr val="646464">
                    <a:alpha val="1886"/>
                  </a:srgbClr>
                </a:gs>
                <a:gs pos="100000">
                  <a:srgbClr val="646464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2829338">
              <a:off x="996623" y="1300140"/>
              <a:ext cx="373594" cy="100069"/>
            </a:xfrm>
            <a:prstGeom prst="ellipse">
              <a:avLst/>
            </a:prstGeom>
            <a:gradFill>
              <a:gsLst>
                <a:gs pos="0">
                  <a:srgbClr val="BCBCBD">
                    <a:alpha val="32968"/>
                  </a:srgbClr>
                </a:gs>
                <a:gs pos="14286">
                  <a:srgbClr val="BCBCBD">
                    <a:alpha val="30764"/>
                  </a:srgbClr>
                </a:gs>
                <a:gs pos="28571">
                  <a:srgbClr val="BCBCBD">
                    <a:alpha val="24833"/>
                  </a:srgbClr>
                </a:gs>
                <a:gs pos="42857">
                  <a:srgbClr val="BCBCBD">
                    <a:alpha val="17075"/>
                  </a:srgbClr>
                </a:gs>
                <a:gs pos="57143">
                  <a:srgbClr val="BCBCBD">
                    <a:alpha val="9855"/>
                  </a:srgbClr>
                </a:gs>
                <a:gs pos="71429">
                  <a:srgbClr val="BCBCBD">
                    <a:alpha val="4740"/>
                  </a:srgbClr>
                </a:gs>
                <a:gs pos="85714">
                  <a:srgbClr val="BCBCBD">
                    <a:alpha val="1902"/>
                  </a:srgbClr>
                </a:gs>
                <a:gs pos="100000">
                  <a:srgbClr val="BCBC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-9647838">
              <a:off x="1397762" y="259091"/>
              <a:ext cx="499923" cy="37262"/>
            </a:xfrm>
            <a:prstGeom prst="ellipse">
              <a:avLst/>
            </a:prstGeom>
            <a:gradFill>
              <a:gsLst>
                <a:gs pos="0">
                  <a:srgbClr val="020001">
                    <a:alpha val="32968"/>
                  </a:srgbClr>
                </a:gs>
                <a:gs pos="14286">
                  <a:srgbClr val="020001">
                    <a:alpha val="30764"/>
                  </a:srgbClr>
                </a:gs>
                <a:gs pos="28571">
                  <a:srgbClr val="020001">
                    <a:alpha val="24833"/>
                  </a:srgbClr>
                </a:gs>
                <a:gs pos="42857">
                  <a:srgbClr val="020001">
                    <a:alpha val="17075"/>
                  </a:srgbClr>
                </a:gs>
                <a:gs pos="57143">
                  <a:srgbClr val="020001">
                    <a:alpha val="9855"/>
                  </a:srgbClr>
                </a:gs>
                <a:gs pos="71429">
                  <a:srgbClr val="020001">
                    <a:alpha val="4740"/>
                  </a:srgbClr>
                </a:gs>
                <a:gs pos="85714">
                  <a:srgbClr val="020001">
                    <a:alpha val="1902"/>
                  </a:srgbClr>
                </a:gs>
                <a:gs pos="100000">
                  <a:srgbClr val="02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9613064">
              <a:off x="1637613" y="490630"/>
              <a:ext cx="482561" cy="192330"/>
            </a:xfrm>
            <a:prstGeom prst="ellipse">
              <a:avLst/>
            </a:prstGeom>
            <a:gradFill>
              <a:gsLst>
                <a:gs pos="0">
                  <a:srgbClr val="000000">
                    <a:alpha val="10441"/>
                  </a:srgbClr>
                </a:gs>
                <a:gs pos="14286">
                  <a:srgbClr val="000000">
                    <a:alpha val="9638"/>
                  </a:srgbClr>
                </a:gs>
                <a:gs pos="28571">
                  <a:srgbClr val="000000">
                    <a:alpha val="7567"/>
                  </a:srgbClr>
                </a:gs>
                <a:gs pos="42857">
                  <a:srgbClr val="000000">
                    <a:alpha val="5031"/>
                  </a:srgbClr>
                </a:gs>
                <a:gs pos="57143">
                  <a:srgbClr val="000000">
                    <a:alpha val="2820"/>
                  </a:srgbClr>
                </a:gs>
                <a:gs pos="71429">
                  <a:srgbClr val="000000">
                    <a:alpha val="1330"/>
                  </a:srgbClr>
                </a:gs>
                <a:gs pos="85714">
                  <a:srgbClr val="000000">
                    <a:alpha val="528"/>
                  </a:srgbClr>
                </a:gs>
                <a:gs pos="100000">
                  <a:srgbClr val="000000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-10396868">
              <a:off x="996594" y="263971"/>
              <a:ext cx="441597" cy="638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10607135">
              <a:off x="1360355" y="509230"/>
              <a:ext cx="196241" cy="433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9951626">
              <a:off x="741256" y="69718"/>
              <a:ext cx="320698" cy="75691"/>
            </a:xfrm>
            <a:prstGeom prst="ellipse">
              <a:avLst/>
            </a:prstGeom>
            <a:gradFill>
              <a:gsLst>
                <a:gs pos="0">
                  <a:srgbClr val="010007">
                    <a:alpha val="17651"/>
                  </a:srgbClr>
                </a:gs>
                <a:gs pos="14286">
                  <a:srgbClr val="010007">
                    <a:alpha val="16347"/>
                  </a:srgbClr>
                </a:gs>
                <a:gs pos="28571">
                  <a:srgbClr val="010007">
                    <a:alpha val="12941"/>
                  </a:srgbClr>
                </a:gs>
                <a:gs pos="42857">
                  <a:srgbClr val="010007">
                    <a:alpha val="8689"/>
                  </a:srgbClr>
                </a:gs>
                <a:gs pos="57143">
                  <a:srgbClr val="010007">
                    <a:alpha val="4912"/>
                  </a:srgbClr>
                </a:gs>
                <a:gs pos="71429">
                  <a:srgbClr val="010007">
                    <a:alpha val="2330"/>
                  </a:srgbClr>
                </a:gs>
                <a:gs pos="85714">
                  <a:srgbClr val="010007">
                    <a:alpha val="928"/>
                  </a:srgbClr>
                </a:gs>
                <a:gs pos="100000">
                  <a:srgbClr val="010007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9432584">
              <a:off x="385967" y="565212"/>
              <a:ext cx="188210" cy="29231"/>
            </a:xfrm>
            <a:prstGeom prst="ellipse">
              <a:avLst/>
            </a:prstGeom>
            <a:gradFill>
              <a:gsLst>
                <a:gs pos="0">
                  <a:srgbClr val="DEDEDE">
                    <a:alpha val="32968"/>
                  </a:srgbClr>
                </a:gs>
                <a:gs pos="14286">
                  <a:srgbClr val="DEDEDE">
                    <a:alpha val="30764"/>
                  </a:srgbClr>
                </a:gs>
                <a:gs pos="28571">
                  <a:srgbClr val="DEDEDE">
                    <a:alpha val="24833"/>
                  </a:srgbClr>
                </a:gs>
                <a:gs pos="42857">
                  <a:srgbClr val="DEDEDE">
                    <a:alpha val="17075"/>
                  </a:srgbClr>
                </a:gs>
                <a:gs pos="57143">
                  <a:srgbClr val="DEDEDE">
                    <a:alpha val="9855"/>
                  </a:srgbClr>
                </a:gs>
                <a:gs pos="71429">
                  <a:srgbClr val="DEDEDE">
                    <a:alpha val="4740"/>
                  </a:srgbClr>
                </a:gs>
                <a:gs pos="85714">
                  <a:srgbClr val="DEDEDE">
                    <a:alpha val="1902"/>
                  </a:srgbClr>
                </a:gs>
                <a:gs pos="100000">
                  <a:srgbClr val="DEDE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-10313932">
              <a:off x="3113713" y="648770"/>
              <a:ext cx="231671" cy="445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10105837">
              <a:off x="2916719" y="435284"/>
              <a:ext cx="488295" cy="275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316843">
              <a:off x="854817" y="206304"/>
              <a:ext cx="439779" cy="387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8301295">
              <a:off x="1914811" y="768102"/>
              <a:ext cx="167409" cy="46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10357847">
              <a:off x="2075858" y="245029"/>
              <a:ext cx="497635" cy="89773"/>
            </a:xfrm>
            <a:prstGeom prst="ellipse">
              <a:avLst/>
            </a:prstGeom>
            <a:gradFill>
              <a:gsLst>
                <a:gs pos="0">
                  <a:srgbClr val="515251">
                    <a:alpha val="32968"/>
                  </a:srgbClr>
                </a:gs>
                <a:gs pos="14286">
                  <a:srgbClr val="515251">
                    <a:alpha val="30764"/>
                  </a:srgbClr>
                </a:gs>
                <a:gs pos="28571">
                  <a:srgbClr val="515251">
                    <a:alpha val="24833"/>
                  </a:srgbClr>
                </a:gs>
                <a:gs pos="42857">
                  <a:srgbClr val="515251">
                    <a:alpha val="17075"/>
                  </a:srgbClr>
                </a:gs>
                <a:gs pos="57143">
                  <a:srgbClr val="515251">
                    <a:alpha val="9855"/>
                  </a:srgbClr>
                </a:gs>
                <a:gs pos="71429">
                  <a:srgbClr val="515251">
                    <a:alpha val="4740"/>
                  </a:srgbClr>
                </a:gs>
                <a:gs pos="85714">
                  <a:srgbClr val="515251">
                    <a:alpha val="1902"/>
                  </a:srgbClr>
                </a:gs>
                <a:gs pos="100000">
                  <a:srgbClr val="5152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-8471285">
              <a:off x="2994554" y="830754"/>
              <a:ext cx="438840" cy="87332"/>
            </a:xfrm>
            <a:prstGeom prst="ellipse">
              <a:avLst/>
            </a:prstGeom>
            <a:gradFill>
              <a:gsLst>
                <a:gs pos="0">
                  <a:srgbClr val="0F0008">
                    <a:alpha val="31118"/>
                  </a:srgbClr>
                </a:gs>
                <a:gs pos="14286">
                  <a:srgbClr val="0F0008">
                    <a:alpha val="29009"/>
                  </a:srgbClr>
                </a:gs>
                <a:gs pos="28571">
                  <a:srgbClr val="0F0008">
                    <a:alpha val="23358"/>
                  </a:srgbClr>
                </a:gs>
                <a:gs pos="42857">
                  <a:srgbClr val="0F0008">
                    <a:alpha val="16012"/>
                  </a:srgbClr>
                </a:gs>
                <a:gs pos="57143">
                  <a:srgbClr val="0F0008">
                    <a:alpha val="9216"/>
                  </a:srgbClr>
                </a:gs>
                <a:gs pos="71429">
                  <a:srgbClr val="0F0008">
                    <a:alpha val="4425"/>
                  </a:srgbClr>
                </a:gs>
                <a:gs pos="85714">
                  <a:srgbClr val="0F0008">
                    <a:alpha val="1774"/>
                  </a:srgbClr>
                </a:gs>
                <a:gs pos="100000">
                  <a:srgbClr val="0F0008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10569190">
              <a:off x="3271704" y="425821"/>
              <a:ext cx="257642" cy="30871"/>
            </a:xfrm>
            <a:prstGeom prst="ellipse">
              <a:avLst/>
            </a:prstGeom>
            <a:gradFill>
              <a:gsLst>
                <a:gs pos="0">
                  <a:srgbClr val="EBEAEB">
                    <a:alpha val="11607"/>
                  </a:srgbClr>
                </a:gs>
                <a:gs pos="14286">
                  <a:srgbClr val="EBEAEB">
                    <a:alpha val="10721"/>
                  </a:srgbClr>
                </a:gs>
                <a:gs pos="28571">
                  <a:srgbClr val="EBEAEB">
                    <a:alpha val="8429"/>
                  </a:srgbClr>
                </a:gs>
                <a:gs pos="42857">
                  <a:srgbClr val="EBEAEB">
                    <a:alpha val="5612"/>
                  </a:srgbClr>
                </a:gs>
                <a:gs pos="57143">
                  <a:srgbClr val="EBEAEB">
                    <a:alpha val="3150"/>
                  </a:srgbClr>
                </a:gs>
                <a:gs pos="71429">
                  <a:srgbClr val="EBEAEB">
                    <a:alpha val="1487"/>
                  </a:srgbClr>
                </a:gs>
                <a:gs pos="85714">
                  <a:srgbClr val="EBEAEB">
                    <a:alpha val="591"/>
                  </a:srgbClr>
                </a:gs>
                <a:gs pos="100000">
                  <a:srgbClr val="EBEAEB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9734748">
              <a:off x="2100892" y="777433"/>
              <a:ext cx="336454" cy="66403"/>
            </a:xfrm>
            <a:prstGeom prst="ellipse">
              <a:avLst/>
            </a:prstGeom>
            <a:gradFill>
              <a:gsLst>
                <a:gs pos="0">
                  <a:srgbClr val="A2A3A4">
                    <a:alpha val="32968"/>
                  </a:srgbClr>
                </a:gs>
                <a:gs pos="14286">
                  <a:srgbClr val="A2A3A4">
                    <a:alpha val="30764"/>
                  </a:srgbClr>
                </a:gs>
                <a:gs pos="28571">
                  <a:srgbClr val="A2A3A4">
                    <a:alpha val="24833"/>
                  </a:srgbClr>
                </a:gs>
                <a:gs pos="42857">
                  <a:srgbClr val="A2A3A4">
                    <a:alpha val="17075"/>
                  </a:srgbClr>
                </a:gs>
                <a:gs pos="57143">
                  <a:srgbClr val="A2A3A4">
                    <a:alpha val="9855"/>
                  </a:srgbClr>
                </a:gs>
                <a:gs pos="71429">
                  <a:srgbClr val="A2A3A4">
                    <a:alpha val="4740"/>
                  </a:srgbClr>
                </a:gs>
                <a:gs pos="85714">
                  <a:srgbClr val="A2A3A4">
                    <a:alpha val="1902"/>
                  </a:srgbClr>
                </a:gs>
                <a:gs pos="100000">
                  <a:srgbClr val="A2A3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8440807">
              <a:off x="1526714" y="532344"/>
              <a:ext cx="468078" cy="49737"/>
            </a:xfrm>
            <a:prstGeom prst="ellipse">
              <a:avLst/>
            </a:prstGeom>
            <a:gradFill>
              <a:gsLst>
                <a:gs pos="0">
                  <a:srgbClr val="858687">
                    <a:alpha val="32968"/>
                  </a:srgbClr>
                </a:gs>
                <a:gs pos="14286">
                  <a:srgbClr val="858687">
                    <a:alpha val="30764"/>
                  </a:srgbClr>
                </a:gs>
                <a:gs pos="28571">
                  <a:srgbClr val="858687">
                    <a:alpha val="24833"/>
                  </a:srgbClr>
                </a:gs>
                <a:gs pos="42857">
                  <a:srgbClr val="858687">
                    <a:alpha val="17075"/>
                  </a:srgbClr>
                </a:gs>
                <a:gs pos="57143">
                  <a:srgbClr val="858687">
                    <a:alpha val="9855"/>
                  </a:srgbClr>
                </a:gs>
                <a:gs pos="71429">
                  <a:srgbClr val="858687">
                    <a:alpha val="4740"/>
                  </a:srgbClr>
                </a:gs>
                <a:gs pos="85714">
                  <a:srgbClr val="858687">
                    <a:alpha val="1902"/>
                  </a:srgbClr>
                </a:gs>
                <a:gs pos="100000">
                  <a:srgbClr val="8586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9858333">
              <a:off x="-2785" y="626085"/>
              <a:ext cx="607290" cy="131581"/>
            </a:xfrm>
            <a:prstGeom prst="ellipse">
              <a:avLst/>
            </a:prstGeom>
            <a:gradFill>
              <a:gsLst>
                <a:gs pos="0">
                  <a:srgbClr val="0B0000">
                    <a:alpha val="10781"/>
                  </a:srgbClr>
                </a:gs>
                <a:gs pos="14286">
                  <a:srgbClr val="0B0000">
                    <a:alpha val="9954"/>
                  </a:srgbClr>
                </a:gs>
                <a:gs pos="28571">
                  <a:srgbClr val="0B0000">
                    <a:alpha val="7819"/>
                  </a:srgbClr>
                </a:gs>
                <a:gs pos="42857">
                  <a:srgbClr val="0B0000">
                    <a:alpha val="5200"/>
                  </a:srgbClr>
                </a:gs>
                <a:gs pos="57143">
                  <a:srgbClr val="0B0000">
                    <a:alpha val="2916"/>
                  </a:srgbClr>
                </a:gs>
                <a:gs pos="71429">
                  <a:srgbClr val="0B0000">
                    <a:alpha val="1375"/>
                  </a:srgbClr>
                </a:gs>
                <a:gs pos="85714">
                  <a:srgbClr val="0B0000">
                    <a:alpha val="546"/>
                  </a:srgbClr>
                </a:gs>
                <a:gs pos="100000">
                  <a:srgbClr val="0B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10480184">
              <a:off x="2837039" y="43147"/>
              <a:ext cx="395874" cy="57591"/>
            </a:xfrm>
            <a:prstGeom prst="ellipse">
              <a:avLst/>
            </a:prstGeom>
            <a:gradFill>
              <a:gsLst>
                <a:gs pos="0">
                  <a:srgbClr val="ABACAA">
                    <a:alpha val="30863"/>
                  </a:srgbClr>
                </a:gs>
                <a:gs pos="14286">
                  <a:srgbClr val="ABACAA">
                    <a:alpha val="28768"/>
                  </a:srgbClr>
                </a:gs>
                <a:gs pos="28571">
                  <a:srgbClr val="ABACAA">
                    <a:alpha val="23156"/>
                  </a:srgbClr>
                </a:gs>
                <a:gs pos="42857">
                  <a:srgbClr val="ABACAA">
                    <a:alpha val="15866"/>
                  </a:srgbClr>
                </a:gs>
                <a:gs pos="57143">
                  <a:srgbClr val="ABACAA">
                    <a:alpha val="9129"/>
                  </a:srgbClr>
                </a:gs>
                <a:gs pos="71429">
                  <a:srgbClr val="ABACAA">
                    <a:alpha val="4382"/>
                  </a:srgbClr>
                </a:gs>
                <a:gs pos="85714">
                  <a:srgbClr val="ABACAA">
                    <a:alpha val="1756"/>
                  </a:srgbClr>
                </a:gs>
                <a:gs pos="100000">
                  <a:srgbClr val="ABACAA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9553146">
              <a:off x="227833" y="601902"/>
              <a:ext cx="492618" cy="34891"/>
            </a:xfrm>
            <a:prstGeom prst="ellipse">
              <a:avLst/>
            </a:prstGeom>
            <a:gradFill>
              <a:gsLst>
                <a:gs pos="0">
                  <a:srgbClr val="DBDBDB">
                    <a:alpha val="7434"/>
                  </a:srgbClr>
                </a:gs>
                <a:gs pos="14286">
                  <a:srgbClr val="DBDBDB">
                    <a:alpha val="6853"/>
                  </a:srgbClr>
                </a:gs>
                <a:gs pos="28571">
                  <a:srgbClr val="DBDBDB">
                    <a:alpha val="5363"/>
                  </a:srgbClr>
                </a:gs>
                <a:gs pos="42857">
                  <a:srgbClr val="DBDBDB">
                    <a:alpha val="3551"/>
                  </a:srgbClr>
                </a:gs>
                <a:gs pos="57143">
                  <a:srgbClr val="DBDBDB">
                    <a:alpha val="1984"/>
                  </a:srgbClr>
                </a:gs>
                <a:gs pos="71429">
                  <a:srgbClr val="DBDBDB">
                    <a:alpha val="933"/>
                  </a:srgbClr>
                </a:gs>
                <a:gs pos="85714">
                  <a:srgbClr val="DBDBDB">
                    <a:alpha val="370"/>
                  </a:srgbClr>
                </a:gs>
                <a:gs pos="100000">
                  <a:srgbClr val="DBDBDB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10226753">
              <a:off x="1245554" y="404595"/>
              <a:ext cx="197280" cy="429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-9746401">
              <a:off x="2401949" y="201599"/>
              <a:ext cx="535503" cy="318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9197323">
              <a:off x="1952004" y="1266314"/>
              <a:ext cx="404979" cy="563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-9940569">
              <a:off x="428801" y="257934"/>
              <a:ext cx="655808" cy="146886"/>
            </a:xfrm>
            <a:prstGeom prst="ellipse">
              <a:avLst/>
            </a:prstGeom>
            <a:gradFill>
              <a:gsLst>
                <a:gs pos="0">
                  <a:srgbClr val="010006">
                    <a:alpha val="9280"/>
                  </a:srgbClr>
                </a:gs>
                <a:gs pos="14286">
                  <a:srgbClr val="010006">
                    <a:alpha val="8562"/>
                  </a:srgbClr>
                </a:gs>
                <a:gs pos="28571">
                  <a:srgbClr val="010006">
                    <a:alpha val="6714"/>
                  </a:srgbClr>
                </a:gs>
                <a:gs pos="42857">
                  <a:srgbClr val="010006">
                    <a:alpha val="4456"/>
                  </a:srgbClr>
                </a:gs>
                <a:gs pos="57143">
                  <a:srgbClr val="010006">
                    <a:alpha val="2494"/>
                  </a:srgbClr>
                </a:gs>
                <a:gs pos="71429">
                  <a:srgbClr val="010006">
                    <a:alpha val="1175"/>
                  </a:srgbClr>
                </a:gs>
                <a:gs pos="85714">
                  <a:srgbClr val="010006">
                    <a:alpha val="466"/>
                  </a:srgbClr>
                </a:gs>
                <a:gs pos="100000">
                  <a:srgbClr val="010006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-9117948">
              <a:off x="3071440" y="829220"/>
              <a:ext cx="256649" cy="55670"/>
            </a:xfrm>
            <a:prstGeom prst="ellipse">
              <a:avLst/>
            </a:prstGeom>
            <a:gradFill>
              <a:gsLst>
                <a:gs pos="0">
                  <a:srgbClr val="B3B3B3">
                    <a:alpha val="31842"/>
                  </a:srgbClr>
                </a:gs>
                <a:gs pos="14286">
                  <a:srgbClr val="B3B3B3">
                    <a:alpha val="29696"/>
                  </a:srgbClr>
                </a:gs>
                <a:gs pos="28571">
                  <a:srgbClr val="B3B3B3">
                    <a:alpha val="23934"/>
                  </a:srgbClr>
                </a:gs>
                <a:gs pos="42857">
                  <a:srgbClr val="B3B3B3">
                    <a:alpha val="16426"/>
                  </a:srgbClr>
                </a:gs>
                <a:gs pos="57143">
                  <a:srgbClr val="B3B3B3">
                    <a:alpha val="9465"/>
                  </a:srgbClr>
                </a:gs>
                <a:gs pos="71429">
                  <a:srgbClr val="B3B3B3">
                    <a:alpha val="4548"/>
                  </a:srgbClr>
                </a:gs>
                <a:gs pos="85714">
                  <a:srgbClr val="B3B3B3">
                    <a:alpha val="1824"/>
                  </a:srgbClr>
                </a:gs>
                <a:gs pos="100000">
                  <a:srgbClr val="B3B3B3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9238001">
              <a:off x="1615251" y="7524"/>
              <a:ext cx="149427" cy="38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9508631">
              <a:off x="575446" y="416207"/>
              <a:ext cx="405276" cy="35954"/>
            </a:xfrm>
            <a:prstGeom prst="ellipse">
              <a:avLst/>
            </a:prstGeom>
            <a:gradFill>
              <a:gsLst>
                <a:gs pos="0">
                  <a:srgbClr val="050100">
                    <a:alpha val="32116"/>
                  </a:srgbClr>
                </a:gs>
                <a:gs pos="14286">
                  <a:srgbClr val="050100">
                    <a:alpha val="29955"/>
                  </a:srgbClr>
                </a:gs>
                <a:gs pos="28571">
                  <a:srgbClr val="050100">
                    <a:alpha val="24152"/>
                  </a:srgbClr>
                </a:gs>
                <a:gs pos="42857">
                  <a:srgbClr val="050100">
                    <a:alpha val="16584"/>
                  </a:srgbClr>
                </a:gs>
                <a:gs pos="57143">
                  <a:srgbClr val="050100">
                    <a:alpha val="9559"/>
                  </a:srgbClr>
                </a:gs>
                <a:gs pos="71429">
                  <a:srgbClr val="050100">
                    <a:alpha val="4594"/>
                  </a:srgbClr>
                </a:gs>
                <a:gs pos="85714">
                  <a:srgbClr val="050100">
                    <a:alpha val="1843"/>
                  </a:srgbClr>
                </a:gs>
                <a:gs pos="100000">
                  <a:srgbClr val="050100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8811851">
              <a:off x="474177" y="1054039"/>
              <a:ext cx="425108" cy="60560"/>
            </a:xfrm>
            <a:prstGeom prst="ellipse">
              <a:avLst/>
            </a:prstGeom>
            <a:gradFill>
              <a:gsLst>
                <a:gs pos="0">
                  <a:srgbClr val="322E2B">
                    <a:alpha val="31729"/>
                  </a:srgbClr>
                </a:gs>
                <a:gs pos="14286">
                  <a:srgbClr val="322E2B">
                    <a:alpha val="29589"/>
                  </a:srgbClr>
                </a:gs>
                <a:gs pos="28571">
                  <a:srgbClr val="322E2B">
                    <a:alpha val="23844"/>
                  </a:srgbClr>
                </a:gs>
                <a:gs pos="42857">
                  <a:srgbClr val="322E2B">
                    <a:alpha val="16362"/>
                  </a:srgbClr>
                </a:gs>
                <a:gs pos="57143">
                  <a:srgbClr val="322E2B">
                    <a:alpha val="9426"/>
                  </a:srgbClr>
                </a:gs>
                <a:gs pos="71429">
                  <a:srgbClr val="322E2B">
                    <a:alpha val="4528"/>
                  </a:srgbClr>
                </a:gs>
                <a:gs pos="85714">
                  <a:srgbClr val="322E2B">
                    <a:alpha val="1816"/>
                  </a:srgbClr>
                </a:gs>
                <a:gs pos="100000">
                  <a:srgbClr val="322E2B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9608639">
              <a:off x="377740" y="919979"/>
              <a:ext cx="455477" cy="35287"/>
            </a:xfrm>
            <a:prstGeom prst="ellipse">
              <a:avLst/>
            </a:prstGeom>
            <a:gradFill>
              <a:gsLst>
                <a:gs pos="0">
                  <a:srgbClr val="030000">
                    <a:alpha val="30968"/>
                  </a:srgbClr>
                </a:gs>
                <a:gs pos="14286">
                  <a:srgbClr val="030000">
                    <a:alpha val="28868"/>
                  </a:srgbClr>
                </a:gs>
                <a:gs pos="28571">
                  <a:srgbClr val="030000">
                    <a:alpha val="23240"/>
                  </a:srgbClr>
                </a:gs>
                <a:gs pos="42857">
                  <a:srgbClr val="030000">
                    <a:alpha val="15926"/>
                  </a:srgbClr>
                </a:gs>
                <a:gs pos="57143">
                  <a:srgbClr val="030000">
                    <a:alpha val="9165"/>
                  </a:srgbClr>
                </a:gs>
                <a:gs pos="71429">
                  <a:srgbClr val="030000">
                    <a:alpha val="4400"/>
                  </a:srgbClr>
                </a:gs>
                <a:gs pos="85714">
                  <a:srgbClr val="030000">
                    <a:alpha val="1764"/>
                  </a:srgbClr>
                </a:gs>
                <a:gs pos="100000">
                  <a:srgbClr val="03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9754834">
              <a:off x="340562" y="916724"/>
              <a:ext cx="516444" cy="33606"/>
            </a:xfrm>
            <a:prstGeom prst="ellipse">
              <a:avLst/>
            </a:prstGeom>
            <a:gradFill>
              <a:gsLst>
                <a:gs pos="0">
                  <a:srgbClr val="020000">
                    <a:alpha val="32968"/>
                  </a:srgbClr>
                </a:gs>
                <a:gs pos="14286">
                  <a:srgbClr val="020000">
                    <a:alpha val="30764"/>
                  </a:srgbClr>
                </a:gs>
                <a:gs pos="28571">
                  <a:srgbClr val="020000">
                    <a:alpha val="24833"/>
                  </a:srgbClr>
                </a:gs>
                <a:gs pos="42857">
                  <a:srgbClr val="020000">
                    <a:alpha val="17075"/>
                  </a:srgbClr>
                </a:gs>
                <a:gs pos="57143">
                  <a:srgbClr val="020000">
                    <a:alpha val="9855"/>
                  </a:srgbClr>
                </a:gs>
                <a:gs pos="71429">
                  <a:srgbClr val="020000">
                    <a:alpha val="4740"/>
                  </a:srgbClr>
                </a:gs>
                <a:gs pos="85714">
                  <a:srgbClr val="020000">
                    <a:alpha val="1902"/>
                  </a:srgbClr>
                </a:gs>
                <a:gs pos="100000">
                  <a:srgbClr val="0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8689616">
              <a:off x="1091132" y="733236"/>
              <a:ext cx="290387" cy="434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9051606">
              <a:off x="1991235" y="1255546"/>
              <a:ext cx="269328" cy="1091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9085507">
              <a:off x="530789" y="1190070"/>
              <a:ext cx="288831" cy="68337"/>
            </a:xfrm>
            <a:prstGeom prst="ellipse">
              <a:avLst/>
            </a:prstGeom>
            <a:gradFill>
              <a:gsLst>
                <a:gs pos="0">
                  <a:srgbClr val="B1B1B1">
                    <a:alpha val="32968"/>
                  </a:srgbClr>
                </a:gs>
                <a:gs pos="14286">
                  <a:srgbClr val="B1B1B1">
                    <a:alpha val="30764"/>
                  </a:srgbClr>
                </a:gs>
                <a:gs pos="28571">
                  <a:srgbClr val="B1B1B1">
                    <a:alpha val="24833"/>
                  </a:srgbClr>
                </a:gs>
                <a:gs pos="42857">
                  <a:srgbClr val="B1B1B1">
                    <a:alpha val="17075"/>
                  </a:srgbClr>
                </a:gs>
                <a:gs pos="57143">
                  <a:srgbClr val="B1B1B1">
                    <a:alpha val="9855"/>
                  </a:srgbClr>
                </a:gs>
                <a:gs pos="71429">
                  <a:srgbClr val="B1B1B1">
                    <a:alpha val="4740"/>
                  </a:srgbClr>
                </a:gs>
                <a:gs pos="85714">
                  <a:srgbClr val="B1B1B1">
                    <a:alpha val="1902"/>
                  </a:srgbClr>
                </a:gs>
                <a:gs pos="100000">
                  <a:srgbClr val="B1B1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7142114">
              <a:off x="1695863" y="982362"/>
              <a:ext cx="513510" cy="262744"/>
            </a:xfrm>
            <a:prstGeom prst="ellipse">
              <a:avLst/>
            </a:prstGeom>
            <a:gradFill>
              <a:gsLst>
                <a:gs pos="0">
                  <a:srgbClr val="DDDDDD">
                    <a:alpha val="6186"/>
                  </a:srgbClr>
                </a:gs>
                <a:gs pos="14286">
                  <a:srgbClr val="DDDDDD">
                    <a:alpha val="5700"/>
                  </a:srgbClr>
                </a:gs>
                <a:gs pos="28571">
                  <a:srgbClr val="DDDDDD">
                    <a:alpha val="4455"/>
                  </a:srgbClr>
                </a:gs>
                <a:gs pos="42857">
                  <a:srgbClr val="DDDDDD">
                    <a:alpha val="2945"/>
                  </a:srgbClr>
                </a:gs>
                <a:gs pos="57143">
                  <a:srgbClr val="DDDDDD">
                    <a:alpha val="1643"/>
                  </a:srgbClr>
                </a:gs>
                <a:gs pos="71429">
                  <a:srgbClr val="DDDDDD">
                    <a:alpha val="772"/>
                  </a:srgbClr>
                </a:gs>
                <a:gs pos="85714">
                  <a:srgbClr val="DDDDDD">
                    <a:alpha val="306"/>
                  </a:srgbClr>
                </a:gs>
                <a:gs pos="100000">
                  <a:srgbClr val="DDDDDD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10154942">
              <a:off x="1952584" y="971168"/>
              <a:ext cx="284419" cy="142191"/>
            </a:xfrm>
            <a:prstGeom prst="ellipse">
              <a:avLst/>
            </a:prstGeom>
            <a:gradFill>
              <a:gsLst>
                <a:gs pos="0">
                  <a:srgbClr val="BDBDBD">
                    <a:alpha val="13061"/>
                  </a:srgbClr>
                </a:gs>
                <a:gs pos="14286">
                  <a:srgbClr val="BDBDBD">
                    <a:alpha val="12071"/>
                  </a:srgbClr>
                </a:gs>
                <a:gs pos="28571">
                  <a:srgbClr val="BDBDBD">
                    <a:alpha val="9506"/>
                  </a:srgbClr>
                </a:gs>
                <a:gs pos="42857">
                  <a:srgbClr val="BDBDBD">
                    <a:alpha val="6341"/>
                  </a:srgbClr>
                </a:gs>
                <a:gs pos="57143">
                  <a:srgbClr val="BDBDBD">
                    <a:alpha val="3565"/>
                  </a:srgbClr>
                </a:gs>
                <a:gs pos="71429">
                  <a:srgbClr val="BDBDBD">
                    <a:alpha val="1685"/>
                  </a:srgbClr>
                </a:gs>
                <a:gs pos="85714">
                  <a:srgbClr val="BDBDBD">
                    <a:alpha val="670"/>
                  </a:srgbClr>
                </a:gs>
                <a:gs pos="100000">
                  <a:srgbClr val="BDBDBD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9431655">
              <a:off x="1253645" y="203392"/>
              <a:ext cx="467607" cy="381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9703028">
              <a:off x="902490" y="369347"/>
              <a:ext cx="547305" cy="39599"/>
            </a:xfrm>
            <a:prstGeom prst="ellipse">
              <a:avLst/>
            </a:prstGeom>
            <a:gradFill>
              <a:gsLst>
                <a:gs pos="0">
                  <a:srgbClr val="8A8A89">
                    <a:alpha val="32968"/>
                  </a:srgbClr>
                </a:gs>
                <a:gs pos="14286">
                  <a:srgbClr val="8A8A89">
                    <a:alpha val="30764"/>
                  </a:srgbClr>
                </a:gs>
                <a:gs pos="28571">
                  <a:srgbClr val="8A8A89">
                    <a:alpha val="24833"/>
                  </a:srgbClr>
                </a:gs>
                <a:gs pos="42857">
                  <a:srgbClr val="8A8A89">
                    <a:alpha val="17075"/>
                  </a:srgbClr>
                </a:gs>
                <a:gs pos="57143">
                  <a:srgbClr val="8A8A89">
                    <a:alpha val="9855"/>
                  </a:srgbClr>
                </a:gs>
                <a:gs pos="71429">
                  <a:srgbClr val="8A8A89">
                    <a:alpha val="4740"/>
                  </a:srgbClr>
                </a:gs>
                <a:gs pos="85714">
                  <a:srgbClr val="8A8A89">
                    <a:alpha val="1902"/>
                  </a:srgbClr>
                </a:gs>
                <a:gs pos="100000">
                  <a:srgbClr val="8A8A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9884267">
              <a:off x="1850272" y="587325"/>
              <a:ext cx="631819" cy="456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10691688">
              <a:off x="670930" y="1213530"/>
              <a:ext cx="346286" cy="54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9911825">
              <a:off x="2370498" y="175418"/>
              <a:ext cx="471857" cy="199497"/>
            </a:xfrm>
            <a:prstGeom prst="ellipse">
              <a:avLst/>
            </a:prstGeom>
            <a:gradFill>
              <a:gsLst>
                <a:gs pos="0">
                  <a:srgbClr val="C4C5C4">
                    <a:alpha val="27298"/>
                  </a:srgbClr>
                </a:gs>
                <a:gs pos="14286">
                  <a:srgbClr val="C4C5C4">
                    <a:alpha val="25399"/>
                  </a:srgbClr>
                </a:gs>
                <a:gs pos="28571">
                  <a:srgbClr val="C4C5C4">
                    <a:alpha val="20349"/>
                  </a:srgbClr>
                </a:gs>
                <a:gs pos="42857">
                  <a:srgbClr val="C4C5C4">
                    <a:alpha val="13863"/>
                  </a:srgbClr>
                </a:gs>
                <a:gs pos="57143">
                  <a:srgbClr val="C4C5C4">
                    <a:alpha val="7936"/>
                  </a:srgbClr>
                </a:gs>
                <a:gs pos="71429">
                  <a:srgbClr val="C4C5C4">
                    <a:alpha val="3797"/>
                  </a:srgbClr>
                </a:gs>
                <a:gs pos="85714">
                  <a:srgbClr val="C4C5C4">
                    <a:alpha val="1519"/>
                  </a:srgbClr>
                </a:gs>
                <a:gs pos="100000">
                  <a:srgbClr val="C4C5C4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7040416">
              <a:off x="564358" y="1305850"/>
              <a:ext cx="275822" cy="63620"/>
            </a:xfrm>
            <a:prstGeom prst="ellipse">
              <a:avLst/>
            </a:prstGeom>
            <a:gradFill>
              <a:gsLst>
                <a:gs pos="0">
                  <a:srgbClr val="FCFDFD">
                    <a:alpha val="7177"/>
                  </a:srgbClr>
                </a:gs>
                <a:gs pos="14286">
                  <a:srgbClr val="FCFDFD">
                    <a:alpha val="6616"/>
                  </a:srgbClr>
                </a:gs>
                <a:gs pos="28571">
                  <a:srgbClr val="FCFDFD">
                    <a:alpha val="5176"/>
                  </a:srgbClr>
                </a:gs>
                <a:gs pos="42857">
                  <a:srgbClr val="FCFDFD">
                    <a:alpha val="3426"/>
                  </a:srgbClr>
                </a:gs>
                <a:gs pos="57143">
                  <a:srgbClr val="FCFDFD">
                    <a:alpha val="1913"/>
                  </a:srgbClr>
                </a:gs>
                <a:gs pos="71429">
                  <a:srgbClr val="FCFDFD">
                    <a:alpha val="900"/>
                  </a:srgbClr>
                </a:gs>
                <a:gs pos="85714">
                  <a:srgbClr val="FCFDFD">
                    <a:alpha val="357"/>
                  </a:srgbClr>
                </a:gs>
                <a:gs pos="100000">
                  <a:srgbClr val="FCFDFD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9166655">
              <a:off x="3497850" y="1031519"/>
              <a:ext cx="242799" cy="50867"/>
            </a:xfrm>
            <a:prstGeom prst="ellipse">
              <a:avLst/>
            </a:prstGeom>
            <a:gradFill>
              <a:gsLst>
                <a:gs pos="0">
                  <a:srgbClr val="3F3E3F">
                    <a:alpha val="32565"/>
                  </a:srgbClr>
                </a:gs>
                <a:gs pos="14286">
                  <a:srgbClr val="3F3E3F">
                    <a:alpha val="30381"/>
                  </a:srgbClr>
                </a:gs>
                <a:gs pos="28571">
                  <a:srgbClr val="3F3E3F">
                    <a:alpha val="24511"/>
                  </a:srgbClr>
                </a:gs>
                <a:gs pos="42857">
                  <a:srgbClr val="3F3E3F">
                    <a:alpha val="16842"/>
                  </a:srgbClr>
                </a:gs>
                <a:gs pos="57143">
                  <a:srgbClr val="3F3E3F">
                    <a:alpha val="9715"/>
                  </a:srgbClr>
                </a:gs>
                <a:gs pos="71429">
                  <a:srgbClr val="3F3E3F">
                    <a:alpha val="4671"/>
                  </a:srgbClr>
                </a:gs>
                <a:gs pos="85714">
                  <a:srgbClr val="3F3E3F">
                    <a:alpha val="1874"/>
                  </a:srgbClr>
                </a:gs>
                <a:gs pos="100000">
                  <a:srgbClr val="3F3E3F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9586705">
              <a:off x="1658101" y="609415"/>
              <a:ext cx="488763" cy="108456"/>
            </a:xfrm>
            <a:prstGeom prst="ellipse">
              <a:avLst/>
            </a:prstGeom>
            <a:gradFill>
              <a:gsLst>
                <a:gs pos="0">
                  <a:srgbClr val="000000">
                    <a:alpha val="6803"/>
                  </a:srgbClr>
                </a:gs>
                <a:gs pos="14286">
                  <a:srgbClr val="000000">
                    <a:alpha val="6270"/>
                  </a:srgbClr>
                </a:gs>
                <a:gs pos="28571">
                  <a:srgbClr val="000000">
                    <a:alpha val="4904"/>
                  </a:srgbClr>
                </a:gs>
                <a:gs pos="42857">
                  <a:srgbClr val="000000">
                    <a:alpha val="3244"/>
                  </a:srgbClr>
                </a:gs>
                <a:gs pos="57143">
                  <a:srgbClr val="000000">
                    <a:alpha val="1811"/>
                  </a:srgbClr>
                </a:gs>
                <a:gs pos="71429">
                  <a:srgbClr val="000000">
                    <a:alpha val="852"/>
                  </a:srgbClr>
                </a:gs>
                <a:gs pos="85714">
                  <a:srgbClr val="000000">
                    <a:alpha val="338"/>
                  </a:srgbClr>
                </a:gs>
                <a:gs pos="100000">
                  <a:srgbClr val="00000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10048329">
              <a:off x="-212744" y="355787"/>
              <a:ext cx="506638" cy="405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10221104">
              <a:off x="3160764" y="657394"/>
              <a:ext cx="612793" cy="39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9857528">
              <a:off x="59513" y="72505"/>
              <a:ext cx="500619" cy="86437"/>
            </a:xfrm>
            <a:prstGeom prst="ellipse">
              <a:avLst/>
            </a:prstGeom>
            <a:gradFill>
              <a:gsLst>
                <a:gs pos="0">
                  <a:srgbClr val="D5D5D5">
                    <a:alpha val="17474"/>
                  </a:srgbClr>
                </a:gs>
                <a:gs pos="14286">
                  <a:srgbClr val="D5D5D5">
                    <a:alpha val="16182"/>
                  </a:srgbClr>
                </a:gs>
                <a:gs pos="28571">
                  <a:srgbClr val="D5D5D5">
                    <a:alpha val="12808"/>
                  </a:srgbClr>
                </a:gs>
                <a:gs pos="42857">
                  <a:srgbClr val="D5D5D5">
                    <a:alpha val="8598"/>
                  </a:srgbClr>
                </a:gs>
                <a:gs pos="57143">
                  <a:srgbClr val="D5D5D5">
                    <a:alpha val="4859"/>
                  </a:srgbClr>
                </a:gs>
                <a:gs pos="71429">
                  <a:srgbClr val="D5D5D5">
                    <a:alpha val="2305"/>
                  </a:srgbClr>
                </a:gs>
                <a:gs pos="85714">
                  <a:srgbClr val="D5D5D5">
                    <a:alpha val="918"/>
                  </a:srgbClr>
                </a:gs>
                <a:gs pos="100000">
                  <a:srgbClr val="D5D5D5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-9123620">
              <a:off x="548764" y="1120134"/>
              <a:ext cx="520536" cy="51784"/>
            </a:xfrm>
            <a:prstGeom prst="ellipse">
              <a:avLst/>
            </a:prstGeom>
            <a:gradFill>
              <a:gsLst>
                <a:gs pos="0">
                  <a:srgbClr val="000700">
                    <a:alpha val="30082"/>
                  </a:srgbClr>
                </a:gs>
                <a:gs pos="14286">
                  <a:srgbClr val="000700">
                    <a:alpha val="28029"/>
                  </a:srgbClr>
                </a:gs>
                <a:gs pos="28571">
                  <a:srgbClr val="000700">
                    <a:alpha val="22537"/>
                  </a:srgbClr>
                </a:gs>
                <a:gs pos="42857">
                  <a:srgbClr val="000700">
                    <a:alpha val="15423"/>
                  </a:srgbClr>
                </a:gs>
                <a:gs pos="57143">
                  <a:srgbClr val="000700">
                    <a:alpha val="8864"/>
                  </a:srgbClr>
                </a:gs>
                <a:gs pos="71429">
                  <a:srgbClr val="000700">
                    <a:alpha val="4252"/>
                  </a:srgbClr>
                </a:gs>
                <a:gs pos="85714">
                  <a:srgbClr val="000700">
                    <a:alpha val="1703"/>
                  </a:srgbClr>
                </a:gs>
                <a:gs pos="100000">
                  <a:srgbClr val="000700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-8812584">
              <a:off x="905792" y="204837"/>
              <a:ext cx="588837" cy="52728"/>
            </a:xfrm>
            <a:prstGeom prst="ellipse">
              <a:avLst/>
            </a:prstGeom>
            <a:gradFill>
              <a:gsLst>
                <a:gs pos="0">
                  <a:srgbClr val="999899">
                    <a:alpha val="32968"/>
                  </a:srgbClr>
                </a:gs>
                <a:gs pos="14286">
                  <a:srgbClr val="999899">
                    <a:alpha val="30764"/>
                  </a:srgbClr>
                </a:gs>
                <a:gs pos="28571">
                  <a:srgbClr val="999899">
                    <a:alpha val="24833"/>
                  </a:srgbClr>
                </a:gs>
                <a:gs pos="42857">
                  <a:srgbClr val="999899">
                    <a:alpha val="17075"/>
                  </a:srgbClr>
                </a:gs>
                <a:gs pos="57143">
                  <a:srgbClr val="999899">
                    <a:alpha val="9855"/>
                  </a:srgbClr>
                </a:gs>
                <a:gs pos="71429">
                  <a:srgbClr val="999899">
                    <a:alpha val="4740"/>
                  </a:srgbClr>
                </a:gs>
                <a:gs pos="85714">
                  <a:srgbClr val="999899">
                    <a:alpha val="1902"/>
                  </a:srgbClr>
                </a:gs>
                <a:gs pos="100000">
                  <a:srgbClr val="9998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10599691">
              <a:off x="385213" y="1031589"/>
              <a:ext cx="483361" cy="212315"/>
            </a:xfrm>
            <a:prstGeom prst="ellipse">
              <a:avLst/>
            </a:prstGeom>
            <a:gradFill>
              <a:gsLst>
                <a:gs pos="0">
                  <a:srgbClr val="9F9E9E">
                    <a:alpha val="32549"/>
                  </a:srgbClr>
                </a:gs>
                <a:gs pos="14286">
                  <a:srgbClr val="9F9E9E">
                    <a:alpha val="30366"/>
                  </a:srgbClr>
                </a:gs>
                <a:gs pos="28571">
                  <a:srgbClr val="9F9E9E">
                    <a:alpha val="24498"/>
                  </a:srgbClr>
                </a:gs>
                <a:gs pos="42857">
                  <a:srgbClr val="9F9E9E">
                    <a:alpha val="16833"/>
                  </a:srgbClr>
                </a:gs>
                <a:gs pos="57143">
                  <a:srgbClr val="9F9E9E">
                    <a:alpha val="9709"/>
                  </a:srgbClr>
                </a:gs>
                <a:gs pos="71429">
                  <a:srgbClr val="9F9E9E">
                    <a:alpha val="4668"/>
                  </a:srgbClr>
                </a:gs>
                <a:gs pos="85714">
                  <a:srgbClr val="9F9E9E">
                    <a:alpha val="1873"/>
                  </a:srgbClr>
                </a:gs>
                <a:gs pos="100000">
                  <a:srgbClr val="9F9E9E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-8252520">
              <a:off x="2084651" y="1153106"/>
              <a:ext cx="347475" cy="85248"/>
            </a:xfrm>
            <a:prstGeom prst="ellipse">
              <a:avLst/>
            </a:prstGeom>
            <a:gradFill>
              <a:gsLst>
                <a:gs pos="0">
                  <a:srgbClr val="B7B7B6">
                    <a:alpha val="32968"/>
                  </a:srgbClr>
                </a:gs>
                <a:gs pos="14286">
                  <a:srgbClr val="B7B7B6">
                    <a:alpha val="30764"/>
                  </a:srgbClr>
                </a:gs>
                <a:gs pos="28571">
                  <a:srgbClr val="B7B7B6">
                    <a:alpha val="24833"/>
                  </a:srgbClr>
                </a:gs>
                <a:gs pos="42857">
                  <a:srgbClr val="B7B7B6">
                    <a:alpha val="17075"/>
                  </a:srgbClr>
                </a:gs>
                <a:gs pos="57143">
                  <a:srgbClr val="B7B7B6">
                    <a:alpha val="9855"/>
                  </a:srgbClr>
                </a:gs>
                <a:gs pos="71429">
                  <a:srgbClr val="B7B7B6">
                    <a:alpha val="4740"/>
                  </a:srgbClr>
                </a:gs>
                <a:gs pos="85714">
                  <a:srgbClr val="B7B7B6">
                    <a:alpha val="1902"/>
                  </a:srgbClr>
                </a:gs>
                <a:gs pos="100000">
                  <a:srgbClr val="B7B7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10644913">
              <a:off x="85892" y="179275"/>
              <a:ext cx="267067" cy="91749"/>
            </a:xfrm>
            <a:prstGeom prst="ellipse">
              <a:avLst/>
            </a:prstGeom>
            <a:gradFill>
              <a:gsLst>
                <a:gs pos="0">
                  <a:srgbClr val="737372">
                    <a:alpha val="32968"/>
                  </a:srgbClr>
                </a:gs>
                <a:gs pos="14286">
                  <a:srgbClr val="737372">
                    <a:alpha val="30764"/>
                  </a:srgbClr>
                </a:gs>
                <a:gs pos="28571">
                  <a:srgbClr val="737372">
                    <a:alpha val="24833"/>
                  </a:srgbClr>
                </a:gs>
                <a:gs pos="42857">
                  <a:srgbClr val="737372">
                    <a:alpha val="17075"/>
                  </a:srgbClr>
                </a:gs>
                <a:gs pos="57143">
                  <a:srgbClr val="737372">
                    <a:alpha val="9855"/>
                  </a:srgbClr>
                </a:gs>
                <a:gs pos="71429">
                  <a:srgbClr val="737372">
                    <a:alpha val="4740"/>
                  </a:srgbClr>
                </a:gs>
                <a:gs pos="85714">
                  <a:srgbClr val="737372">
                    <a:alpha val="1902"/>
                  </a:srgbClr>
                </a:gs>
                <a:gs pos="100000">
                  <a:srgbClr val="7373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9513124">
              <a:off x="209879" y="571900"/>
              <a:ext cx="513082" cy="463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9489166">
              <a:off x="1793859" y="1153057"/>
              <a:ext cx="590124" cy="63660"/>
            </a:xfrm>
            <a:prstGeom prst="ellipse">
              <a:avLst/>
            </a:prstGeom>
            <a:gradFill>
              <a:gsLst>
                <a:gs pos="0">
                  <a:srgbClr val="AFB0AF">
                    <a:alpha val="28341"/>
                  </a:srgbClr>
                </a:gs>
                <a:gs pos="14286">
                  <a:srgbClr val="AFB0AF">
                    <a:alpha val="26383"/>
                  </a:srgbClr>
                </a:gs>
                <a:gs pos="28571">
                  <a:srgbClr val="AFB0AF">
                    <a:alpha val="21166"/>
                  </a:srgbClr>
                </a:gs>
                <a:gs pos="42857">
                  <a:srgbClr val="AFB0AF">
                    <a:alpha val="14444"/>
                  </a:srgbClr>
                </a:gs>
                <a:gs pos="57143">
                  <a:srgbClr val="AFB0AF">
                    <a:alpha val="8281"/>
                  </a:srgbClr>
                </a:gs>
                <a:gs pos="71429">
                  <a:srgbClr val="AFB0AF">
                    <a:alpha val="3965"/>
                  </a:srgbClr>
                </a:gs>
                <a:gs pos="85714">
                  <a:srgbClr val="AFB0AF">
                    <a:alpha val="1587"/>
                  </a:srgbClr>
                </a:gs>
                <a:gs pos="100000">
                  <a:srgbClr val="AFB0AF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10578051">
              <a:off x="2274646" y="791806"/>
              <a:ext cx="235399" cy="46935"/>
            </a:xfrm>
            <a:prstGeom prst="ellipse">
              <a:avLst/>
            </a:prstGeom>
            <a:gradFill>
              <a:gsLst>
                <a:gs pos="0">
                  <a:srgbClr val="BBBBBB">
                    <a:alpha val="32968"/>
                  </a:srgbClr>
                </a:gs>
                <a:gs pos="14286">
                  <a:srgbClr val="BBBBBB">
                    <a:alpha val="30764"/>
                  </a:srgbClr>
                </a:gs>
                <a:gs pos="28571">
                  <a:srgbClr val="BBBBBB">
                    <a:alpha val="24833"/>
                  </a:srgbClr>
                </a:gs>
                <a:gs pos="42857">
                  <a:srgbClr val="BBBBBB">
                    <a:alpha val="17075"/>
                  </a:srgbClr>
                </a:gs>
                <a:gs pos="57143">
                  <a:srgbClr val="BBBBBB">
                    <a:alpha val="9855"/>
                  </a:srgbClr>
                </a:gs>
                <a:gs pos="71429">
                  <a:srgbClr val="BBBBBB">
                    <a:alpha val="4740"/>
                  </a:srgbClr>
                </a:gs>
                <a:gs pos="85714">
                  <a:srgbClr val="BBBBBB">
                    <a:alpha val="1902"/>
                  </a:srgbClr>
                </a:gs>
                <a:gs pos="100000">
                  <a:srgbClr val="BBBB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10019530">
              <a:off x="-9913" y="70643"/>
              <a:ext cx="267096" cy="120665"/>
            </a:xfrm>
            <a:prstGeom prst="ellipse">
              <a:avLst/>
            </a:prstGeom>
            <a:gradFill>
              <a:gsLst>
                <a:gs pos="0">
                  <a:srgbClr val="CDCDCD">
                    <a:alpha val="32965"/>
                  </a:srgbClr>
                </a:gs>
                <a:gs pos="14286">
                  <a:srgbClr val="CDCDCD">
                    <a:alpha val="30761"/>
                  </a:srgbClr>
                </a:gs>
                <a:gs pos="28571">
                  <a:srgbClr val="CDCDCD">
                    <a:alpha val="24831"/>
                  </a:srgbClr>
                </a:gs>
                <a:gs pos="42857">
                  <a:srgbClr val="CDCDCD">
                    <a:alpha val="17074"/>
                  </a:srgbClr>
                </a:gs>
                <a:gs pos="57143">
                  <a:srgbClr val="CDCDCD">
                    <a:alpha val="9854"/>
                  </a:srgbClr>
                </a:gs>
                <a:gs pos="71429">
                  <a:srgbClr val="CDCDCD">
                    <a:alpha val="4740"/>
                  </a:srgbClr>
                </a:gs>
                <a:gs pos="85714">
                  <a:srgbClr val="CDCDCD">
                    <a:alpha val="1902"/>
                  </a:srgbClr>
                </a:gs>
                <a:gs pos="100000">
                  <a:srgbClr val="CDCD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10493425">
              <a:off x="1402330" y="64968"/>
              <a:ext cx="255947" cy="36766"/>
            </a:xfrm>
            <a:prstGeom prst="ellipse">
              <a:avLst/>
            </a:prstGeom>
            <a:gradFill>
              <a:gsLst>
                <a:gs pos="0">
                  <a:srgbClr val="9F9E9F">
                    <a:alpha val="32968"/>
                  </a:srgbClr>
                </a:gs>
                <a:gs pos="14286">
                  <a:srgbClr val="9F9E9F">
                    <a:alpha val="30764"/>
                  </a:srgbClr>
                </a:gs>
                <a:gs pos="28571">
                  <a:srgbClr val="9F9E9F">
                    <a:alpha val="24833"/>
                  </a:srgbClr>
                </a:gs>
                <a:gs pos="42857">
                  <a:srgbClr val="9F9E9F">
                    <a:alpha val="17075"/>
                  </a:srgbClr>
                </a:gs>
                <a:gs pos="57143">
                  <a:srgbClr val="9F9E9F">
                    <a:alpha val="9855"/>
                  </a:srgbClr>
                </a:gs>
                <a:gs pos="71429">
                  <a:srgbClr val="9F9E9F">
                    <a:alpha val="4740"/>
                  </a:srgbClr>
                </a:gs>
                <a:gs pos="85714">
                  <a:srgbClr val="9F9E9F">
                    <a:alpha val="1902"/>
                  </a:srgbClr>
                </a:gs>
                <a:gs pos="100000">
                  <a:srgbClr val="9F9E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-9659056">
              <a:off x="2747224" y="323976"/>
              <a:ext cx="664463" cy="456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6624253">
              <a:off x="927070" y="1191851"/>
              <a:ext cx="436644" cy="266359"/>
            </a:xfrm>
            <a:prstGeom prst="ellipse">
              <a:avLst/>
            </a:prstGeom>
            <a:gradFill>
              <a:gsLst>
                <a:gs pos="0">
                  <a:srgbClr val="A4A4A4">
                    <a:alpha val="32968"/>
                  </a:srgbClr>
                </a:gs>
                <a:gs pos="14286">
                  <a:srgbClr val="A4A4A4">
                    <a:alpha val="30764"/>
                  </a:srgbClr>
                </a:gs>
                <a:gs pos="28571">
                  <a:srgbClr val="A4A4A4">
                    <a:alpha val="24833"/>
                  </a:srgbClr>
                </a:gs>
                <a:gs pos="42857">
                  <a:srgbClr val="A4A4A4">
                    <a:alpha val="17075"/>
                  </a:srgbClr>
                </a:gs>
                <a:gs pos="57143">
                  <a:srgbClr val="A4A4A4">
                    <a:alpha val="9855"/>
                  </a:srgbClr>
                </a:gs>
                <a:gs pos="71429">
                  <a:srgbClr val="A4A4A4">
                    <a:alpha val="4740"/>
                  </a:srgbClr>
                </a:gs>
                <a:gs pos="85714">
                  <a:srgbClr val="A4A4A4">
                    <a:alpha val="1902"/>
                  </a:srgbClr>
                </a:gs>
                <a:gs pos="100000">
                  <a:srgbClr val="A4A4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-9365114">
              <a:off x="827794" y="1266489"/>
              <a:ext cx="517427" cy="593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-9578017">
              <a:off x="906435" y="1022514"/>
              <a:ext cx="445339" cy="487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10594073">
              <a:off x="2691229" y="20747"/>
              <a:ext cx="468907" cy="59779"/>
            </a:xfrm>
            <a:prstGeom prst="ellipse">
              <a:avLst/>
            </a:prstGeom>
            <a:gradFill>
              <a:gsLst>
                <a:gs pos="0">
                  <a:srgbClr val="ADADAD">
                    <a:alpha val="17868"/>
                  </a:srgbClr>
                </a:gs>
                <a:gs pos="14286">
                  <a:srgbClr val="ADADAD">
                    <a:alpha val="16550"/>
                  </a:srgbClr>
                </a:gs>
                <a:gs pos="28571">
                  <a:srgbClr val="ADADAD">
                    <a:alpha val="13106"/>
                  </a:srgbClr>
                </a:gs>
                <a:gs pos="42857">
                  <a:srgbClr val="ADADAD">
                    <a:alpha val="8803"/>
                  </a:srgbClr>
                </a:gs>
                <a:gs pos="57143">
                  <a:srgbClr val="ADADAD">
                    <a:alpha val="4978"/>
                  </a:srgbClr>
                </a:gs>
                <a:gs pos="71429">
                  <a:srgbClr val="ADADAD">
                    <a:alpha val="2362"/>
                  </a:srgbClr>
                </a:gs>
                <a:gs pos="85714">
                  <a:srgbClr val="ADADAD">
                    <a:alpha val="941"/>
                  </a:srgbClr>
                </a:gs>
                <a:gs pos="100000">
                  <a:srgbClr val="ADADAD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8374268">
              <a:off x="1864956" y="615798"/>
              <a:ext cx="285405" cy="516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9916599">
              <a:off x="2356840" y="1194978"/>
              <a:ext cx="449577" cy="295732"/>
            </a:xfrm>
            <a:prstGeom prst="ellipse">
              <a:avLst/>
            </a:prstGeom>
            <a:gradFill>
              <a:gsLst>
                <a:gs pos="0">
                  <a:srgbClr val="9E9E9D">
                    <a:alpha val="32968"/>
                  </a:srgbClr>
                </a:gs>
                <a:gs pos="14286">
                  <a:srgbClr val="9E9E9D">
                    <a:alpha val="30764"/>
                  </a:srgbClr>
                </a:gs>
                <a:gs pos="28571">
                  <a:srgbClr val="9E9E9D">
                    <a:alpha val="24833"/>
                  </a:srgbClr>
                </a:gs>
                <a:gs pos="42857">
                  <a:srgbClr val="9E9E9D">
                    <a:alpha val="17075"/>
                  </a:srgbClr>
                </a:gs>
                <a:gs pos="57143">
                  <a:srgbClr val="9E9E9D">
                    <a:alpha val="9855"/>
                  </a:srgbClr>
                </a:gs>
                <a:gs pos="71429">
                  <a:srgbClr val="9E9E9D">
                    <a:alpha val="4740"/>
                  </a:srgbClr>
                </a:gs>
                <a:gs pos="85714">
                  <a:srgbClr val="9E9E9D">
                    <a:alpha val="1902"/>
                  </a:srgbClr>
                </a:gs>
                <a:gs pos="100000">
                  <a:srgbClr val="9E9E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10018729">
              <a:off x="1815785" y="1074231"/>
              <a:ext cx="501629" cy="140100"/>
            </a:xfrm>
            <a:prstGeom prst="ellipse">
              <a:avLst/>
            </a:prstGeom>
            <a:gradFill>
              <a:gsLst>
                <a:gs pos="0">
                  <a:srgbClr val="B1B1B0">
                    <a:alpha val="32968"/>
                  </a:srgbClr>
                </a:gs>
                <a:gs pos="14286">
                  <a:srgbClr val="B1B1B0">
                    <a:alpha val="30764"/>
                  </a:srgbClr>
                </a:gs>
                <a:gs pos="28571">
                  <a:srgbClr val="B1B1B0">
                    <a:alpha val="24833"/>
                  </a:srgbClr>
                </a:gs>
                <a:gs pos="42857">
                  <a:srgbClr val="B1B1B0">
                    <a:alpha val="17075"/>
                  </a:srgbClr>
                </a:gs>
                <a:gs pos="57143">
                  <a:srgbClr val="B1B1B0">
                    <a:alpha val="9855"/>
                  </a:srgbClr>
                </a:gs>
                <a:gs pos="71429">
                  <a:srgbClr val="B1B1B0">
                    <a:alpha val="4740"/>
                  </a:srgbClr>
                </a:gs>
                <a:gs pos="85714">
                  <a:srgbClr val="B1B1B0">
                    <a:alpha val="1902"/>
                  </a:srgbClr>
                </a:gs>
                <a:gs pos="100000">
                  <a:srgbClr val="B1B1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-8649632">
              <a:off x="3236078" y="905191"/>
              <a:ext cx="296674" cy="87876"/>
            </a:xfrm>
            <a:prstGeom prst="ellipse">
              <a:avLst/>
            </a:prstGeom>
            <a:gradFill>
              <a:gsLst>
                <a:gs pos="0">
                  <a:srgbClr val="ADADAD">
                    <a:alpha val="12224"/>
                  </a:srgbClr>
                </a:gs>
                <a:gs pos="14286">
                  <a:srgbClr val="ADADAD">
                    <a:alpha val="11293"/>
                  </a:srgbClr>
                </a:gs>
                <a:gs pos="28571">
                  <a:srgbClr val="ADADAD">
                    <a:alpha val="8885"/>
                  </a:srgbClr>
                </a:gs>
                <a:gs pos="42857">
                  <a:srgbClr val="ADADAD">
                    <a:alpha val="5920"/>
                  </a:srgbClr>
                </a:gs>
                <a:gs pos="57143">
                  <a:srgbClr val="ADADAD">
                    <a:alpha val="3325"/>
                  </a:srgbClr>
                </a:gs>
                <a:gs pos="71429">
                  <a:srgbClr val="ADADAD">
                    <a:alpha val="1570"/>
                  </a:srgbClr>
                </a:gs>
                <a:gs pos="85714">
                  <a:srgbClr val="ADADAD">
                    <a:alpha val="624"/>
                  </a:srgbClr>
                </a:gs>
                <a:gs pos="100000">
                  <a:srgbClr val="ADADAD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9184479">
              <a:off x="1905716" y="763963"/>
              <a:ext cx="194351" cy="460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9665069">
              <a:off x="1945848" y="196140"/>
              <a:ext cx="347230" cy="412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-9459579">
              <a:off x="2415247" y="672561"/>
              <a:ext cx="689632" cy="39666"/>
            </a:xfrm>
            <a:prstGeom prst="ellipse">
              <a:avLst/>
            </a:prstGeom>
            <a:gradFill>
              <a:gsLst>
                <a:gs pos="0">
                  <a:srgbClr val="C5C4C5">
                    <a:alpha val="14836"/>
                  </a:srgbClr>
                </a:gs>
                <a:gs pos="14286">
                  <a:srgbClr val="C5C4C5">
                    <a:alpha val="13722"/>
                  </a:srgbClr>
                </a:gs>
                <a:gs pos="28571">
                  <a:srgbClr val="C5C4C5">
                    <a:alpha val="10828"/>
                  </a:srgbClr>
                </a:gs>
                <a:gs pos="42857">
                  <a:srgbClr val="C5C4C5">
                    <a:alpha val="7241"/>
                  </a:srgbClr>
                </a:gs>
                <a:gs pos="57143">
                  <a:srgbClr val="C5C4C5">
                    <a:alpha val="4080"/>
                  </a:srgbClr>
                </a:gs>
                <a:gs pos="71429">
                  <a:srgbClr val="C5C4C5">
                    <a:alpha val="1931"/>
                  </a:srgbClr>
                </a:gs>
                <a:gs pos="85714">
                  <a:srgbClr val="C5C4C5">
                    <a:alpha val="768"/>
                  </a:srgbClr>
                </a:gs>
                <a:gs pos="100000">
                  <a:srgbClr val="C5C4C5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9973440">
              <a:off x="1304959" y="232499"/>
              <a:ext cx="220574" cy="59649"/>
            </a:xfrm>
            <a:prstGeom prst="ellipse">
              <a:avLst/>
            </a:prstGeom>
            <a:gradFill>
              <a:gsLst>
                <a:gs pos="0">
                  <a:srgbClr val="767576">
                    <a:alpha val="25662"/>
                  </a:srgbClr>
                </a:gs>
                <a:gs pos="14286">
                  <a:srgbClr val="767576">
                    <a:alpha val="23857"/>
                  </a:srgbClr>
                </a:gs>
                <a:gs pos="28571">
                  <a:srgbClr val="767576">
                    <a:alpha val="19073"/>
                  </a:srgbClr>
                </a:gs>
                <a:gs pos="42857">
                  <a:srgbClr val="767576">
                    <a:alpha val="12961"/>
                  </a:srgbClr>
                </a:gs>
                <a:gs pos="57143">
                  <a:srgbClr val="767576">
                    <a:alpha val="7403"/>
                  </a:srgbClr>
                </a:gs>
                <a:gs pos="71429">
                  <a:srgbClr val="767576">
                    <a:alpha val="3536"/>
                  </a:srgbClr>
                </a:gs>
                <a:gs pos="85714">
                  <a:srgbClr val="767576">
                    <a:alpha val="1414"/>
                  </a:srgbClr>
                </a:gs>
                <a:gs pos="100000">
                  <a:srgbClr val="767576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-9499196">
              <a:off x="376003" y="266009"/>
              <a:ext cx="226269" cy="40073"/>
            </a:xfrm>
            <a:prstGeom prst="ellipse">
              <a:avLst/>
            </a:prstGeom>
            <a:gradFill>
              <a:gsLst>
                <a:gs pos="0">
                  <a:srgbClr val="919191">
                    <a:alpha val="32968"/>
                  </a:srgbClr>
                </a:gs>
                <a:gs pos="14286">
                  <a:srgbClr val="919191">
                    <a:alpha val="30764"/>
                  </a:srgbClr>
                </a:gs>
                <a:gs pos="28571">
                  <a:srgbClr val="919191">
                    <a:alpha val="24833"/>
                  </a:srgbClr>
                </a:gs>
                <a:gs pos="42857">
                  <a:srgbClr val="919191">
                    <a:alpha val="17075"/>
                  </a:srgbClr>
                </a:gs>
                <a:gs pos="57143">
                  <a:srgbClr val="919191">
                    <a:alpha val="9855"/>
                  </a:srgbClr>
                </a:gs>
                <a:gs pos="71429">
                  <a:srgbClr val="919191">
                    <a:alpha val="4740"/>
                  </a:srgbClr>
                </a:gs>
                <a:gs pos="85714">
                  <a:srgbClr val="919191">
                    <a:alpha val="1902"/>
                  </a:srgbClr>
                </a:gs>
                <a:gs pos="100000">
                  <a:srgbClr val="9191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8834258">
              <a:off x="2940403" y="744222"/>
              <a:ext cx="407351" cy="105848"/>
            </a:xfrm>
            <a:prstGeom prst="ellipse">
              <a:avLst/>
            </a:prstGeom>
            <a:gradFill>
              <a:gsLst>
                <a:gs pos="0">
                  <a:srgbClr val="969797">
                    <a:alpha val="32968"/>
                  </a:srgbClr>
                </a:gs>
                <a:gs pos="14286">
                  <a:srgbClr val="969797">
                    <a:alpha val="30764"/>
                  </a:srgbClr>
                </a:gs>
                <a:gs pos="28571">
                  <a:srgbClr val="969797">
                    <a:alpha val="24833"/>
                  </a:srgbClr>
                </a:gs>
                <a:gs pos="42857">
                  <a:srgbClr val="969797">
                    <a:alpha val="17075"/>
                  </a:srgbClr>
                </a:gs>
                <a:gs pos="57143">
                  <a:srgbClr val="969797">
                    <a:alpha val="9855"/>
                  </a:srgbClr>
                </a:gs>
                <a:gs pos="71429">
                  <a:srgbClr val="969797">
                    <a:alpha val="4740"/>
                  </a:srgbClr>
                </a:gs>
                <a:gs pos="85714">
                  <a:srgbClr val="969797">
                    <a:alpha val="1902"/>
                  </a:srgbClr>
                </a:gs>
                <a:gs pos="100000">
                  <a:srgbClr val="9697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4392607">
              <a:off x="2930460" y="706994"/>
              <a:ext cx="441352" cy="55292"/>
            </a:xfrm>
            <a:prstGeom prst="ellipse">
              <a:avLst/>
            </a:prstGeom>
            <a:gradFill>
              <a:gsLst>
                <a:gs pos="0">
                  <a:srgbClr val="989998">
                    <a:alpha val="32968"/>
                  </a:srgbClr>
                </a:gs>
                <a:gs pos="14286">
                  <a:srgbClr val="989998">
                    <a:alpha val="30764"/>
                  </a:srgbClr>
                </a:gs>
                <a:gs pos="28571">
                  <a:srgbClr val="989998">
                    <a:alpha val="24833"/>
                  </a:srgbClr>
                </a:gs>
                <a:gs pos="42857">
                  <a:srgbClr val="989998">
                    <a:alpha val="17075"/>
                  </a:srgbClr>
                </a:gs>
                <a:gs pos="57143">
                  <a:srgbClr val="989998">
                    <a:alpha val="9855"/>
                  </a:srgbClr>
                </a:gs>
                <a:gs pos="71429">
                  <a:srgbClr val="989998">
                    <a:alpha val="4740"/>
                  </a:srgbClr>
                </a:gs>
                <a:gs pos="85714">
                  <a:srgbClr val="989998">
                    <a:alpha val="1902"/>
                  </a:srgbClr>
                </a:gs>
                <a:gs pos="100000">
                  <a:srgbClr val="9899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-9813684">
              <a:off x="2919653" y="918358"/>
              <a:ext cx="499373" cy="43680"/>
            </a:xfrm>
            <a:prstGeom prst="ellipse">
              <a:avLst/>
            </a:prstGeom>
            <a:gradFill>
              <a:gsLst>
                <a:gs pos="0">
                  <a:srgbClr val="999798">
                    <a:alpha val="28469"/>
                  </a:srgbClr>
                </a:gs>
                <a:gs pos="14286">
                  <a:srgbClr val="999798">
                    <a:alpha val="26504"/>
                  </a:srgbClr>
                </a:gs>
                <a:gs pos="28571">
                  <a:srgbClr val="999798">
                    <a:alpha val="21266"/>
                  </a:srgbClr>
                </a:gs>
                <a:gs pos="42857">
                  <a:srgbClr val="999798">
                    <a:alpha val="14515"/>
                  </a:srgbClr>
                </a:gs>
                <a:gs pos="57143">
                  <a:srgbClr val="999798">
                    <a:alpha val="8323"/>
                  </a:srgbClr>
                </a:gs>
                <a:gs pos="71429">
                  <a:srgbClr val="999798">
                    <a:alpha val="3986"/>
                  </a:srgbClr>
                </a:gs>
                <a:gs pos="85714">
                  <a:srgbClr val="999798">
                    <a:alpha val="1596"/>
                  </a:srgbClr>
                </a:gs>
                <a:gs pos="100000">
                  <a:srgbClr val="999798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9970537">
              <a:off x="1069848" y="1089376"/>
              <a:ext cx="499229" cy="436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9677859">
              <a:off x="1297854" y="251956"/>
              <a:ext cx="495029" cy="39929"/>
            </a:xfrm>
            <a:prstGeom prst="ellipse">
              <a:avLst/>
            </a:prstGeom>
            <a:gradFill>
              <a:gsLst>
                <a:gs pos="0">
                  <a:srgbClr val="9F9E9F">
                    <a:alpha val="12296"/>
                  </a:srgbClr>
                </a:gs>
                <a:gs pos="14286">
                  <a:srgbClr val="9F9E9F">
                    <a:alpha val="11361"/>
                  </a:srgbClr>
                </a:gs>
                <a:gs pos="28571">
                  <a:srgbClr val="9F9E9F">
                    <a:alpha val="8938"/>
                  </a:srgbClr>
                </a:gs>
                <a:gs pos="42857">
                  <a:srgbClr val="9F9E9F">
                    <a:alpha val="5957"/>
                  </a:srgbClr>
                </a:gs>
                <a:gs pos="57143">
                  <a:srgbClr val="9F9E9F">
                    <a:alpha val="3346"/>
                  </a:srgbClr>
                </a:gs>
                <a:gs pos="71429">
                  <a:srgbClr val="9F9E9F">
                    <a:alpha val="1580"/>
                  </a:srgbClr>
                </a:gs>
                <a:gs pos="85714">
                  <a:srgbClr val="9F9E9F">
                    <a:alpha val="628"/>
                  </a:srgbClr>
                </a:gs>
                <a:gs pos="100000">
                  <a:srgbClr val="9F9E9F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4111491">
              <a:off x="843236" y="338418"/>
              <a:ext cx="210325" cy="66945"/>
            </a:xfrm>
            <a:prstGeom prst="ellipse">
              <a:avLst/>
            </a:prstGeom>
            <a:gradFill>
              <a:gsLst>
                <a:gs pos="0">
                  <a:srgbClr val="7E7F7D">
                    <a:alpha val="24210"/>
                  </a:srgbClr>
                </a:gs>
                <a:gs pos="14286">
                  <a:srgbClr val="7E7F7D">
                    <a:alpha val="22492"/>
                  </a:srgbClr>
                </a:gs>
                <a:gs pos="28571">
                  <a:srgbClr val="7E7F7D">
                    <a:alpha val="17949"/>
                  </a:srgbClr>
                </a:gs>
                <a:gs pos="42857">
                  <a:srgbClr val="7E7F7D">
                    <a:alpha val="12169"/>
                  </a:srgbClr>
                </a:gs>
                <a:gs pos="57143">
                  <a:srgbClr val="7E7F7D">
                    <a:alpha val="6938"/>
                  </a:srgbClr>
                </a:gs>
                <a:gs pos="71429">
                  <a:srgbClr val="7E7F7D">
                    <a:alpha val="3310"/>
                  </a:srgbClr>
                </a:gs>
                <a:gs pos="85714">
                  <a:srgbClr val="7E7F7D">
                    <a:alpha val="1322"/>
                  </a:srgbClr>
                </a:gs>
                <a:gs pos="100000">
                  <a:srgbClr val="7E7F7D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-9877780">
              <a:off x="971619" y="860407"/>
              <a:ext cx="557186" cy="221404"/>
            </a:xfrm>
            <a:prstGeom prst="ellipse">
              <a:avLst/>
            </a:prstGeom>
            <a:gradFill>
              <a:gsLst>
                <a:gs pos="0">
                  <a:srgbClr val="FEFFFF">
                    <a:alpha val="7201"/>
                  </a:srgbClr>
                </a:gs>
                <a:gs pos="14286">
                  <a:srgbClr val="FEFFFF">
                    <a:alpha val="6639"/>
                  </a:srgbClr>
                </a:gs>
                <a:gs pos="28571">
                  <a:srgbClr val="FEFFFF">
                    <a:alpha val="5194"/>
                  </a:srgbClr>
                </a:gs>
                <a:gs pos="42857">
                  <a:srgbClr val="FEFFFF">
                    <a:alpha val="3438"/>
                  </a:srgbClr>
                </a:gs>
                <a:gs pos="57143">
                  <a:srgbClr val="FEFFFF">
                    <a:alpha val="1920"/>
                  </a:srgbClr>
                </a:gs>
                <a:gs pos="71429">
                  <a:srgbClr val="FEFFFF">
                    <a:alpha val="903"/>
                  </a:srgbClr>
                </a:gs>
                <a:gs pos="85714">
                  <a:srgbClr val="FEFFFF">
                    <a:alpha val="358"/>
                  </a:srgbClr>
                </a:gs>
                <a:gs pos="100000">
                  <a:srgbClr val="FEFFFF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3869102">
              <a:off x="738679" y="1130836"/>
              <a:ext cx="568079" cy="56136"/>
            </a:xfrm>
            <a:prstGeom prst="ellipse">
              <a:avLst/>
            </a:prstGeom>
            <a:gradFill>
              <a:gsLst>
                <a:gs pos="0">
                  <a:srgbClr val="D9DADA">
                    <a:alpha val="5825"/>
                  </a:srgbClr>
                </a:gs>
                <a:gs pos="14286">
                  <a:srgbClr val="D9DADA">
                    <a:alpha val="5367"/>
                  </a:srgbClr>
                </a:gs>
                <a:gs pos="28571">
                  <a:srgbClr val="D9DADA">
                    <a:alpha val="4193"/>
                  </a:srgbClr>
                </a:gs>
                <a:gs pos="42857">
                  <a:srgbClr val="D9DADA">
                    <a:alpha val="2770"/>
                  </a:srgbClr>
                </a:gs>
                <a:gs pos="57143">
                  <a:srgbClr val="D9DADA">
                    <a:alpha val="1545"/>
                  </a:srgbClr>
                </a:gs>
                <a:gs pos="71429">
                  <a:srgbClr val="D9DADA">
                    <a:alpha val="726"/>
                  </a:srgbClr>
                </a:gs>
                <a:gs pos="85714">
                  <a:srgbClr val="D9DADA">
                    <a:alpha val="288"/>
                  </a:srgbClr>
                </a:gs>
                <a:gs pos="100000">
                  <a:srgbClr val="D9DADA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-9574079">
              <a:off x="1111395" y="147580"/>
              <a:ext cx="590107" cy="26033"/>
            </a:xfrm>
            <a:prstGeom prst="ellipse">
              <a:avLst/>
            </a:prstGeom>
            <a:gradFill>
              <a:gsLst>
                <a:gs pos="0">
                  <a:srgbClr val="BCBEBD">
                    <a:alpha val="4520"/>
                  </a:srgbClr>
                </a:gs>
                <a:gs pos="14286">
                  <a:srgbClr val="BCBEBD">
                    <a:alpha val="4163"/>
                  </a:srgbClr>
                </a:gs>
                <a:gs pos="28571">
                  <a:srgbClr val="BCBEBD">
                    <a:alpha val="3247"/>
                  </a:srgbClr>
                </a:gs>
                <a:gs pos="42857">
                  <a:srgbClr val="BCBEBD">
                    <a:alpha val="2142"/>
                  </a:srgbClr>
                </a:gs>
                <a:gs pos="57143">
                  <a:srgbClr val="BCBEBD">
                    <a:alpha val="1193"/>
                  </a:srgbClr>
                </a:gs>
                <a:gs pos="71429">
                  <a:srgbClr val="BCBEBD">
                    <a:alpha val="560"/>
                  </a:srgbClr>
                </a:gs>
                <a:gs pos="85714">
                  <a:srgbClr val="BCBEBD">
                    <a:alpha val="222"/>
                  </a:srgbClr>
                </a:gs>
                <a:gs pos="100000">
                  <a:srgbClr val="BCBEBD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9807757">
              <a:off x="-120929" y="465710"/>
              <a:ext cx="550894" cy="40456"/>
            </a:xfrm>
            <a:prstGeom prst="ellipse">
              <a:avLst/>
            </a:prstGeom>
            <a:gradFill>
              <a:gsLst>
                <a:gs pos="0">
                  <a:srgbClr val="EFEFEF">
                    <a:alpha val="9233"/>
                  </a:srgbClr>
                </a:gs>
                <a:gs pos="14286">
                  <a:srgbClr val="EFEFEF">
                    <a:alpha val="8519"/>
                  </a:srgbClr>
                </a:gs>
                <a:gs pos="28571">
                  <a:srgbClr val="EFEFEF">
                    <a:alpha val="6680"/>
                  </a:srgbClr>
                </a:gs>
                <a:gs pos="42857">
                  <a:srgbClr val="EFEFEF">
                    <a:alpha val="4433"/>
                  </a:srgbClr>
                </a:gs>
                <a:gs pos="57143">
                  <a:srgbClr val="EFEFEF">
                    <a:alpha val="2481"/>
                  </a:srgbClr>
                </a:gs>
                <a:gs pos="71429">
                  <a:srgbClr val="EFEFEF">
                    <a:alpha val="1169"/>
                  </a:srgbClr>
                </a:gs>
                <a:gs pos="85714">
                  <a:srgbClr val="EFEFEF">
                    <a:alpha val="464"/>
                  </a:srgbClr>
                </a:gs>
                <a:gs pos="100000">
                  <a:srgbClr val="EFEFEF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-10435627">
              <a:off x="1985968" y="772186"/>
              <a:ext cx="210020" cy="43975"/>
            </a:xfrm>
            <a:prstGeom prst="ellipse">
              <a:avLst/>
            </a:prstGeom>
            <a:gradFill>
              <a:gsLst>
                <a:gs pos="0">
                  <a:srgbClr val="F7F7F7">
                    <a:alpha val="7265"/>
                  </a:srgbClr>
                </a:gs>
                <a:gs pos="14286">
                  <a:srgbClr val="F7F7F7">
                    <a:alpha val="6698"/>
                  </a:srgbClr>
                </a:gs>
                <a:gs pos="28571">
                  <a:srgbClr val="F7F7F7">
                    <a:alpha val="5241"/>
                  </a:srgbClr>
                </a:gs>
                <a:gs pos="42857">
                  <a:srgbClr val="F7F7F7">
                    <a:alpha val="3469"/>
                  </a:srgbClr>
                </a:gs>
                <a:gs pos="57143">
                  <a:srgbClr val="F7F7F7">
                    <a:alpha val="1937"/>
                  </a:srgbClr>
                </a:gs>
                <a:gs pos="71429">
                  <a:srgbClr val="F7F7F7">
                    <a:alpha val="912"/>
                  </a:srgbClr>
                </a:gs>
                <a:gs pos="85714">
                  <a:srgbClr val="F7F7F7">
                    <a:alpha val="361"/>
                  </a:srgbClr>
                </a:gs>
                <a:gs pos="100000">
                  <a:srgbClr val="F7F7F7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-8200192">
              <a:off x="-207552" y="647353"/>
              <a:ext cx="605224" cy="28774"/>
            </a:xfrm>
            <a:prstGeom prst="ellipse">
              <a:avLst/>
            </a:prstGeom>
            <a:gradFill>
              <a:gsLst>
                <a:gs pos="0">
                  <a:srgbClr val="8E8E8D">
                    <a:alpha val="32968"/>
                  </a:srgbClr>
                </a:gs>
                <a:gs pos="14286">
                  <a:srgbClr val="8E8E8D">
                    <a:alpha val="30764"/>
                  </a:srgbClr>
                </a:gs>
                <a:gs pos="28571">
                  <a:srgbClr val="8E8E8D">
                    <a:alpha val="24833"/>
                  </a:srgbClr>
                </a:gs>
                <a:gs pos="42857">
                  <a:srgbClr val="8E8E8D">
                    <a:alpha val="17075"/>
                  </a:srgbClr>
                </a:gs>
                <a:gs pos="57143">
                  <a:srgbClr val="8E8E8D">
                    <a:alpha val="9855"/>
                  </a:srgbClr>
                </a:gs>
                <a:gs pos="71429">
                  <a:srgbClr val="8E8E8D">
                    <a:alpha val="4740"/>
                  </a:srgbClr>
                </a:gs>
                <a:gs pos="85714">
                  <a:srgbClr val="8E8E8D">
                    <a:alpha val="1902"/>
                  </a:srgbClr>
                </a:gs>
                <a:gs pos="100000">
                  <a:srgbClr val="8E8E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10573570">
              <a:off x="1176805" y="1113967"/>
              <a:ext cx="461468" cy="103586"/>
            </a:xfrm>
            <a:prstGeom prst="ellipse">
              <a:avLst/>
            </a:prstGeom>
            <a:gradFill>
              <a:gsLst>
                <a:gs pos="0">
                  <a:srgbClr val="979798">
                    <a:alpha val="32953"/>
                  </a:srgbClr>
                </a:gs>
                <a:gs pos="14286">
                  <a:srgbClr val="979798">
                    <a:alpha val="30750"/>
                  </a:srgbClr>
                </a:gs>
                <a:gs pos="28571">
                  <a:srgbClr val="979798">
                    <a:alpha val="24821"/>
                  </a:srgbClr>
                </a:gs>
                <a:gs pos="42857">
                  <a:srgbClr val="979798">
                    <a:alpha val="17067"/>
                  </a:srgbClr>
                </a:gs>
                <a:gs pos="57143">
                  <a:srgbClr val="979798">
                    <a:alpha val="9850"/>
                  </a:srgbClr>
                </a:gs>
                <a:gs pos="71429">
                  <a:srgbClr val="979798">
                    <a:alpha val="4738"/>
                  </a:srgbClr>
                </a:gs>
                <a:gs pos="85714">
                  <a:srgbClr val="979798">
                    <a:alpha val="1901"/>
                  </a:srgbClr>
                </a:gs>
                <a:gs pos="100000">
                  <a:srgbClr val="9797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9096960">
              <a:off x="3455025" y="370853"/>
              <a:ext cx="151305" cy="69707"/>
            </a:xfrm>
            <a:prstGeom prst="ellipse">
              <a:avLst/>
            </a:prstGeom>
            <a:gradFill>
              <a:gsLst>
                <a:gs pos="0">
                  <a:srgbClr val="B8B7B7">
                    <a:alpha val="32968"/>
                  </a:srgbClr>
                </a:gs>
                <a:gs pos="14286">
                  <a:srgbClr val="B8B7B7">
                    <a:alpha val="30764"/>
                  </a:srgbClr>
                </a:gs>
                <a:gs pos="28571">
                  <a:srgbClr val="B8B7B7">
                    <a:alpha val="24833"/>
                  </a:srgbClr>
                </a:gs>
                <a:gs pos="42857">
                  <a:srgbClr val="B8B7B7">
                    <a:alpha val="17075"/>
                  </a:srgbClr>
                </a:gs>
                <a:gs pos="57143">
                  <a:srgbClr val="B8B7B7">
                    <a:alpha val="9855"/>
                  </a:srgbClr>
                </a:gs>
                <a:gs pos="71429">
                  <a:srgbClr val="B8B7B7">
                    <a:alpha val="4740"/>
                  </a:srgbClr>
                </a:gs>
                <a:gs pos="85714">
                  <a:srgbClr val="B8B7B7">
                    <a:alpha val="1902"/>
                  </a:srgbClr>
                </a:gs>
                <a:gs pos="100000">
                  <a:srgbClr val="B8B7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9237985">
              <a:off x="1665377" y="35744"/>
              <a:ext cx="414724" cy="30926"/>
            </a:xfrm>
            <a:prstGeom prst="ellipse">
              <a:avLst/>
            </a:prstGeom>
            <a:gradFill>
              <a:gsLst>
                <a:gs pos="0">
                  <a:srgbClr val="E7E8E8">
                    <a:alpha val="3971"/>
                  </a:srgbClr>
                </a:gs>
                <a:gs pos="14286">
                  <a:srgbClr val="E7E8E8">
                    <a:alpha val="3656"/>
                  </a:srgbClr>
                </a:gs>
                <a:gs pos="28571">
                  <a:srgbClr val="E7E8E8">
                    <a:alpha val="2850"/>
                  </a:srgbClr>
                </a:gs>
                <a:gs pos="42857">
                  <a:srgbClr val="E7E8E8">
                    <a:alpha val="1879"/>
                  </a:srgbClr>
                </a:gs>
                <a:gs pos="57143">
                  <a:srgbClr val="E7E8E8">
                    <a:alpha val="1045"/>
                  </a:srgbClr>
                </a:gs>
                <a:gs pos="71429">
                  <a:srgbClr val="E7E8E8">
                    <a:alpha val="491"/>
                  </a:srgbClr>
                </a:gs>
                <a:gs pos="85714">
                  <a:srgbClr val="E7E8E8">
                    <a:alpha val="194"/>
                  </a:srgbClr>
                </a:gs>
                <a:gs pos="100000">
                  <a:srgbClr val="E7E8E8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-9497384">
              <a:off x="1444842" y="829572"/>
              <a:ext cx="651824" cy="64367"/>
            </a:xfrm>
            <a:prstGeom prst="ellipse">
              <a:avLst/>
            </a:prstGeom>
            <a:gradFill>
              <a:gsLst>
                <a:gs pos="0">
                  <a:srgbClr val="BABBBB">
                    <a:alpha val="20305"/>
                  </a:srgbClr>
                </a:gs>
                <a:gs pos="14286">
                  <a:srgbClr val="BABBBB">
                    <a:alpha val="18829"/>
                  </a:srgbClr>
                </a:gs>
                <a:gs pos="28571">
                  <a:srgbClr val="BABBBB">
                    <a:alpha val="14954"/>
                  </a:srgbClr>
                </a:gs>
                <a:gs pos="42857">
                  <a:srgbClr val="BABBBB">
                    <a:alpha val="10079"/>
                  </a:srgbClr>
                </a:gs>
                <a:gs pos="57143">
                  <a:srgbClr val="BABBBB">
                    <a:alpha val="5717"/>
                  </a:srgbClr>
                </a:gs>
                <a:gs pos="71429">
                  <a:srgbClr val="BABBBB">
                    <a:alpha val="2718"/>
                  </a:srgbClr>
                </a:gs>
                <a:gs pos="85714">
                  <a:srgbClr val="BABBBB">
                    <a:alpha val="1084"/>
                  </a:srgbClr>
                </a:gs>
                <a:gs pos="100000">
                  <a:srgbClr val="BABBBB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-10095894">
              <a:off x="2025074" y="1142936"/>
              <a:ext cx="488866" cy="94500"/>
            </a:xfrm>
            <a:prstGeom prst="ellipse">
              <a:avLst/>
            </a:prstGeom>
            <a:gradFill>
              <a:gsLst>
                <a:gs pos="0">
                  <a:srgbClr val="8B8C8B">
                    <a:alpha val="32968"/>
                  </a:srgbClr>
                </a:gs>
                <a:gs pos="14286">
                  <a:srgbClr val="8B8C8B">
                    <a:alpha val="30764"/>
                  </a:srgbClr>
                </a:gs>
                <a:gs pos="28571">
                  <a:srgbClr val="8B8C8B">
                    <a:alpha val="24833"/>
                  </a:srgbClr>
                </a:gs>
                <a:gs pos="42857">
                  <a:srgbClr val="8B8C8B">
                    <a:alpha val="17075"/>
                  </a:srgbClr>
                </a:gs>
                <a:gs pos="57143">
                  <a:srgbClr val="8B8C8B">
                    <a:alpha val="9855"/>
                  </a:srgbClr>
                </a:gs>
                <a:gs pos="71429">
                  <a:srgbClr val="8B8C8B">
                    <a:alpha val="4740"/>
                  </a:srgbClr>
                </a:gs>
                <a:gs pos="85714">
                  <a:srgbClr val="8B8C8B">
                    <a:alpha val="1902"/>
                  </a:srgbClr>
                </a:gs>
                <a:gs pos="100000">
                  <a:srgbClr val="8B8C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9287723">
              <a:off x="299761" y="528813"/>
              <a:ext cx="412069" cy="45258"/>
            </a:xfrm>
            <a:prstGeom prst="ellipse">
              <a:avLst/>
            </a:prstGeom>
            <a:gradFill>
              <a:gsLst>
                <a:gs pos="0">
                  <a:srgbClr val="A8A8A7">
                    <a:alpha val="32968"/>
                  </a:srgbClr>
                </a:gs>
                <a:gs pos="14286">
                  <a:srgbClr val="A8A8A7">
                    <a:alpha val="30764"/>
                  </a:srgbClr>
                </a:gs>
                <a:gs pos="28571">
                  <a:srgbClr val="A8A8A7">
                    <a:alpha val="24833"/>
                  </a:srgbClr>
                </a:gs>
                <a:gs pos="42857">
                  <a:srgbClr val="A8A8A7">
                    <a:alpha val="17075"/>
                  </a:srgbClr>
                </a:gs>
                <a:gs pos="57143">
                  <a:srgbClr val="A8A8A7">
                    <a:alpha val="9855"/>
                  </a:srgbClr>
                </a:gs>
                <a:gs pos="71429">
                  <a:srgbClr val="A8A8A7">
                    <a:alpha val="4740"/>
                  </a:srgbClr>
                </a:gs>
                <a:gs pos="85714">
                  <a:srgbClr val="A8A8A7">
                    <a:alpha val="1902"/>
                  </a:srgbClr>
                </a:gs>
                <a:gs pos="100000">
                  <a:srgbClr val="A8A8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10335979">
              <a:off x="924765" y="732184"/>
              <a:ext cx="522945" cy="37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4482460">
              <a:off x="3012602" y="858247"/>
              <a:ext cx="213078" cy="129026"/>
            </a:xfrm>
            <a:prstGeom prst="ellipse">
              <a:avLst/>
            </a:prstGeom>
            <a:gradFill>
              <a:gsLst>
                <a:gs pos="0">
                  <a:srgbClr val="909091">
                    <a:alpha val="32968"/>
                  </a:srgbClr>
                </a:gs>
                <a:gs pos="14286">
                  <a:srgbClr val="909091">
                    <a:alpha val="30764"/>
                  </a:srgbClr>
                </a:gs>
                <a:gs pos="28571">
                  <a:srgbClr val="909091">
                    <a:alpha val="24833"/>
                  </a:srgbClr>
                </a:gs>
                <a:gs pos="42857">
                  <a:srgbClr val="909091">
                    <a:alpha val="17075"/>
                  </a:srgbClr>
                </a:gs>
                <a:gs pos="57143">
                  <a:srgbClr val="909091">
                    <a:alpha val="9855"/>
                  </a:srgbClr>
                </a:gs>
                <a:gs pos="71429">
                  <a:srgbClr val="909091">
                    <a:alpha val="4740"/>
                  </a:srgbClr>
                </a:gs>
                <a:gs pos="85714">
                  <a:srgbClr val="909091">
                    <a:alpha val="1902"/>
                  </a:srgbClr>
                </a:gs>
                <a:gs pos="100000">
                  <a:srgbClr val="9090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9575594">
              <a:off x="199614" y="685307"/>
              <a:ext cx="487479" cy="91216"/>
            </a:xfrm>
            <a:prstGeom prst="ellipse">
              <a:avLst/>
            </a:prstGeom>
            <a:gradFill>
              <a:gsLst>
                <a:gs pos="0">
                  <a:srgbClr val="7E7E7F">
                    <a:alpha val="32968"/>
                  </a:srgbClr>
                </a:gs>
                <a:gs pos="14286">
                  <a:srgbClr val="7E7E7F">
                    <a:alpha val="30764"/>
                  </a:srgbClr>
                </a:gs>
                <a:gs pos="28571">
                  <a:srgbClr val="7E7E7F">
                    <a:alpha val="24833"/>
                  </a:srgbClr>
                </a:gs>
                <a:gs pos="42857">
                  <a:srgbClr val="7E7E7F">
                    <a:alpha val="17075"/>
                  </a:srgbClr>
                </a:gs>
                <a:gs pos="57143">
                  <a:srgbClr val="7E7E7F">
                    <a:alpha val="9855"/>
                  </a:srgbClr>
                </a:gs>
                <a:gs pos="71429">
                  <a:srgbClr val="7E7E7F">
                    <a:alpha val="4740"/>
                  </a:srgbClr>
                </a:gs>
                <a:gs pos="85714">
                  <a:srgbClr val="7E7E7F">
                    <a:alpha val="1902"/>
                  </a:srgbClr>
                </a:gs>
                <a:gs pos="100000">
                  <a:srgbClr val="7E7E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2721149">
              <a:off x="-206948" y="650035"/>
              <a:ext cx="582716" cy="59869"/>
            </a:xfrm>
            <a:prstGeom prst="ellipse">
              <a:avLst/>
            </a:prstGeom>
            <a:gradFill>
              <a:gsLst>
                <a:gs pos="0">
                  <a:srgbClr val="8E8E8E">
                    <a:alpha val="32968"/>
                  </a:srgbClr>
                </a:gs>
                <a:gs pos="14286">
                  <a:srgbClr val="8E8E8E">
                    <a:alpha val="30764"/>
                  </a:srgbClr>
                </a:gs>
                <a:gs pos="28571">
                  <a:srgbClr val="8E8E8E">
                    <a:alpha val="24833"/>
                  </a:srgbClr>
                </a:gs>
                <a:gs pos="42857">
                  <a:srgbClr val="8E8E8E">
                    <a:alpha val="17075"/>
                  </a:srgbClr>
                </a:gs>
                <a:gs pos="57143">
                  <a:srgbClr val="8E8E8E">
                    <a:alpha val="9855"/>
                  </a:srgbClr>
                </a:gs>
                <a:gs pos="71429">
                  <a:srgbClr val="8E8E8E">
                    <a:alpha val="4740"/>
                  </a:srgbClr>
                </a:gs>
                <a:gs pos="85714">
                  <a:srgbClr val="8E8E8E">
                    <a:alpha val="1902"/>
                  </a:srgbClr>
                </a:gs>
                <a:gs pos="100000">
                  <a:srgbClr val="8E8E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9612705">
              <a:off x="701001" y="1220717"/>
              <a:ext cx="580249" cy="128777"/>
            </a:xfrm>
            <a:prstGeom prst="ellipse">
              <a:avLst/>
            </a:prstGeom>
            <a:gradFill>
              <a:gsLst>
                <a:gs pos="0">
                  <a:srgbClr val="FFFFFF">
                    <a:alpha val="3741"/>
                  </a:srgbClr>
                </a:gs>
                <a:gs pos="14286">
                  <a:srgbClr val="FFFFFF">
                    <a:alpha val="3444"/>
                  </a:srgbClr>
                </a:gs>
                <a:gs pos="28571">
                  <a:srgbClr val="FFFFFF">
                    <a:alpha val="2684"/>
                  </a:srgbClr>
                </a:gs>
                <a:gs pos="42857">
                  <a:srgbClr val="FFFFFF">
                    <a:alpha val="1769"/>
                  </a:srgbClr>
                </a:gs>
                <a:gs pos="57143">
                  <a:srgbClr val="FFFFFF">
                    <a:alpha val="984"/>
                  </a:srgbClr>
                </a:gs>
                <a:gs pos="71429">
                  <a:srgbClr val="FFFFFF">
                    <a:alpha val="462"/>
                  </a:srgbClr>
                </a:gs>
                <a:gs pos="85714">
                  <a:srgbClr val="FFFFFF">
                    <a:alpha val="183"/>
                  </a:srgbClr>
                </a:gs>
                <a:gs pos="100000">
                  <a:srgbClr val="FFFFFF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9751972">
              <a:off x="969529" y="314104"/>
              <a:ext cx="471180" cy="45329"/>
            </a:xfrm>
            <a:prstGeom prst="ellipse">
              <a:avLst/>
            </a:prstGeom>
            <a:gradFill>
              <a:gsLst>
                <a:gs pos="0">
                  <a:srgbClr val="A2A1A2">
                    <a:alpha val="32968"/>
                  </a:srgbClr>
                </a:gs>
                <a:gs pos="14286">
                  <a:srgbClr val="A2A1A2">
                    <a:alpha val="30764"/>
                  </a:srgbClr>
                </a:gs>
                <a:gs pos="28571">
                  <a:srgbClr val="A2A1A2">
                    <a:alpha val="24833"/>
                  </a:srgbClr>
                </a:gs>
                <a:gs pos="42857">
                  <a:srgbClr val="A2A1A2">
                    <a:alpha val="17075"/>
                  </a:srgbClr>
                </a:gs>
                <a:gs pos="57143">
                  <a:srgbClr val="A2A1A2">
                    <a:alpha val="9855"/>
                  </a:srgbClr>
                </a:gs>
                <a:gs pos="71429">
                  <a:srgbClr val="A2A1A2">
                    <a:alpha val="4740"/>
                  </a:srgbClr>
                </a:gs>
                <a:gs pos="85714">
                  <a:srgbClr val="A2A1A2">
                    <a:alpha val="1902"/>
                  </a:srgbClr>
                </a:gs>
                <a:gs pos="100000">
                  <a:srgbClr val="A2A1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9822068">
              <a:off x="1033213" y="1044721"/>
              <a:ext cx="635212" cy="52427"/>
            </a:xfrm>
            <a:prstGeom prst="ellipse">
              <a:avLst/>
            </a:prstGeom>
            <a:gradFill>
              <a:gsLst>
                <a:gs pos="0">
                  <a:srgbClr val="B0B0B0">
                    <a:alpha val="31987"/>
                  </a:srgbClr>
                </a:gs>
                <a:gs pos="14286">
                  <a:srgbClr val="B0B0B0">
                    <a:alpha val="29833"/>
                  </a:srgbClr>
                </a:gs>
                <a:gs pos="28571">
                  <a:srgbClr val="B0B0B0">
                    <a:alpha val="24049"/>
                  </a:srgbClr>
                </a:gs>
                <a:gs pos="42857">
                  <a:srgbClr val="B0B0B0">
                    <a:alpha val="16509"/>
                  </a:srgbClr>
                </a:gs>
                <a:gs pos="57143">
                  <a:srgbClr val="B0B0B0">
                    <a:alpha val="9514"/>
                  </a:srgbClr>
                </a:gs>
                <a:gs pos="71429">
                  <a:srgbClr val="B0B0B0">
                    <a:alpha val="4572"/>
                  </a:srgbClr>
                </a:gs>
                <a:gs pos="85714">
                  <a:srgbClr val="B0B0B0">
                    <a:alpha val="1834"/>
                  </a:srgbClr>
                </a:gs>
                <a:gs pos="100000">
                  <a:srgbClr val="B0B0B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9857063">
              <a:off x="2308062" y="148810"/>
              <a:ext cx="452251" cy="31443"/>
            </a:xfrm>
            <a:prstGeom prst="ellipse">
              <a:avLst/>
            </a:prstGeom>
            <a:gradFill>
              <a:gsLst>
                <a:gs pos="0">
                  <a:srgbClr val="474646">
                    <a:alpha val="32933"/>
                  </a:srgbClr>
                </a:gs>
                <a:gs pos="14286">
                  <a:srgbClr val="474646">
                    <a:alpha val="30730"/>
                  </a:srgbClr>
                </a:gs>
                <a:gs pos="28571">
                  <a:srgbClr val="474646">
                    <a:alpha val="24805"/>
                  </a:srgbClr>
                </a:gs>
                <a:gs pos="42857">
                  <a:srgbClr val="474646">
                    <a:alpha val="17055"/>
                  </a:srgbClr>
                </a:gs>
                <a:gs pos="57143">
                  <a:srgbClr val="474646">
                    <a:alpha val="9842"/>
                  </a:srgbClr>
                </a:gs>
                <a:gs pos="71429">
                  <a:srgbClr val="474646">
                    <a:alpha val="4734"/>
                  </a:srgbClr>
                </a:gs>
                <a:gs pos="85714">
                  <a:srgbClr val="474646">
                    <a:alpha val="1900"/>
                  </a:srgbClr>
                </a:gs>
                <a:gs pos="100000">
                  <a:srgbClr val="4746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8945066">
              <a:off x="1932588" y="1279020"/>
              <a:ext cx="547943" cy="55680"/>
            </a:xfrm>
            <a:prstGeom prst="ellipse">
              <a:avLst/>
            </a:prstGeom>
            <a:gradFill>
              <a:gsLst>
                <a:gs pos="0">
                  <a:srgbClr val="969596">
                    <a:alpha val="25818"/>
                  </a:srgbClr>
                </a:gs>
                <a:gs pos="14286">
                  <a:srgbClr val="969596">
                    <a:alpha val="24005"/>
                  </a:srgbClr>
                </a:gs>
                <a:gs pos="28571">
                  <a:srgbClr val="969596">
                    <a:alpha val="19195"/>
                  </a:srgbClr>
                </a:gs>
                <a:gs pos="42857">
                  <a:srgbClr val="969596">
                    <a:alpha val="13047"/>
                  </a:srgbClr>
                </a:gs>
                <a:gs pos="57143">
                  <a:srgbClr val="969596">
                    <a:alpha val="7454"/>
                  </a:srgbClr>
                </a:gs>
                <a:gs pos="71429">
                  <a:srgbClr val="969596">
                    <a:alpha val="3561"/>
                  </a:srgbClr>
                </a:gs>
                <a:gs pos="85714">
                  <a:srgbClr val="969596">
                    <a:alpha val="1424"/>
                  </a:srgbClr>
                </a:gs>
                <a:gs pos="100000">
                  <a:srgbClr val="969596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9995426">
              <a:off x="1120468" y="1069578"/>
              <a:ext cx="567802" cy="412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3399639">
              <a:off x="3481809" y="927150"/>
              <a:ext cx="332531" cy="123098"/>
            </a:xfrm>
            <a:prstGeom prst="ellipse">
              <a:avLst/>
            </a:prstGeom>
            <a:gradFill>
              <a:gsLst>
                <a:gs pos="0">
                  <a:srgbClr val="FFFFFF">
                    <a:alpha val="4116"/>
                  </a:srgbClr>
                </a:gs>
                <a:gs pos="14286">
                  <a:srgbClr val="FFFFFF">
                    <a:alpha val="3790"/>
                  </a:srgbClr>
                </a:gs>
                <a:gs pos="28571">
                  <a:srgbClr val="FFFFFF">
                    <a:alpha val="2955"/>
                  </a:srgbClr>
                </a:gs>
                <a:gs pos="42857">
                  <a:srgbClr val="FFFFFF">
                    <a:alpha val="1948"/>
                  </a:srgbClr>
                </a:gs>
                <a:gs pos="57143">
                  <a:srgbClr val="FFFFFF">
                    <a:alpha val="1084"/>
                  </a:srgbClr>
                </a:gs>
                <a:gs pos="71429">
                  <a:srgbClr val="FFFFFF">
                    <a:alpha val="509"/>
                  </a:srgbClr>
                </a:gs>
                <a:gs pos="85714">
                  <a:srgbClr val="FFFFFF">
                    <a:alpha val="202"/>
                  </a:srgbClr>
                </a:gs>
                <a:gs pos="100000">
                  <a:srgbClr val="FFFFFF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10159134">
              <a:off x="-20802" y="44893"/>
              <a:ext cx="373974" cy="154773"/>
            </a:xfrm>
            <a:prstGeom prst="ellipse">
              <a:avLst/>
            </a:prstGeom>
            <a:gradFill>
              <a:gsLst>
                <a:gs pos="0">
                  <a:srgbClr val="1E181A">
                    <a:alpha val="26731"/>
                  </a:srgbClr>
                </a:gs>
                <a:gs pos="14286">
                  <a:srgbClr val="1E181A">
                    <a:alpha val="24864"/>
                  </a:srgbClr>
                </a:gs>
                <a:gs pos="28571">
                  <a:srgbClr val="1E181A">
                    <a:alpha val="19906"/>
                  </a:srgbClr>
                </a:gs>
                <a:gs pos="42857">
                  <a:srgbClr val="1E181A">
                    <a:alpha val="13549"/>
                  </a:srgbClr>
                </a:gs>
                <a:gs pos="57143">
                  <a:srgbClr val="1E181A">
                    <a:alpha val="7750"/>
                  </a:srgbClr>
                </a:gs>
                <a:gs pos="71429">
                  <a:srgbClr val="1E181A">
                    <a:alpha val="3706"/>
                  </a:srgbClr>
                </a:gs>
                <a:gs pos="85714">
                  <a:srgbClr val="1E181A">
                    <a:alpha val="1482"/>
                  </a:srgbClr>
                </a:gs>
                <a:gs pos="100000">
                  <a:srgbClr val="1E181A">
                    <a:alpha val="4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-9608812">
              <a:off x="466775" y="748202"/>
              <a:ext cx="280989" cy="55501"/>
            </a:xfrm>
            <a:prstGeom prst="ellipse">
              <a:avLst/>
            </a:prstGeom>
            <a:gradFill>
              <a:gsLst>
                <a:gs pos="0">
                  <a:srgbClr val="CFCFCF">
                    <a:alpha val="26229"/>
                  </a:srgbClr>
                </a:gs>
                <a:gs pos="14286">
                  <a:srgbClr val="CFCFCF">
                    <a:alpha val="24392"/>
                  </a:srgbClr>
                </a:gs>
                <a:gs pos="28571">
                  <a:srgbClr val="CFCFCF">
                    <a:alpha val="19515"/>
                  </a:srgbClr>
                </a:gs>
                <a:gs pos="42857">
                  <a:srgbClr val="CFCFCF">
                    <a:alpha val="13272"/>
                  </a:srgbClr>
                </a:gs>
                <a:gs pos="57143">
                  <a:srgbClr val="CFCFCF">
                    <a:alpha val="7587"/>
                  </a:srgbClr>
                </a:gs>
                <a:gs pos="71429">
                  <a:srgbClr val="CFCFCF">
                    <a:alpha val="3626"/>
                  </a:srgbClr>
                </a:gs>
                <a:gs pos="85714">
                  <a:srgbClr val="CFCFCF">
                    <a:alpha val="1450"/>
                  </a:srgbClr>
                </a:gs>
                <a:gs pos="100000">
                  <a:srgbClr val="CFCFCF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-9370739">
              <a:off x="358467" y="750482"/>
              <a:ext cx="508348" cy="56773"/>
            </a:xfrm>
            <a:prstGeom prst="ellipse">
              <a:avLst/>
            </a:prstGeom>
            <a:gradFill>
              <a:gsLst>
                <a:gs pos="0">
                  <a:srgbClr val="444343">
                    <a:alpha val="17244"/>
                  </a:srgbClr>
                </a:gs>
                <a:gs pos="14286">
                  <a:srgbClr val="444343">
                    <a:alpha val="15967"/>
                  </a:srgbClr>
                </a:gs>
                <a:gs pos="28571">
                  <a:srgbClr val="444343">
                    <a:alpha val="12635"/>
                  </a:srgbClr>
                </a:gs>
                <a:gs pos="42857">
                  <a:srgbClr val="444343">
                    <a:alpha val="8479"/>
                  </a:srgbClr>
                </a:gs>
                <a:gs pos="57143">
                  <a:srgbClr val="444343">
                    <a:alpha val="4791"/>
                  </a:srgbClr>
                </a:gs>
                <a:gs pos="71429">
                  <a:srgbClr val="444343">
                    <a:alpha val="2272"/>
                  </a:srgbClr>
                </a:gs>
                <a:gs pos="85714">
                  <a:srgbClr val="444343">
                    <a:alpha val="905"/>
                  </a:srgbClr>
                </a:gs>
                <a:gs pos="100000">
                  <a:srgbClr val="444343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-8482507">
              <a:off x="2719134" y="713322"/>
              <a:ext cx="330096" cy="35177"/>
            </a:xfrm>
            <a:prstGeom prst="ellipse">
              <a:avLst/>
            </a:prstGeom>
            <a:gradFill>
              <a:gsLst>
                <a:gs pos="0">
                  <a:srgbClr val="959494">
                    <a:alpha val="24164"/>
                  </a:srgbClr>
                </a:gs>
                <a:gs pos="14286">
                  <a:srgbClr val="959494">
                    <a:alpha val="22449"/>
                  </a:srgbClr>
                </a:gs>
                <a:gs pos="28571">
                  <a:srgbClr val="959494">
                    <a:alpha val="17913"/>
                  </a:srgbClr>
                </a:gs>
                <a:gs pos="42857">
                  <a:srgbClr val="959494">
                    <a:alpha val="12144"/>
                  </a:srgbClr>
                </a:gs>
                <a:gs pos="57143">
                  <a:srgbClr val="959494">
                    <a:alpha val="6923"/>
                  </a:srgbClr>
                </a:gs>
                <a:gs pos="71429">
                  <a:srgbClr val="959494">
                    <a:alpha val="3302"/>
                  </a:srgbClr>
                </a:gs>
                <a:gs pos="85714">
                  <a:srgbClr val="959494">
                    <a:alpha val="1319"/>
                  </a:srgbClr>
                </a:gs>
                <a:gs pos="100000">
                  <a:srgbClr val="959494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9255380">
              <a:off x="-152538" y="788481"/>
              <a:ext cx="558280" cy="79887"/>
            </a:xfrm>
            <a:prstGeom prst="ellipse">
              <a:avLst/>
            </a:prstGeom>
            <a:gradFill>
              <a:gsLst>
                <a:gs pos="0">
                  <a:srgbClr val="A7A6A7">
                    <a:alpha val="5543"/>
                  </a:srgbClr>
                </a:gs>
                <a:gs pos="14286">
                  <a:srgbClr val="A7A6A7">
                    <a:alpha val="5107"/>
                  </a:srgbClr>
                </a:gs>
                <a:gs pos="28571">
                  <a:srgbClr val="A7A6A7">
                    <a:alpha val="3988"/>
                  </a:srgbClr>
                </a:gs>
                <a:gs pos="42857">
                  <a:srgbClr val="A7A6A7">
                    <a:alpha val="2634"/>
                  </a:srgbClr>
                </a:gs>
                <a:gs pos="57143">
                  <a:srgbClr val="A7A6A7">
                    <a:alpha val="1468"/>
                  </a:srgbClr>
                </a:gs>
                <a:gs pos="71429">
                  <a:srgbClr val="A7A6A7">
                    <a:alpha val="690"/>
                  </a:srgbClr>
                </a:gs>
                <a:gs pos="85714">
                  <a:srgbClr val="A7A6A7">
                    <a:alpha val="273"/>
                  </a:srgbClr>
                </a:gs>
                <a:gs pos="100000">
                  <a:srgbClr val="A7A6A7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9901105">
              <a:off x="2392389" y="837191"/>
              <a:ext cx="363194" cy="49020"/>
            </a:xfrm>
            <a:prstGeom prst="ellipse">
              <a:avLst/>
            </a:prstGeom>
            <a:gradFill>
              <a:gsLst>
                <a:gs pos="0">
                  <a:srgbClr val="FEFEFE">
                    <a:alpha val="17908"/>
                  </a:srgbClr>
                </a:gs>
                <a:gs pos="14286">
                  <a:srgbClr val="FEFEFE">
                    <a:alpha val="16587"/>
                  </a:srgbClr>
                </a:gs>
                <a:gs pos="28571">
                  <a:srgbClr val="FEFEFE">
                    <a:alpha val="13135"/>
                  </a:srgbClr>
                </a:gs>
                <a:gs pos="42857">
                  <a:srgbClr val="FEFEFE">
                    <a:alpha val="8823"/>
                  </a:srgbClr>
                </a:gs>
                <a:gs pos="57143">
                  <a:srgbClr val="FEFEFE">
                    <a:alpha val="4989"/>
                  </a:srgbClr>
                </a:gs>
                <a:gs pos="71429">
                  <a:srgbClr val="FEFEFE">
                    <a:alpha val="2367"/>
                  </a:srgbClr>
                </a:gs>
                <a:gs pos="85714">
                  <a:srgbClr val="FEFEFE">
                    <a:alpha val="943"/>
                  </a:srgbClr>
                </a:gs>
                <a:gs pos="100000">
                  <a:srgbClr val="FEFEFE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9894825">
              <a:off x="656852" y="797388"/>
              <a:ext cx="614259" cy="402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10083568">
              <a:off x="1121098" y="1114579"/>
              <a:ext cx="554318" cy="45682"/>
            </a:xfrm>
            <a:prstGeom prst="ellipse">
              <a:avLst/>
            </a:prstGeom>
            <a:gradFill>
              <a:gsLst>
                <a:gs pos="0">
                  <a:srgbClr val="888A89">
                    <a:alpha val="27694"/>
                  </a:srgbClr>
                </a:gs>
                <a:gs pos="14286">
                  <a:srgbClr val="888A89">
                    <a:alpha val="25772"/>
                  </a:srgbClr>
                </a:gs>
                <a:gs pos="28571">
                  <a:srgbClr val="888A89">
                    <a:alpha val="20658"/>
                  </a:srgbClr>
                </a:gs>
                <a:gs pos="42857">
                  <a:srgbClr val="888A89">
                    <a:alpha val="14083"/>
                  </a:srgbClr>
                </a:gs>
                <a:gs pos="57143">
                  <a:srgbClr val="888A89">
                    <a:alpha val="8066"/>
                  </a:srgbClr>
                </a:gs>
                <a:gs pos="71429">
                  <a:srgbClr val="888A89">
                    <a:alpha val="3860"/>
                  </a:srgbClr>
                </a:gs>
                <a:gs pos="85714">
                  <a:srgbClr val="888A89">
                    <a:alpha val="1545"/>
                  </a:srgbClr>
                </a:gs>
                <a:gs pos="100000">
                  <a:srgbClr val="888A89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-9347263">
              <a:off x="630598" y="691638"/>
              <a:ext cx="283765" cy="443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9516861">
              <a:off x="1384812" y="567535"/>
              <a:ext cx="312958" cy="40124"/>
            </a:xfrm>
            <a:prstGeom prst="ellipse">
              <a:avLst/>
            </a:prstGeom>
            <a:gradFill>
              <a:gsLst>
                <a:gs pos="0">
                  <a:srgbClr val="B2B1B1">
                    <a:alpha val="32968"/>
                  </a:srgbClr>
                </a:gs>
                <a:gs pos="14286">
                  <a:srgbClr val="B2B1B1">
                    <a:alpha val="30764"/>
                  </a:srgbClr>
                </a:gs>
                <a:gs pos="28571">
                  <a:srgbClr val="B2B1B1">
                    <a:alpha val="24833"/>
                  </a:srgbClr>
                </a:gs>
                <a:gs pos="42857">
                  <a:srgbClr val="B2B1B1">
                    <a:alpha val="17075"/>
                  </a:srgbClr>
                </a:gs>
                <a:gs pos="57143">
                  <a:srgbClr val="B2B1B1">
                    <a:alpha val="9855"/>
                  </a:srgbClr>
                </a:gs>
                <a:gs pos="71429">
                  <a:srgbClr val="B2B1B1">
                    <a:alpha val="4740"/>
                  </a:srgbClr>
                </a:gs>
                <a:gs pos="85714">
                  <a:srgbClr val="B2B1B1">
                    <a:alpha val="1902"/>
                  </a:srgbClr>
                </a:gs>
                <a:gs pos="100000">
                  <a:srgbClr val="B2B1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10735669">
              <a:off x="488080" y="910476"/>
              <a:ext cx="396515" cy="176588"/>
            </a:xfrm>
            <a:prstGeom prst="ellipse">
              <a:avLst/>
            </a:prstGeom>
            <a:gradFill>
              <a:gsLst>
                <a:gs pos="0">
                  <a:srgbClr val="6F6F6F">
                    <a:alpha val="30648"/>
                  </a:srgbClr>
                </a:gs>
                <a:gs pos="14286">
                  <a:srgbClr val="6F6F6F">
                    <a:alpha val="28564"/>
                  </a:srgbClr>
                </a:gs>
                <a:gs pos="28571">
                  <a:srgbClr val="6F6F6F">
                    <a:alpha val="22985"/>
                  </a:srgbClr>
                </a:gs>
                <a:gs pos="42857">
                  <a:srgbClr val="6F6F6F">
                    <a:alpha val="15744"/>
                  </a:srgbClr>
                </a:gs>
                <a:gs pos="57143">
                  <a:srgbClr val="6F6F6F">
                    <a:alpha val="9056"/>
                  </a:srgbClr>
                </a:gs>
                <a:gs pos="71429">
                  <a:srgbClr val="6F6F6F">
                    <a:alpha val="4346"/>
                  </a:srgbClr>
                </a:gs>
                <a:gs pos="85714">
                  <a:srgbClr val="6F6F6F">
                    <a:alpha val="1742"/>
                  </a:srgbClr>
                </a:gs>
                <a:gs pos="100000">
                  <a:srgbClr val="6F6F6F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4021097">
              <a:off x="2623360" y="685791"/>
              <a:ext cx="309289" cy="179613"/>
            </a:xfrm>
            <a:prstGeom prst="ellipse">
              <a:avLst/>
            </a:prstGeom>
            <a:gradFill>
              <a:gsLst>
                <a:gs pos="0">
                  <a:srgbClr val="A0A0A1">
                    <a:alpha val="21702"/>
                  </a:srgbClr>
                </a:gs>
                <a:gs pos="14286">
                  <a:srgbClr val="A0A0A1">
                    <a:alpha val="20137"/>
                  </a:srgbClr>
                </a:gs>
                <a:gs pos="28571">
                  <a:srgbClr val="A0A0A1">
                    <a:alpha val="16020"/>
                  </a:srgbClr>
                </a:gs>
                <a:gs pos="42857">
                  <a:srgbClr val="A0A0A1">
                    <a:alpha val="10820"/>
                  </a:srgbClr>
                </a:gs>
                <a:gs pos="57143">
                  <a:srgbClr val="A0A0A1">
                    <a:alpha val="6148"/>
                  </a:srgbClr>
                </a:gs>
                <a:gs pos="71429">
                  <a:srgbClr val="A0A0A1">
                    <a:alpha val="2927"/>
                  </a:srgbClr>
                </a:gs>
                <a:gs pos="85714">
                  <a:srgbClr val="A0A0A1">
                    <a:alpha val="1168"/>
                  </a:srgbClr>
                </a:gs>
                <a:gs pos="100000">
                  <a:srgbClr val="A0A0A1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9433852">
              <a:off x="1123527" y="85201"/>
              <a:ext cx="240226" cy="34142"/>
            </a:xfrm>
            <a:prstGeom prst="ellipse">
              <a:avLst/>
            </a:prstGeom>
            <a:gradFill>
              <a:gsLst>
                <a:gs pos="0">
                  <a:srgbClr val="A4A4A4">
                    <a:alpha val="32968"/>
                  </a:srgbClr>
                </a:gs>
                <a:gs pos="14286">
                  <a:srgbClr val="A4A4A4">
                    <a:alpha val="30764"/>
                  </a:srgbClr>
                </a:gs>
                <a:gs pos="28571">
                  <a:srgbClr val="A4A4A4">
                    <a:alpha val="24833"/>
                  </a:srgbClr>
                </a:gs>
                <a:gs pos="42857">
                  <a:srgbClr val="A4A4A4">
                    <a:alpha val="17075"/>
                  </a:srgbClr>
                </a:gs>
                <a:gs pos="57143">
                  <a:srgbClr val="A4A4A4">
                    <a:alpha val="9855"/>
                  </a:srgbClr>
                </a:gs>
                <a:gs pos="71429">
                  <a:srgbClr val="A4A4A4">
                    <a:alpha val="4740"/>
                  </a:srgbClr>
                </a:gs>
                <a:gs pos="85714">
                  <a:srgbClr val="A4A4A4">
                    <a:alpha val="1902"/>
                  </a:srgbClr>
                </a:gs>
                <a:gs pos="100000">
                  <a:srgbClr val="A4A4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9711250">
              <a:off x="899982" y="1148335"/>
              <a:ext cx="611856" cy="45855"/>
            </a:xfrm>
            <a:prstGeom prst="ellipse">
              <a:avLst/>
            </a:prstGeom>
            <a:gradFill>
              <a:gsLst>
                <a:gs pos="0">
                  <a:srgbClr val="A6A5A4">
                    <a:alpha val="32968"/>
                  </a:srgbClr>
                </a:gs>
                <a:gs pos="14286">
                  <a:srgbClr val="A6A5A4">
                    <a:alpha val="30764"/>
                  </a:srgbClr>
                </a:gs>
                <a:gs pos="28571">
                  <a:srgbClr val="A6A5A4">
                    <a:alpha val="24833"/>
                  </a:srgbClr>
                </a:gs>
                <a:gs pos="42857">
                  <a:srgbClr val="A6A5A4">
                    <a:alpha val="17075"/>
                  </a:srgbClr>
                </a:gs>
                <a:gs pos="57143">
                  <a:srgbClr val="A6A5A4">
                    <a:alpha val="9855"/>
                  </a:srgbClr>
                </a:gs>
                <a:gs pos="71429">
                  <a:srgbClr val="A6A5A4">
                    <a:alpha val="4740"/>
                  </a:srgbClr>
                </a:gs>
                <a:gs pos="85714">
                  <a:srgbClr val="A6A5A4">
                    <a:alpha val="1902"/>
                  </a:srgbClr>
                </a:gs>
                <a:gs pos="100000">
                  <a:srgbClr val="A6A5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-10727698">
              <a:off x="-202046" y="184073"/>
              <a:ext cx="601330" cy="107956"/>
            </a:xfrm>
            <a:prstGeom prst="ellipse">
              <a:avLst/>
            </a:prstGeom>
            <a:gradFill>
              <a:gsLst>
                <a:gs pos="0">
                  <a:srgbClr val="313534">
                    <a:alpha val="9563"/>
                  </a:srgbClr>
                </a:gs>
                <a:gs pos="14286">
                  <a:srgbClr val="313534">
                    <a:alpha val="8825"/>
                  </a:srgbClr>
                </a:gs>
                <a:gs pos="28571">
                  <a:srgbClr val="313534">
                    <a:alpha val="6922"/>
                  </a:srgbClr>
                </a:gs>
                <a:gs pos="42857">
                  <a:srgbClr val="313534">
                    <a:alpha val="4596"/>
                  </a:srgbClr>
                </a:gs>
                <a:gs pos="57143">
                  <a:srgbClr val="313534">
                    <a:alpha val="2573"/>
                  </a:srgbClr>
                </a:gs>
                <a:gs pos="71429">
                  <a:srgbClr val="313534">
                    <a:alpha val="1213"/>
                  </a:srgbClr>
                </a:gs>
                <a:gs pos="85714">
                  <a:srgbClr val="313534">
                    <a:alpha val="481"/>
                  </a:srgbClr>
                </a:gs>
                <a:gs pos="100000">
                  <a:srgbClr val="313534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8130579">
              <a:off x="881392" y="50416"/>
              <a:ext cx="312447" cy="78790"/>
            </a:xfrm>
            <a:prstGeom prst="ellipse">
              <a:avLst/>
            </a:prstGeom>
            <a:gradFill>
              <a:gsLst>
                <a:gs pos="0">
                  <a:srgbClr val="8C8B8C">
                    <a:alpha val="30667"/>
                  </a:srgbClr>
                </a:gs>
                <a:gs pos="14286">
                  <a:srgbClr val="8C8B8C">
                    <a:alpha val="28582"/>
                  </a:srgbClr>
                </a:gs>
                <a:gs pos="28571">
                  <a:srgbClr val="8C8B8C">
                    <a:alpha val="23000"/>
                  </a:srgbClr>
                </a:gs>
                <a:gs pos="42857">
                  <a:srgbClr val="8C8B8C">
                    <a:alpha val="15755"/>
                  </a:srgbClr>
                </a:gs>
                <a:gs pos="57143">
                  <a:srgbClr val="8C8B8C">
                    <a:alpha val="9062"/>
                  </a:srgbClr>
                </a:gs>
                <a:gs pos="71429">
                  <a:srgbClr val="8C8B8C">
                    <a:alpha val="4349"/>
                  </a:srgbClr>
                </a:gs>
                <a:gs pos="85714">
                  <a:srgbClr val="8C8B8C">
                    <a:alpha val="1743"/>
                  </a:srgbClr>
                </a:gs>
                <a:gs pos="100000">
                  <a:srgbClr val="8C8B8C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-9349135">
              <a:off x="630424" y="691694"/>
              <a:ext cx="284273" cy="443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4254740">
              <a:off x="729247" y="709752"/>
              <a:ext cx="223933" cy="40502"/>
            </a:xfrm>
            <a:prstGeom prst="ellipse">
              <a:avLst/>
            </a:prstGeom>
            <a:gradFill>
              <a:gsLst>
                <a:gs pos="0">
                  <a:srgbClr val="99999A">
                    <a:alpha val="32968"/>
                  </a:srgbClr>
                </a:gs>
                <a:gs pos="14286">
                  <a:srgbClr val="99999A">
                    <a:alpha val="30764"/>
                  </a:srgbClr>
                </a:gs>
                <a:gs pos="28571">
                  <a:srgbClr val="99999A">
                    <a:alpha val="24833"/>
                  </a:srgbClr>
                </a:gs>
                <a:gs pos="42857">
                  <a:srgbClr val="99999A">
                    <a:alpha val="17075"/>
                  </a:srgbClr>
                </a:gs>
                <a:gs pos="57143">
                  <a:srgbClr val="99999A">
                    <a:alpha val="9855"/>
                  </a:srgbClr>
                </a:gs>
                <a:gs pos="71429">
                  <a:srgbClr val="99999A">
                    <a:alpha val="4740"/>
                  </a:srgbClr>
                </a:gs>
                <a:gs pos="85714">
                  <a:srgbClr val="99999A">
                    <a:alpha val="1902"/>
                  </a:srgbClr>
                </a:gs>
                <a:gs pos="100000">
                  <a:srgbClr val="9999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9317446">
              <a:off x="698826" y="1125595"/>
              <a:ext cx="464558" cy="548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9358461">
              <a:off x="2617962" y="553975"/>
              <a:ext cx="564442" cy="48425"/>
            </a:xfrm>
            <a:prstGeom prst="ellipse">
              <a:avLst/>
            </a:prstGeom>
            <a:gradFill>
              <a:gsLst>
                <a:gs pos="0">
                  <a:srgbClr val="9C9C9B">
                    <a:alpha val="32968"/>
                  </a:srgbClr>
                </a:gs>
                <a:gs pos="14286">
                  <a:srgbClr val="9C9C9B">
                    <a:alpha val="30764"/>
                  </a:srgbClr>
                </a:gs>
                <a:gs pos="28571">
                  <a:srgbClr val="9C9C9B">
                    <a:alpha val="24833"/>
                  </a:srgbClr>
                </a:gs>
                <a:gs pos="42857">
                  <a:srgbClr val="9C9C9B">
                    <a:alpha val="17075"/>
                  </a:srgbClr>
                </a:gs>
                <a:gs pos="57143">
                  <a:srgbClr val="9C9C9B">
                    <a:alpha val="9855"/>
                  </a:srgbClr>
                </a:gs>
                <a:gs pos="71429">
                  <a:srgbClr val="9C9C9B">
                    <a:alpha val="4740"/>
                  </a:srgbClr>
                </a:gs>
                <a:gs pos="85714">
                  <a:srgbClr val="9C9C9B">
                    <a:alpha val="1902"/>
                  </a:srgbClr>
                </a:gs>
                <a:gs pos="100000">
                  <a:srgbClr val="9C9C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10399438">
              <a:off x="297636" y="64276"/>
              <a:ext cx="558476" cy="66733"/>
            </a:xfrm>
            <a:prstGeom prst="ellipse">
              <a:avLst/>
            </a:prstGeom>
            <a:gradFill>
              <a:gsLst>
                <a:gs pos="0">
                  <a:srgbClr val="494A4A">
                    <a:alpha val="24683"/>
                  </a:srgbClr>
                </a:gs>
                <a:gs pos="14286">
                  <a:srgbClr val="494A4A">
                    <a:alpha val="22936"/>
                  </a:srgbClr>
                </a:gs>
                <a:gs pos="28571">
                  <a:srgbClr val="494A4A">
                    <a:alpha val="18314"/>
                  </a:srgbClr>
                </a:gs>
                <a:gs pos="42857">
                  <a:srgbClr val="494A4A">
                    <a:alpha val="12426"/>
                  </a:srgbClr>
                </a:gs>
                <a:gs pos="57143">
                  <a:srgbClr val="494A4A">
                    <a:alpha val="7088"/>
                  </a:srgbClr>
                </a:gs>
                <a:gs pos="71429">
                  <a:srgbClr val="494A4A">
                    <a:alpha val="3383"/>
                  </a:srgbClr>
                </a:gs>
                <a:gs pos="85714">
                  <a:srgbClr val="494A4A">
                    <a:alpha val="1352"/>
                  </a:srgbClr>
                </a:gs>
                <a:gs pos="100000">
                  <a:srgbClr val="494A4A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9955832">
              <a:off x="2449139" y="829964"/>
              <a:ext cx="306851" cy="46988"/>
            </a:xfrm>
            <a:prstGeom prst="ellipse">
              <a:avLst/>
            </a:prstGeom>
            <a:gradFill>
              <a:gsLst>
                <a:gs pos="0">
                  <a:srgbClr val="565656">
                    <a:alpha val="32885"/>
                  </a:srgbClr>
                </a:gs>
                <a:gs pos="14286">
                  <a:srgbClr val="565656">
                    <a:alpha val="30685"/>
                  </a:srgbClr>
                </a:gs>
                <a:gs pos="28571">
                  <a:srgbClr val="565656">
                    <a:alpha val="24766"/>
                  </a:srgbClr>
                </a:gs>
                <a:gs pos="42857">
                  <a:srgbClr val="565656">
                    <a:alpha val="17027"/>
                  </a:srgbClr>
                </a:gs>
                <a:gs pos="57143">
                  <a:srgbClr val="565656">
                    <a:alpha val="9826"/>
                  </a:srgbClr>
                </a:gs>
                <a:gs pos="71429">
                  <a:srgbClr val="565656">
                    <a:alpha val="4726"/>
                  </a:srgbClr>
                </a:gs>
                <a:gs pos="85714">
                  <a:srgbClr val="565656">
                    <a:alpha val="1896"/>
                  </a:srgbClr>
                </a:gs>
                <a:gs pos="100000">
                  <a:srgbClr val="565656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9789987">
              <a:off x="436958" y="1319893"/>
              <a:ext cx="561094" cy="116264"/>
            </a:xfrm>
            <a:prstGeom prst="ellipse">
              <a:avLst/>
            </a:prstGeom>
            <a:gradFill>
              <a:gsLst>
                <a:gs pos="0">
                  <a:srgbClr val="909090">
                    <a:alpha val="32968"/>
                  </a:srgbClr>
                </a:gs>
                <a:gs pos="14286">
                  <a:srgbClr val="909090">
                    <a:alpha val="30764"/>
                  </a:srgbClr>
                </a:gs>
                <a:gs pos="28571">
                  <a:srgbClr val="909090">
                    <a:alpha val="24833"/>
                  </a:srgbClr>
                </a:gs>
                <a:gs pos="42857">
                  <a:srgbClr val="909090">
                    <a:alpha val="17075"/>
                  </a:srgbClr>
                </a:gs>
                <a:gs pos="57143">
                  <a:srgbClr val="909090">
                    <a:alpha val="9855"/>
                  </a:srgbClr>
                </a:gs>
                <a:gs pos="71429">
                  <a:srgbClr val="909090">
                    <a:alpha val="4740"/>
                  </a:srgbClr>
                </a:gs>
                <a:gs pos="85714">
                  <a:srgbClr val="909090">
                    <a:alpha val="1902"/>
                  </a:srgbClr>
                </a:gs>
                <a:gs pos="100000">
                  <a:srgbClr val="9090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9598963">
              <a:off x="1507784" y="-9102"/>
              <a:ext cx="184671" cy="41454"/>
            </a:xfrm>
            <a:prstGeom prst="ellipse">
              <a:avLst/>
            </a:prstGeom>
            <a:gradFill>
              <a:gsLst>
                <a:gs pos="0">
                  <a:srgbClr val="BCBCBC">
                    <a:alpha val="32903"/>
                  </a:srgbClr>
                </a:gs>
                <a:gs pos="14286">
                  <a:srgbClr val="BCBCBC">
                    <a:alpha val="30702"/>
                  </a:srgbClr>
                </a:gs>
                <a:gs pos="28571">
                  <a:srgbClr val="BCBCBC">
                    <a:alpha val="24781"/>
                  </a:srgbClr>
                </a:gs>
                <a:gs pos="42857">
                  <a:srgbClr val="BCBCBC">
                    <a:alpha val="17038"/>
                  </a:srgbClr>
                </a:gs>
                <a:gs pos="57143">
                  <a:srgbClr val="BCBCBC">
                    <a:alpha val="9832"/>
                  </a:srgbClr>
                </a:gs>
                <a:gs pos="71429">
                  <a:srgbClr val="BCBCBC">
                    <a:alpha val="4729"/>
                  </a:srgbClr>
                </a:gs>
                <a:gs pos="85714">
                  <a:srgbClr val="BCBCBC">
                    <a:alpha val="1898"/>
                  </a:srgbClr>
                </a:gs>
                <a:gs pos="100000">
                  <a:srgbClr val="BCBCBC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-9495258">
              <a:off x="-162275" y="117002"/>
              <a:ext cx="523094" cy="38823"/>
            </a:xfrm>
            <a:prstGeom prst="ellipse">
              <a:avLst/>
            </a:prstGeom>
            <a:gradFill>
              <a:gsLst>
                <a:gs pos="0">
                  <a:srgbClr val="030205">
                    <a:alpha val="31159"/>
                  </a:srgbClr>
                </a:gs>
                <a:gs pos="14286">
                  <a:srgbClr val="030205">
                    <a:alpha val="29048"/>
                  </a:srgbClr>
                </a:gs>
                <a:gs pos="28571">
                  <a:srgbClr val="030205">
                    <a:alpha val="23391"/>
                  </a:srgbClr>
                </a:gs>
                <a:gs pos="42857">
                  <a:srgbClr val="030205">
                    <a:alpha val="16035"/>
                  </a:srgbClr>
                </a:gs>
                <a:gs pos="57143">
                  <a:srgbClr val="030205">
                    <a:alpha val="9230"/>
                  </a:srgbClr>
                </a:gs>
                <a:gs pos="71429">
                  <a:srgbClr val="030205">
                    <a:alpha val="4432"/>
                  </a:srgbClr>
                </a:gs>
                <a:gs pos="85714">
                  <a:srgbClr val="030205">
                    <a:alpha val="1777"/>
                  </a:srgbClr>
                </a:gs>
                <a:gs pos="100000">
                  <a:srgbClr val="030205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10686169">
              <a:off x="1140972" y="703066"/>
              <a:ext cx="235055" cy="36554"/>
            </a:xfrm>
            <a:prstGeom prst="ellipse">
              <a:avLst/>
            </a:prstGeom>
            <a:gradFill>
              <a:gsLst>
                <a:gs pos="0">
                  <a:srgbClr val="A5A5A5">
                    <a:alpha val="32968"/>
                  </a:srgbClr>
                </a:gs>
                <a:gs pos="14286">
                  <a:srgbClr val="A5A5A5">
                    <a:alpha val="30764"/>
                  </a:srgbClr>
                </a:gs>
                <a:gs pos="28571">
                  <a:srgbClr val="A5A5A5">
                    <a:alpha val="24833"/>
                  </a:srgbClr>
                </a:gs>
                <a:gs pos="42857">
                  <a:srgbClr val="A5A5A5">
                    <a:alpha val="17075"/>
                  </a:srgbClr>
                </a:gs>
                <a:gs pos="57143">
                  <a:srgbClr val="A5A5A5">
                    <a:alpha val="9855"/>
                  </a:srgbClr>
                </a:gs>
                <a:gs pos="71429">
                  <a:srgbClr val="A5A5A5">
                    <a:alpha val="4740"/>
                  </a:srgbClr>
                </a:gs>
                <a:gs pos="85714">
                  <a:srgbClr val="A5A5A5">
                    <a:alpha val="1902"/>
                  </a:srgbClr>
                </a:gs>
                <a:gs pos="100000">
                  <a:srgbClr val="A5A5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10480307">
              <a:off x="1394307" y="201197"/>
              <a:ext cx="202095" cy="389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-9744982">
              <a:off x="2456176" y="166339"/>
              <a:ext cx="496833" cy="64215"/>
            </a:xfrm>
            <a:prstGeom prst="ellipse">
              <a:avLst/>
            </a:prstGeom>
            <a:gradFill>
              <a:gsLst>
                <a:gs pos="0">
                  <a:srgbClr val="D2D2D2">
                    <a:alpha val="17059"/>
                  </a:srgbClr>
                </a:gs>
                <a:gs pos="14286">
                  <a:srgbClr val="D2D2D2">
                    <a:alpha val="15794"/>
                  </a:srgbClr>
                </a:gs>
                <a:gs pos="28571">
                  <a:srgbClr val="D2D2D2">
                    <a:alpha val="12495"/>
                  </a:srgbClr>
                </a:gs>
                <a:gs pos="42857">
                  <a:srgbClr val="D2D2D2">
                    <a:alpha val="8383"/>
                  </a:srgbClr>
                </a:gs>
                <a:gs pos="57143">
                  <a:srgbClr val="D2D2D2">
                    <a:alpha val="4735"/>
                  </a:srgbClr>
                </a:gs>
                <a:gs pos="71429">
                  <a:srgbClr val="D2D2D2">
                    <a:alpha val="2245"/>
                  </a:srgbClr>
                </a:gs>
                <a:gs pos="85714">
                  <a:srgbClr val="D2D2D2">
                    <a:alpha val="894"/>
                  </a:srgbClr>
                </a:gs>
                <a:gs pos="100000">
                  <a:srgbClr val="D2D2D2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8352282">
              <a:off x="474960" y="536897"/>
              <a:ext cx="137471" cy="28944"/>
            </a:xfrm>
            <a:prstGeom prst="ellipse">
              <a:avLst/>
            </a:prstGeom>
            <a:gradFill>
              <a:gsLst>
                <a:gs pos="0">
                  <a:srgbClr val="B4B3B3">
                    <a:alpha val="32968"/>
                  </a:srgbClr>
                </a:gs>
                <a:gs pos="14286">
                  <a:srgbClr val="B4B3B3">
                    <a:alpha val="30764"/>
                  </a:srgbClr>
                </a:gs>
                <a:gs pos="28571">
                  <a:srgbClr val="B4B3B3">
                    <a:alpha val="24833"/>
                  </a:srgbClr>
                </a:gs>
                <a:gs pos="42857">
                  <a:srgbClr val="B4B3B3">
                    <a:alpha val="17075"/>
                  </a:srgbClr>
                </a:gs>
                <a:gs pos="57143">
                  <a:srgbClr val="B4B3B3">
                    <a:alpha val="9855"/>
                  </a:srgbClr>
                </a:gs>
                <a:gs pos="71429">
                  <a:srgbClr val="B4B3B3">
                    <a:alpha val="4740"/>
                  </a:srgbClr>
                </a:gs>
                <a:gs pos="85714">
                  <a:srgbClr val="B4B3B3">
                    <a:alpha val="1902"/>
                  </a:srgbClr>
                </a:gs>
                <a:gs pos="100000">
                  <a:srgbClr val="B4B3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8047355">
              <a:off x="700960" y="282168"/>
              <a:ext cx="267554" cy="537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9671198">
              <a:off x="1402839" y="453452"/>
              <a:ext cx="557978" cy="56299"/>
            </a:xfrm>
            <a:prstGeom prst="ellipse">
              <a:avLst/>
            </a:prstGeom>
            <a:gradFill>
              <a:gsLst>
                <a:gs pos="0">
                  <a:srgbClr val="929393">
                    <a:alpha val="32968"/>
                  </a:srgbClr>
                </a:gs>
                <a:gs pos="14286">
                  <a:srgbClr val="929393">
                    <a:alpha val="30764"/>
                  </a:srgbClr>
                </a:gs>
                <a:gs pos="28571">
                  <a:srgbClr val="929393">
                    <a:alpha val="24833"/>
                  </a:srgbClr>
                </a:gs>
                <a:gs pos="42857">
                  <a:srgbClr val="929393">
                    <a:alpha val="17075"/>
                  </a:srgbClr>
                </a:gs>
                <a:gs pos="57143">
                  <a:srgbClr val="929393">
                    <a:alpha val="9855"/>
                  </a:srgbClr>
                </a:gs>
                <a:gs pos="71429">
                  <a:srgbClr val="929393">
                    <a:alpha val="4740"/>
                  </a:srgbClr>
                </a:gs>
                <a:gs pos="85714">
                  <a:srgbClr val="929393">
                    <a:alpha val="1902"/>
                  </a:srgbClr>
                </a:gs>
                <a:gs pos="100000">
                  <a:srgbClr val="9293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-9720624">
              <a:off x="2784737" y="29331"/>
              <a:ext cx="882434" cy="451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-9307828">
              <a:off x="2849166" y="301739"/>
              <a:ext cx="448293" cy="31179"/>
            </a:xfrm>
            <a:prstGeom prst="ellipse">
              <a:avLst/>
            </a:prstGeom>
            <a:gradFill>
              <a:gsLst>
                <a:gs pos="0">
                  <a:srgbClr val="AFB1B1">
                    <a:alpha val="5551"/>
                  </a:srgbClr>
                </a:gs>
                <a:gs pos="14286">
                  <a:srgbClr val="AFB1B1">
                    <a:alpha val="5114"/>
                  </a:srgbClr>
                </a:gs>
                <a:gs pos="28571">
                  <a:srgbClr val="AFB1B1">
                    <a:alpha val="3994"/>
                  </a:srgbClr>
                </a:gs>
                <a:gs pos="42857">
                  <a:srgbClr val="AFB1B1">
                    <a:alpha val="2638"/>
                  </a:srgbClr>
                </a:gs>
                <a:gs pos="57143">
                  <a:srgbClr val="AFB1B1">
                    <a:alpha val="1470"/>
                  </a:srgbClr>
                </a:gs>
                <a:gs pos="71429">
                  <a:srgbClr val="AFB1B1">
                    <a:alpha val="691"/>
                  </a:srgbClr>
                </a:gs>
                <a:gs pos="85714">
                  <a:srgbClr val="AFB1B1">
                    <a:alpha val="274"/>
                  </a:srgbClr>
                </a:gs>
                <a:gs pos="100000">
                  <a:srgbClr val="AFB1B1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-10583345">
              <a:off x="1734111" y="778834"/>
              <a:ext cx="318768" cy="186823"/>
            </a:xfrm>
            <a:prstGeom prst="ellipse">
              <a:avLst/>
            </a:prstGeom>
            <a:gradFill>
              <a:gsLst>
                <a:gs pos="0">
                  <a:srgbClr val="9E9E9E">
                    <a:alpha val="32968"/>
                  </a:srgbClr>
                </a:gs>
                <a:gs pos="14286">
                  <a:srgbClr val="9E9E9E">
                    <a:alpha val="30764"/>
                  </a:srgbClr>
                </a:gs>
                <a:gs pos="28571">
                  <a:srgbClr val="9E9E9E">
                    <a:alpha val="24833"/>
                  </a:srgbClr>
                </a:gs>
                <a:gs pos="42857">
                  <a:srgbClr val="9E9E9E">
                    <a:alpha val="17075"/>
                  </a:srgbClr>
                </a:gs>
                <a:gs pos="57143">
                  <a:srgbClr val="9E9E9E">
                    <a:alpha val="9855"/>
                  </a:srgbClr>
                </a:gs>
                <a:gs pos="71429">
                  <a:srgbClr val="9E9E9E">
                    <a:alpha val="4740"/>
                  </a:srgbClr>
                </a:gs>
                <a:gs pos="85714">
                  <a:srgbClr val="9E9E9E">
                    <a:alpha val="1902"/>
                  </a:srgbClr>
                </a:gs>
                <a:gs pos="100000">
                  <a:srgbClr val="9E9E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10485640">
              <a:off x="334475" y="697805"/>
              <a:ext cx="442597" cy="123209"/>
            </a:xfrm>
            <a:prstGeom prst="ellipse">
              <a:avLst/>
            </a:prstGeom>
            <a:gradFill>
              <a:gsLst>
                <a:gs pos="0">
                  <a:srgbClr val="000000">
                    <a:alpha val="14870"/>
                  </a:srgbClr>
                </a:gs>
                <a:gs pos="14286">
                  <a:srgbClr val="000000">
                    <a:alpha val="13754"/>
                  </a:srgbClr>
                </a:gs>
                <a:gs pos="28571">
                  <a:srgbClr val="000000">
                    <a:alpha val="10853"/>
                  </a:srgbClr>
                </a:gs>
                <a:gs pos="42857">
                  <a:srgbClr val="000000">
                    <a:alpha val="7259"/>
                  </a:srgbClr>
                </a:gs>
                <a:gs pos="57143">
                  <a:srgbClr val="000000">
                    <a:alpha val="4090"/>
                  </a:srgbClr>
                </a:gs>
                <a:gs pos="71429">
                  <a:srgbClr val="000000">
                    <a:alpha val="1936"/>
                  </a:srgbClr>
                </a:gs>
                <a:gs pos="85714">
                  <a:srgbClr val="000000">
                    <a:alpha val="770"/>
                  </a:srgbClr>
                </a:gs>
                <a:gs pos="100000">
                  <a:srgbClr val="000000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9887224">
              <a:off x="710901" y="779919"/>
              <a:ext cx="609012" cy="457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10707548">
              <a:off x="132587" y="450459"/>
              <a:ext cx="192385" cy="61133"/>
            </a:xfrm>
            <a:prstGeom prst="ellipse">
              <a:avLst/>
            </a:prstGeom>
            <a:gradFill>
              <a:gsLst>
                <a:gs pos="0">
                  <a:srgbClr val="0E0913">
                    <a:alpha val="32968"/>
                  </a:srgbClr>
                </a:gs>
                <a:gs pos="14286">
                  <a:srgbClr val="0E0913">
                    <a:alpha val="30764"/>
                  </a:srgbClr>
                </a:gs>
                <a:gs pos="28571">
                  <a:srgbClr val="0E0913">
                    <a:alpha val="24833"/>
                  </a:srgbClr>
                </a:gs>
                <a:gs pos="42857">
                  <a:srgbClr val="0E0913">
                    <a:alpha val="17075"/>
                  </a:srgbClr>
                </a:gs>
                <a:gs pos="57143">
                  <a:srgbClr val="0E0913">
                    <a:alpha val="9855"/>
                  </a:srgbClr>
                </a:gs>
                <a:gs pos="71429">
                  <a:srgbClr val="0E0913">
                    <a:alpha val="4740"/>
                  </a:srgbClr>
                </a:gs>
                <a:gs pos="85714">
                  <a:srgbClr val="0E0913">
                    <a:alpha val="1902"/>
                  </a:srgbClr>
                </a:gs>
                <a:gs pos="100000">
                  <a:srgbClr val="0E09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10155826">
              <a:off x="705136" y="1279780"/>
              <a:ext cx="575188" cy="161854"/>
            </a:xfrm>
            <a:prstGeom prst="ellipse">
              <a:avLst/>
            </a:prstGeom>
            <a:gradFill>
              <a:gsLst>
                <a:gs pos="0">
                  <a:srgbClr val="A4A4A4">
                    <a:alpha val="32968"/>
                  </a:srgbClr>
                </a:gs>
                <a:gs pos="14286">
                  <a:srgbClr val="A4A4A4">
                    <a:alpha val="30764"/>
                  </a:srgbClr>
                </a:gs>
                <a:gs pos="28571">
                  <a:srgbClr val="A4A4A4">
                    <a:alpha val="24833"/>
                  </a:srgbClr>
                </a:gs>
                <a:gs pos="42857">
                  <a:srgbClr val="A4A4A4">
                    <a:alpha val="17075"/>
                  </a:srgbClr>
                </a:gs>
                <a:gs pos="57143">
                  <a:srgbClr val="A4A4A4">
                    <a:alpha val="9855"/>
                  </a:srgbClr>
                </a:gs>
                <a:gs pos="71429">
                  <a:srgbClr val="A4A4A4">
                    <a:alpha val="4740"/>
                  </a:srgbClr>
                </a:gs>
                <a:gs pos="85714">
                  <a:srgbClr val="A4A4A4">
                    <a:alpha val="1902"/>
                  </a:srgbClr>
                </a:gs>
                <a:gs pos="100000">
                  <a:srgbClr val="A4A4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-10094378">
              <a:off x="1626763" y="758813"/>
              <a:ext cx="311314" cy="133562"/>
            </a:xfrm>
            <a:prstGeom prst="ellipse">
              <a:avLst/>
            </a:prstGeom>
            <a:gradFill>
              <a:gsLst>
                <a:gs pos="0">
                  <a:srgbClr val="BDBDBD">
                    <a:alpha val="32281"/>
                  </a:srgbClr>
                </a:gs>
                <a:gs pos="14286">
                  <a:srgbClr val="BDBDBD">
                    <a:alpha val="30112"/>
                  </a:srgbClr>
                </a:gs>
                <a:gs pos="28571">
                  <a:srgbClr val="BDBDBD">
                    <a:alpha val="24284"/>
                  </a:srgbClr>
                </a:gs>
                <a:gs pos="42857">
                  <a:srgbClr val="BDBDBD">
                    <a:alpha val="16678"/>
                  </a:srgbClr>
                </a:gs>
                <a:gs pos="57143">
                  <a:srgbClr val="BDBDBD">
                    <a:alpha val="9616"/>
                  </a:srgbClr>
                </a:gs>
                <a:gs pos="71429">
                  <a:srgbClr val="BDBDBD">
                    <a:alpha val="4622"/>
                  </a:srgbClr>
                </a:gs>
                <a:gs pos="85714">
                  <a:srgbClr val="BDBDBD">
                    <a:alpha val="1854"/>
                  </a:srgbClr>
                </a:gs>
                <a:gs pos="100000">
                  <a:srgbClr val="BDBDBD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6023720">
              <a:off x="1370255" y="23891"/>
              <a:ext cx="230159" cy="54151"/>
            </a:xfrm>
            <a:prstGeom prst="ellipse">
              <a:avLst/>
            </a:prstGeom>
            <a:gradFill>
              <a:gsLst>
                <a:gs pos="0">
                  <a:srgbClr val="979998">
                    <a:alpha val="32968"/>
                  </a:srgbClr>
                </a:gs>
                <a:gs pos="14286">
                  <a:srgbClr val="979998">
                    <a:alpha val="30764"/>
                  </a:srgbClr>
                </a:gs>
                <a:gs pos="28571">
                  <a:srgbClr val="979998">
                    <a:alpha val="24833"/>
                  </a:srgbClr>
                </a:gs>
                <a:gs pos="42857">
                  <a:srgbClr val="979998">
                    <a:alpha val="17075"/>
                  </a:srgbClr>
                </a:gs>
                <a:gs pos="57143">
                  <a:srgbClr val="979998">
                    <a:alpha val="9855"/>
                  </a:srgbClr>
                </a:gs>
                <a:gs pos="71429">
                  <a:srgbClr val="979998">
                    <a:alpha val="4740"/>
                  </a:srgbClr>
                </a:gs>
                <a:gs pos="85714">
                  <a:srgbClr val="979998">
                    <a:alpha val="1902"/>
                  </a:srgbClr>
                </a:gs>
                <a:gs pos="100000">
                  <a:srgbClr val="9799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10001965">
              <a:off x="2295233" y="387722"/>
              <a:ext cx="220472" cy="363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-9445675">
              <a:off x="3286919" y="490553"/>
              <a:ext cx="488281" cy="42358"/>
            </a:xfrm>
            <a:prstGeom prst="ellipse">
              <a:avLst/>
            </a:prstGeom>
            <a:gradFill>
              <a:gsLst>
                <a:gs pos="0">
                  <a:srgbClr val="000202">
                    <a:alpha val="32608"/>
                  </a:srgbClr>
                </a:gs>
                <a:gs pos="14286">
                  <a:srgbClr val="000202">
                    <a:alpha val="30422"/>
                  </a:srgbClr>
                </a:gs>
                <a:gs pos="28571">
                  <a:srgbClr val="000202">
                    <a:alpha val="24545"/>
                  </a:srgbClr>
                </a:gs>
                <a:gs pos="42857">
                  <a:srgbClr val="000202">
                    <a:alpha val="16867"/>
                  </a:srgbClr>
                </a:gs>
                <a:gs pos="57143">
                  <a:srgbClr val="000202">
                    <a:alpha val="9730"/>
                  </a:srgbClr>
                </a:gs>
                <a:gs pos="71429">
                  <a:srgbClr val="000202">
                    <a:alpha val="4678"/>
                  </a:srgbClr>
                </a:gs>
                <a:gs pos="85714">
                  <a:srgbClr val="000202">
                    <a:alpha val="1877"/>
                  </a:srgbClr>
                </a:gs>
                <a:gs pos="100000">
                  <a:srgbClr val="000202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-9265600">
              <a:off x="1863154" y="1027204"/>
              <a:ext cx="523771" cy="61295"/>
            </a:xfrm>
            <a:prstGeom prst="ellipse">
              <a:avLst/>
            </a:prstGeom>
            <a:gradFill>
              <a:gsLst>
                <a:gs pos="0">
                  <a:srgbClr val="060306">
                    <a:alpha val="27392"/>
                  </a:srgbClr>
                </a:gs>
                <a:gs pos="14286">
                  <a:srgbClr val="060306">
                    <a:alpha val="25487"/>
                  </a:srgbClr>
                </a:gs>
                <a:gs pos="28571">
                  <a:srgbClr val="060306">
                    <a:alpha val="20422"/>
                  </a:srgbClr>
                </a:gs>
                <a:gs pos="42857">
                  <a:srgbClr val="060306">
                    <a:alpha val="13915"/>
                  </a:srgbClr>
                </a:gs>
                <a:gs pos="57143">
                  <a:srgbClr val="060306">
                    <a:alpha val="7967"/>
                  </a:srgbClr>
                </a:gs>
                <a:gs pos="71429">
                  <a:srgbClr val="060306">
                    <a:alpha val="3812"/>
                  </a:srgbClr>
                </a:gs>
                <a:gs pos="85714">
                  <a:srgbClr val="060306">
                    <a:alpha val="1525"/>
                  </a:srgbClr>
                </a:gs>
                <a:gs pos="100000">
                  <a:srgbClr val="060306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10444699">
              <a:off x="-119153" y="-23588"/>
              <a:ext cx="507385" cy="156131"/>
            </a:xfrm>
            <a:prstGeom prst="ellipse">
              <a:avLst/>
            </a:prstGeom>
            <a:gradFill>
              <a:gsLst>
                <a:gs pos="0">
                  <a:srgbClr val="CECDCE">
                    <a:alpha val="32125"/>
                  </a:srgbClr>
                </a:gs>
                <a:gs pos="14286">
                  <a:srgbClr val="CECDCE">
                    <a:alpha val="29964"/>
                  </a:srgbClr>
                </a:gs>
                <a:gs pos="28571">
                  <a:srgbClr val="CECDCE">
                    <a:alpha val="24160"/>
                  </a:srgbClr>
                </a:gs>
                <a:gs pos="42857">
                  <a:srgbClr val="CECDCE">
                    <a:alpha val="16589"/>
                  </a:srgbClr>
                </a:gs>
                <a:gs pos="57143">
                  <a:srgbClr val="CECDCE">
                    <a:alpha val="9562"/>
                  </a:srgbClr>
                </a:gs>
                <a:gs pos="71429">
                  <a:srgbClr val="CECDCE">
                    <a:alpha val="4596"/>
                  </a:srgbClr>
                </a:gs>
                <a:gs pos="85714">
                  <a:srgbClr val="CECDCE">
                    <a:alpha val="1843"/>
                  </a:srgbClr>
                </a:gs>
                <a:gs pos="100000">
                  <a:srgbClr val="CECDCE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7277664">
              <a:off x="1057551" y="345187"/>
              <a:ext cx="501567" cy="324065"/>
            </a:xfrm>
            <a:prstGeom prst="ellipse">
              <a:avLst/>
            </a:prstGeom>
            <a:gradFill>
              <a:gsLst>
                <a:gs pos="0">
                  <a:srgbClr val="000000">
                    <a:alpha val="16853"/>
                  </a:srgbClr>
                </a:gs>
                <a:gs pos="14286">
                  <a:srgbClr val="000000">
                    <a:alpha val="15603"/>
                  </a:srgbClr>
                </a:gs>
                <a:gs pos="28571">
                  <a:srgbClr val="000000">
                    <a:alpha val="12341"/>
                  </a:srgbClr>
                </a:gs>
                <a:gs pos="42857">
                  <a:srgbClr val="000000">
                    <a:alpha val="8277"/>
                  </a:srgbClr>
                </a:gs>
                <a:gs pos="57143">
                  <a:srgbClr val="000000">
                    <a:alpha val="4674"/>
                  </a:srgbClr>
                </a:gs>
                <a:gs pos="71429">
                  <a:srgbClr val="000000">
                    <a:alpha val="2216"/>
                  </a:srgbClr>
                </a:gs>
                <a:gs pos="85714">
                  <a:srgbClr val="000000">
                    <a:alpha val="882"/>
                  </a:srgbClr>
                </a:gs>
                <a:gs pos="100000">
                  <a:srgbClr val="000000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9674116">
              <a:off x="-85730" y="1030980"/>
              <a:ext cx="636879" cy="47348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10582436">
              <a:off x="340848" y="1349570"/>
              <a:ext cx="416742" cy="53502"/>
            </a:xfrm>
            <a:prstGeom prst="ellipse">
              <a:avLst/>
            </a:prstGeom>
            <a:gradFill>
              <a:gsLst>
                <a:gs pos="0">
                  <a:srgbClr val="A4A4A4">
                    <a:alpha val="32968"/>
                  </a:srgbClr>
                </a:gs>
                <a:gs pos="14286">
                  <a:srgbClr val="A4A4A4">
                    <a:alpha val="30764"/>
                  </a:srgbClr>
                </a:gs>
                <a:gs pos="28571">
                  <a:srgbClr val="A4A4A4">
                    <a:alpha val="24833"/>
                  </a:srgbClr>
                </a:gs>
                <a:gs pos="42857">
                  <a:srgbClr val="A4A4A4">
                    <a:alpha val="17075"/>
                  </a:srgbClr>
                </a:gs>
                <a:gs pos="57143">
                  <a:srgbClr val="A4A4A4">
                    <a:alpha val="9855"/>
                  </a:srgbClr>
                </a:gs>
                <a:gs pos="71429">
                  <a:srgbClr val="A4A4A4">
                    <a:alpha val="4740"/>
                  </a:srgbClr>
                </a:gs>
                <a:gs pos="85714">
                  <a:srgbClr val="A4A4A4">
                    <a:alpha val="1902"/>
                  </a:srgbClr>
                </a:gs>
                <a:gs pos="100000">
                  <a:srgbClr val="A4A4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-9686280">
              <a:off x="2757795" y="290150"/>
              <a:ext cx="368948" cy="62855"/>
            </a:xfrm>
            <a:prstGeom prst="ellipse">
              <a:avLst/>
            </a:prstGeom>
            <a:gradFill>
              <a:gsLst>
                <a:gs pos="0">
                  <a:srgbClr val="9C9C9D">
                    <a:alpha val="32968"/>
                  </a:srgbClr>
                </a:gs>
                <a:gs pos="14286">
                  <a:srgbClr val="9C9C9D">
                    <a:alpha val="30764"/>
                  </a:srgbClr>
                </a:gs>
                <a:gs pos="28571">
                  <a:srgbClr val="9C9C9D">
                    <a:alpha val="24833"/>
                  </a:srgbClr>
                </a:gs>
                <a:gs pos="42857">
                  <a:srgbClr val="9C9C9D">
                    <a:alpha val="17075"/>
                  </a:srgbClr>
                </a:gs>
                <a:gs pos="57143">
                  <a:srgbClr val="9C9C9D">
                    <a:alpha val="9855"/>
                  </a:srgbClr>
                </a:gs>
                <a:gs pos="71429">
                  <a:srgbClr val="9C9C9D">
                    <a:alpha val="4740"/>
                  </a:srgbClr>
                </a:gs>
                <a:gs pos="85714">
                  <a:srgbClr val="9C9C9D">
                    <a:alpha val="1902"/>
                  </a:srgbClr>
                </a:gs>
                <a:gs pos="100000">
                  <a:srgbClr val="9C9C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9953529">
              <a:off x="573936" y="1074283"/>
              <a:ext cx="467395" cy="47104"/>
            </a:xfrm>
            <a:prstGeom prst="ellipse">
              <a:avLst/>
            </a:prstGeom>
            <a:gradFill>
              <a:gsLst>
                <a:gs pos="0">
                  <a:srgbClr val="DDDEDD">
                    <a:alpha val="8889"/>
                  </a:srgbClr>
                </a:gs>
                <a:gs pos="14286">
                  <a:srgbClr val="DDDEDD">
                    <a:alpha val="8201"/>
                  </a:srgbClr>
                </a:gs>
                <a:gs pos="28571">
                  <a:srgbClr val="DDDEDD">
                    <a:alpha val="6428"/>
                  </a:srgbClr>
                </a:gs>
                <a:gs pos="42857">
                  <a:srgbClr val="DDDEDD">
                    <a:alpha val="4264"/>
                  </a:srgbClr>
                </a:gs>
                <a:gs pos="57143">
                  <a:srgbClr val="DDDEDD">
                    <a:alpha val="2386"/>
                  </a:srgbClr>
                </a:gs>
                <a:gs pos="71429">
                  <a:srgbClr val="DDDEDD">
                    <a:alpha val="1124"/>
                  </a:srgbClr>
                </a:gs>
                <a:gs pos="85714">
                  <a:srgbClr val="DDDEDD">
                    <a:alpha val="446"/>
                  </a:srgbClr>
                </a:gs>
                <a:gs pos="100000">
                  <a:srgbClr val="DDDEDD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10413707">
              <a:off x="815417" y="351531"/>
              <a:ext cx="335957" cy="101301"/>
            </a:xfrm>
            <a:prstGeom prst="ellipse">
              <a:avLst/>
            </a:prstGeom>
            <a:gradFill>
              <a:gsLst>
                <a:gs pos="0">
                  <a:srgbClr val="757575">
                    <a:alpha val="29936"/>
                  </a:srgbClr>
                </a:gs>
                <a:gs pos="14286">
                  <a:srgbClr val="757575">
                    <a:alpha val="27891"/>
                  </a:srgbClr>
                </a:gs>
                <a:gs pos="28571">
                  <a:srgbClr val="757575">
                    <a:alpha val="22422"/>
                  </a:srgbClr>
                </a:gs>
                <a:gs pos="42857">
                  <a:srgbClr val="757575">
                    <a:alpha val="15340"/>
                  </a:srgbClr>
                </a:gs>
                <a:gs pos="57143">
                  <a:srgbClr val="757575">
                    <a:alpha val="8815"/>
                  </a:srgbClr>
                </a:gs>
                <a:gs pos="71429">
                  <a:srgbClr val="757575">
                    <a:alpha val="4227"/>
                  </a:srgbClr>
                </a:gs>
                <a:gs pos="85714">
                  <a:srgbClr val="757575">
                    <a:alpha val="1694"/>
                  </a:srgbClr>
                </a:gs>
                <a:gs pos="100000">
                  <a:srgbClr val="757575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-10445068">
              <a:off x="1384380" y="392963"/>
              <a:ext cx="636191" cy="100387"/>
            </a:xfrm>
            <a:prstGeom prst="ellipse">
              <a:avLst/>
            </a:prstGeom>
            <a:gradFill>
              <a:gsLst>
                <a:gs pos="0">
                  <a:srgbClr val="969697">
                    <a:alpha val="32968"/>
                  </a:srgbClr>
                </a:gs>
                <a:gs pos="14286">
                  <a:srgbClr val="969697">
                    <a:alpha val="30764"/>
                  </a:srgbClr>
                </a:gs>
                <a:gs pos="28571">
                  <a:srgbClr val="969697">
                    <a:alpha val="24833"/>
                  </a:srgbClr>
                </a:gs>
                <a:gs pos="42857">
                  <a:srgbClr val="969697">
                    <a:alpha val="17075"/>
                  </a:srgbClr>
                </a:gs>
                <a:gs pos="57143">
                  <a:srgbClr val="969697">
                    <a:alpha val="9855"/>
                  </a:srgbClr>
                </a:gs>
                <a:gs pos="71429">
                  <a:srgbClr val="969697">
                    <a:alpha val="4740"/>
                  </a:srgbClr>
                </a:gs>
                <a:gs pos="85714">
                  <a:srgbClr val="969697">
                    <a:alpha val="1902"/>
                  </a:srgbClr>
                </a:gs>
                <a:gs pos="100000">
                  <a:srgbClr val="9696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-8803102">
              <a:off x="2094060" y="1209823"/>
              <a:ext cx="641470" cy="121267"/>
            </a:xfrm>
            <a:prstGeom prst="ellipse">
              <a:avLst/>
            </a:prstGeom>
            <a:gradFill>
              <a:gsLst>
                <a:gs pos="0">
                  <a:srgbClr val="9D9D9D">
                    <a:alpha val="32968"/>
                  </a:srgbClr>
                </a:gs>
                <a:gs pos="14286">
                  <a:srgbClr val="9D9D9D">
                    <a:alpha val="30764"/>
                  </a:srgbClr>
                </a:gs>
                <a:gs pos="28571">
                  <a:srgbClr val="9D9D9D">
                    <a:alpha val="24833"/>
                  </a:srgbClr>
                </a:gs>
                <a:gs pos="42857">
                  <a:srgbClr val="9D9D9D">
                    <a:alpha val="17075"/>
                  </a:srgbClr>
                </a:gs>
                <a:gs pos="57143">
                  <a:srgbClr val="9D9D9D">
                    <a:alpha val="9855"/>
                  </a:srgbClr>
                </a:gs>
                <a:gs pos="71429">
                  <a:srgbClr val="9D9D9D">
                    <a:alpha val="4740"/>
                  </a:srgbClr>
                </a:gs>
                <a:gs pos="85714">
                  <a:srgbClr val="9D9D9D">
                    <a:alpha val="1902"/>
                  </a:srgbClr>
                </a:gs>
                <a:gs pos="100000">
                  <a:srgbClr val="9D9D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8025535">
              <a:off x="1049462" y="772414"/>
              <a:ext cx="398283" cy="37554"/>
            </a:xfrm>
            <a:prstGeom prst="ellipse">
              <a:avLst/>
            </a:prstGeom>
            <a:gradFill>
              <a:gsLst>
                <a:gs pos="0">
                  <a:srgbClr val="9FA09F">
                    <a:alpha val="32968"/>
                  </a:srgbClr>
                </a:gs>
                <a:gs pos="14286">
                  <a:srgbClr val="9FA09F">
                    <a:alpha val="30764"/>
                  </a:srgbClr>
                </a:gs>
                <a:gs pos="28571">
                  <a:srgbClr val="9FA09F">
                    <a:alpha val="24833"/>
                  </a:srgbClr>
                </a:gs>
                <a:gs pos="42857">
                  <a:srgbClr val="9FA09F">
                    <a:alpha val="17075"/>
                  </a:srgbClr>
                </a:gs>
                <a:gs pos="57143">
                  <a:srgbClr val="9FA09F">
                    <a:alpha val="9855"/>
                  </a:srgbClr>
                </a:gs>
                <a:gs pos="71429">
                  <a:srgbClr val="9FA09F">
                    <a:alpha val="4740"/>
                  </a:srgbClr>
                </a:gs>
                <a:gs pos="85714">
                  <a:srgbClr val="9FA09F">
                    <a:alpha val="1902"/>
                  </a:srgbClr>
                </a:gs>
                <a:gs pos="100000">
                  <a:srgbClr val="9FA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-9369877">
              <a:off x="733076" y="525715"/>
              <a:ext cx="548371" cy="381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-9617613">
              <a:off x="3368083" y="922806"/>
              <a:ext cx="322150" cy="554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-9732362">
              <a:off x="3033035" y="409917"/>
              <a:ext cx="599538" cy="45335"/>
            </a:xfrm>
            <a:prstGeom prst="ellipse">
              <a:avLst/>
            </a:prstGeom>
            <a:gradFill>
              <a:gsLst>
                <a:gs pos="0">
                  <a:srgbClr val="111615">
                    <a:alpha val="32923"/>
                  </a:srgbClr>
                </a:gs>
                <a:gs pos="14286">
                  <a:srgbClr val="111615">
                    <a:alpha val="30721"/>
                  </a:srgbClr>
                </a:gs>
                <a:gs pos="28571">
                  <a:srgbClr val="111615">
                    <a:alpha val="24797"/>
                  </a:srgbClr>
                </a:gs>
                <a:gs pos="42857">
                  <a:srgbClr val="111615">
                    <a:alpha val="17049"/>
                  </a:srgbClr>
                </a:gs>
                <a:gs pos="57143">
                  <a:srgbClr val="111615">
                    <a:alpha val="9839"/>
                  </a:srgbClr>
                </a:gs>
                <a:gs pos="71429">
                  <a:srgbClr val="111615">
                    <a:alpha val="4733"/>
                  </a:srgbClr>
                </a:gs>
                <a:gs pos="85714">
                  <a:srgbClr val="111615">
                    <a:alpha val="1899"/>
                  </a:srgbClr>
                </a:gs>
                <a:gs pos="100000">
                  <a:srgbClr val="111615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5279090">
              <a:off x="1281251" y="628666"/>
              <a:ext cx="359746" cy="69983"/>
            </a:xfrm>
            <a:prstGeom prst="ellipse">
              <a:avLst/>
            </a:prstGeom>
            <a:gradFill>
              <a:gsLst>
                <a:gs pos="0">
                  <a:srgbClr val="919191">
                    <a:alpha val="32968"/>
                  </a:srgbClr>
                </a:gs>
                <a:gs pos="14286">
                  <a:srgbClr val="919191">
                    <a:alpha val="30764"/>
                  </a:srgbClr>
                </a:gs>
                <a:gs pos="28571">
                  <a:srgbClr val="919191">
                    <a:alpha val="24833"/>
                  </a:srgbClr>
                </a:gs>
                <a:gs pos="42857">
                  <a:srgbClr val="919191">
                    <a:alpha val="17075"/>
                  </a:srgbClr>
                </a:gs>
                <a:gs pos="57143">
                  <a:srgbClr val="919191">
                    <a:alpha val="9855"/>
                  </a:srgbClr>
                </a:gs>
                <a:gs pos="71429">
                  <a:srgbClr val="919191">
                    <a:alpha val="4740"/>
                  </a:srgbClr>
                </a:gs>
                <a:gs pos="85714">
                  <a:srgbClr val="919191">
                    <a:alpha val="1902"/>
                  </a:srgbClr>
                </a:gs>
                <a:gs pos="100000">
                  <a:srgbClr val="9191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-10695957">
              <a:off x="218245" y="428505"/>
              <a:ext cx="462624" cy="392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6811215">
              <a:off x="307516" y="537358"/>
              <a:ext cx="615916" cy="61171"/>
            </a:xfrm>
            <a:prstGeom prst="ellipse">
              <a:avLst/>
            </a:prstGeom>
            <a:gradFill>
              <a:gsLst>
                <a:gs pos="0">
                  <a:srgbClr val="969797">
                    <a:alpha val="32968"/>
                  </a:srgbClr>
                </a:gs>
                <a:gs pos="14286">
                  <a:srgbClr val="969797">
                    <a:alpha val="30764"/>
                  </a:srgbClr>
                </a:gs>
                <a:gs pos="28571">
                  <a:srgbClr val="969797">
                    <a:alpha val="24833"/>
                  </a:srgbClr>
                </a:gs>
                <a:gs pos="42857">
                  <a:srgbClr val="969797">
                    <a:alpha val="17075"/>
                  </a:srgbClr>
                </a:gs>
                <a:gs pos="57143">
                  <a:srgbClr val="969797">
                    <a:alpha val="9855"/>
                  </a:srgbClr>
                </a:gs>
                <a:gs pos="71429">
                  <a:srgbClr val="969797">
                    <a:alpha val="4740"/>
                  </a:srgbClr>
                </a:gs>
                <a:gs pos="85714">
                  <a:srgbClr val="969797">
                    <a:alpha val="1902"/>
                  </a:srgbClr>
                </a:gs>
                <a:gs pos="100000">
                  <a:srgbClr val="9697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10760426">
              <a:off x="-25353" y="-30782"/>
              <a:ext cx="367133" cy="164872"/>
            </a:xfrm>
            <a:prstGeom prst="ellipse">
              <a:avLst/>
            </a:prstGeom>
            <a:gradFill>
              <a:gsLst>
                <a:gs pos="0">
                  <a:srgbClr val="464546">
                    <a:alpha val="24711"/>
                  </a:srgbClr>
                </a:gs>
                <a:gs pos="14286">
                  <a:srgbClr val="464546">
                    <a:alpha val="22962"/>
                  </a:srgbClr>
                </a:gs>
                <a:gs pos="28571">
                  <a:srgbClr val="464546">
                    <a:alpha val="18336"/>
                  </a:srgbClr>
                </a:gs>
                <a:gs pos="42857">
                  <a:srgbClr val="464546">
                    <a:alpha val="12441"/>
                  </a:srgbClr>
                </a:gs>
                <a:gs pos="57143">
                  <a:srgbClr val="464546">
                    <a:alpha val="7097"/>
                  </a:srgbClr>
                </a:gs>
                <a:gs pos="71429">
                  <a:srgbClr val="464546">
                    <a:alpha val="3387"/>
                  </a:srgbClr>
                </a:gs>
                <a:gs pos="85714">
                  <a:srgbClr val="464546">
                    <a:alpha val="1353"/>
                  </a:srgbClr>
                </a:gs>
                <a:gs pos="100000">
                  <a:srgbClr val="464546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4993736">
              <a:off x="157162" y="1298749"/>
              <a:ext cx="633253" cy="79146"/>
            </a:xfrm>
            <a:prstGeom prst="ellipse">
              <a:avLst/>
            </a:prstGeom>
            <a:gradFill>
              <a:gsLst>
                <a:gs pos="0">
                  <a:srgbClr val="999999">
                    <a:alpha val="32968"/>
                  </a:srgbClr>
                </a:gs>
                <a:gs pos="14286">
                  <a:srgbClr val="999999">
                    <a:alpha val="30764"/>
                  </a:srgbClr>
                </a:gs>
                <a:gs pos="28571">
                  <a:srgbClr val="999999">
                    <a:alpha val="24833"/>
                  </a:srgbClr>
                </a:gs>
                <a:gs pos="42857">
                  <a:srgbClr val="999999">
                    <a:alpha val="17075"/>
                  </a:srgbClr>
                </a:gs>
                <a:gs pos="57143">
                  <a:srgbClr val="999999">
                    <a:alpha val="9855"/>
                  </a:srgbClr>
                </a:gs>
                <a:gs pos="71429">
                  <a:srgbClr val="999999">
                    <a:alpha val="4740"/>
                  </a:srgbClr>
                </a:gs>
                <a:gs pos="85714">
                  <a:srgbClr val="999999">
                    <a:alpha val="1902"/>
                  </a:srgbClr>
                </a:gs>
                <a:gs pos="100000">
                  <a:srgbClr val="9999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10076870">
              <a:off x="294560" y="609586"/>
              <a:ext cx="239759" cy="429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6772045">
              <a:off x="462598" y="1265629"/>
              <a:ext cx="112345" cy="637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-8662073">
              <a:off x="2265789" y="595873"/>
              <a:ext cx="385539" cy="267830"/>
            </a:xfrm>
            <a:prstGeom prst="ellipse">
              <a:avLst/>
            </a:prstGeom>
            <a:gradFill>
              <a:gsLst>
                <a:gs pos="0">
                  <a:srgbClr val="E5E5E5">
                    <a:alpha val="2671"/>
                  </a:srgbClr>
                </a:gs>
                <a:gs pos="14286">
                  <a:srgbClr val="E5E5E5">
                    <a:alpha val="2458"/>
                  </a:srgbClr>
                </a:gs>
                <a:gs pos="28571">
                  <a:srgbClr val="E5E5E5">
                    <a:alpha val="1914"/>
                  </a:srgbClr>
                </a:gs>
                <a:gs pos="42857">
                  <a:srgbClr val="E5E5E5">
                    <a:alpha val="1259"/>
                  </a:srgbClr>
                </a:gs>
                <a:gs pos="57143">
                  <a:srgbClr val="E5E5E5">
                    <a:alpha val="700"/>
                  </a:srgbClr>
                </a:gs>
                <a:gs pos="71429">
                  <a:srgbClr val="E5E5E5">
                    <a:alpha val="328"/>
                  </a:srgbClr>
                </a:gs>
                <a:gs pos="85714">
                  <a:srgbClr val="E5E5E5">
                    <a:alpha val="130"/>
                  </a:srgbClr>
                </a:gs>
                <a:gs pos="100000">
                  <a:srgbClr val="E5E5E5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9902481">
              <a:off x="218042" y="821205"/>
              <a:ext cx="305736" cy="96371"/>
            </a:xfrm>
            <a:prstGeom prst="ellipse">
              <a:avLst/>
            </a:prstGeom>
            <a:gradFill>
              <a:gsLst>
                <a:gs pos="0">
                  <a:srgbClr val="878688">
                    <a:alpha val="23288"/>
                  </a:srgbClr>
                </a:gs>
                <a:gs pos="14286">
                  <a:srgbClr val="878688">
                    <a:alpha val="21625"/>
                  </a:srgbClr>
                </a:gs>
                <a:gs pos="28571">
                  <a:srgbClr val="878688">
                    <a:alpha val="17237"/>
                  </a:srgbClr>
                </a:gs>
                <a:gs pos="42857">
                  <a:srgbClr val="878688">
                    <a:alpha val="11670"/>
                  </a:srgbClr>
                </a:gs>
                <a:gs pos="57143">
                  <a:srgbClr val="878688">
                    <a:alpha val="6645"/>
                  </a:srgbClr>
                </a:gs>
                <a:gs pos="71429">
                  <a:srgbClr val="878688">
                    <a:alpha val="3167"/>
                  </a:srgbClr>
                </a:gs>
                <a:gs pos="85714">
                  <a:srgbClr val="878688">
                    <a:alpha val="1265"/>
                  </a:srgbClr>
                </a:gs>
                <a:gs pos="100000">
                  <a:srgbClr val="878688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9675721">
              <a:off x="333623" y="1353564"/>
              <a:ext cx="590502" cy="43747"/>
            </a:xfrm>
            <a:prstGeom prst="ellipse">
              <a:avLst/>
            </a:prstGeom>
            <a:gradFill>
              <a:gsLst>
                <a:gs pos="0">
                  <a:srgbClr val="9E9E9E">
                    <a:alpha val="31274"/>
                  </a:srgbClr>
                </a:gs>
                <a:gs pos="14286">
                  <a:srgbClr val="9E9E9E">
                    <a:alpha val="29157"/>
                  </a:srgbClr>
                </a:gs>
                <a:gs pos="28571">
                  <a:srgbClr val="9E9E9E">
                    <a:alpha val="23482"/>
                  </a:srgbClr>
                </a:gs>
                <a:gs pos="42857">
                  <a:srgbClr val="9E9E9E">
                    <a:alpha val="16101"/>
                  </a:srgbClr>
                </a:gs>
                <a:gs pos="57143">
                  <a:srgbClr val="9E9E9E">
                    <a:alpha val="9269"/>
                  </a:srgbClr>
                </a:gs>
                <a:gs pos="71429">
                  <a:srgbClr val="9E9E9E">
                    <a:alpha val="4451"/>
                  </a:srgbClr>
                </a:gs>
                <a:gs pos="85714">
                  <a:srgbClr val="9E9E9E">
                    <a:alpha val="1784"/>
                  </a:srgbClr>
                </a:gs>
                <a:gs pos="100000">
                  <a:srgbClr val="9E9E9E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-8867294">
              <a:off x="609934" y="404010"/>
              <a:ext cx="496474" cy="33225"/>
            </a:xfrm>
            <a:prstGeom prst="ellipse">
              <a:avLst/>
            </a:prstGeom>
            <a:gradFill>
              <a:gsLst>
                <a:gs pos="0">
                  <a:srgbClr val="7F817F">
                    <a:alpha val="32910"/>
                  </a:srgbClr>
                </a:gs>
                <a:gs pos="14286">
                  <a:srgbClr val="7F817F">
                    <a:alpha val="30709"/>
                  </a:srgbClr>
                </a:gs>
                <a:gs pos="28571">
                  <a:srgbClr val="7F817F">
                    <a:alpha val="24787"/>
                  </a:srgbClr>
                </a:gs>
                <a:gs pos="42857">
                  <a:srgbClr val="7F817F">
                    <a:alpha val="17042"/>
                  </a:srgbClr>
                </a:gs>
                <a:gs pos="57143">
                  <a:srgbClr val="7F817F">
                    <a:alpha val="9835"/>
                  </a:srgbClr>
                </a:gs>
                <a:gs pos="71429">
                  <a:srgbClr val="7F817F">
                    <a:alpha val="4730"/>
                  </a:srgbClr>
                </a:gs>
                <a:gs pos="85714">
                  <a:srgbClr val="7F817F">
                    <a:alpha val="1898"/>
                  </a:srgbClr>
                </a:gs>
                <a:gs pos="100000">
                  <a:srgbClr val="7F817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10069789">
              <a:off x="1960794" y="173313"/>
              <a:ext cx="259313" cy="41327"/>
            </a:xfrm>
            <a:prstGeom prst="ellipse">
              <a:avLst/>
            </a:prstGeom>
            <a:gradFill>
              <a:gsLst>
                <a:gs pos="0">
                  <a:srgbClr val="8C8C8D">
                    <a:alpha val="32968"/>
                  </a:srgbClr>
                </a:gs>
                <a:gs pos="14286">
                  <a:srgbClr val="8C8C8D">
                    <a:alpha val="30764"/>
                  </a:srgbClr>
                </a:gs>
                <a:gs pos="28571">
                  <a:srgbClr val="8C8C8D">
                    <a:alpha val="24833"/>
                  </a:srgbClr>
                </a:gs>
                <a:gs pos="42857">
                  <a:srgbClr val="8C8C8D">
                    <a:alpha val="17075"/>
                  </a:srgbClr>
                </a:gs>
                <a:gs pos="57143">
                  <a:srgbClr val="8C8C8D">
                    <a:alpha val="9855"/>
                  </a:srgbClr>
                </a:gs>
                <a:gs pos="71429">
                  <a:srgbClr val="8C8C8D">
                    <a:alpha val="4740"/>
                  </a:srgbClr>
                </a:gs>
                <a:gs pos="85714">
                  <a:srgbClr val="8C8C8D">
                    <a:alpha val="1902"/>
                  </a:srgbClr>
                </a:gs>
                <a:gs pos="100000">
                  <a:srgbClr val="8C8C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10042844">
              <a:off x="523916" y="28983"/>
              <a:ext cx="493858" cy="193751"/>
            </a:xfrm>
            <a:prstGeom prst="ellipse">
              <a:avLst/>
            </a:prstGeom>
            <a:gradFill>
              <a:gsLst>
                <a:gs pos="0">
                  <a:srgbClr val="30302F">
                    <a:alpha val="28699"/>
                  </a:srgbClr>
                </a:gs>
                <a:gs pos="14286">
                  <a:srgbClr val="30302F">
                    <a:alpha val="26721"/>
                  </a:srgbClr>
                </a:gs>
                <a:gs pos="28571">
                  <a:srgbClr val="30302F">
                    <a:alpha val="21447"/>
                  </a:srgbClr>
                </a:gs>
                <a:gs pos="42857">
                  <a:srgbClr val="30302F">
                    <a:alpha val="14644"/>
                  </a:srgbClr>
                </a:gs>
                <a:gs pos="57143">
                  <a:srgbClr val="30302F">
                    <a:alpha val="8400"/>
                  </a:srgbClr>
                </a:gs>
                <a:gs pos="71429">
                  <a:srgbClr val="30302F">
                    <a:alpha val="4024"/>
                  </a:srgbClr>
                </a:gs>
                <a:gs pos="85714">
                  <a:srgbClr val="30302F">
                    <a:alpha val="1611"/>
                  </a:srgbClr>
                </a:gs>
                <a:gs pos="100000">
                  <a:srgbClr val="30302F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9430328">
              <a:off x="2574739" y="224568"/>
              <a:ext cx="529495" cy="60881"/>
            </a:xfrm>
            <a:prstGeom prst="ellipse">
              <a:avLst/>
            </a:prstGeom>
            <a:gradFill>
              <a:gsLst>
                <a:gs pos="0">
                  <a:srgbClr val="0E110F">
                    <a:alpha val="32063"/>
                  </a:srgbClr>
                </a:gs>
                <a:gs pos="14286">
                  <a:srgbClr val="0E110F">
                    <a:alpha val="29905"/>
                  </a:srgbClr>
                </a:gs>
                <a:gs pos="28571">
                  <a:srgbClr val="0E110F">
                    <a:alpha val="24110"/>
                  </a:srgbClr>
                </a:gs>
                <a:gs pos="42857">
                  <a:srgbClr val="0E110F">
                    <a:alpha val="16553"/>
                  </a:srgbClr>
                </a:gs>
                <a:gs pos="57143">
                  <a:srgbClr val="0E110F">
                    <a:alpha val="9541"/>
                  </a:srgbClr>
                </a:gs>
                <a:gs pos="71429">
                  <a:srgbClr val="0E110F">
                    <a:alpha val="4585"/>
                  </a:srgbClr>
                </a:gs>
                <a:gs pos="85714">
                  <a:srgbClr val="0E110F">
                    <a:alpha val="1839"/>
                  </a:srgbClr>
                </a:gs>
                <a:gs pos="100000">
                  <a:srgbClr val="0E110F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8738380">
              <a:off x="2168692" y="958824"/>
              <a:ext cx="380041" cy="83522"/>
            </a:xfrm>
            <a:prstGeom prst="ellipse">
              <a:avLst/>
            </a:prstGeom>
            <a:gradFill>
              <a:gsLst>
                <a:gs pos="0">
                  <a:srgbClr val="BAB9BA">
                    <a:alpha val="6819"/>
                  </a:srgbClr>
                </a:gs>
                <a:gs pos="14286">
                  <a:srgbClr val="BAB9BA">
                    <a:alpha val="6285"/>
                  </a:srgbClr>
                </a:gs>
                <a:gs pos="28571">
                  <a:srgbClr val="BAB9BA">
                    <a:alpha val="4915"/>
                  </a:srgbClr>
                </a:gs>
                <a:gs pos="42857">
                  <a:srgbClr val="BAB9BA">
                    <a:alpha val="3252"/>
                  </a:srgbClr>
                </a:gs>
                <a:gs pos="57143">
                  <a:srgbClr val="BAB9BA">
                    <a:alpha val="1815"/>
                  </a:srgbClr>
                </a:gs>
                <a:gs pos="71429">
                  <a:srgbClr val="BAB9BA">
                    <a:alpha val="854"/>
                  </a:srgbClr>
                </a:gs>
                <a:gs pos="85714">
                  <a:srgbClr val="BAB9BA">
                    <a:alpha val="338"/>
                  </a:srgbClr>
                </a:gs>
                <a:gs pos="100000">
                  <a:srgbClr val="BAB9BA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10284977">
              <a:off x="2853396" y="2177"/>
              <a:ext cx="563637" cy="76090"/>
            </a:xfrm>
            <a:prstGeom prst="ellipse">
              <a:avLst/>
            </a:prstGeom>
            <a:gradFill>
              <a:gsLst>
                <a:gs pos="0">
                  <a:srgbClr val="ADAEAE">
                    <a:alpha val="17980"/>
                  </a:srgbClr>
                </a:gs>
                <a:gs pos="14286">
                  <a:srgbClr val="ADAEAE">
                    <a:alpha val="16655"/>
                  </a:srgbClr>
                </a:gs>
                <a:gs pos="28571">
                  <a:srgbClr val="ADAEAE">
                    <a:alpha val="13190"/>
                  </a:srgbClr>
                </a:gs>
                <a:gs pos="42857">
                  <a:srgbClr val="ADAEAE">
                    <a:alpha val="8861"/>
                  </a:srgbClr>
                </a:gs>
                <a:gs pos="57143">
                  <a:srgbClr val="ADAEAE">
                    <a:alpha val="5011"/>
                  </a:srgbClr>
                </a:gs>
                <a:gs pos="71429">
                  <a:srgbClr val="ADAEAE">
                    <a:alpha val="2378"/>
                  </a:srgbClr>
                </a:gs>
                <a:gs pos="85714">
                  <a:srgbClr val="ADAEAE">
                    <a:alpha val="947"/>
                  </a:srgbClr>
                </a:gs>
                <a:gs pos="100000">
                  <a:srgbClr val="ADAEAE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4034453">
              <a:off x="1007619" y="612686"/>
              <a:ext cx="254797" cy="86589"/>
            </a:xfrm>
            <a:prstGeom prst="ellipse">
              <a:avLst/>
            </a:prstGeom>
            <a:gradFill>
              <a:gsLst>
                <a:gs pos="0">
                  <a:srgbClr val="939292">
                    <a:alpha val="32968"/>
                  </a:srgbClr>
                </a:gs>
                <a:gs pos="14286">
                  <a:srgbClr val="939292">
                    <a:alpha val="30764"/>
                  </a:srgbClr>
                </a:gs>
                <a:gs pos="28571">
                  <a:srgbClr val="939292">
                    <a:alpha val="24833"/>
                  </a:srgbClr>
                </a:gs>
                <a:gs pos="42857">
                  <a:srgbClr val="939292">
                    <a:alpha val="17075"/>
                  </a:srgbClr>
                </a:gs>
                <a:gs pos="57143">
                  <a:srgbClr val="939292">
                    <a:alpha val="9855"/>
                  </a:srgbClr>
                </a:gs>
                <a:gs pos="71429">
                  <a:srgbClr val="939292">
                    <a:alpha val="4740"/>
                  </a:srgbClr>
                </a:gs>
                <a:gs pos="85714">
                  <a:srgbClr val="939292">
                    <a:alpha val="1902"/>
                  </a:srgbClr>
                </a:gs>
                <a:gs pos="100000">
                  <a:srgbClr val="9392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2927371">
              <a:off x="-226139" y="-33782"/>
              <a:ext cx="510226" cy="134490"/>
            </a:xfrm>
            <a:prstGeom prst="ellipse">
              <a:avLst/>
            </a:prstGeom>
            <a:gradFill>
              <a:gsLst>
                <a:gs pos="0">
                  <a:srgbClr val="060007">
                    <a:alpha val="7710"/>
                  </a:srgbClr>
                </a:gs>
                <a:gs pos="14286">
                  <a:srgbClr val="060007">
                    <a:alpha val="7109"/>
                  </a:srgbClr>
                </a:gs>
                <a:gs pos="28571">
                  <a:srgbClr val="060007">
                    <a:alpha val="5565"/>
                  </a:srgbClr>
                </a:gs>
                <a:gs pos="42857">
                  <a:srgbClr val="060007">
                    <a:alpha val="3686"/>
                  </a:srgbClr>
                </a:gs>
                <a:gs pos="57143">
                  <a:srgbClr val="060007">
                    <a:alpha val="2059"/>
                  </a:srgbClr>
                </a:gs>
                <a:gs pos="71429">
                  <a:srgbClr val="060007">
                    <a:alpha val="969"/>
                  </a:srgbClr>
                </a:gs>
                <a:gs pos="85714">
                  <a:srgbClr val="060007">
                    <a:alpha val="384"/>
                  </a:srgbClr>
                </a:gs>
                <a:gs pos="100000">
                  <a:srgbClr val="060007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-10004502">
              <a:off x="2637022" y="1282080"/>
              <a:ext cx="175262" cy="121530"/>
            </a:xfrm>
            <a:prstGeom prst="ellipse">
              <a:avLst/>
            </a:prstGeom>
            <a:gradFill>
              <a:gsLst>
                <a:gs pos="0">
                  <a:srgbClr val="89898A">
                    <a:alpha val="25959"/>
                  </a:srgbClr>
                </a:gs>
                <a:gs pos="14286">
                  <a:srgbClr val="89898A">
                    <a:alpha val="24137"/>
                  </a:srgbClr>
                </a:gs>
                <a:gs pos="28571">
                  <a:srgbClr val="89898A">
                    <a:alpha val="19304"/>
                  </a:srgbClr>
                </a:gs>
                <a:gs pos="42857">
                  <a:srgbClr val="89898A">
                    <a:alpha val="13124"/>
                  </a:srgbClr>
                </a:gs>
                <a:gs pos="57143">
                  <a:srgbClr val="89898A">
                    <a:alpha val="7499"/>
                  </a:srgbClr>
                </a:gs>
                <a:gs pos="71429">
                  <a:srgbClr val="89898A">
                    <a:alpha val="3583"/>
                  </a:srgbClr>
                </a:gs>
                <a:gs pos="85714">
                  <a:srgbClr val="89898A">
                    <a:alpha val="1433"/>
                  </a:srgbClr>
                </a:gs>
                <a:gs pos="100000">
                  <a:srgbClr val="89898A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2984797">
              <a:off x="2353273" y="1065828"/>
              <a:ext cx="435810" cy="211507"/>
            </a:xfrm>
            <a:prstGeom prst="ellipse">
              <a:avLst/>
            </a:prstGeom>
            <a:gradFill>
              <a:gsLst>
                <a:gs pos="0">
                  <a:srgbClr val="5C5D5D">
                    <a:alpha val="5939"/>
                  </a:srgbClr>
                </a:gs>
                <a:gs pos="14286">
                  <a:srgbClr val="5C5D5D">
                    <a:alpha val="5472"/>
                  </a:srgbClr>
                </a:gs>
                <a:gs pos="28571">
                  <a:srgbClr val="5C5D5D">
                    <a:alpha val="4275"/>
                  </a:srgbClr>
                </a:gs>
                <a:gs pos="42857">
                  <a:srgbClr val="5C5D5D">
                    <a:alpha val="2825"/>
                  </a:srgbClr>
                </a:gs>
                <a:gs pos="57143">
                  <a:srgbClr val="5C5D5D">
                    <a:alpha val="1575"/>
                  </a:srgbClr>
                </a:gs>
                <a:gs pos="71429">
                  <a:srgbClr val="5C5D5D">
                    <a:alpha val="741"/>
                  </a:srgbClr>
                </a:gs>
                <a:gs pos="85714">
                  <a:srgbClr val="5C5D5D">
                    <a:alpha val="293"/>
                  </a:srgbClr>
                </a:gs>
                <a:gs pos="100000">
                  <a:srgbClr val="5C5D5D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-9681081">
              <a:off x="1792014" y="410404"/>
              <a:ext cx="547293" cy="404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9229243">
              <a:off x="1147521" y="748198"/>
              <a:ext cx="715694" cy="51134"/>
            </a:xfrm>
            <a:prstGeom prst="ellipse">
              <a:avLst/>
            </a:prstGeom>
            <a:gradFill>
              <a:gsLst>
                <a:gs pos="0">
                  <a:srgbClr val="000600">
                    <a:alpha val="31363"/>
                  </a:srgbClr>
                </a:gs>
                <a:gs pos="14286">
                  <a:srgbClr val="000600">
                    <a:alpha val="29241"/>
                  </a:srgbClr>
                </a:gs>
                <a:gs pos="28571">
                  <a:srgbClr val="000600">
                    <a:alpha val="23553"/>
                  </a:srgbClr>
                </a:gs>
                <a:gs pos="42857">
                  <a:srgbClr val="000600">
                    <a:alpha val="16152"/>
                  </a:srgbClr>
                </a:gs>
                <a:gs pos="57143">
                  <a:srgbClr val="000600">
                    <a:alpha val="9300"/>
                  </a:srgbClr>
                </a:gs>
                <a:gs pos="71429">
                  <a:srgbClr val="000600">
                    <a:alpha val="4466"/>
                  </a:srgbClr>
                </a:gs>
                <a:gs pos="85714">
                  <a:srgbClr val="000600">
                    <a:alpha val="1791"/>
                  </a:srgbClr>
                </a:gs>
                <a:gs pos="100000">
                  <a:srgbClr val="000600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8410980">
              <a:off x="906574" y="360137"/>
              <a:ext cx="413504" cy="67312"/>
            </a:xfrm>
            <a:prstGeom prst="ellipse">
              <a:avLst/>
            </a:prstGeom>
            <a:gradFill>
              <a:gsLst>
                <a:gs pos="0">
                  <a:srgbClr val="878787">
                    <a:alpha val="29263"/>
                  </a:srgbClr>
                </a:gs>
                <a:gs pos="14286">
                  <a:srgbClr val="878787">
                    <a:alpha val="27254"/>
                  </a:srgbClr>
                </a:gs>
                <a:gs pos="28571">
                  <a:srgbClr val="878787">
                    <a:alpha val="21891"/>
                  </a:srgbClr>
                </a:gs>
                <a:gs pos="42857">
                  <a:srgbClr val="878787">
                    <a:alpha val="14960"/>
                  </a:srgbClr>
                </a:gs>
                <a:gs pos="57143">
                  <a:srgbClr val="878787">
                    <a:alpha val="8588"/>
                  </a:srgbClr>
                </a:gs>
                <a:gs pos="71429">
                  <a:srgbClr val="878787">
                    <a:alpha val="4116"/>
                  </a:srgbClr>
                </a:gs>
                <a:gs pos="85714">
                  <a:srgbClr val="878787">
                    <a:alpha val="1648"/>
                  </a:srgbClr>
                </a:gs>
                <a:gs pos="100000">
                  <a:srgbClr val="878787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10233536">
              <a:off x="3096032" y="248250"/>
              <a:ext cx="311327" cy="189023"/>
            </a:xfrm>
            <a:prstGeom prst="ellipse">
              <a:avLst/>
            </a:prstGeom>
            <a:gradFill>
              <a:gsLst>
                <a:gs pos="0">
                  <a:srgbClr val="000200">
                    <a:alpha val="18883"/>
                  </a:srgbClr>
                </a:gs>
                <a:gs pos="14286">
                  <a:srgbClr val="000200">
                    <a:alpha val="17498"/>
                  </a:srgbClr>
                </a:gs>
                <a:gs pos="28571">
                  <a:srgbClr val="000200">
                    <a:alpha val="13873"/>
                  </a:srgbClr>
                </a:gs>
                <a:gs pos="42857">
                  <a:srgbClr val="000200">
                    <a:alpha val="9332"/>
                  </a:srgbClr>
                </a:gs>
                <a:gs pos="57143">
                  <a:srgbClr val="000200">
                    <a:alpha val="5283"/>
                  </a:srgbClr>
                </a:gs>
                <a:gs pos="71429">
                  <a:srgbClr val="000200">
                    <a:alpha val="2509"/>
                  </a:srgbClr>
                </a:gs>
                <a:gs pos="85714">
                  <a:srgbClr val="000200">
                    <a:alpha val="1000"/>
                  </a:srgbClr>
                </a:gs>
                <a:gs pos="100000">
                  <a:srgbClr val="0002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3358513">
              <a:off x="2522007" y="99277"/>
              <a:ext cx="464539" cy="84750"/>
            </a:xfrm>
            <a:prstGeom prst="ellipse">
              <a:avLst/>
            </a:prstGeom>
            <a:gradFill>
              <a:gsLst>
                <a:gs pos="0">
                  <a:srgbClr val="8A8A8A">
                    <a:alpha val="27715"/>
                  </a:srgbClr>
                </a:gs>
                <a:gs pos="14286">
                  <a:srgbClr val="8A8A8A">
                    <a:alpha val="25792"/>
                  </a:srgbClr>
                </a:gs>
                <a:gs pos="28571">
                  <a:srgbClr val="8A8A8A">
                    <a:alpha val="20675"/>
                  </a:srgbClr>
                </a:gs>
                <a:gs pos="42857">
                  <a:srgbClr val="8A8A8A">
                    <a:alpha val="14094"/>
                  </a:srgbClr>
                </a:gs>
                <a:gs pos="57143">
                  <a:srgbClr val="8A8A8A">
                    <a:alpha val="8073"/>
                  </a:srgbClr>
                </a:gs>
                <a:gs pos="71429">
                  <a:srgbClr val="8A8A8A">
                    <a:alpha val="3864"/>
                  </a:srgbClr>
                </a:gs>
                <a:gs pos="85714">
                  <a:srgbClr val="8A8A8A">
                    <a:alpha val="1546"/>
                  </a:srgbClr>
                </a:gs>
                <a:gs pos="100000">
                  <a:srgbClr val="8A8A8A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9738264">
              <a:off x="2558090" y="232837"/>
              <a:ext cx="580785" cy="40021"/>
            </a:xfrm>
            <a:prstGeom prst="ellipse">
              <a:avLst/>
            </a:prstGeom>
            <a:gradFill>
              <a:gsLst>
                <a:gs pos="0">
                  <a:srgbClr val="CACBCB">
                    <a:alpha val="14406"/>
                  </a:srgbClr>
                </a:gs>
                <a:gs pos="14286">
                  <a:srgbClr val="CACBCB">
                    <a:alpha val="13322"/>
                  </a:srgbClr>
                </a:gs>
                <a:gs pos="28571">
                  <a:srgbClr val="CACBCB">
                    <a:alpha val="10507"/>
                  </a:srgbClr>
                </a:gs>
                <a:gs pos="42857">
                  <a:srgbClr val="CACBCB">
                    <a:alpha val="7023"/>
                  </a:srgbClr>
                </a:gs>
                <a:gs pos="57143">
                  <a:srgbClr val="CACBCB">
                    <a:alpha val="3954"/>
                  </a:srgbClr>
                </a:gs>
                <a:gs pos="71429">
                  <a:srgbClr val="CACBCB">
                    <a:alpha val="1871"/>
                  </a:srgbClr>
                </a:gs>
                <a:gs pos="85714">
                  <a:srgbClr val="CACBCB">
                    <a:alpha val="744"/>
                  </a:srgbClr>
                </a:gs>
                <a:gs pos="100000">
                  <a:srgbClr val="CACBCB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8364688">
              <a:off x="1015488" y="394137"/>
              <a:ext cx="363007" cy="187052"/>
            </a:xfrm>
            <a:prstGeom prst="ellipse">
              <a:avLst/>
            </a:prstGeom>
            <a:gradFill>
              <a:gsLst>
                <a:gs pos="0">
                  <a:srgbClr val="1E201C">
                    <a:alpha val="8536"/>
                  </a:srgbClr>
                </a:gs>
                <a:gs pos="14286">
                  <a:srgbClr val="1E201C">
                    <a:alpha val="7874"/>
                  </a:srgbClr>
                </a:gs>
                <a:gs pos="28571">
                  <a:srgbClr val="1E201C">
                    <a:alpha val="6169"/>
                  </a:srgbClr>
                </a:gs>
                <a:gs pos="42857">
                  <a:srgbClr val="1E201C">
                    <a:alpha val="4091"/>
                  </a:srgbClr>
                </a:gs>
                <a:gs pos="57143">
                  <a:srgbClr val="1E201C">
                    <a:alpha val="2288"/>
                  </a:srgbClr>
                </a:gs>
                <a:gs pos="71429">
                  <a:srgbClr val="1E201C">
                    <a:alpha val="1077"/>
                  </a:srgbClr>
                </a:gs>
                <a:gs pos="85714">
                  <a:srgbClr val="1E201C">
                    <a:alpha val="427"/>
                  </a:srgbClr>
                </a:gs>
                <a:gs pos="100000">
                  <a:srgbClr val="1E201C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-10737424">
              <a:off x="150511" y="795667"/>
              <a:ext cx="481382" cy="88649"/>
            </a:xfrm>
            <a:prstGeom prst="ellipse">
              <a:avLst/>
            </a:prstGeom>
            <a:gradFill>
              <a:gsLst>
                <a:gs pos="0">
                  <a:srgbClr val="9E9D9E">
                    <a:alpha val="13106"/>
                  </a:srgbClr>
                </a:gs>
                <a:gs pos="14286">
                  <a:srgbClr val="9E9D9E">
                    <a:alpha val="12113"/>
                  </a:srgbClr>
                </a:gs>
                <a:gs pos="28571">
                  <a:srgbClr val="9E9D9E">
                    <a:alpha val="9539"/>
                  </a:srgbClr>
                </a:gs>
                <a:gs pos="42857">
                  <a:srgbClr val="9E9D9E">
                    <a:alpha val="6364"/>
                  </a:srgbClr>
                </a:gs>
                <a:gs pos="57143">
                  <a:srgbClr val="9E9D9E">
                    <a:alpha val="3578"/>
                  </a:srgbClr>
                </a:gs>
                <a:gs pos="71429">
                  <a:srgbClr val="9E9D9E">
                    <a:alpha val="1691"/>
                  </a:srgbClr>
                </a:gs>
                <a:gs pos="85714">
                  <a:srgbClr val="9E9D9E">
                    <a:alpha val="672"/>
                  </a:srgbClr>
                </a:gs>
                <a:gs pos="100000">
                  <a:srgbClr val="9E9D9E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4832953">
              <a:off x="1491029" y="983404"/>
              <a:ext cx="203493" cy="82434"/>
            </a:xfrm>
            <a:prstGeom prst="ellipse">
              <a:avLst/>
            </a:prstGeom>
            <a:gradFill>
              <a:gsLst>
                <a:gs pos="0">
                  <a:srgbClr val="9E9E9D">
                    <a:alpha val="32968"/>
                  </a:srgbClr>
                </a:gs>
                <a:gs pos="14286">
                  <a:srgbClr val="9E9E9D">
                    <a:alpha val="30764"/>
                  </a:srgbClr>
                </a:gs>
                <a:gs pos="28571">
                  <a:srgbClr val="9E9E9D">
                    <a:alpha val="24833"/>
                  </a:srgbClr>
                </a:gs>
                <a:gs pos="42857">
                  <a:srgbClr val="9E9E9D">
                    <a:alpha val="17075"/>
                  </a:srgbClr>
                </a:gs>
                <a:gs pos="57143">
                  <a:srgbClr val="9E9E9D">
                    <a:alpha val="9855"/>
                  </a:srgbClr>
                </a:gs>
                <a:gs pos="71429">
                  <a:srgbClr val="9E9E9D">
                    <a:alpha val="4740"/>
                  </a:srgbClr>
                </a:gs>
                <a:gs pos="85714">
                  <a:srgbClr val="9E9E9D">
                    <a:alpha val="1902"/>
                  </a:srgbClr>
                </a:gs>
                <a:gs pos="100000">
                  <a:srgbClr val="9E9E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7216829">
              <a:off x="68101" y="1235179"/>
              <a:ext cx="340540" cy="271098"/>
            </a:xfrm>
            <a:prstGeom prst="ellipse">
              <a:avLst/>
            </a:prstGeom>
            <a:gradFill>
              <a:gsLst>
                <a:gs pos="0">
                  <a:srgbClr val="A9A9A8">
                    <a:alpha val="2658"/>
                  </a:srgbClr>
                </a:gs>
                <a:gs pos="14286">
                  <a:srgbClr val="A9A9A8">
                    <a:alpha val="2445"/>
                  </a:srgbClr>
                </a:gs>
                <a:gs pos="28571">
                  <a:srgbClr val="A9A9A8">
                    <a:alpha val="1904"/>
                  </a:srgbClr>
                </a:gs>
                <a:gs pos="42857">
                  <a:srgbClr val="A9A9A8">
                    <a:alpha val="1253"/>
                  </a:srgbClr>
                </a:gs>
                <a:gs pos="57143">
                  <a:srgbClr val="A9A9A8">
                    <a:alpha val="696"/>
                  </a:srgbClr>
                </a:gs>
                <a:gs pos="71429">
                  <a:srgbClr val="A9A9A8">
                    <a:alpha val="327"/>
                  </a:srgbClr>
                </a:gs>
                <a:gs pos="85714">
                  <a:srgbClr val="A9A9A8">
                    <a:alpha val="129"/>
                  </a:srgbClr>
                </a:gs>
                <a:gs pos="100000">
                  <a:srgbClr val="A9A9A8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10376744">
              <a:off x="2475700" y="271463"/>
              <a:ext cx="444391" cy="175732"/>
            </a:xfrm>
            <a:prstGeom prst="ellipse">
              <a:avLst/>
            </a:prstGeom>
            <a:gradFill>
              <a:gsLst>
                <a:gs pos="0">
                  <a:srgbClr val="E4E4E4">
                    <a:alpha val="19911"/>
                  </a:srgbClr>
                </a:gs>
                <a:gs pos="14286">
                  <a:srgbClr val="E4E4E4">
                    <a:alpha val="18460"/>
                  </a:srgbClr>
                </a:gs>
                <a:gs pos="28571">
                  <a:srgbClr val="E4E4E4">
                    <a:alpha val="14654"/>
                  </a:srgbClr>
                </a:gs>
                <a:gs pos="42857">
                  <a:srgbClr val="E4E4E4">
                    <a:alpha val="9871"/>
                  </a:srgbClr>
                </a:gs>
                <a:gs pos="57143">
                  <a:srgbClr val="E4E4E4">
                    <a:alpha val="5596"/>
                  </a:srgbClr>
                </a:gs>
                <a:gs pos="71429">
                  <a:srgbClr val="E4E4E4">
                    <a:alpha val="2660"/>
                  </a:srgbClr>
                </a:gs>
                <a:gs pos="85714">
                  <a:srgbClr val="E4E4E4">
                    <a:alpha val="1060"/>
                  </a:srgbClr>
                </a:gs>
                <a:gs pos="100000">
                  <a:srgbClr val="E4E4E4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6373792">
              <a:off x="205959" y="1180500"/>
              <a:ext cx="610187" cy="48442"/>
            </a:xfrm>
            <a:prstGeom prst="ellipse">
              <a:avLst/>
            </a:prstGeom>
            <a:gradFill>
              <a:gsLst>
                <a:gs pos="0">
                  <a:srgbClr val="939394">
                    <a:alpha val="32968"/>
                  </a:srgbClr>
                </a:gs>
                <a:gs pos="14286">
                  <a:srgbClr val="939394">
                    <a:alpha val="30764"/>
                  </a:srgbClr>
                </a:gs>
                <a:gs pos="28571">
                  <a:srgbClr val="939394">
                    <a:alpha val="24833"/>
                  </a:srgbClr>
                </a:gs>
                <a:gs pos="42857">
                  <a:srgbClr val="939394">
                    <a:alpha val="17075"/>
                  </a:srgbClr>
                </a:gs>
                <a:gs pos="57143">
                  <a:srgbClr val="939394">
                    <a:alpha val="9855"/>
                  </a:srgbClr>
                </a:gs>
                <a:gs pos="71429">
                  <a:srgbClr val="939394">
                    <a:alpha val="4740"/>
                  </a:srgbClr>
                </a:gs>
                <a:gs pos="85714">
                  <a:srgbClr val="939394">
                    <a:alpha val="1902"/>
                  </a:srgbClr>
                </a:gs>
                <a:gs pos="100000">
                  <a:srgbClr val="9393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10101238">
              <a:off x="158352" y="1240988"/>
              <a:ext cx="690204" cy="53227"/>
            </a:xfrm>
            <a:prstGeom prst="ellipse">
              <a:avLst/>
            </a:prstGeom>
            <a:gradFill>
              <a:gsLst>
                <a:gs pos="0">
                  <a:srgbClr val="9B9C9C">
                    <a:alpha val="32968"/>
                  </a:srgbClr>
                </a:gs>
                <a:gs pos="14286">
                  <a:srgbClr val="9B9C9C">
                    <a:alpha val="30764"/>
                  </a:srgbClr>
                </a:gs>
                <a:gs pos="28571">
                  <a:srgbClr val="9B9C9C">
                    <a:alpha val="24833"/>
                  </a:srgbClr>
                </a:gs>
                <a:gs pos="42857">
                  <a:srgbClr val="9B9C9C">
                    <a:alpha val="17075"/>
                  </a:srgbClr>
                </a:gs>
                <a:gs pos="57143">
                  <a:srgbClr val="9B9C9C">
                    <a:alpha val="9855"/>
                  </a:srgbClr>
                </a:gs>
                <a:gs pos="71429">
                  <a:srgbClr val="9B9C9C">
                    <a:alpha val="4740"/>
                  </a:srgbClr>
                </a:gs>
                <a:gs pos="85714">
                  <a:srgbClr val="9B9C9C">
                    <a:alpha val="1902"/>
                  </a:srgbClr>
                </a:gs>
                <a:gs pos="100000">
                  <a:srgbClr val="9B9C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-10291005">
              <a:off x="3059177" y="673647"/>
              <a:ext cx="594600" cy="395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-9432615">
              <a:off x="2500726" y="231130"/>
              <a:ext cx="438844" cy="45241"/>
            </a:xfrm>
            <a:prstGeom prst="ellipse">
              <a:avLst/>
            </a:prstGeom>
            <a:gradFill>
              <a:gsLst>
                <a:gs pos="0">
                  <a:srgbClr val="9B9B9B">
                    <a:alpha val="32968"/>
                  </a:srgbClr>
                </a:gs>
                <a:gs pos="14286">
                  <a:srgbClr val="9B9B9B">
                    <a:alpha val="30764"/>
                  </a:srgbClr>
                </a:gs>
                <a:gs pos="28571">
                  <a:srgbClr val="9B9B9B">
                    <a:alpha val="24833"/>
                  </a:srgbClr>
                </a:gs>
                <a:gs pos="42857">
                  <a:srgbClr val="9B9B9B">
                    <a:alpha val="17075"/>
                  </a:srgbClr>
                </a:gs>
                <a:gs pos="57143">
                  <a:srgbClr val="9B9B9B">
                    <a:alpha val="9855"/>
                  </a:srgbClr>
                </a:gs>
                <a:gs pos="71429">
                  <a:srgbClr val="9B9B9B">
                    <a:alpha val="4740"/>
                  </a:srgbClr>
                </a:gs>
                <a:gs pos="85714">
                  <a:srgbClr val="9B9B9B">
                    <a:alpha val="1902"/>
                  </a:srgbClr>
                </a:gs>
                <a:gs pos="100000">
                  <a:srgbClr val="9B9B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10696977">
              <a:off x="1807496" y="441826"/>
              <a:ext cx="390305" cy="81513"/>
            </a:xfrm>
            <a:prstGeom prst="ellipse">
              <a:avLst/>
            </a:prstGeom>
            <a:gradFill>
              <a:gsLst>
                <a:gs pos="0">
                  <a:srgbClr val="9D9C9D">
                    <a:alpha val="32968"/>
                  </a:srgbClr>
                </a:gs>
                <a:gs pos="14286">
                  <a:srgbClr val="9D9C9D">
                    <a:alpha val="30764"/>
                  </a:srgbClr>
                </a:gs>
                <a:gs pos="28571">
                  <a:srgbClr val="9D9C9D">
                    <a:alpha val="24833"/>
                  </a:srgbClr>
                </a:gs>
                <a:gs pos="42857">
                  <a:srgbClr val="9D9C9D">
                    <a:alpha val="17075"/>
                  </a:srgbClr>
                </a:gs>
                <a:gs pos="57143">
                  <a:srgbClr val="9D9C9D">
                    <a:alpha val="9855"/>
                  </a:srgbClr>
                </a:gs>
                <a:gs pos="71429">
                  <a:srgbClr val="9D9C9D">
                    <a:alpha val="4740"/>
                  </a:srgbClr>
                </a:gs>
                <a:gs pos="85714">
                  <a:srgbClr val="9D9C9D">
                    <a:alpha val="1902"/>
                  </a:srgbClr>
                </a:gs>
                <a:gs pos="100000">
                  <a:srgbClr val="9D9C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10361228">
              <a:off x="1306954" y="579747"/>
              <a:ext cx="296116" cy="96465"/>
            </a:xfrm>
            <a:prstGeom prst="ellipse">
              <a:avLst/>
            </a:prstGeom>
            <a:gradFill>
              <a:gsLst>
                <a:gs pos="0">
                  <a:srgbClr val="8E8F8F">
                    <a:alpha val="32968"/>
                  </a:srgbClr>
                </a:gs>
                <a:gs pos="14286">
                  <a:srgbClr val="8E8F8F">
                    <a:alpha val="30764"/>
                  </a:srgbClr>
                </a:gs>
                <a:gs pos="28571">
                  <a:srgbClr val="8E8F8F">
                    <a:alpha val="24833"/>
                  </a:srgbClr>
                </a:gs>
                <a:gs pos="42857">
                  <a:srgbClr val="8E8F8F">
                    <a:alpha val="17075"/>
                  </a:srgbClr>
                </a:gs>
                <a:gs pos="57143">
                  <a:srgbClr val="8E8F8F">
                    <a:alpha val="9855"/>
                  </a:srgbClr>
                </a:gs>
                <a:gs pos="71429">
                  <a:srgbClr val="8E8F8F">
                    <a:alpha val="4740"/>
                  </a:srgbClr>
                </a:gs>
                <a:gs pos="85714">
                  <a:srgbClr val="8E8F8F">
                    <a:alpha val="1902"/>
                  </a:srgbClr>
                </a:gs>
                <a:gs pos="100000">
                  <a:srgbClr val="8E8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-9232850">
              <a:off x="1017892" y="1344030"/>
              <a:ext cx="407514" cy="69978"/>
            </a:xfrm>
            <a:prstGeom prst="ellipse">
              <a:avLst/>
            </a:prstGeom>
            <a:gradFill>
              <a:gsLst>
                <a:gs pos="0">
                  <a:srgbClr val="000612">
                    <a:alpha val="28365"/>
                  </a:srgbClr>
                </a:gs>
                <a:gs pos="14286">
                  <a:srgbClr val="000612">
                    <a:alpha val="26406"/>
                  </a:srgbClr>
                </a:gs>
                <a:gs pos="28571">
                  <a:srgbClr val="000612">
                    <a:alpha val="21185"/>
                  </a:srgbClr>
                </a:gs>
                <a:gs pos="42857">
                  <a:srgbClr val="000612">
                    <a:alpha val="14457"/>
                  </a:srgbClr>
                </a:gs>
                <a:gs pos="57143">
                  <a:srgbClr val="000612">
                    <a:alpha val="8289"/>
                  </a:srgbClr>
                </a:gs>
                <a:gs pos="71429">
                  <a:srgbClr val="000612">
                    <a:alpha val="3969"/>
                  </a:srgbClr>
                </a:gs>
                <a:gs pos="85714">
                  <a:srgbClr val="000612">
                    <a:alpha val="1589"/>
                  </a:srgbClr>
                </a:gs>
                <a:gs pos="100000">
                  <a:srgbClr val="000612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-9500202">
              <a:off x="2297828" y="815597"/>
              <a:ext cx="322093" cy="53938"/>
            </a:xfrm>
            <a:prstGeom prst="ellipse">
              <a:avLst/>
            </a:prstGeom>
            <a:gradFill>
              <a:gsLst>
                <a:gs pos="0">
                  <a:srgbClr val="000000">
                    <a:alpha val="24993"/>
                  </a:srgbClr>
                </a:gs>
                <a:gs pos="14286">
                  <a:srgbClr val="000000">
                    <a:alpha val="23228"/>
                  </a:srgbClr>
                </a:gs>
                <a:gs pos="28571">
                  <a:srgbClr val="000000">
                    <a:alpha val="18555"/>
                  </a:srgbClr>
                </a:gs>
                <a:gs pos="42857">
                  <a:srgbClr val="000000">
                    <a:alpha val="12595"/>
                  </a:srgbClr>
                </a:gs>
                <a:gs pos="57143">
                  <a:srgbClr val="000000">
                    <a:alpha val="7188"/>
                  </a:srgbClr>
                </a:gs>
                <a:gs pos="71429">
                  <a:srgbClr val="000000">
                    <a:alpha val="3431"/>
                  </a:srgbClr>
                </a:gs>
                <a:gs pos="85714">
                  <a:srgbClr val="000000">
                    <a:alpha val="1371"/>
                  </a:srgbClr>
                </a:gs>
                <a:gs pos="100000">
                  <a:srgbClr val="0000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-10067070">
              <a:off x="2414494" y="820929"/>
              <a:ext cx="109469" cy="732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10205079">
              <a:off x="3079913" y="260388"/>
              <a:ext cx="349953" cy="139504"/>
            </a:xfrm>
            <a:prstGeom prst="ellipse">
              <a:avLst/>
            </a:prstGeom>
            <a:gradFill>
              <a:gsLst>
                <a:gs pos="0">
                  <a:srgbClr val="CCCCCC">
                    <a:alpha val="8805"/>
                  </a:srgbClr>
                </a:gs>
                <a:gs pos="14286">
                  <a:srgbClr val="CCCCCC">
                    <a:alpha val="8123"/>
                  </a:srgbClr>
                </a:gs>
                <a:gs pos="28571">
                  <a:srgbClr val="CCCCCC">
                    <a:alpha val="6366"/>
                  </a:srgbClr>
                </a:gs>
                <a:gs pos="42857">
                  <a:srgbClr val="CCCCCC">
                    <a:alpha val="4223"/>
                  </a:srgbClr>
                </a:gs>
                <a:gs pos="57143">
                  <a:srgbClr val="CCCCCC">
                    <a:alpha val="2362"/>
                  </a:srgbClr>
                </a:gs>
                <a:gs pos="71429">
                  <a:srgbClr val="CCCCCC">
                    <a:alpha val="1113"/>
                  </a:srgbClr>
                </a:gs>
                <a:gs pos="85714">
                  <a:srgbClr val="CCCCCC">
                    <a:alpha val="442"/>
                  </a:srgbClr>
                </a:gs>
                <a:gs pos="100000">
                  <a:srgbClr val="CCCCCC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8705784">
              <a:off x="2461567" y="826593"/>
              <a:ext cx="404054" cy="233734"/>
            </a:xfrm>
            <a:prstGeom prst="ellipse">
              <a:avLst/>
            </a:prstGeom>
            <a:gradFill>
              <a:gsLst>
                <a:gs pos="0">
                  <a:srgbClr val="292627">
                    <a:alpha val="15246"/>
                  </a:srgbClr>
                </a:gs>
                <a:gs pos="14286">
                  <a:srgbClr val="292627">
                    <a:alpha val="14104"/>
                  </a:srgbClr>
                </a:gs>
                <a:gs pos="28571">
                  <a:srgbClr val="292627">
                    <a:alpha val="11135"/>
                  </a:srgbClr>
                </a:gs>
                <a:gs pos="42857">
                  <a:srgbClr val="292627">
                    <a:alpha val="7451"/>
                  </a:srgbClr>
                </a:gs>
                <a:gs pos="57143">
                  <a:srgbClr val="292627">
                    <a:alpha val="4200"/>
                  </a:srgbClr>
                </a:gs>
                <a:gs pos="71429">
                  <a:srgbClr val="292627">
                    <a:alpha val="1988"/>
                  </a:srgbClr>
                </a:gs>
                <a:gs pos="85714">
                  <a:srgbClr val="292627">
                    <a:alpha val="791"/>
                  </a:srgbClr>
                </a:gs>
                <a:gs pos="100000">
                  <a:srgbClr val="292627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-9673834">
              <a:off x="1776841" y="9352"/>
              <a:ext cx="682436" cy="44144"/>
            </a:xfrm>
            <a:prstGeom prst="ellipse">
              <a:avLst/>
            </a:prstGeom>
            <a:gradFill>
              <a:gsLst>
                <a:gs pos="0">
                  <a:srgbClr val="353735">
                    <a:alpha val="32464"/>
                  </a:srgbClr>
                </a:gs>
                <a:gs pos="14286">
                  <a:srgbClr val="353735">
                    <a:alpha val="30285"/>
                  </a:srgbClr>
                </a:gs>
                <a:gs pos="28571">
                  <a:srgbClr val="353735">
                    <a:alpha val="24430"/>
                  </a:srgbClr>
                </a:gs>
                <a:gs pos="42857">
                  <a:srgbClr val="353735">
                    <a:alpha val="16784"/>
                  </a:srgbClr>
                </a:gs>
                <a:gs pos="57143">
                  <a:srgbClr val="353735">
                    <a:alpha val="9679"/>
                  </a:srgbClr>
                </a:gs>
                <a:gs pos="71429">
                  <a:srgbClr val="353735">
                    <a:alpha val="4654"/>
                  </a:srgbClr>
                </a:gs>
                <a:gs pos="85714">
                  <a:srgbClr val="353735">
                    <a:alpha val="1867"/>
                  </a:srgbClr>
                </a:gs>
                <a:gs pos="100000">
                  <a:srgbClr val="353735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-9930393">
              <a:off x="619300" y="994642"/>
              <a:ext cx="571893" cy="125227"/>
            </a:xfrm>
            <a:prstGeom prst="ellipse">
              <a:avLst/>
            </a:prstGeom>
            <a:gradFill>
              <a:gsLst>
                <a:gs pos="0">
                  <a:srgbClr val="989798">
                    <a:alpha val="32968"/>
                  </a:srgbClr>
                </a:gs>
                <a:gs pos="14286">
                  <a:srgbClr val="989798">
                    <a:alpha val="30764"/>
                  </a:srgbClr>
                </a:gs>
                <a:gs pos="28571">
                  <a:srgbClr val="989798">
                    <a:alpha val="24833"/>
                  </a:srgbClr>
                </a:gs>
                <a:gs pos="42857">
                  <a:srgbClr val="989798">
                    <a:alpha val="17075"/>
                  </a:srgbClr>
                </a:gs>
                <a:gs pos="57143">
                  <a:srgbClr val="989798">
                    <a:alpha val="9855"/>
                  </a:srgbClr>
                </a:gs>
                <a:gs pos="71429">
                  <a:srgbClr val="989798">
                    <a:alpha val="4740"/>
                  </a:srgbClr>
                </a:gs>
                <a:gs pos="85714">
                  <a:srgbClr val="989798">
                    <a:alpha val="1902"/>
                  </a:srgbClr>
                </a:gs>
                <a:gs pos="100000">
                  <a:srgbClr val="9897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9238737">
              <a:off x="1715929" y="745701"/>
              <a:ext cx="365776" cy="84279"/>
            </a:xfrm>
            <a:prstGeom prst="ellipse">
              <a:avLst/>
            </a:prstGeom>
            <a:gradFill>
              <a:gsLst>
                <a:gs pos="0">
                  <a:srgbClr val="9B9B9B">
                    <a:alpha val="31587"/>
                  </a:srgbClr>
                </a:gs>
                <a:gs pos="14286">
                  <a:srgbClr val="9B9B9B">
                    <a:alpha val="29454"/>
                  </a:srgbClr>
                </a:gs>
                <a:gs pos="28571">
                  <a:srgbClr val="9B9B9B">
                    <a:alpha val="23731"/>
                  </a:srgbClr>
                </a:gs>
                <a:gs pos="42857">
                  <a:srgbClr val="9B9B9B">
                    <a:alpha val="16280"/>
                  </a:srgbClr>
                </a:gs>
                <a:gs pos="57143">
                  <a:srgbClr val="9B9B9B">
                    <a:alpha val="9377"/>
                  </a:srgbClr>
                </a:gs>
                <a:gs pos="71429">
                  <a:srgbClr val="9B9B9B">
                    <a:alpha val="4504"/>
                  </a:srgbClr>
                </a:gs>
                <a:gs pos="85714">
                  <a:srgbClr val="9B9B9B">
                    <a:alpha val="1806"/>
                  </a:srgbClr>
                </a:gs>
                <a:gs pos="100000">
                  <a:srgbClr val="9B9B9B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9653506">
              <a:off x="2351462" y="1035725"/>
              <a:ext cx="426616" cy="175841"/>
            </a:xfrm>
            <a:prstGeom prst="ellipse">
              <a:avLst/>
            </a:prstGeom>
            <a:gradFill>
              <a:gsLst>
                <a:gs pos="0">
                  <a:srgbClr val="D1D2D2">
                    <a:alpha val="8990"/>
                  </a:srgbClr>
                </a:gs>
                <a:gs pos="14286">
                  <a:srgbClr val="D1D2D2">
                    <a:alpha val="8294"/>
                  </a:srgbClr>
                </a:gs>
                <a:gs pos="28571">
                  <a:srgbClr val="D1D2D2">
                    <a:alpha val="6501"/>
                  </a:srgbClr>
                </a:gs>
                <a:gs pos="42857">
                  <a:srgbClr val="D1D2D2">
                    <a:alpha val="4314"/>
                  </a:srgbClr>
                </a:gs>
                <a:gs pos="57143">
                  <a:srgbClr val="D1D2D2">
                    <a:alpha val="2414"/>
                  </a:srgbClr>
                </a:gs>
                <a:gs pos="71429">
                  <a:srgbClr val="D1D2D2">
                    <a:alpha val="1137"/>
                  </a:srgbClr>
                </a:gs>
                <a:gs pos="85714">
                  <a:srgbClr val="D1D2D2">
                    <a:alpha val="451"/>
                  </a:srgbClr>
                </a:gs>
                <a:gs pos="100000">
                  <a:srgbClr val="D1D2D2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-9485762">
              <a:off x="3423216" y="538971"/>
              <a:ext cx="390344" cy="37498"/>
            </a:xfrm>
            <a:prstGeom prst="ellipse">
              <a:avLst/>
            </a:prstGeom>
            <a:gradFill>
              <a:gsLst>
                <a:gs pos="0">
                  <a:srgbClr val="939393">
                    <a:alpha val="32968"/>
                  </a:srgbClr>
                </a:gs>
                <a:gs pos="14286">
                  <a:srgbClr val="939393">
                    <a:alpha val="30764"/>
                  </a:srgbClr>
                </a:gs>
                <a:gs pos="28571">
                  <a:srgbClr val="939393">
                    <a:alpha val="24833"/>
                  </a:srgbClr>
                </a:gs>
                <a:gs pos="42857">
                  <a:srgbClr val="939393">
                    <a:alpha val="17075"/>
                  </a:srgbClr>
                </a:gs>
                <a:gs pos="57143">
                  <a:srgbClr val="939393">
                    <a:alpha val="9855"/>
                  </a:srgbClr>
                </a:gs>
                <a:gs pos="71429">
                  <a:srgbClr val="939393">
                    <a:alpha val="4740"/>
                  </a:srgbClr>
                </a:gs>
                <a:gs pos="85714">
                  <a:srgbClr val="939393">
                    <a:alpha val="1902"/>
                  </a:srgbClr>
                </a:gs>
                <a:gs pos="100000">
                  <a:srgbClr val="9393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3489136">
              <a:off x="-93567" y="1101671"/>
              <a:ext cx="256019" cy="115032"/>
            </a:xfrm>
            <a:prstGeom prst="ellipse">
              <a:avLst/>
            </a:prstGeom>
            <a:gradFill>
              <a:gsLst>
                <a:gs pos="0">
                  <a:srgbClr val="E2E3E3">
                    <a:alpha val="29659"/>
                  </a:srgbClr>
                </a:gs>
                <a:gs pos="14286">
                  <a:srgbClr val="E2E3E3">
                    <a:alpha val="27629"/>
                  </a:srgbClr>
                </a:gs>
                <a:gs pos="28571">
                  <a:srgbClr val="E2E3E3">
                    <a:alpha val="22203"/>
                  </a:srgbClr>
                </a:gs>
                <a:gs pos="42857">
                  <a:srgbClr val="E2E3E3">
                    <a:alpha val="15184"/>
                  </a:srgbClr>
                </a:gs>
                <a:gs pos="57143">
                  <a:srgbClr val="E2E3E3">
                    <a:alpha val="8721"/>
                  </a:srgbClr>
                </a:gs>
                <a:gs pos="71429">
                  <a:srgbClr val="E2E3E3">
                    <a:alpha val="4181"/>
                  </a:srgbClr>
                </a:gs>
                <a:gs pos="85714">
                  <a:srgbClr val="E2E3E3">
                    <a:alpha val="1675"/>
                  </a:srgbClr>
                </a:gs>
                <a:gs pos="100000">
                  <a:srgbClr val="E2E3E3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-9633603">
              <a:off x="3337706" y="974500"/>
              <a:ext cx="424510" cy="242755"/>
            </a:xfrm>
            <a:prstGeom prst="ellipse">
              <a:avLst/>
            </a:prstGeom>
            <a:gradFill>
              <a:gsLst>
                <a:gs pos="0">
                  <a:srgbClr val="DBDBDB">
                    <a:alpha val="1523"/>
                  </a:srgbClr>
                </a:gs>
                <a:gs pos="14286">
                  <a:srgbClr val="DBDBDB">
                    <a:alpha val="1401"/>
                  </a:srgbClr>
                </a:gs>
                <a:gs pos="28571">
                  <a:srgbClr val="DBDBDB">
                    <a:alpha val="1089"/>
                  </a:srgbClr>
                </a:gs>
                <a:gs pos="42857">
                  <a:srgbClr val="DBDBDB">
                    <a:alpha val="716"/>
                  </a:srgbClr>
                </a:gs>
                <a:gs pos="57143">
                  <a:srgbClr val="DBDBDB">
                    <a:alpha val="397"/>
                  </a:srgbClr>
                </a:gs>
                <a:gs pos="71429">
                  <a:srgbClr val="DBDBDB">
                    <a:alpha val="186"/>
                  </a:srgbClr>
                </a:gs>
                <a:gs pos="85714">
                  <a:srgbClr val="DBDBDB">
                    <a:alpha val="74"/>
                  </a:srgbClr>
                </a:gs>
                <a:gs pos="100000">
                  <a:srgbClr val="DBDBDB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10132680">
              <a:off x="2425554" y="944740"/>
              <a:ext cx="493429" cy="287075"/>
            </a:xfrm>
            <a:prstGeom prst="ellipse">
              <a:avLst/>
            </a:prstGeom>
            <a:gradFill>
              <a:gsLst>
                <a:gs pos="0">
                  <a:srgbClr val="000902">
                    <a:alpha val="32968"/>
                  </a:srgbClr>
                </a:gs>
                <a:gs pos="14286">
                  <a:srgbClr val="000902">
                    <a:alpha val="30764"/>
                  </a:srgbClr>
                </a:gs>
                <a:gs pos="28571">
                  <a:srgbClr val="000902">
                    <a:alpha val="24833"/>
                  </a:srgbClr>
                </a:gs>
                <a:gs pos="42857">
                  <a:srgbClr val="000902">
                    <a:alpha val="17075"/>
                  </a:srgbClr>
                </a:gs>
                <a:gs pos="57143">
                  <a:srgbClr val="000902">
                    <a:alpha val="9855"/>
                  </a:srgbClr>
                </a:gs>
                <a:gs pos="71429">
                  <a:srgbClr val="000902">
                    <a:alpha val="4740"/>
                  </a:srgbClr>
                </a:gs>
                <a:gs pos="85714">
                  <a:srgbClr val="000902">
                    <a:alpha val="1902"/>
                  </a:srgbClr>
                </a:gs>
                <a:gs pos="100000">
                  <a:srgbClr val="0009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6918209">
              <a:off x="2234009" y="963618"/>
              <a:ext cx="256230" cy="198819"/>
            </a:xfrm>
            <a:prstGeom prst="ellipse">
              <a:avLst/>
            </a:prstGeom>
            <a:gradFill>
              <a:gsLst>
                <a:gs pos="0">
                  <a:srgbClr val="858484">
                    <a:alpha val="32968"/>
                  </a:srgbClr>
                </a:gs>
                <a:gs pos="14286">
                  <a:srgbClr val="858484">
                    <a:alpha val="30764"/>
                  </a:srgbClr>
                </a:gs>
                <a:gs pos="28571">
                  <a:srgbClr val="858484">
                    <a:alpha val="24833"/>
                  </a:srgbClr>
                </a:gs>
                <a:gs pos="42857">
                  <a:srgbClr val="858484">
                    <a:alpha val="17075"/>
                  </a:srgbClr>
                </a:gs>
                <a:gs pos="57143">
                  <a:srgbClr val="858484">
                    <a:alpha val="9855"/>
                  </a:srgbClr>
                </a:gs>
                <a:gs pos="71429">
                  <a:srgbClr val="858484">
                    <a:alpha val="4740"/>
                  </a:srgbClr>
                </a:gs>
                <a:gs pos="85714">
                  <a:srgbClr val="858484">
                    <a:alpha val="1902"/>
                  </a:srgbClr>
                </a:gs>
                <a:gs pos="100000">
                  <a:srgbClr val="8584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10120635">
              <a:off x="603903" y="842058"/>
              <a:ext cx="627953" cy="156932"/>
            </a:xfrm>
            <a:prstGeom prst="ellipse">
              <a:avLst/>
            </a:prstGeom>
            <a:gradFill>
              <a:gsLst>
                <a:gs pos="0">
                  <a:srgbClr val="808080">
                    <a:alpha val="32968"/>
                  </a:srgbClr>
                </a:gs>
                <a:gs pos="14286">
                  <a:srgbClr val="808080">
                    <a:alpha val="30764"/>
                  </a:srgbClr>
                </a:gs>
                <a:gs pos="28571">
                  <a:srgbClr val="808080">
                    <a:alpha val="24833"/>
                  </a:srgbClr>
                </a:gs>
                <a:gs pos="42857">
                  <a:srgbClr val="808080">
                    <a:alpha val="17075"/>
                  </a:srgbClr>
                </a:gs>
                <a:gs pos="57143">
                  <a:srgbClr val="808080">
                    <a:alpha val="9855"/>
                  </a:srgbClr>
                </a:gs>
                <a:gs pos="71429">
                  <a:srgbClr val="808080">
                    <a:alpha val="4740"/>
                  </a:srgbClr>
                </a:gs>
                <a:gs pos="85714">
                  <a:srgbClr val="808080">
                    <a:alpha val="1902"/>
                  </a:srgbClr>
                </a:gs>
                <a:gs pos="100000">
                  <a:srgbClr val="8080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10176933">
              <a:off x="82804" y="1256333"/>
              <a:ext cx="416818" cy="260851"/>
            </a:xfrm>
            <a:prstGeom prst="ellipse">
              <a:avLst/>
            </a:prstGeom>
            <a:gradFill>
              <a:gsLst>
                <a:gs pos="0">
                  <a:srgbClr val="9B9B9B">
                    <a:alpha val="32691"/>
                  </a:srgbClr>
                </a:gs>
                <a:gs pos="14286">
                  <a:srgbClr val="9B9B9B">
                    <a:alpha val="30501"/>
                  </a:srgbClr>
                </a:gs>
                <a:gs pos="28571">
                  <a:srgbClr val="9B9B9B">
                    <a:alpha val="24612"/>
                  </a:srgbClr>
                </a:gs>
                <a:gs pos="42857">
                  <a:srgbClr val="9B9B9B">
                    <a:alpha val="16915"/>
                  </a:srgbClr>
                </a:gs>
                <a:gs pos="57143">
                  <a:srgbClr val="9B9B9B">
                    <a:alpha val="9759"/>
                  </a:srgbClr>
                </a:gs>
                <a:gs pos="71429">
                  <a:srgbClr val="9B9B9B">
                    <a:alpha val="4693"/>
                  </a:srgbClr>
                </a:gs>
                <a:gs pos="85714">
                  <a:srgbClr val="9B9B9B">
                    <a:alpha val="1883"/>
                  </a:srgbClr>
                </a:gs>
                <a:gs pos="100000">
                  <a:srgbClr val="9B9B9B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10512726">
              <a:off x="1065792" y="833660"/>
              <a:ext cx="493178" cy="204261"/>
            </a:xfrm>
            <a:prstGeom prst="ellipse">
              <a:avLst/>
            </a:prstGeom>
            <a:gradFill>
              <a:gsLst>
                <a:gs pos="0">
                  <a:srgbClr val="000807">
                    <a:alpha val="31781"/>
                  </a:srgbClr>
                </a:gs>
                <a:gs pos="14286">
                  <a:srgbClr val="000807">
                    <a:alpha val="29638"/>
                  </a:srgbClr>
                </a:gs>
                <a:gs pos="28571">
                  <a:srgbClr val="000807">
                    <a:alpha val="23885"/>
                  </a:srgbClr>
                </a:gs>
                <a:gs pos="42857">
                  <a:srgbClr val="000807">
                    <a:alpha val="16391"/>
                  </a:srgbClr>
                </a:gs>
                <a:gs pos="57143">
                  <a:srgbClr val="000807">
                    <a:alpha val="9443"/>
                  </a:srgbClr>
                </a:gs>
                <a:gs pos="71429">
                  <a:srgbClr val="000807">
                    <a:alpha val="4537"/>
                  </a:srgbClr>
                </a:gs>
                <a:gs pos="85714">
                  <a:srgbClr val="000807">
                    <a:alpha val="1819"/>
                  </a:srgbClr>
                </a:gs>
                <a:gs pos="100000">
                  <a:srgbClr val="000807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-9664984">
              <a:off x="2073335" y="87395"/>
              <a:ext cx="553129" cy="36184"/>
            </a:xfrm>
            <a:prstGeom prst="ellipse">
              <a:avLst/>
            </a:prstGeom>
            <a:gradFill>
              <a:gsLst>
                <a:gs pos="0">
                  <a:srgbClr val="16160F">
                    <a:alpha val="32968"/>
                  </a:srgbClr>
                </a:gs>
                <a:gs pos="14286">
                  <a:srgbClr val="16160F">
                    <a:alpha val="30764"/>
                  </a:srgbClr>
                </a:gs>
                <a:gs pos="28571">
                  <a:srgbClr val="16160F">
                    <a:alpha val="24833"/>
                  </a:srgbClr>
                </a:gs>
                <a:gs pos="42857">
                  <a:srgbClr val="16160F">
                    <a:alpha val="17075"/>
                  </a:srgbClr>
                </a:gs>
                <a:gs pos="57143">
                  <a:srgbClr val="16160F">
                    <a:alpha val="9855"/>
                  </a:srgbClr>
                </a:gs>
                <a:gs pos="71429">
                  <a:srgbClr val="16160F">
                    <a:alpha val="4740"/>
                  </a:srgbClr>
                </a:gs>
                <a:gs pos="85714">
                  <a:srgbClr val="16160F">
                    <a:alpha val="1902"/>
                  </a:srgbClr>
                </a:gs>
                <a:gs pos="100000">
                  <a:srgbClr val="1616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-9334176">
              <a:off x="555438" y="45541"/>
              <a:ext cx="428787" cy="171808"/>
            </a:xfrm>
            <a:prstGeom prst="ellipse">
              <a:avLst/>
            </a:prstGeom>
            <a:gradFill>
              <a:gsLst>
                <a:gs pos="0">
                  <a:srgbClr val="BABAB9">
                    <a:alpha val="13125"/>
                  </a:srgbClr>
                </a:gs>
                <a:gs pos="14286">
                  <a:srgbClr val="BABAB9">
                    <a:alpha val="12131"/>
                  </a:srgbClr>
                </a:gs>
                <a:gs pos="28571">
                  <a:srgbClr val="BABAB9">
                    <a:alpha val="9553"/>
                  </a:srgbClr>
                </a:gs>
                <a:gs pos="42857">
                  <a:srgbClr val="BABAB9">
                    <a:alpha val="6374"/>
                  </a:srgbClr>
                </a:gs>
                <a:gs pos="57143">
                  <a:srgbClr val="BABAB9">
                    <a:alpha val="3584"/>
                  </a:srgbClr>
                </a:gs>
                <a:gs pos="71429">
                  <a:srgbClr val="BABAB9">
                    <a:alpha val="1694"/>
                  </a:srgbClr>
                </a:gs>
                <a:gs pos="85714">
                  <a:srgbClr val="BABAB9">
                    <a:alpha val="673"/>
                  </a:srgbClr>
                </a:gs>
                <a:gs pos="100000">
                  <a:srgbClr val="BABAB9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10791594">
              <a:off x="641862" y="75649"/>
              <a:ext cx="596151" cy="104464"/>
            </a:xfrm>
            <a:prstGeom prst="ellipse">
              <a:avLst/>
            </a:prstGeom>
            <a:gradFill>
              <a:gsLst>
                <a:gs pos="0">
                  <a:srgbClr val="9B9B9B">
                    <a:alpha val="32967"/>
                  </a:srgbClr>
                </a:gs>
                <a:gs pos="14286">
                  <a:srgbClr val="9B9B9B">
                    <a:alpha val="30763"/>
                  </a:srgbClr>
                </a:gs>
                <a:gs pos="28571">
                  <a:srgbClr val="9B9B9B">
                    <a:alpha val="24832"/>
                  </a:srgbClr>
                </a:gs>
                <a:gs pos="42857">
                  <a:srgbClr val="9B9B9B">
                    <a:alpha val="17075"/>
                  </a:srgbClr>
                </a:gs>
                <a:gs pos="57143">
                  <a:srgbClr val="9B9B9B">
                    <a:alpha val="9855"/>
                  </a:srgbClr>
                </a:gs>
                <a:gs pos="71429">
                  <a:srgbClr val="9B9B9B">
                    <a:alpha val="4740"/>
                  </a:srgbClr>
                </a:gs>
                <a:gs pos="85714">
                  <a:srgbClr val="9B9B9B">
                    <a:alpha val="1902"/>
                  </a:srgbClr>
                </a:gs>
                <a:gs pos="100000">
                  <a:srgbClr val="9B9B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10234072">
              <a:off x="2153838" y="903794"/>
              <a:ext cx="268901" cy="57367"/>
            </a:xfrm>
            <a:prstGeom prst="ellipse">
              <a:avLst/>
            </a:prstGeom>
            <a:gradFill>
              <a:gsLst>
                <a:gs pos="0">
                  <a:srgbClr val="9B9C9C">
                    <a:alpha val="32968"/>
                  </a:srgbClr>
                </a:gs>
                <a:gs pos="14286">
                  <a:srgbClr val="9B9C9C">
                    <a:alpha val="30764"/>
                  </a:srgbClr>
                </a:gs>
                <a:gs pos="28571">
                  <a:srgbClr val="9B9C9C">
                    <a:alpha val="24833"/>
                  </a:srgbClr>
                </a:gs>
                <a:gs pos="42857">
                  <a:srgbClr val="9B9C9C">
                    <a:alpha val="17075"/>
                  </a:srgbClr>
                </a:gs>
                <a:gs pos="57143">
                  <a:srgbClr val="9B9C9C">
                    <a:alpha val="9855"/>
                  </a:srgbClr>
                </a:gs>
                <a:gs pos="71429">
                  <a:srgbClr val="9B9C9C">
                    <a:alpha val="4740"/>
                  </a:srgbClr>
                </a:gs>
                <a:gs pos="85714">
                  <a:srgbClr val="9B9C9C">
                    <a:alpha val="1902"/>
                  </a:srgbClr>
                </a:gs>
                <a:gs pos="100000">
                  <a:srgbClr val="9B9C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8585781">
              <a:off x="2087078" y="127808"/>
              <a:ext cx="676485" cy="291423"/>
            </a:xfrm>
            <a:prstGeom prst="ellipse">
              <a:avLst/>
            </a:prstGeom>
            <a:gradFill>
              <a:gsLst>
                <a:gs pos="0">
                  <a:srgbClr val="010500">
                    <a:alpha val="3614"/>
                  </a:srgbClr>
                </a:gs>
                <a:gs pos="14286">
                  <a:srgbClr val="010500">
                    <a:alpha val="3327"/>
                  </a:srgbClr>
                </a:gs>
                <a:gs pos="28571">
                  <a:srgbClr val="010500">
                    <a:alpha val="2593"/>
                  </a:srgbClr>
                </a:gs>
                <a:gs pos="42857">
                  <a:srgbClr val="010500">
                    <a:alpha val="1708"/>
                  </a:srgbClr>
                </a:gs>
                <a:gs pos="57143">
                  <a:srgbClr val="010500">
                    <a:alpha val="950"/>
                  </a:srgbClr>
                </a:gs>
                <a:gs pos="71429">
                  <a:srgbClr val="010500">
                    <a:alpha val="446"/>
                  </a:srgbClr>
                </a:gs>
                <a:gs pos="85714">
                  <a:srgbClr val="010500">
                    <a:alpha val="177"/>
                  </a:srgbClr>
                </a:gs>
                <a:gs pos="100000">
                  <a:srgbClr val="0105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-9342782">
              <a:off x="3000374" y="-25341"/>
              <a:ext cx="670147" cy="98387"/>
            </a:xfrm>
            <a:prstGeom prst="ellipse">
              <a:avLst/>
            </a:prstGeom>
            <a:gradFill>
              <a:gsLst>
                <a:gs pos="0">
                  <a:srgbClr val="212424">
                    <a:alpha val="10866"/>
                  </a:srgbClr>
                </a:gs>
                <a:gs pos="14286">
                  <a:srgbClr val="212424">
                    <a:alpha val="10033"/>
                  </a:srgbClr>
                </a:gs>
                <a:gs pos="28571">
                  <a:srgbClr val="212424">
                    <a:alpha val="7881"/>
                  </a:srgbClr>
                </a:gs>
                <a:gs pos="42857">
                  <a:srgbClr val="212424">
                    <a:alpha val="5242"/>
                  </a:srgbClr>
                </a:gs>
                <a:gs pos="57143">
                  <a:srgbClr val="212424">
                    <a:alpha val="2940"/>
                  </a:srgbClr>
                </a:gs>
                <a:gs pos="71429">
                  <a:srgbClr val="212424">
                    <a:alpha val="1387"/>
                  </a:srgbClr>
                </a:gs>
                <a:gs pos="85714">
                  <a:srgbClr val="212424">
                    <a:alpha val="551"/>
                  </a:srgbClr>
                </a:gs>
                <a:gs pos="100000">
                  <a:srgbClr val="212424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10273067">
              <a:off x="508839" y="24590"/>
              <a:ext cx="545613" cy="84587"/>
            </a:xfrm>
            <a:prstGeom prst="ellipse">
              <a:avLst/>
            </a:prstGeom>
            <a:gradFill>
              <a:gsLst>
                <a:gs pos="0">
                  <a:srgbClr val="C9C9C8">
                    <a:alpha val="6020"/>
                  </a:srgbClr>
                </a:gs>
                <a:gs pos="14286">
                  <a:srgbClr val="C9C9C8">
                    <a:alpha val="5547"/>
                  </a:srgbClr>
                </a:gs>
                <a:gs pos="28571">
                  <a:srgbClr val="C9C9C8">
                    <a:alpha val="4334"/>
                  </a:srgbClr>
                </a:gs>
                <a:gs pos="42857">
                  <a:srgbClr val="C9C9C8">
                    <a:alpha val="2864"/>
                  </a:srgbClr>
                </a:gs>
                <a:gs pos="57143">
                  <a:srgbClr val="C9C9C8">
                    <a:alpha val="1597"/>
                  </a:srgbClr>
                </a:gs>
                <a:gs pos="71429">
                  <a:srgbClr val="C9C9C8">
                    <a:alpha val="751"/>
                  </a:srgbClr>
                </a:gs>
                <a:gs pos="85714">
                  <a:srgbClr val="C9C9C8">
                    <a:alpha val="298"/>
                  </a:srgbClr>
                </a:gs>
                <a:gs pos="100000">
                  <a:srgbClr val="C9C9C8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-10545172">
              <a:off x="2663901" y="952540"/>
              <a:ext cx="359551" cy="176552"/>
            </a:xfrm>
            <a:prstGeom prst="ellipse">
              <a:avLst/>
            </a:prstGeom>
            <a:gradFill>
              <a:gsLst>
                <a:gs pos="0">
                  <a:srgbClr val="E3E3E3">
                    <a:alpha val="32968"/>
                  </a:srgbClr>
                </a:gs>
                <a:gs pos="14286">
                  <a:srgbClr val="E3E3E3">
                    <a:alpha val="30764"/>
                  </a:srgbClr>
                </a:gs>
                <a:gs pos="28571">
                  <a:srgbClr val="E3E3E3">
                    <a:alpha val="24833"/>
                  </a:srgbClr>
                </a:gs>
                <a:gs pos="42857">
                  <a:srgbClr val="E3E3E3">
                    <a:alpha val="17075"/>
                  </a:srgbClr>
                </a:gs>
                <a:gs pos="57143">
                  <a:srgbClr val="E3E3E3">
                    <a:alpha val="9855"/>
                  </a:srgbClr>
                </a:gs>
                <a:gs pos="71429">
                  <a:srgbClr val="E3E3E3">
                    <a:alpha val="4740"/>
                  </a:srgbClr>
                </a:gs>
                <a:gs pos="85714">
                  <a:srgbClr val="E3E3E3">
                    <a:alpha val="1902"/>
                  </a:srgbClr>
                </a:gs>
                <a:gs pos="100000">
                  <a:srgbClr val="E3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2789701">
              <a:off x="-92656" y="1122418"/>
              <a:ext cx="284011" cy="125641"/>
            </a:xfrm>
            <a:prstGeom prst="ellipse">
              <a:avLst/>
            </a:prstGeom>
            <a:gradFill>
              <a:gsLst>
                <a:gs pos="0">
                  <a:srgbClr val="161211">
                    <a:alpha val="32968"/>
                  </a:srgbClr>
                </a:gs>
                <a:gs pos="14286">
                  <a:srgbClr val="161211">
                    <a:alpha val="30764"/>
                  </a:srgbClr>
                </a:gs>
                <a:gs pos="28571">
                  <a:srgbClr val="161211">
                    <a:alpha val="24833"/>
                  </a:srgbClr>
                </a:gs>
                <a:gs pos="42857">
                  <a:srgbClr val="161211">
                    <a:alpha val="17075"/>
                  </a:srgbClr>
                </a:gs>
                <a:gs pos="57143">
                  <a:srgbClr val="161211">
                    <a:alpha val="9855"/>
                  </a:srgbClr>
                </a:gs>
                <a:gs pos="71429">
                  <a:srgbClr val="161211">
                    <a:alpha val="4740"/>
                  </a:srgbClr>
                </a:gs>
                <a:gs pos="85714">
                  <a:srgbClr val="161211">
                    <a:alpha val="1902"/>
                  </a:srgbClr>
                </a:gs>
                <a:gs pos="100000">
                  <a:srgbClr val="1612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-9803233">
              <a:off x="1894572" y="-24070"/>
              <a:ext cx="782100" cy="108050"/>
            </a:xfrm>
            <a:prstGeom prst="ellipse">
              <a:avLst/>
            </a:prstGeom>
            <a:gradFill>
              <a:gsLst>
                <a:gs pos="0">
                  <a:srgbClr val="696768">
                    <a:alpha val="32968"/>
                  </a:srgbClr>
                </a:gs>
                <a:gs pos="14286">
                  <a:srgbClr val="696768">
                    <a:alpha val="30764"/>
                  </a:srgbClr>
                </a:gs>
                <a:gs pos="28571">
                  <a:srgbClr val="696768">
                    <a:alpha val="24833"/>
                  </a:srgbClr>
                </a:gs>
                <a:gs pos="42857">
                  <a:srgbClr val="696768">
                    <a:alpha val="17075"/>
                  </a:srgbClr>
                </a:gs>
                <a:gs pos="57143">
                  <a:srgbClr val="696768">
                    <a:alpha val="9855"/>
                  </a:srgbClr>
                </a:gs>
                <a:gs pos="71429">
                  <a:srgbClr val="696768">
                    <a:alpha val="4740"/>
                  </a:srgbClr>
                </a:gs>
                <a:gs pos="85714">
                  <a:srgbClr val="696768">
                    <a:alpha val="1902"/>
                  </a:srgbClr>
                </a:gs>
                <a:gs pos="100000">
                  <a:srgbClr val="69676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10640813">
              <a:off x="2779299" y="1004861"/>
              <a:ext cx="276924" cy="127078"/>
            </a:xfrm>
            <a:prstGeom prst="ellipse">
              <a:avLst/>
            </a:prstGeom>
            <a:gradFill>
              <a:gsLst>
                <a:gs pos="0">
                  <a:srgbClr val="C2C2C2">
                    <a:alpha val="32968"/>
                  </a:srgbClr>
                </a:gs>
                <a:gs pos="14286">
                  <a:srgbClr val="C2C2C2">
                    <a:alpha val="30764"/>
                  </a:srgbClr>
                </a:gs>
                <a:gs pos="28571">
                  <a:srgbClr val="C2C2C2">
                    <a:alpha val="24833"/>
                  </a:srgbClr>
                </a:gs>
                <a:gs pos="42857">
                  <a:srgbClr val="C2C2C2">
                    <a:alpha val="17075"/>
                  </a:srgbClr>
                </a:gs>
                <a:gs pos="57143">
                  <a:srgbClr val="C2C2C2">
                    <a:alpha val="9855"/>
                  </a:srgbClr>
                </a:gs>
                <a:gs pos="71429">
                  <a:srgbClr val="C2C2C2">
                    <a:alpha val="4740"/>
                  </a:srgbClr>
                </a:gs>
                <a:gs pos="85714">
                  <a:srgbClr val="C2C2C2">
                    <a:alpha val="1902"/>
                  </a:srgbClr>
                </a:gs>
                <a:gs pos="100000">
                  <a:srgbClr val="C2C2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10255527">
              <a:off x="2006323" y="1261932"/>
              <a:ext cx="678265" cy="237794"/>
            </a:xfrm>
            <a:prstGeom prst="ellipse">
              <a:avLst/>
            </a:prstGeom>
            <a:gradFill>
              <a:gsLst>
                <a:gs pos="0">
                  <a:srgbClr val="9B9A9A">
                    <a:alpha val="32445"/>
                  </a:srgbClr>
                </a:gs>
                <a:gs pos="14286">
                  <a:srgbClr val="9B9A9A">
                    <a:alpha val="30268"/>
                  </a:srgbClr>
                </a:gs>
                <a:gs pos="28571">
                  <a:srgbClr val="9B9A9A">
                    <a:alpha val="24415"/>
                  </a:srgbClr>
                </a:gs>
                <a:gs pos="42857">
                  <a:srgbClr val="9B9A9A">
                    <a:alpha val="16773"/>
                  </a:srgbClr>
                </a:gs>
                <a:gs pos="57143">
                  <a:srgbClr val="9B9A9A">
                    <a:alpha val="9673"/>
                  </a:srgbClr>
                </a:gs>
                <a:gs pos="71429">
                  <a:srgbClr val="9B9A9A">
                    <a:alpha val="4651"/>
                  </a:srgbClr>
                </a:gs>
                <a:gs pos="85714">
                  <a:srgbClr val="9B9A9A">
                    <a:alpha val="1865"/>
                  </a:srgbClr>
                </a:gs>
                <a:gs pos="100000">
                  <a:srgbClr val="9B9A9A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6606731">
              <a:off x="106121" y="1076155"/>
              <a:ext cx="524900" cy="357378"/>
            </a:xfrm>
            <a:prstGeom prst="ellipse">
              <a:avLst/>
            </a:prstGeom>
            <a:gradFill>
              <a:gsLst>
                <a:gs pos="0">
                  <a:srgbClr val="DADAD9">
                    <a:alpha val="3318"/>
                  </a:srgbClr>
                </a:gs>
                <a:gs pos="14286">
                  <a:srgbClr val="DADAD9">
                    <a:alpha val="3054"/>
                  </a:srgbClr>
                </a:gs>
                <a:gs pos="28571">
                  <a:srgbClr val="DADAD9">
                    <a:alpha val="2379"/>
                  </a:srgbClr>
                </a:gs>
                <a:gs pos="42857">
                  <a:srgbClr val="DADAD9">
                    <a:alpha val="1567"/>
                  </a:srgbClr>
                </a:gs>
                <a:gs pos="57143">
                  <a:srgbClr val="DADAD9">
                    <a:alpha val="871"/>
                  </a:srgbClr>
                </a:gs>
                <a:gs pos="71429">
                  <a:srgbClr val="DADAD9">
                    <a:alpha val="409"/>
                  </a:srgbClr>
                </a:gs>
                <a:gs pos="85714">
                  <a:srgbClr val="DADAD9">
                    <a:alpha val="162"/>
                  </a:srgbClr>
                </a:gs>
                <a:gs pos="100000">
                  <a:srgbClr val="DADAD9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-10466212">
              <a:off x="2609434" y="946676"/>
              <a:ext cx="538265" cy="202661"/>
            </a:xfrm>
            <a:prstGeom prst="ellipse">
              <a:avLst/>
            </a:prstGeom>
            <a:gradFill>
              <a:gsLst>
                <a:gs pos="0">
                  <a:srgbClr val="000502">
                    <a:alpha val="32968"/>
                  </a:srgbClr>
                </a:gs>
                <a:gs pos="14286">
                  <a:srgbClr val="000502">
                    <a:alpha val="30764"/>
                  </a:srgbClr>
                </a:gs>
                <a:gs pos="28571">
                  <a:srgbClr val="000502">
                    <a:alpha val="24833"/>
                  </a:srgbClr>
                </a:gs>
                <a:gs pos="42857">
                  <a:srgbClr val="000502">
                    <a:alpha val="17075"/>
                  </a:srgbClr>
                </a:gs>
                <a:gs pos="57143">
                  <a:srgbClr val="000502">
                    <a:alpha val="9855"/>
                  </a:srgbClr>
                </a:gs>
                <a:gs pos="71429">
                  <a:srgbClr val="000502">
                    <a:alpha val="4740"/>
                  </a:srgbClr>
                </a:gs>
                <a:gs pos="85714">
                  <a:srgbClr val="000502">
                    <a:alpha val="1902"/>
                  </a:srgbClr>
                </a:gs>
                <a:gs pos="100000">
                  <a:srgbClr val="0005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9815658">
              <a:off x="3082091" y="1256269"/>
              <a:ext cx="395785" cy="160496"/>
            </a:xfrm>
            <a:prstGeom prst="ellipse">
              <a:avLst/>
            </a:prstGeom>
            <a:gradFill>
              <a:gsLst>
                <a:gs pos="0">
                  <a:srgbClr val="C6C6C6">
                    <a:alpha val="32968"/>
                  </a:srgbClr>
                </a:gs>
                <a:gs pos="14286">
                  <a:srgbClr val="C6C6C6">
                    <a:alpha val="30764"/>
                  </a:srgbClr>
                </a:gs>
                <a:gs pos="28571">
                  <a:srgbClr val="C6C6C6">
                    <a:alpha val="24833"/>
                  </a:srgbClr>
                </a:gs>
                <a:gs pos="42857">
                  <a:srgbClr val="C6C6C6">
                    <a:alpha val="17075"/>
                  </a:srgbClr>
                </a:gs>
                <a:gs pos="57143">
                  <a:srgbClr val="C6C6C6">
                    <a:alpha val="9855"/>
                  </a:srgbClr>
                </a:gs>
                <a:gs pos="71429">
                  <a:srgbClr val="C6C6C6">
                    <a:alpha val="4740"/>
                  </a:srgbClr>
                </a:gs>
                <a:gs pos="85714">
                  <a:srgbClr val="C6C6C6">
                    <a:alpha val="1902"/>
                  </a:srgbClr>
                </a:gs>
                <a:gs pos="100000">
                  <a:srgbClr val="C6C6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9838463">
              <a:off x="-19709" y="1075458"/>
              <a:ext cx="205100" cy="662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-10121661">
              <a:off x="2833845" y="1239155"/>
              <a:ext cx="427416" cy="215078"/>
            </a:xfrm>
            <a:prstGeom prst="ellipse">
              <a:avLst/>
            </a:prstGeom>
            <a:gradFill>
              <a:gsLst>
                <a:gs pos="0">
                  <a:srgbClr val="B0B0AF">
                    <a:alpha val="23473"/>
                  </a:srgbClr>
                </a:gs>
                <a:gs pos="14286">
                  <a:srgbClr val="B0B0AF">
                    <a:alpha val="21799"/>
                  </a:srgbClr>
                </a:gs>
                <a:gs pos="28571">
                  <a:srgbClr val="B0B0AF">
                    <a:alpha val="17380"/>
                  </a:srgbClr>
                </a:gs>
                <a:gs pos="42857">
                  <a:srgbClr val="B0B0AF">
                    <a:alpha val="11770"/>
                  </a:srgbClr>
                </a:gs>
                <a:gs pos="57143">
                  <a:srgbClr val="B0B0AF">
                    <a:alpha val="6703"/>
                  </a:srgbClr>
                </a:gs>
                <a:gs pos="71429">
                  <a:srgbClr val="B0B0AF">
                    <a:alpha val="3196"/>
                  </a:srgbClr>
                </a:gs>
                <a:gs pos="85714">
                  <a:srgbClr val="B0B0AF">
                    <a:alpha val="1276"/>
                  </a:srgbClr>
                </a:gs>
                <a:gs pos="100000">
                  <a:srgbClr val="B0B0AF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9524410">
              <a:off x="3056774" y="1216273"/>
              <a:ext cx="517748" cy="202831"/>
            </a:xfrm>
            <a:prstGeom prst="ellipse">
              <a:avLst/>
            </a:prstGeom>
            <a:gradFill>
              <a:gsLst>
                <a:gs pos="0">
                  <a:srgbClr val="666465">
                    <a:alpha val="31978"/>
                  </a:srgbClr>
                </a:gs>
                <a:gs pos="14286">
                  <a:srgbClr val="666465">
                    <a:alpha val="29825"/>
                  </a:srgbClr>
                </a:gs>
                <a:gs pos="28571">
                  <a:srgbClr val="666465">
                    <a:alpha val="24043"/>
                  </a:srgbClr>
                </a:gs>
                <a:gs pos="42857">
                  <a:srgbClr val="666465">
                    <a:alpha val="16505"/>
                  </a:srgbClr>
                </a:gs>
                <a:gs pos="57143">
                  <a:srgbClr val="666465">
                    <a:alpha val="9512"/>
                  </a:srgbClr>
                </a:gs>
                <a:gs pos="71429">
                  <a:srgbClr val="666465">
                    <a:alpha val="4571"/>
                  </a:srgbClr>
                </a:gs>
                <a:gs pos="85714">
                  <a:srgbClr val="666465">
                    <a:alpha val="1833"/>
                  </a:srgbClr>
                </a:gs>
                <a:gs pos="100000">
                  <a:srgbClr val="666465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6243887">
              <a:off x="2611365" y="1142226"/>
              <a:ext cx="467040" cy="248117"/>
            </a:xfrm>
            <a:prstGeom prst="ellipse">
              <a:avLst/>
            </a:prstGeom>
            <a:gradFill>
              <a:gsLst>
                <a:gs pos="0">
                  <a:srgbClr val="999999">
                    <a:alpha val="27480"/>
                  </a:srgbClr>
                </a:gs>
                <a:gs pos="14286">
                  <a:srgbClr val="999999">
                    <a:alpha val="25570"/>
                  </a:srgbClr>
                </a:gs>
                <a:gs pos="28571">
                  <a:srgbClr val="999999">
                    <a:alpha val="20491"/>
                  </a:srgbClr>
                </a:gs>
                <a:gs pos="42857">
                  <a:srgbClr val="999999">
                    <a:alpha val="13964"/>
                  </a:srgbClr>
                </a:gs>
                <a:gs pos="57143">
                  <a:srgbClr val="999999">
                    <a:alpha val="7996"/>
                  </a:srgbClr>
                </a:gs>
                <a:gs pos="71429">
                  <a:srgbClr val="999999">
                    <a:alpha val="3826"/>
                  </a:srgbClr>
                </a:gs>
                <a:gs pos="85714">
                  <a:srgbClr val="999999">
                    <a:alpha val="1531"/>
                  </a:srgbClr>
                </a:gs>
                <a:gs pos="100000">
                  <a:srgbClr val="999999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10061833">
              <a:off x="3153441" y="1025759"/>
              <a:ext cx="410187" cy="315106"/>
            </a:xfrm>
            <a:prstGeom prst="ellipse">
              <a:avLst/>
            </a:prstGeom>
            <a:gradFill>
              <a:gsLst>
                <a:gs pos="0">
                  <a:srgbClr val="000A06">
                    <a:alpha val="32698"/>
                  </a:srgbClr>
                </a:gs>
                <a:gs pos="14286">
                  <a:srgbClr val="000A06">
                    <a:alpha val="30508"/>
                  </a:srgbClr>
                </a:gs>
                <a:gs pos="28571">
                  <a:srgbClr val="000A06">
                    <a:alpha val="24617"/>
                  </a:srgbClr>
                </a:gs>
                <a:gs pos="42857">
                  <a:srgbClr val="000A06">
                    <a:alpha val="16919"/>
                  </a:srgbClr>
                </a:gs>
                <a:gs pos="57143">
                  <a:srgbClr val="000A06">
                    <a:alpha val="9761"/>
                  </a:srgbClr>
                </a:gs>
                <a:gs pos="71429">
                  <a:srgbClr val="000A06">
                    <a:alpha val="4694"/>
                  </a:srgbClr>
                </a:gs>
                <a:gs pos="85714">
                  <a:srgbClr val="000A06">
                    <a:alpha val="1883"/>
                  </a:srgbClr>
                </a:gs>
                <a:gs pos="100000">
                  <a:srgbClr val="000A06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-10273478">
              <a:off x="1090807" y="815976"/>
              <a:ext cx="479754" cy="216266"/>
            </a:xfrm>
            <a:prstGeom prst="ellipse">
              <a:avLst/>
            </a:prstGeom>
            <a:gradFill>
              <a:gsLst>
                <a:gs pos="0">
                  <a:srgbClr val="DADADB">
                    <a:alpha val="14409"/>
                  </a:srgbClr>
                </a:gs>
                <a:gs pos="14286">
                  <a:srgbClr val="DADADB">
                    <a:alpha val="13325"/>
                  </a:srgbClr>
                </a:gs>
                <a:gs pos="28571">
                  <a:srgbClr val="DADADB">
                    <a:alpha val="10510"/>
                  </a:srgbClr>
                </a:gs>
                <a:gs pos="42857">
                  <a:srgbClr val="DADADB">
                    <a:alpha val="7024"/>
                  </a:srgbClr>
                </a:gs>
                <a:gs pos="57143">
                  <a:srgbClr val="DADADB">
                    <a:alpha val="3955"/>
                  </a:srgbClr>
                </a:gs>
                <a:gs pos="71429">
                  <a:srgbClr val="DADADB">
                    <a:alpha val="1871"/>
                  </a:srgbClr>
                </a:gs>
                <a:gs pos="85714">
                  <a:srgbClr val="DADADB">
                    <a:alpha val="744"/>
                  </a:srgbClr>
                </a:gs>
                <a:gs pos="100000">
                  <a:srgbClr val="DADADB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-9687059">
              <a:off x="3389223" y="-77218"/>
              <a:ext cx="429965" cy="230958"/>
            </a:xfrm>
            <a:prstGeom prst="ellipse">
              <a:avLst/>
            </a:prstGeom>
            <a:gradFill>
              <a:gsLst>
                <a:gs pos="0">
                  <a:srgbClr val="B4B4B3">
                    <a:alpha val="20351"/>
                  </a:srgbClr>
                </a:gs>
                <a:gs pos="14286">
                  <a:srgbClr val="B4B4B3">
                    <a:alpha val="18872"/>
                  </a:srgbClr>
                </a:gs>
                <a:gs pos="28571">
                  <a:srgbClr val="B4B4B3">
                    <a:alpha val="14989"/>
                  </a:srgbClr>
                </a:gs>
                <a:gs pos="42857">
                  <a:srgbClr val="B4B4B3">
                    <a:alpha val="10104"/>
                  </a:srgbClr>
                </a:gs>
                <a:gs pos="57143">
                  <a:srgbClr val="B4B4B3">
                    <a:alpha val="5731"/>
                  </a:srgbClr>
                </a:gs>
                <a:gs pos="71429">
                  <a:srgbClr val="B4B4B3">
                    <a:alpha val="2725"/>
                  </a:srgbClr>
                </a:gs>
                <a:gs pos="85714">
                  <a:srgbClr val="B4B4B3">
                    <a:alpha val="1086"/>
                  </a:srgbClr>
                </a:gs>
                <a:gs pos="100000">
                  <a:srgbClr val="B4B4B3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-10440836">
              <a:off x="-145856" y="1133145"/>
              <a:ext cx="555457" cy="156744"/>
            </a:xfrm>
            <a:prstGeom prst="ellipse">
              <a:avLst/>
            </a:prstGeom>
            <a:gradFill>
              <a:gsLst>
                <a:gs pos="0">
                  <a:srgbClr val="A2A1A1">
                    <a:alpha val="31005"/>
                  </a:srgbClr>
                </a:gs>
                <a:gs pos="14286">
                  <a:srgbClr val="A2A1A1">
                    <a:alpha val="28902"/>
                  </a:srgbClr>
                </a:gs>
                <a:gs pos="28571">
                  <a:srgbClr val="A2A1A1">
                    <a:alpha val="23268"/>
                  </a:srgbClr>
                </a:gs>
                <a:gs pos="42857">
                  <a:srgbClr val="A2A1A1">
                    <a:alpha val="15947"/>
                  </a:srgbClr>
                </a:gs>
                <a:gs pos="57143">
                  <a:srgbClr val="A2A1A1">
                    <a:alpha val="9177"/>
                  </a:srgbClr>
                </a:gs>
                <a:gs pos="71429">
                  <a:srgbClr val="A2A1A1">
                    <a:alpha val="4406"/>
                  </a:srgbClr>
                </a:gs>
                <a:gs pos="85714">
                  <a:srgbClr val="A2A1A1">
                    <a:alpha val="1766"/>
                  </a:srgbClr>
                </a:gs>
                <a:gs pos="100000">
                  <a:srgbClr val="A2A1A1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-9954495">
              <a:off x="2347441" y="-101714"/>
              <a:ext cx="415071" cy="254390"/>
            </a:xfrm>
            <a:prstGeom prst="ellipse">
              <a:avLst/>
            </a:prstGeom>
            <a:gradFill>
              <a:gsLst>
                <a:gs pos="0">
                  <a:srgbClr val="E4E4E4">
                    <a:alpha val="32968"/>
                  </a:srgbClr>
                </a:gs>
                <a:gs pos="14286">
                  <a:srgbClr val="E4E4E4">
                    <a:alpha val="30764"/>
                  </a:srgbClr>
                </a:gs>
                <a:gs pos="28571">
                  <a:srgbClr val="E4E4E4">
                    <a:alpha val="24833"/>
                  </a:srgbClr>
                </a:gs>
                <a:gs pos="42857">
                  <a:srgbClr val="E4E4E4">
                    <a:alpha val="17075"/>
                  </a:srgbClr>
                </a:gs>
                <a:gs pos="57143">
                  <a:srgbClr val="E4E4E4">
                    <a:alpha val="9855"/>
                  </a:srgbClr>
                </a:gs>
                <a:gs pos="71429">
                  <a:srgbClr val="E4E4E4">
                    <a:alpha val="4740"/>
                  </a:srgbClr>
                </a:gs>
                <a:gs pos="85714">
                  <a:srgbClr val="E4E4E4">
                    <a:alpha val="1902"/>
                  </a:srgbClr>
                </a:gs>
                <a:gs pos="100000">
                  <a:srgbClr val="E4E4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9973942">
              <a:off x="2935218" y="957387"/>
              <a:ext cx="404758" cy="58666"/>
            </a:xfrm>
            <a:prstGeom prst="ellipse">
              <a:avLst/>
            </a:prstGeom>
            <a:gradFill>
              <a:gsLst>
                <a:gs pos="0">
                  <a:srgbClr val="B1B1B1">
                    <a:alpha val="4471"/>
                  </a:srgbClr>
                </a:gs>
                <a:gs pos="14286">
                  <a:srgbClr val="B1B1B1">
                    <a:alpha val="4116"/>
                  </a:srgbClr>
                </a:gs>
                <a:gs pos="28571">
                  <a:srgbClr val="B1B1B1">
                    <a:alpha val="3211"/>
                  </a:srgbClr>
                </a:gs>
                <a:gs pos="42857">
                  <a:srgbClr val="B1B1B1">
                    <a:alpha val="2118"/>
                  </a:srgbClr>
                </a:gs>
                <a:gs pos="57143">
                  <a:srgbClr val="B1B1B1">
                    <a:alpha val="1179"/>
                  </a:srgbClr>
                </a:gs>
                <a:gs pos="71429">
                  <a:srgbClr val="B1B1B1">
                    <a:alpha val="554"/>
                  </a:srgbClr>
                </a:gs>
                <a:gs pos="85714">
                  <a:srgbClr val="B1B1B1">
                    <a:alpha val="219"/>
                  </a:srgbClr>
                </a:gs>
                <a:gs pos="100000">
                  <a:srgbClr val="B1B1B1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9323323">
              <a:off x="-72143" y="825040"/>
              <a:ext cx="345803" cy="84307"/>
            </a:xfrm>
            <a:prstGeom prst="ellipse">
              <a:avLst/>
            </a:prstGeom>
            <a:gradFill>
              <a:gsLst>
                <a:gs pos="0">
                  <a:srgbClr val="DDDDDD">
                    <a:alpha val="3957"/>
                  </a:srgbClr>
                </a:gs>
                <a:gs pos="14286">
                  <a:srgbClr val="DDDDDD">
                    <a:alpha val="3643"/>
                  </a:srgbClr>
                </a:gs>
                <a:gs pos="28571">
                  <a:srgbClr val="DDDDDD">
                    <a:alpha val="2840"/>
                  </a:srgbClr>
                </a:gs>
                <a:gs pos="42857">
                  <a:srgbClr val="DDDDDD">
                    <a:alpha val="1872"/>
                  </a:srgbClr>
                </a:gs>
                <a:gs pos="57143">
                  <a:srgbClr val="DDDDDD">
                    <a:alpha val="1042"/>
                  </a:srgbClr>
                </a:gs>
                <a:gs pos="71429">
                  <a:srgbClr val="DDDDDD">
                    <a:alpha val="489"/>
                  </a:srgbClr>
                </a:gs>
                <a:gs pos="85714">
                  <a:srgbClr val="DDDDDD">
                    <a:alpha val="194"/>
                  </a:srgbClr>
                </a:gs>
                <a:gs pos="100000">
                  <a:srgbClr val="DDDDDD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8462641">
              <a:off x="-169597" y="1240000"/>
              <a:ext cx="702548" cy="166677"/>
            </a:xfrm>
            <a:prstGeom prst="ellipse">
              <a:avLst/>
            </a:prstGeom>
            <a:gradFill>
              <a:gsLst>
                <a:gs pos="0">
                  <a:srgbClr val="989797">
                    <a:alpha val="26915"/>
                  </a:srgbClr>
                </a:gs>
                <a:gs pos="14286">
                  <a:srgbClr val="989797">
                    <a:alpha val="25038"/>
                  </a:srgbClr>
                </a:gs>
                <a:gs pos="28571">
                  <a:srgbClr val="989797">
                    <a:alpha val="20049"/>
                  </a:srgbClr>
                </a:gs>
                <a:gs pos="42857">
                  <a:srgbClr val="989797">
                    <a:alpha val="13651"/>
                  </a:srgbClr>
                </a:gs>
                <a:gs pos="57143">
                  <a:srgbClr val="989797">
                    <a:alpha val="7811"/>
                  </a:srgbClr>
                </a:gs>
                <a:gs pos="71429">
                  <a:srgbClr val="989797">
                    <a:alpha val="3735"/>
                  </a:srgbClr>
                </a:gs>
                <a:gs pos="85714">
                  <a:srgbClr val="989797">
                    <a:alpha val="1494"/>
                  </a:srgbClr>
                </a:gs>
                <a:gs pos="100000">
                  <a:srgbClr val="989797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7751617">
              <a:off x="2929435" y="654945"/>
              <a:ext cx="446009" cy="64997"/>
            </a:xfrm>
            <a:prstGeom prst="ellipse">
              <a:avLst/>
            </a:prstGeom>
            <a:gradFill>
              <a:gsLst>
                <a:gs pos="0">
                  <a:srgbClr val="999899">
                    <a:alpha val="32968"/>
                  </a:srgbClr>
                </a:gs>
                <a:gs pos="14286">
                  <a:srgbClr val="999899">
                    <a:alpha val="30764"/>
                  </a:srgbClr>
                </a:gs>
                <a:gs pos="28571">
                  <a:srgbClr val="999899">
                    <a:alpha val="24833"/>
                  </a:srgbClr>
                </a:gs>
                <a:gs pos="42857">
                  <a:srgbClr val="999899">
                    <a:alpha val="17075"/>
                  </a:srgbClr>
                </a:gs>
                <a:gs pos="57143">
                  <a:srgbClr val="999899">
                    <a:alpha val="9855"/>
                  </a:srgbClr>
                </a:gs>
                <a:gs pos="71429">
                  <a:srgbClr val="999899">
                    <a:alpha val="4740"/>
                  </a:srgbClr>
                </a:gs>
                <a:gs pos="85714">
                  <a:srgbClr val="999899">
                    <a:alpha val="1902"/>
                  </a:srgbClr>
                </a:gs>
                <a:gs pos="100000">
                  <a:srgbClr val="9998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8856823">
              <a:off x="2060624" y="185747"/>
              <a:ext cx="661064" cy="80669"/>
            </a:xfrm>
            <a:prstGeom prst="ellipse">
              <a:avLst/>
            </a:prstGeom>
            <a:gradFill>
              <a:gsLst>
                <a:gs pos="0">
                  <a:srgbClr val="C3C3C3">
                    <a:alpha val="3374"/>
                  </a:srgbClr>
                </a:gs>
                <a:gs pos="14286">
                  <a:srgbClr val="C3C3C3">
                    <a:alpha val="3105"/>
                  </a:srgbClr>
                </a:gs>
                <a:gs pos="28571">
                  <a:srgbClr val="C3C3C3">
                    <a:alpha val="2420"/>
                  </a:srgbClr>
                </a:gs>
                <a:gs pos="42857">
                  <a:srgbClr val="C3C3C3">
                    <a:alpha val="1594"/>
                  </a:srgbClr>
                </a:gs>
                <a:gs pos="57143">
                  <a:srgbClr val="C3C3C3">
                    <a:alpha val="886"/>
                  </a:srgbClr>
                </a:gs>
                <a:gs pos="71429">
                  <a:srgbClr val="C3C3C3">
                    <a:alpha val="416"/>
                  </a:srgbClr>
                </a:gs>
                <a:gs pos="85714">
                  <a:srgbClr val="C3C3C3">
                    <a:alpha val="165"/>
                  </a:srgbClr>
                </a:gs>
                <a:gs pos="100000">
                  <a:srgbClr val="C3C3C3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3984928">
              <a:off x="2673649" y="-80352"/>
              <a:ext cx="465677" cy="189605"/>
            </a:xfrm>
            <a:prstGeom prst="ellipse">
              <a:avLst/>
            </a:prstGeom>
            <a:gradFill>
              <a:gsLst>
                <a:gs pos="0">
                  <a:srgbClr val="8C8B8B">
                    <a:alpha val="32147"/>
                  </a:srgbClr>
                </a:gs>
                <a:gs pos="14286">
                  <a:srgbClr val="8C8B8B">
                    <a:alpha val="29984"/>
                  </a:srgbClr>
                </a:gs>
                <a:gs pos="28571">
                  <a:srgbClr val="8C8B8B">
                    <a:alpha val="24177"/>
                  </a:srgbClr>
                </a:gs>
                <a:gs pos="42857">
                  <a:srgbClr val="8C8B8B">
                    <a:alpha val="16601"/>
                  </a:srgbClr>
                </a:gs>
                <a:gs pos="57143">
                  <a:srgbClr val="8C8B8B">
                    <a:alpha val="9570"/>
                  </a:srgbClr>
                </a:gs>
                <a:gs pos="71429">
                  <a:srgbClr val="8C8B8B">
                    <a:alpha val="4599"/>
                  </a:srgbClr>
                </a:gs>
                <a:gs pos="85714">
                  <a:srgbClr val="8C8B8B">
                    <a:alpha val="1845"/>
                  </a:srgbClr>
                </a:gs>
                <a:gs pos="100000">
                  <a:srgbClr val="8C8B8B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8230088">
              <a:off x="2838776" y="1118132"/>
              <a:ext cx="564782" cy="282607"/>
            </a:xfrm>
            <a:prstGeom prst="ellipse">
              <a:avLst/>
            </a:prstGeom>
            <a:gradFill>
              <a:gsLst>
                <a:gs pos="0">
                  <a:srgbClr val="4B4C4C">
                    <a:alpha val="32958"/>
                  </a:srgbClr>
                </a:gs>
                <a:gs pos="14286">
                  <a:srgbClr val="4B4C4C">
                    <a:alpha val="30754"/>
                  </a:srgbClr>
                </a:gs>
                <a:gs pos="28571">
                  <a:srgbClr val="4B4C4C">
                    <a:alpha val="24825"/>
                  </a:srgbClr>
                </a:gs>
                <a:gs pos="42857">
                  <a:srgbClr val="4B4C4C">
                    <a:alpha val="17069"/>
                  </a:srgbClr>
                </a:gs>
                <a:gs pos="57143">
                  <a:srgbClr val="4B4C4C">
                    <a:alpha val="9851"/>
                  </a:srgbClr>
                </a:gs>
                <a:gs pos="71429">
                  <a:srgbClr val="4B4C4C">
                    <a:alpha val="4739"/>
                  </a:srgbClr>
                </a:gs>
                <a:gs pos="85714">
                  <a:srgbClr val="4B4C4C">
                    <a:alpha val="1901"/>
                  </a:srgbClr>
                </a:gs>
                <a:gs pos="100000">
                  <a:srgbClr val="4B4C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9832275">
              <a:off x="3441322" y="1134254"/>
              <a:ext cx="370843" cy="119797"/>
            </a:xfrm>
            <a:prstGeom prst="ellipse">
              <a:avLst/>
            </a:prstGeom>
            <a:gradFill>
              <a:gsLst>
                <a:gs pos="0">
                  <a:srgbClr val="575653">
                    <a:alpha val="14035"/>
                  </a:srgbClr>
                </a:gs>
                <a:gs pos="14286">
                  <a:srgbClr val="575653">
                    <a:alpha val="12977"/>
                  </a:srgbClr>
                </a:gs>
                <a:gs pos="28571">
                  <a:srgbClr val="575653">
                    <a:alpha val="10230"/>
                  </a:srgbClr>
                </a:gs>
                <a:gs pos="42857">
                  <a:srgbClr val="575653">
                    <a:alpha val="6834"/>
                  </a:srgbClr>
                </a:gs>
                <a:gs pos="57143">
                  <a:srgbClr val="575653">
                    <a:alpha val="3846"/>
                  </a:srgbClr>
                </a:gs>
                <a:gs pos="71429">
                  <a:srgbClr val="575653">
                    <a:alpha val="1819"/>
                  </a:srgbClr>
                </a:gs>
                <a:gs pos="85714">
                  <a:srgbClr val="575653">
                    <a:alpha val="723"/>
                  </a:srgbClr>
                </a:gs>
                <a:gs pos="100000">
                  <a:srgbClr val="575653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3654501">
              <a:off x="3296014" y="1053718"/>
              <a:ext cx="427799" cy="381759"/>
            </a:xfrm>
            <a:prstGeom prst="ellipse">
              <a:avLst/>
            </a:prstGeom>
            <a:gradFill>
              <a:gsLst>
                <a:gs pos="0">
                  <a:srgbClr val="3F3F3F">
                    <a:alpha val="32968"/>
                  </a:srgbClr>
                </a:gs>
                <a:gs pos="14286">
                  <a:srgbClr val="3F3F3F">
                    <a:alpha val="30764"/>
                  </a:srgbClr>
                </a:gs>
                <a:gs pos="28571">
                  <a:srgbClr val="3F3F3F">
                    <a:alpha val="24833"/>
                  </a:srgbClr>
                </a:gs>
                <a:gs pos="42857">
                  <a:srgbClr val="3F3F3F">
                    <a:alpha val="17075"/>
                  </a:srgbClr>
                </a:gs>
                <a:gs pos="57143">
                  <a:srgbClr val="3F3F3F">
                    <a:alpha val="9855"/>
                  </a:srgbClr>
                </a:gs>
                <a:gs pos="71429">
                  <a:srgbClr val="3F3F3F">
                    <a:alpha val="4740"/>
                  </a:srgbClr>
                </a:gs>
                <a:gs pos="85714">
                  <a:srgbClr val="3F3F3F">
                    <a:alpha val="1902"/>
                  </a:srgbClr>
                </a:gs>
                <a:gs pos="100000">
                  <a:srgbClr val="3F3F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2922552">
              <a:off x="-338395" y="1214400"/>
              <a:ext cx="797069" cy="242694"/>
            </a:xfrm>
            <a:prstGeom prst="ellipse">
              <a:avLst/>
            </a:prstGeom>
            <a:gradFill>
              <a:gsLst>
                <a:gs pos="0">
                  <a:srgbClr val="969796">
                    <a:alpha val="31334"/>
                  </a:srgbClr>
                </a:gs>
                <a:gs pos="14286">
                  <a:srgbClr val="969796">
                    <a:alpha val="29214"/>
                  </a:srgbClr>
                </a:gs>
                <a:gs pos="28571">
                  <a:srgbClr val="969796">
                    <a:alpha val="23530"/>
                  </a:srgbClr>
                </a:gs>
                <a:gs pos="42857">
                  <a:srgbClr val="969796">
                    <a:alpha val="16135"/>
                  </a:srgbClr>
                </a:gs>
                <a:gs pos="57143">
                  <a:srgbClr val="969796">
                    <a:alpha val="9290"/>
                  </a:srgbClr>
                </a:gs>
                <a:gs pos="71429">
                  <a:srgbClr val="969796">
                    <a:alpha val="4461"/>
                  </a:srgbClr>
                </a:gs>
                <a:gs pos="85714">
                  <a:srgbClr val="969796">
                    <a:alpha val="1789"/>
                  </a:srgbClr>
                </a:gs>
                <a:gs pos="100000">
                  <a:srgbClr val="969796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-10611203">
              <a:off x="3290711" y="992699"/>
              <a:ext cx="609077" cy="458377"/>
            </a:xfrm>
            <a:prstGeom prst="ellipse">
              <a:avLst/>
            </a:prstGeom>
            <a:gradFill>
              <a:gsLst>
                <a:gs pos="0">
                  <a:srgbClr val="CCCCCC">
                    <a:alpha val="5655"/>
                  </a:srgbClr>
                </a:gs>
                <a:gs pos="14286">
                  <a:srgbClr val="CCCCCC">
                    <a:alpha val="5210"/>
                  </a:srgbClr>
                </a:gs>
                <a:gs pos="28571">
                  <a:srgbClr val="CCCCCC">
                    <a:alpha val="4069"/>
                  </a:srgbClr>
                </a:gs>
                <a:gs pos="42857">
                  <a:srgbClr val="CCCCCC">
                    <a:alpha val="2688"/>
                  </a:srgbClr>
                </a:gs>
                <a:gs pos="57143">
                  <a:srgbClr val="CCCCCC">
                    <a:alpha val="1499"/>
                  </a:srgbClr>
                </a:gs>
                <a:gs pos="71429">
                  <a:srgbClr val="CCCCCC">
                    <a:alpha val="704"/>
                  </a:srgbClr>
                </a:gs>
                <a:gs pos="85714">
                  <a:srgbClr val="CCCCCC">
                    <a:alpha val="279"/>
                  </a:srgbClr>
                </a:gs>
                <a:gs pos="100000">
                  <a:srgbClr val="CCCCCC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3394764">
              <a:off x="3077456" y="1008245"/>
              <a:ext cx="756670" cy="489309"/>
            </a:xfrm>
            <a:prstGeom prst="ellipse">
              <a:avLst/>
            </a:prstGeom>
            <a:gradFill>
              <a:gsLst>
                <a:gs pos="0">
                  <a:srgbClr val="C8C8C8">
                    <a:alpha val="10114"/>
                  </a:srgbClr>
                </a:gs>
                <a:gs pos="14286">
                  <a:srgbClr val="C8C8C8">
                    <a:alpha val="9336"/>
                  </a:srgbClr>
                </a:gs>
                <a:gs pos="28571">
                  <a:srgbClr val="C8C8C8">
                    <a:alpha val="7327"/>
                  </a:srgbClr>
                </a:gs>
                <a:gs pos="42857">
                  <a:srgbClr val="C8C8C8">
                    <a:alpha val="4869"/>
                  </a:srgbClr>
                </a:gs>
                <a:gs pos="57143">
                  <a:srgbClr val="C8C8C8">
                    <a:alpha val="2728"/>
                  </a:srgbClr>
                </a:gs>
                <a:gs pos="71429">
                  <a:srgbClr val="C8C8C8">
                    <a:alpha val="1286"/>
                  </a:srgbClr>
                </a:gs>
                <a:gs pos="85714">
                  <a:srgbClr val="C8C8C8">
                    <a:alpha val="511"/>
                  </a:srgbClr>
                </a:gs>
                <a:gs pos="100000">
                  <a:srgbClr val="C8C8C8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8070039">
              <a:off x="3022286" y="990770"/>
              <a:ext cx="554658" cy="421046"/>
            </a:xfrm>
            <a:prstGeom prst="ellipse">
              <a:avLst/>
            </a:prstGeom>
            <a:gradFill>
              <a:gsLst>
                <a:gs pos="0">
                  <a:srgbClr val="B0B2B1">
                    <a:alpha val="11604"/>
                  </a:srgbClr>
                </a:gs>
                <a:gs pos="14286">
                  <a:srgbClr val="B0B2B1">
                    <a:alpha val="10718"/>
                  </a:srgbClr>
                </a:gs>
                <a:gs pos="28571">
                  <a:srgbClr val="B0B2B1">
                    <a:alpha val="8426"/>
                  </a:srgbClr>
                </a:gs>
                <a:gs pos="42857">
                  <a:srgbClr val="B0B2B1">
                    <a:alpha val="5610"/>
                  </a:srgbClr>
                </a:gs>
                <a:gs pos="57143">
                  <a:srgbClr val="B0B2B1">
                    <a:alpha val="3149"/>
                  </a:srgbClr>
                </a:gs>
                <a:gs pos="71429">
                  <a:srgbClr val="B0B2B1">
                    <a:alpha val="1486"/>
                  </a:srgbClr>
                </a:gs>
                <a:gs pos="85714">
                  <a:srgbClr val="B0B2B1">
                    <a:alpha val="590"/>
                  </a:srgbClr>
                </a:gs>
                <a:gs pos="100000">
                  <a:srgbClr val="B0B2B1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-8877216">
              <a:off x="2884872" y="1110482"/>
              <a:ext cx="585779" cy="311492"/>
            </a:xfrm>
            <a:prstGeom prst="ellipse">
              <a:avLst/>
            </a:prstGeom>
            <a:gradFill>
              <a:gsLst>
                <a:gs pos="0">
                  <a:srgbClr val="7E7E7E">
                    <a:alpha val="18636"/>
                  </a:srgbClr>
                </a:gs>
                <a:gs pos="14286">
                  <a:srgbClr val="7E7E7E">
                    <a:alpha val="17268"/>
                  </a:srgbClr>
                </a:gs>
                <a:gs pos="28571">
                  <a:srgbClr val="7E7E7E">
                    <a:alpha val="13686"/>
                  </a:srgbClr>
                </a:gs>
                <a:gs pos="42857">
                  <a:srgbClr val="7E7E7E">
                    <a:alpha val="9203"/>
                  </a:srgbClr>
                </a:gs>
                <a:gs pos="57143">
                  <a:srgbClr val="7E7E7E">
                    <a:alpha val="5209"/>
                  </a:srgbClr>
                </a:gs>
                <a:gs pos="71429">
                  <a:srgbClr val="7E7E7E">
                    <a:alpha val="2473"/>
                  </a:srgbClr>
                </a:gs>
                <a:gs pos="85714">
                  <a:srgbClr val="7E7E7E">
                    <a:alpha val="985"/>
                  </a:srgbClr>
                </a:gs>
                <a:gs pos="100000">
                  <a:srgbClr val="7E7E7E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9320013">
              <a:off x="2852265" y="1079666"/>
              <a:ext cx="520937" cy="354443"/>
            </a:xfrm>
            <a:prstGeom prst="ellipse">
              <a:avLst/>
            </a:prstGeom>
            <a:gradFill>
              <a:gsLst>
                <a:gs pos="0">
                  <a:srgbClr val="A1A1A1">
                    <a:alpha val="23012"/>
                  </a:srgbClr>
                </a:gs>
                <a:gs pos="14286">
                  <a:srgbClr val="A1A1A1">
                    <a:alpha val="21366"/>
                  </a:srgbClr>
                </a:gs>
                <a:gs pos="28571">
                  <a:srgbClr val="A1A1A1">
                    <a:alpha val="17025"/>
                  </a:srgbClr>
                </a:gs>
                <a:gs pos="42857">
                  <a:srgbClr val="A1A1A1">
                    <a:alpha val="11522"/>
                  </a:srgbClr>
                </a:gs>
                <a:gs pos="57143">
                  <a:srgbClr val="A1A1A1">
                    <a:alpha val="6558"/>
                  </a:srgbClr>
                </a:gs>
                <a:gs pos="71429">
                  <a:srgbClr val="A1A1A1">
                    <a:alpha val="3125"/>
                  </a:srgbClr>
                </a:gs>
                <a:gs pos="85714">
                  <a:srgbClr val="A1A1A1">
                    <a:alpha val="1248"/>
                  </a:srgbClr>
                </a:gs>
                <a:gs pos="100000">
                  <a:srgbClr val="A1A1A1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3498553">
              <a:off x="2394877" y="957076"/>
              <a:ext cx="593814" cy="548113"/>
            </a:xfrm>
            <a:prstGeom prst="ellipse">
              <a:avLst/>
            </a:prstGeom>
            <a:gradFill>
              <a:gsLst>
                <a:gs pos="0">
                  <a:srgbClr val="BDBEBD">
                    <a:alpha val="3671"/>
                  </a:srgbClr>
                </a:gs>
                <a:gs pos="14286">
                  <a:srgbClr val="BDBEBD">
                    <a:alpha val="3379"/>
                  </a:srgbClr>
                </a:gs>
                <a:gs pos="28571">
                  <a:srgbClr val="BDBEBD">
                    <a:alpha val="2634"/>
                  </a:srgbClr>
                </a:gs>
                <a:gs pos="42857">
                  <a:srgbClr val="BDBEBD">
                    <a:alpha val="1735"/>
                  </a:srgbClr>
                </a:gs>
                <a:gs pos="57143">
                  <a:srgbClr val="BDBEBD">
                    <a:alpha val="965"/>
                  </a:srgbClr>
                </a:gs>
                <a:gs pos="71429">
                  <a:srgbClr val="BDBEBD">
                    <a:alpha val="453"/>
                  </a:srgbClr>
                </a:gs>
                <a:gs pos="85714">
                  <a:srgbClr val="BDBEBD">
                    <a:alpha val="179"/>
                  </a:srgbClr>
                </a:gs>
                <a:gs pos="100000">
                  <a:srgbClr val="BDBEBD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4748402">
              <a:off x="971712" y="1103799"/>
              <a:ext cx="631193" cy="342639"/>
            </a:xfrm>
            <a:prstGeom prst="ellipse">
              <a:avLst/>
            </a:prstGeom>
            <a:gradFill>
              <a:gsLst>
                <a:gs pos="0">
                  <a:srgbClr val="FFFFFF">
                    <a:alpha val="2976"/>
                  </a:srgbClr>
                </a:gs>
                <a:gs pos="14286">
                  <a:srgbClr val="FFFFFF">
                    <a:alpha val="2739"/>
                  </a:srgbClr>
                </a:gs>
                <a:gs pos="28571">
                  <a:srgbClr val="FFFFFF">
                    <a:alpha val="2133"/>
                  </a:srgbClr>
                </a:gs>
                <a:gs pos="42857">
                  <a:srgbClr val="FFFFFF">
                    <a:alpha val="1404"/>
                  </a:srgbClr>
                </a:gs>
                <a:gs pos="57143">
                  <a:srgbClr val="FFFFFF">
                    <a:alpha val="781"/>
                  </a:srgbClr>
                </a:gs>
                <a:gs pos="71429">
                  <a:srgbClr val="FFFFFF">
                    <a:alpha val="366"/>
                  </a:srgbClr>
                </a:gs>
                <a:gs pos="85714">
                  <a:srgbClr val="FFFFFF">
                    <a:alpha val="145"/>
                  </a:srgbClr>
                </a:gs>
                <a:gs pos="100000">
                  <a:srgbClr val="FFFFFF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7705787">
              <a:off x="2690665" y="861152"/>
              <a:ext cx="594844" cy="475979"/>
            </a:xfrm>
            <a:prstGeom prst="ellipse">
              <a:avLst/>
            </a:prstGeom>
            <a:gradFill>
              <a:gsLst>
                <a:gs pos="0">
                  <a:srgbClr val="000E00">
                    <a:alpha val="2608"/>
                  </a:srgbClr>
                </a:gs>
                <a:gs pos="14286">
                  <a:srgbClr val="000E00">
                    <a:alpha val="2399"/>
                  </a:srgbClr>
                </a:gs>
                <a:gs pos="28571">
                  <a:srgbClr val="000E00">
                    <a:alpha val="1868"/>
                  </a:srgbClr>
                </a:gs>
                <a:gs pos="42857">
                  <a:srgbClr val="000E00">
                    <a:alpha val="1229"/>
                  </a:srgbClr>
                </a:gs>
                <a:gs pos="57143">
                  <a:srgbClr val="000E00">
                    <a:alpha val="683"/>
                  </a:srgbClr>
                </a:gs>
                <a:gs pos="71429">
                  <a:srgbClr val="000E00">
                    <a:alpha val="320"/>
                  </a:srgbClr>
                </a:gs>
                <a:gs pos="85714">
                  <a:srgbClr val="000E00">
                    <a:alpha val="127"/>
                  </a:srgbClr>
                </a:gs>
                <a:gs pos="100000">
                  <a:srgbClr val="000E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4856199">
              <a:off x="2508643" y="876338"/>
              <a:ext cx="668316" cy="473631"/>
            </a:xfrm>
            <a:prstGeom prst="ellipse">
              <a:avLst/>
            </a:prstGeom>
            <a:gradFill>
              <a:gsLst>
                <a:gs pos="0">
                  <a:srgbClr val="676867">
                    <a:alpha val="7959"/>
                  </a:srgbClr>
                </a:gs>
                <a:gs pos="14286">
                  <a:srgbClr val="676867">
                    <a:alpha val="7340"/>
                  </a:srgbClr>
                </a:gs>
                <a:gs pos="28571">
                  <a:srgbClr val="676867">
                    <a:alpha val="5747"/>
                  </a:srgbClr>
                </a:gs>
                <a:gs pos="42857">
                  <a:srgbClr val="676867">
                    <a:alpha val="3808"/>
                  </a:srgbClr>
                </a:gs>
                <a:gs pos="57143">
                  <a:srgbClr val="676867">
                    <a:alpha val="2128"/>
                  </a:srgbClr>
                </a:gs>
                <a:gs pos="71429">
                  <a:srgbClr val="676867">
                    <a:alpha val="1002"/>
                  </a:srgbClr>
                </a:gs>
                <a:gs pos="85714">
                  <a:srgbClr val="676867">
                    <a:alpha val="397"/>
                  </a:srgbClr>
                </a:gs>
                <a:gs pos="100000">
                  <a:srgbClr val="676867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10154941">
              <a:off x="2348835" y="841865"/>
              <a:ext cx="589291" cy="492167"/>
            </a:xfrm>
            <a:prstGeom prst="ellipse">
              <a:avLst/>
            </a:prstGeom>
            <a:gradFill>
              <a:gsLst>
                <a:gs pos="0">
                  <a:srgbClr val="D6D7D7">
                    <a:alpha val="13792"/>
                  </a:srgbClr>
                </a:gs>
                <a:gs pos="14286">
                  <a:srgbClr val="D6D7D7">
                    <a:alpha val="12751"/>
                  </a:srgbClr>
                </a:gs>
                <a:gs pos="28571">
                  <a:srgbClr val="D6D7D7">
                    <a:alpha val="10050"/>
                  </a:srgbClr>
                </a:gs>
                <a:gs pos="42857">
                  <a:srgbClr val="D6D7D7">
                    <a:alpha val="6711"/>
                  </a:srgbClr>
                </a:gs>
                <a:gs pos="57143">
                  <a:srgbClr val="D6D7D7">
                    <a:alpha val="3776"/>
                  </a:srgbClr>
                </a:gs>
                <a:gs pos="71429">
                  <a:srgbClr val="D6D7D7">
                    <a:alpha val="1786"/>
                  </a:srgbClr>
                </a:gs>
                <a:gs pos="85714">
                  <a:srgbClr val="D6D7D7">
                    <a:alpha val="710"/>
                  </a:srgbClr>
                </a:gs>
                <a:gs pos="100000">
                  <a:srgbClr val="D6D7D7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-9400196">
              <a:off x="2010244" y="925515"/>
              <a:ext cx="539968" cy="317250"/>
            </a:xfrm>
            <a:prstGeom prst="ellipse">
              <a:avLst/>
            </a:prstGeom>
            <a:gradFill>
              <a:gsLst>
                <a:gs pos="0">
                  <a:srgbClr val="FFFFFF">
                    <a:alpha val="3402"/>
                  </a:srgbClr>
                </a:gs>
                <a:gs pos="14286">
                  <a:srgbClr val="FFFFFF">
                    <a:alpha val="3132"/>
                  </a:srgbClr>
                </a:gs>
                <a:gs pos="28571">
                  <a:srgbClr val="FFFFFF">
                    <a:alpha val="2440"/>
                  </a:srgbClr>
                </a:gs>
                <a:gs pos="42857">
                  <a:srgbClr val="FFFFFF">
                    <a:alpha val="1607"/>
                  </a:srgbClr>
                </a:gs>
                <a:gs pos="57143">
                  <a:srgbClr val="FFFFFF">
                    <a:alpha val="894"/>
                  </a:srgbClr>
                </a:gs>
                <a:gs pos="71429">
                  <a:srgbClr val="FFFFFF">
                    <a:alpha val="419"/>
                  </a:srgbClr>
                </a:gs>
                <a:gs pos="85714">
                  <a:srgbClr val="FFFFFF">
                    <a:alpha val="166"/>
                  </a:srgbClr>
                </a:gs>
                <a:gs pos="100000">
                  <a:srgbClr val="FFFFFF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2800026">
              <a:off x="2659371" y="731883"/>
              <a:ext cx="642552" cy="515824"/>
            </a:xfrm>
            <a:prstGeom prst="ellipse">
              <a:avLst/>
            </a:prstGeom>
            <a:gradFill>
              <a:gsLst>
                <a:gs pos="0">
                  <a:srgbClr val="D1D1D2">
                    <a:alpha val="4144"/>
                  </a:srgbClr>
                </a:gs>
                <a:gs pos="14286">
                  <a:srgbClr val="D1D1D2">
                    <a:alpha val="3815"/>
                  </a:srgbClr>
                </a:gs>
                <a:gs pos="28571">
                  <a:srgbClr val="D1D1D2">
                    <a:alpha val="2975"/>
                  </a:srgbClr>
                </a:gs>
                <a:gs pos="42857">
                  <a:srgbClr val="D1D1D2">
                    <a:alpha val="1962"/>
                  </a:srgbClr>
                </a:gs>
                <a:gs pos="57143">
                  <a:srgbClr val="D1D1D2">
                    <a:alpha val="1092"/>
                  </a:srgbClr>
                </a:gs>
                <a:gs pos="71429">
                  <a:srgbClr val="D1D1D2">
                    <a:alpha val="512"/>
                  </a:srgbClr>
                </a:gs>
                <a:gs pos="85714">
                  <a:srgbClr val="D1D1D2">
                    <a:alpha val="203"/>
                  </a:srgbClr>
                </a:gs>
                <a:gs pos="100000">
                  <a:srgbClr val="D1D1D2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4823775">
              <a:off x="2565993" y="789967"/>
              <a:ext cx="613307" cy="518131"/>
            </a:xfrm>
            <a:prstGeom prst="ellipse">
              <a:avLst/>
            </a:prstGeom>
            <a:gradFill>
              <a:gsLst>
                <a:gs pos="0">
                  <a:srgbClr val="A9A9A9">
                    <a:alpha val="7905"/>
                  </a:srgbClr>
                </a:gs>
                <a:gs pos="14286">
                  <a:srgbClr val="A9A9A9">
                    <a:alpha val="7290"/>
                  </a:srgbClr>
                </a:gs>
                <a:gs pos="28571">
                  <a:srgbClr val="A9A9A9">
                    <a:alpha val="5708"/>
                  </a:srgbClr>
                </a:gs>
                <a:gs pos="42857">
                  <a:srgbClr val="A9A9A9">
                    <a:alpha val="3781"/>
                  </a:srgbClr>
                </a:gs>
                <a:gs pos="57143">
                  <a:srgbClr val="A9A9A9">
                    <a:alpha val="2113"/>
                  </a:srgbClr>
                </a:gs>
                <a:gs pos="71429">
                  <a:srgbClr val="A9A9A9">
                    <a:alpha val="995"/>
                  </a:srgbClr>
                </a:gs>
                <a:gs pos="85714">
                  <a:srgbClr val="A9A9A9">
                    <a:alpha val="395"/>
                  </a:srgbClr>
                </a:gs>
                <a:gs pos="100000">
                  <a:srgbClr val="A9A9A9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9079866">
              <a:off x="2432876" y="684443"/>
              <a:ext cx="504898" cy="390016"/>
            </a:xfrm>
            <a:prstGeom prst="ellipse">
              <a:avLst/>
            </a:prstGeom>
            <a:gradFill>
              <a:gsLst>
                <a:gs pos="0">
                  <a:srgbClr val="FEFEFF">
                    <a:alpha val="5790"/>
                  </a:srgbClr>
                </a:gs>
                <a:gs pos="14286">
                  <a:srgbClr val="FEFEFF">
                    <a:alpha val="5334"/>
                  </a:srgbClr>
                </a:gs>
                <a:gs pos="28571">
                  <a:srgbClr val="FEFEFF">
                    <a:alpha val="4167"/>
                  </a:srgbClr>
                </a:gs>
                <a:gs pos="42857">
                  <a:srgbClr val="FEFEFF">
                    <a:alpha val="2753"/>
                  </a:srgbClr>
                </a:gs>
                <a:gs pos="57143">
                  <a:srgbClr val="FEFEFF">
                    <a:alpha val="1535"/>
                  </a:srgbClr>
                </a:gs>
                <a:gs pos="71429">
                  <a:srgbClr val="FEFEFF">
                    <a:alpha val="722"/>
                  </a:srgbClr>
                </a:gs>
                <a:gs pos="85714">
                  <a:srgbClr val="FEFEFF">
                    <a:alpha val="286"/>
                  </a:srgbClr>
                </a:gs>
                <a:gs pos="100000">
                  <a:srgbClr val="FEFEF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9565841">
              <a:off x="1983978" y="741880"/>
              <a:ext cx="478252" cy="271943"/>
            </a:xfrm>
            <a:prstGeom prst="ellipse">
              <a:avLst/>
            </a:prstGeom>
            <a:gradFill>
              <a:gsLst>
                <a:gs pos="0">
                  <a:srgbClr val="000000">
                    <a:alpha val="6850"/>
                  </a:srgbClr>
                </a:gs>
                <a:gs pos="14286">
                  <a:srgbClr val="000000">
                    <a:alpha val="6314"/>
                  </a:srgbClr>
                </a:gs>
                <a:gs pos="28571">
                  <a:srgbClr val="000000">
                    <a:alpha val="4938"/>
                  </a:srgbClr>
                </a:gs>
                <a:gs pos="42857">
                  <a:srgbClr val="000000">
                    <a:alpha val="3267"/>
                  </a:srgbClr>
                </a:gs>
                <a:gs pos="57143">
                  <a:srgbClr val="000000">
                    <a:alpha val="1824"/>
                  </a:srgbClr>
                </a:gs>
                <a:gs pos="71429">
                  <a:srgbClr val="000000">
                    <a:alpha val="858"/>
                  </a:srgbClr>
                </a:gs>
                <a:gs pos="85714">
                  <a:srgbClr val="000000">
                    <a:alpha val="340"/>
                  </a:srgbClr>
                </a:gs>
                <a:gs pos="100000">
                  <a:srgbClr val="000000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10179473">
              <a:off x="1541998" y="728297"/>
              <a:ext cx="486903" cy="220408"/>
            </a:xfrm>
            <a:prstGeom prst="ellipse">
              <a:avLst/>
            </a:prstGeom>
            <a:gradFill>
              <a:gsLst>
                <a:gs pos="0">
                  <a:srgbClr val="000104">
                    <a:alpha val="14039"/>
                  </a:srgbClr>
                </a:gs>
                <a:gs pos="14286">
                  <a:srgbClr val="000104">
                    <a:alpha val="12981"/>
                  </a:srgbClr>
                </a:gs>
                <a:gs pos="28571">
                  <a:srgbClr val="000104">
                    <a:alpha val="10234"/>
                  </a:srgbClr>
                </a:gs>
                <a:gs pos="42857">
                  <a:srgbClr val="000104">
                    <a:alpha val="6836"/>
                  </a:srgbClr>
                </a:gs>
                <a:gs pos="57143">
                  <a:srgbClr val="000104">
                    <a:alpha val="3848"/>
                  </a:srgbClr>
                </a:gs>
                <a:gs pos="71429">
                  <a:srgbClr val="000104">
                    <a:alpha val="1820"/>
                  </a:srgbClr>
                </a:gs>
                <a:gs pos="85714">
                  <a:srgbClr val="000104">
                    <a:alpha val="724"/>
                  </a:srgbClr>
                </a:gs>
                <a:gs pos="100000">
                  <a:srgbClr val="000104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-9590965">
              <a:off x="119397" y="643948"/>
              <a:ext cx="732630" cy="348305"/>
            </a:xfrm>
            <a:prstGeom prst="ellipse">
              <a:avLst/>
            </a:prstGeom>
            <a:gradFill>
              <a:gsLst>
                <a:gs pos="0">
                  <a:srgbClr val="020000">
                    <a:alpha val="9169"/>
                  </a:srgbClr>
                </a:gs>
                <a:gs pos="14286">
                  <a:srgbClr val="020000">
                    <a:alpha val="8460"/>
                  </a:srgbClr>
                </a:gs>
                <a:gs pos="28571">
                  <a:srgbClr val="020000">
                    <a:alpha val="6633"/>
                  </a:srgbClr>
                </a:gs>
                <a:gs pos="42857">
                  <a:srgbClr val="020000">
                    <a:alpha val="4402"/>
                  </a:srgbClr>
                </a:gs>
                <a:gs pos="57143">
                  <a:srgbClr val="020000">
                    <a:alpha val="2464"/>
                  </a:srgbClr>
                </a:gs>
                <a:gs pos="71429">
                  <a:srgbClr val="020000">
                    <a:alpha val="1161"/>
                  </a:srgbClr>
                </a:gs>
                <a:gs pos="85714">
                  <a:srgbClr val="020000">
                    <a:alpha val="461"/>
                  </a:srgbClr>
                </a:gs>
                <a:gs pos="100000">
                  <a:srgbClr val="020000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-10435903">
              <a:off x="2952151" y="448391"/>
              <a:ext cx="724973" cy="271302"/>
            </a:xfrm>
            <a:prstGeom prst="ellipse">
              <a:avLst/>
            </a:prstGeom>
            <a:gradFill>
              <a:gsLst>
                <a:gs pos="0">
                  <a:srgbClr val="000001">
                    <a:alpha val="10580"/>
                  </a:srgbClr>
                </a:gs>
                <a:gs pos="14286">
                  <a:srgbClr val="000001">
                    <a:alpha val="9767"/>
                  </a:srgbClr>
                </a:gs>
                <a:gs pos="28571">
                  <a:srgbClr val="000001">
                    <a:alpha val="7670"/>
                  </a:srgbClr>
                </a:gs>
                <a:gs pos="42857">
                  <a:srgbClr val="000001">
                    <a:alpha val="5100"/>
                  </a:srgbClr>
                </a:gs>
                <a:gs pos="57143">
                  <a:srgbClr val="000001">
                    <a:alpha val="2859"/>
                  </a:srgbClr>
                </a:gs>
                <a:gs pos="71429">
                  <a:srgbClr val="000001">
                    <a:alpha val="1348"/>
                  </a:srgbClr>
                </a:gs>
                <a:gs pos="85714">
                  <a:srgbClr val="000001">
                    <a:alpha val="535"/>
                  </a:srgbClr>
                </a:gs>
                <a:gs pos="100000">
                  <a:srgbClr val="000001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9936702">
              <a:off x="1347945" y="501377"/>
              <a:ext cx="733810" cy="285851"/>
            </a:xfrm>
            <a:prstGeom prst="ellipse">
              <a:avLst/>
            </a:prstGeom>
            <a:gradFill>
              <a:gsLst>
                <a:gs pos="0">
                  <a:srgbClr val="000001">
                    <a:alpha val="14311"/>
                  </a:srgbClr>
                </a:gs>
                <a:gs pos="14286">
                  <a:srgbClr val="000001">
                    <a:alpha val="13234"/>
                  </a:srgbClr>
                </a:gs>
                <a:gs pos="28571">
                  <a:srgbClr val="000001">
                    <a:alpha val="10437"/>
                  </a:srgbClr>
                </a:gs>
                <a:gs pos="42857">
                  <a:srgbClr val="000001">
                    <a:alpha val="6975"/>
                  </a:srgbClr>
                </a:gs>
                <a:gs pos="57143">
                  <a:srgbClr val="000001">
                    <a:alpha val="3927"/>
                  </a:srgbClr>
                </a:gs>
                <a:gs pos="71429">
                  <a:srgbClr val="000001">
                    <a:alpha val="1858"/>
                  </a:srgbClr>
                </a:gs>
                <a:gs pos="85714">
                  <a:srgbClr val="000001">
                    <a:alpha val="739"/>
                  </a:srgbClr>
                </a:gs>
                <a:gs pos="100000">
                  <a:srgbClr val="000001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9805944">
              <a:off x="-35748" y="426091"/>
              <a:ext cx="692212" cy="526808"/>
            </a:xfrm>
            <a:prstGeom prst="ellipse">
              <a:avLst/>
            </a:prstGeom>
            <a:gradFill>
              <a:gsLst>
                <a:gs pos="0">
                  <a:srgbClr val="000000">
                    <a:alpha val="2337"/>
                  </a:srgbClr>
                </a:gs>
                <a:gs pos="14286">
                  <a:srgbClr val="000000">
                    <a:alpha val="2150"/>
                  </a:srgbClr>
                </a:gs>
                <a:gs pos="28571">
                  <a:srgbClr val="000000">
                    <a:alpha val="1673"/>
                  </a:srgbClr>
                </a:gs>
                <a:gs pos="42857">
                  <a:srgbClr val="000000">
                    <a:alpha val="1101"/>
                  </a:srgbClr>
                </a:gs>
                <a:gs pos="57143">
                  <a:srgbClr val="000000">
                    <a:alpha val="611"/>
                  </a:srgbClr>
                </a:gs>
                <a:gs pos="71429">
                  <a:srgbClr val="000000">
                    <a:alpha val="287"/>
                  </a:srgbClr>
                </a:gs>
                <a:gs pos="85714">
                  <a:srgbClr val="000000">
                    <a:alpha val="113"/>
                  </a:srgbClr>
                </a:gs>
                <a:gs pos="100000">
                  <a:srgbClr val="0000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9300174">
              <a:off x="-177030" y="454443"/>
              <a:ext cx="492431" cy="356870"/>
            </a:xfrm>
            <a:prstGeom prst="ellipse">
              <a:avLst/>
            </a:prstGeom>
            <a:gradFill>
              <a:gsLst>
                <a:gs pos="0">
                  <a:srgbClr val="000000">
                    <a:alpha val="5889"/>
                  </a:srgbClr>
                </a:gs>
                <a:gs pos="14286">
                  <a:srgbClr val="000000">
                    <a:alpha val="5426"/>
                  </a:srgbClr>
                </a:gs>
                <a:gs pos="28571">
                  <a:srgbClr val="000000">
                    <a:alpha val="4239"/>
                  </a:srgbClr>
                </a:gs>
                <a:gs pos="42857">
                  <a:srgbClr val="000000">
                    <a:alpha val="2801"/>
                  </a:srgbClr>
                </a:gs>
                <a:gs pos="57143">
                  <a:srgbClr val="000000">
                    <a:alpha val="1562"/>
                  </a:srgbClr>
                </a:gs>
                <a:gs pos="71429">
                  <a:srgbClr val="000000">
                    <a:alpha val="734"/>
                  </a:srgbClr>
                </a:gs>
                <a:gs pos="85714">
                  <a:srgbClr val="000000">
                    <a:alpha val="291"/>
                  </a:srgbClr>
                </a:gs>
                <a:gs pos="100000">
                  <a:srgbClr val="000000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-9247568">
              <a:off x="1518287" y="285643"/>
              <a:ext cx="692813" cy="484674"/>
            </a:xfrm>
            <a:prstGeom prst="ellipse">
              <a:avLst/>
            </a:prstGeom>
            <a:gradFill>
              <a:gsLst>
                <a:gs pos="0">
                  <a:srgbClr val="000000">
                    <a:alpha val="10369"/>
                  </a:srgbClr>
                </a:gs>
                <a:gs pos="14286">
                  <a:srgbClr val="000000">
                    <a:alpha val="9572"/>
                  </a:srgbClr>
                </a:gs>
                <a:gs pos="28571">
                  <a:srgbClr val="000000">
                    <a:alpha val="7515"/>
                  </a:srgbClr>
                </a:gs>
                <a:gs pos="42857">
                  <a:srgbClr val="000000">
                    <a:alpha val="4995"/>
                  </a:srgbClr>
                </a:gs>
                <a:gs pos="57143">
                  <a:srgbClr val="000000">
                    <a:alpha val="2799"/>
                  </a:srgbClr>
                </a:gs>
                <a:gs pos="71429">
                  <a:srgbClr val="000000">
                    <a:alpha val="1320"/>
                  </a:srgbClr>
                </a:gs>
                <a:gs pos="85714">
                  <a:srgbClr val="000000">
                    <a:alpha val="524"/>
                  </a:srgbClr>
                </a:gs>
                <a:gs pos="100000">
                  <a:srgbClr val="000000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9240654">
              <a:off x="1253853" y="246114"/>
              <a:ext cx="692160" cy="506732"/>
            </a:xfrm>
            <a:prstGeom prst="ellipse">
              <a:avLst/>
            </a:prstGeom>
            <a:gradFill>
              <a:gsLst>
                <a:gs pos="0">
                  <a:srgbClr val="000000">
                    <a:alpha val="6928"/>
                  </a:srgbClr>
                </a:gs>
                <a:gs pos="14286">
                  <a:srgbClr val="000000">
                    <a:alpha val="6386"/>
                  </a:srgbClr>
                </a:gs>
                <a:gs pos="28571">
                  <a:srgbClr val="000000">
                    <a:alpha val="4995"/>
                  </a:srgbClr>
                </a:gs>
                <a:gs pos="42857">
                  <a:srgbClr val="000000">
                    <a:alpha val="3305"/>
                  </a:srgbClr>
                </a:gs>
                <a:gs pos="57143">
                  <a:srgbClr val="000000">
                    <a:alpha val="1845"/>
                  </a:srgbClr>
                </a:gs>
                <a:gs pos="71429">
                  <a:srgbClr val="000000">
                    <a:alpha val="868"/>
                  </a:srgbClr>
                </a:gs>
                <a:gs pos="85714">
                  <a:srgbClr val="000000">
                    <a:alpha val="344"/>
                  </a:srgbClr>
                </a:gs>
                <a:gs pos="100000">
                  <a:srgbClr val="000000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3151844">
              <a:off x="1172725" y="267327"/>
              <a:ext cx="615962" cy="509033"/>
            </a:xfrm>
            <a:prstGeom prst="ellipse">
              <a:avLst/>
            </a:prstGeom>
            <a:gradFill>
              <a:gsLst>
                <a:gs pos="0">
                  <a:srgbClr val="000000">
                    <a:alpha val="9611"/>
                  </a:srgbClr>
                </a:gs>
                <a:gs pos="14286">
                  <a:srgbClr val="000000">
                    <a:alpha val="8869"/>
                  </a:srgbClr>
                </a:gs>
                <a:gs pos="28571">
                  <a:srgbClr val="000000">
                    <a:alpha val="6958"/>
                  </a:srgbClr>
                </a:gs>
                <a:gs pos="42857">
                  <a:srgbClr val="000000">
                    <a:alpha val="4620"/>
                  </a:srgbClr>
                </a:gs>
                <a:gs pos="57143">
                  <a:srgbClr val="000000">
                    <a:alpha val="2587"/>
                  </a:srgbClr>
                </a:gs>
                <a:gs pos="71429">
                  <a:srgbClr val="000000">
                    <a:alpha val="1219"/>
                  </a:srgbClr>
                </a:gs>
                <a:gs pos="85714">
                  <a:srgbClr val="000000">
                    <a:alpha val="484"/>
                  </a:srgbClr>
                </a:gs>
                <a:gs pos="100000">
                  <a:srgbClr val="0000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10724023">
              <a:off x="248838" y="492553"/>
              <a:ext cx="707775" cy="218989"/>
            </a:xfrm>
            <a:prstGeom prst="ellipse">
              <a:avLst/>
            </a:prstGeom>
            <a:gradFill>
              <a:gsLst>
                <a:gs pos="0">
                  <a:srgbClr val="000000">
                    <a:alpha val="6448"/>
                  </a:srgbClr>
                </a:gs>
                <a:gs pos="14286">
                  <a:srgbClr val="000000">
                    <a:alpha val="5942"/>
                  </a:srgbClr>
                </a:gs>
                <a:gs pos="28571">
                  <a:srgbClr val="000000">
                    <a:alpha val="4645"/>
                  </a:srgbClr>
                </a:gs>
                <a:gs pos="42857">
                  <a:srgbClr val="000000">
                    <a:alpha val="3072"/>
                  </a:srgbClr>
                </a:gs>
                <a:gs pos="57143">
                  <a:srgbClr val="000000">
                    <a:alpha val="1714"/>
                  </a:srgbClr>
                </a:gs>
                <a:gs pos="71429">
                  <a:srgbClr val="000000">
                    <a:alpha val="806"/>
                  </a:srgbClr>
                </a:gs>
                <a:gs pos="85714">
                  <a:srgbClr val="000000">
                    <a:alpha val="319"/>
                  </a:srgbClr>
                </a:gs>
                <a:gs pos="100000">
                  <a:srgbClr val="0000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9184394">
              <a:off x="3332458" y="251666"/>
              <a:ext cx="584991" cy="325117"/>
            </a:xfrm>
            <a:prstGeom prst="ellipse">
              <a:avLst/>
            </a:prstGeom>
            <a:gradFill>
              <a:gsLst>
                <a:gs pos="0">
                  <a:srgbClr val="000000">
                    <a:alpha val="10957"/>
                  </a:srgbClr>
                </a:gs>
                <a:gs pos="14286">
                  <a:srgbClr val="000000">
                    <a:alpha val="10118"/>
                  </a:srgbClr>
                </a:gs>
                <a:gs pos="28571">
                  <a:srgbClr val="000000">
                    <a:alpha val="7949"/>
                  </a:srgbClr>
                </a:gs>
                <a:gs pos="42857">
                  <a:srgbClr val="000000">
                    <a:alpha val="5288"/>
                  </a:srgbClr>
                </a:gs>
                <a:gs pos="57143">
                  <a:srgbClr val="000000">
                    <a:alpha val="2965"/>
                  </a:srgbClr>
                </a:gs>
                <a:gs pos="71429">
                  <a:srgbClr val="000000">
                    <a:alpha val="1399"/>
                  </a:srgbClr>
                </a:gs>
                <a:gs pos="85714">
                  <a:srgbClr val="000000">
                    <a:alpha val="556"/>
                  </a:srgbClr>
                </a:gs>
                <a:gs pos="100000">
                  <a:srgbClr val="0000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10275520">
              <a:off x="2460217" y="218639"/>
              <a:ext cx="492757" cy="321232"/>
            </a:xfrm>
            <a:prstGeom prst="ellipse">
              <a:avLst/>
            </a:prstGeom>
            <a:gradFill>
              <a:gsLst>
                <a:gs pos="0">
                  <a:srgbClr val="000400">
                    <a:alpha val="21970"/>
                  </a:srgbClr>
                </a:gs>
                <a:gs pos="14286">
                  <a:srgbClr val="000400">
                    <a:alpha val="20388"/>
                  </a:srgbClr>
                </a:gs>
                <a:gs pos="28571">
                  <a:srgbClr val="000400">
                    <a:alpha val="16225"/>
                  </a:srgbClr>
                </a:gs>
                <a:gs pos="42857">
                  <a:srgbClr val="000400">
                    <a:alpha val="10963"/>
                  </a:srgbClr>
                </a:gs>
                <a:gs pos="57143">
                  <a:srgbClr val="000400">
                    <a:alpha val="6232"/>
                  </a:srgbClr>
                </a:gs>
                <a:gs pos="71429">
                  <a:srgbClr val="000400">
                    <a:alpha val="2967"/>
                  </a:srgbClr>
                </a:gs>
                <a:gs pos="85714">
                  <a:srgbClr val="000400">
                    <a:alpha val="1184"/>
                  </a:srgbClr>
                </a:gs>
                <a:gs pos="100000">
                  <a:srgbClr val="00040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-10472438">
              <a:off x="2369353" y="58009"/>
              <a:ext cx="460464" cy="457878"/>
            </a:xfrm>
            <a:prstGeom prst="ellipse">
              <a:avLst/>
            </a:prstGeom>
            <a:gradFill>
              <a:gsLst>
                <a:gs pos="0">
                  <a:srgbClr val="000100">
                    <a:alpha val="13075"/>
                  </a:srgbClr>
                </a:gs>
                <a:gs pos="14286">
                  <a:srgbClr val="000100">
                    <a:alpha val="12085"/>
                  </a:srgbClr>
                </a:gs>
                <a:gs pos="28571">
                  <a:srgbClr val="000100">
                    <a:alpha val="9516"/>
                  </a:srgbClr>
                </a:gs>
                <a:gs pos="42857">
                  <a:srgbClr val="000100">
                    <a:alpha val="6349"/>
                  </a:srgbClr>
                </a:gs>
                <a:gs pos="57143">
                  <a:srgbClr val="000100">
                    <a:alpha val="3569"/>
                  </a:srgbClr>
                </a:gs>
                <a:gs pos="71429">
                  <a:srgbClr val="000100">
                    <a:alpha val="1687"/>
                  </a:srgbClr>
                </a:gs>
                <a:gs pos="85714">
                  <a:srgbClr val="000100">
                    <a:alpha val="671"/>
                  </a:srgbClr>
                </a:gs>
                <a:gs pos="100000">
                  <a:srgbClr val="0001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6459184">
              <a:off x="909742" y="100573"/>
              <a:ext cx="548889" cy="391443"/>
            </a:xfrm>
            <a:prstGeom prst="ellipse">
              <a:avLst/>
            </a:prstGeom>
            <a:gradFill>
              <a:gsLst>
                <a:gs pos="0">
                  <a:srgbClr val="000000">
                    <a:alpha val="13526"/>
                  </a:srgbClr>
                </a:gs>
                <a:gs pos="14286">
                  <a:srgbClr val="000000">
                    <a:alpha val="12503"/>
                  </a:srgbClr>
                </a:gs>
                <a:gs pos="28571">
                  <a:srgbClr val="000000">
                    <a:alpha val="9851"/>
                  </a:srgbClr>
                </a:gs>
                <a:gs pos="42857">
                  <a:srgbClr val="000000">
                    <a:alpha val="6576"/>
                  </a:srgbClr>
                </a:gs>
                <a:gs pos="57143">
                  <a:srgbClr val="000000">
                    <a:alpha val="3699"/>
                  </a:srgbClr>
                </a:gs>
                <a:gs pos="71429">
                  <a:srgbClr val="000000">
                    <a:alpha val="1749"/>
                  </a:srgbClr>
                </a:gs>
                <a:gs pos="85714">
                  <a:srgbClr val="000000">
                    <a:alpha val="695"/>
                  </a:srgbClr>
                </a:gs>
                <a:gs pos="100000">
                  <a:srgbClr val="00000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10270515">
              <a:off x="1736713" y="-22100"/>
              <a:ext cx="739739" cy="560186"/>
            </a:xfrm>
            <a:prstGeom prst="ellipse">
              <a:avLst/>
            </a:prstGeom>
            <a:gradFill>
              <a:gsLst>
                <a:gs pos="0">
                  <a:srgbClr val="000000">
                    <a:alpha val="2333"/>
                  </a:srgbClr>
                </a:gs>
                <a:gs pos="14286">
                  <a:srgbClr val="000000">
                    <a:alpha val="2147"/>
                  </a:srgbClr>
                </a:gs>
                <a:gs pos="28571">
                  <a:srgbClr val="000000">
                    <a:alpha val="1671"/>
                  </a:srgbClr>
                </a:gs>
                <a:gs pos="42857">
                  <a:srgbClr val="000000">
                    <a:alpha val="1099"/>
                  </a:srgbClr>
                </a:gs>
                <a:gs pos="57143">
                  <a:srgbClr val="000000">
                    <a:alpha val="611"/>
                  </a:srgbClr>
                </a:gs>
                <a:gs pos="71429">
                  <a:srgbClr val="000000">
                    <a:alpha val="286"/>
                  </a:srgbClr>
                </a:gs>
                <a:gs pos="85714">
                  <a:srgbClr val="000000">
                    <a:alpha val="113"/>
                  </a:srgbClr>
                </a:gs>
                <a:gs pos="100000">
                  <a:srgbClr val="0000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4825132">
              <a:off x="1619663" y="-55112"/>
              <a:ext cx="658813" cy="523212"/>
            </a:xfrm>
            <a:prstGeom prst="ellipse">
              <a:avLst/>
            </a:prstGeom>
            <a:gradFill>
              <a:gsLst>
                <a:gs pos="0">
                  <a:srgbClr val="000000">
                    <a:alpha val="4468"/>
                  </a:srgbClr>
                </a:gs>
                <a:gs pos="14286">
                  <a:srgbClr val="000000">
                    <a:alpha val="4114"/>
                  </a:srgbClr>
                </a:gs>
                <a:gs pos="28571">
                  <a:srgbClr val="000000">
                    <a:alpha val="3209"/>
                  </a:srgbClr>
                </a:gs>
                <a:gs pos="42857">
                  <a:srgbClr val="000000">
                    <a:alpha val="2117"/>
                  </a:srgbClr>
                </a:gs>
                <a:gs pos="57143">
                  <a:srgbClr val="000000">
                    <a:alpha val="1179"/>
                  </a:srgbClr>
                </a:gs>
                <a:gs pos="71429">
                  <a:srgbClr val="000000">
                    <a:alpha val="553"/>
                  </a:srgbClr>
                </a:gs>
                <a:gs pos="85714">
                  <a:srgbClr val="000000">
                    <a:alpha val="219"/>
                  </a:srgbClr>
                </a:gs>
                <a:gs pos="100000">
                  <a:srgbClr val="0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8064092">
              <a:off x="1211840" y="-61841"/>
              <a:ext cx="747108" cy="575771"/>
            </a:xfrm>
            <a:prstGeom prst="ellipse">
              <a:avLst/>
            </a:prstGeom>
            <a:gradFill>
              <a:gsLst>
                <a:gs pos="0">
                  <a:srgbClr val="000000">
                    <a:alpha val="5953"/>
                  </a:srgbClr>
                </a:gs>
                <a:gs pos="14286">
                  <a:srgbClr val="000000">
                    <a:alpha val="5485"/>
                  </a:srgbClr>
                </a:gs>
                <a:gs pos="28571">
                  <a:srgbClr val="000000">
                    <a:alpha val="4286"/>
                  </a:srgbClr>
                </a:gs>
                <a:gs pos="42857">
                  <a:srgbClr val="000000">
                    <a:alpha val="2832"/>
                  </a:srgbClr>
                </a:gs>
                <a:gs pos="57143">
                  <a:srgbClr val="000000">
                    <a:alpha val="1579"/>
                  </a:srgbClr>
                </a:gs>
                <a:gs pos="71429">
                  <a:srgbClr val="000000">
                    <a:alpha val="742"/>
                  </a:srgbClr>
                </a:gs>
                <a:gs pos="85714">
                  <a:srgbClr val="000000">
                    <a:alpha val="294"/>
                  </a:srgbClr>
                </a:gs>
                <a:gs pos="100000">
                  <a:srgbClr val="00000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3411546">
              <a:off x="345490" y="-180155"/>
              <a:ext cx="690324" cy="561551"/>
            </a:xfrm>
            <a:prstGeom prst="ellipse">
              <a:avLst/>
            </a:prstGeom>
            <a:gradFill>
              <a:gsLst>
                <a:gs pos="0">
                  <a:srgbClr val="000000">
                    <a:alpha val="9424"/>
                  </a:srgbClr>
                </a:gs>
                <a:gs pos="14286">
                  <a:srgbClr val="000000">
                    <a:alpha val="8696"/>
                  </a:srgbClr>
                </a:gs>
                <a:gs pos="28571">
                  <a:srgbClr val="000000">
                    <a:alpha val="6820"/>
                  </a:srgbClr>
                </a:gs>
                <a:gs pos="42857">
                  <a:srgbClr val="000000">
                    <a:alpha val="4527"/>
                  </a:srgbClr>
                </a:gs>
                <a:gs pos="57143">
                  <a:srgbClr val="000000">
                    <a:alpha val="2535"/>
                  </a:srgbClr>
                </a:gs>
                <a:gs pos="71429">
                  <a:srgbClr val="000000">
                    <a:alpha val="1195"/>
                  </a:srgbClr>
                </a:gs>
                <a:gs pos="85714">
                  <a:srgbClr val="000000">
                    <a:alpha val="474"/>
                  </a:srgbClr>
                </a:gs>
                <a:gs pos="100000">
                  <a:srgbClr val="0000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9604025">
              <a:off x="305233" y="48502"/>
              <a:ext cx="456579" cy="305964"/>
            </a:xfrm>
            <a:prstGeom prst="ellipse">
              <a:avLst/>
            </a:prstGeom>
            <a:gradFill>
              <a:gsLst>
                <a:gs pos="0">
                  <a:srgbClr val="000200">
                    <a:alpha val="19814"/>
                  </a:srgbClr>
                </a:gs>
                <a:gs pos="14286">
                  <a:srgbClr val="000200">
                    <a:alpha val="18369"/>
                  </a:srgbClr>
                </a:gs>
                <a:gs pos="28571">
                  <a:srgbClr val="000200">
                    <a:alpha val="14580"/>
                  </a:srgbClr>
                </a:gs>
                <a:gs pos="42857">
                  <a:srgbClr val="000200">
                    <a:alpha val="9820"/>
                  </a:srgbClr>
                </a:gs>
                <a:gs pos="57143">
                  <a:srgbClr val="000200">
                    <a:alpha val="5566"/>
                  </a:srgbClr>
                </a:gs>
                <a:gs pos="71429">
                  <a:srgbClr val="000200">
                    <a:alpha val="2645"/>
                  </a:srgbClr>
                </a:gs>
                <a:gs pos="85714">
                  <a:srgbClr val="000200">
                    <a:alpha val="1055"/>
                  </a:srgbClr>
                </a:gs>
                <a:gs pos="100000">
                  <a:srgbClr val="00020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10154572">
              <a:off x="-338986" y="-83985"/>
              <a:ext cx="685793" cy="446152"/>
            </a:xfrm>
            <a:prstGeom prst="ellipse">
              <a:avLst/>
            </a:prstGeom>
            <a:gradFill>
              <a:gsLst>
                <a:gs pos="0">
                  <a:srgbClr val="000005">
                    <a:alpha val="6627"/>
                  </a:srgbClr>
                </a:gs>
                <a:gs pos="14286">
                  <a:srgbClr val="000005">
                    <a:alpha val="6108"/>
                  </a:srgbClr>
                </a:gs>
                <a:gs pos="28571">
                  <a:srgbClr val="000005">
                    <a:alpha val="4776"/>
                  </a:srgbClr>
                </a:gs>
                <a:gs pos="42857">
                  <a:srgbClr val="000005">
                    <a:alpha val="3159"/>
                  </a:srgbClr>
                </a:gs>
                <a:gs pos="57143">
                  <a:srgbClr val="000005">
                    <a:alpha val="1763"/>
                  </a:srgbClr>
                </a:gs>
                <a:gs pos="71429">
                  <a:srgbClr val="000005">
                    <a:alpha val="829"/>
                  </a:srgbClr>
                </a:gs>
                <a:gs pos="85714">
                  <a:srgbClr val="000005">
                    <a:alpha val="329"/>
                  </a:srgbClr>
                </a:gs>
                <a:gs pos="100000">
                  <a:srgbClr val="000005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-10076628">
              <a:off x="3281855" y="-119312"/>
              <a:ext cx="617261" cy="350996"/>
            </a:xfrm>
            <a:prstGeom prst="ellipse">
              <a:avLst/>
            </a:prstGeom>
            <a:gradFill>
              <a:gsLst>
                <a:gs pos="0">
                  <a:srgbClr val="000000">
                    <a:alpha val="11178"/>
                  </a:srgbClr>
                </a:gs>
                <a:gs pos="14286">
                  <a:srgbClr val="000000">
                    <a:alpha val="10322"/>
                  </a:srgbClr>
                </a:gs>
                <a:gs pos="28571">
                  <a:srgbClr val="000000">
                    <a:alpha val="8111"/>
                  </a:srgbClr>
                </a:gs>
                <a:gs pos="42857">
                  <a:srgbClr val="000000">
                    <a:alpha val="5397"/>
                  </a:srgbClr>
                </a:gs>
                <a:gs pos="57143">
                  <a:srgbClr val="000000">
                    <a:alpha val="3028"/>
                  </a:srgbClr>
                </a:gs>
                <a:gs pos="71429">
                  <a:srgbClr val="000000">
                    <a:alpha val="1429"/>
                  </a:srgbClr>
                </a:gs>
                <a:gs pos="85714">
                  <a:srgbClr val="000000">
                    <a:alpha val="567"/>
                  </a:srgbClr>
                </a:gs>
                <a:gs pos="100000">
                  <a:srgbClr val="0000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4857697">
              <a:off x="2410606" y="-185786"/>
              <a:ext cx="617203" cy="482969"/>
            </a:xfrm>
            <a:prstGeom prst="ellipse">
              <a:avLst/>
            </a:prstGeom>
            <a:gradFill>
              <a:gsLst>
                <a:gs pos="0">
                  <a:srgbClr val="D5D4D4">
                    <a:alpha val="3945"/>
                  </a:srgbClr>
                </a:gs>
                <a:gs pos="14286">
                  <a:srgbClr val="D5D4D4">
                    <a:alpha val="3632"/>
                  </a:srgbClr>
                </a:gs>
                <a:gs pos="28571">
                  <a:srgbClr val="D5D4D4">
                    <a:alpha val="2832"/>
                  </a:srgbClr>
                </a:gs>
                <a:gs pos="42857">
                  <a:srgbClr val="D5D4D4">
                    <a:alpha val="1867"/>
                  </a:srgbClr>
                </a:gs>
                <a:gs pos="57143">
                  <a:srgbClr val="D5D4D4">
                    <a:alpha val="1039"/>
                  </a:srgbClr>
                </a:gs>
                <a:gs pos="71429">
                  <a:srgbClr val="D5D4D4">
                    <a:alpha val="488"/>
                  </a:srgbClr>
                </a:gs>
                <a:gs pos="85714">
                  <a:srgbClr val="D5D4D4">
                    <a:alpha val="193"/>
                  </a:srgbClr>
                </a:gs>
                <a:gs pos="100000">
                  <a:srgbClr val="D5D4D4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-9699399">
              <a:off x="2226179" y="-173054"/>
              <a:ext cx="617966" cy="382176"/>
            </a:xfrm>
            <a:prstGeom prst="ellipse">
              <a:avLst/>
            </a:prstGeom>
            <a:gradFill>
              <a:gsLst>
                <a:gs pos="0">
                  <a:srgbClr val="000304">
                    <a:alpha val="32968"/>
                  </a:srgbClr>
                </a:gs>
                <a:gs pos="14286">
                  <a:srgbClr val="000304">
                    <a:alpha val="30764"/>
                  </a:srgbClr>
                </a:gs>
                <a:gs pos="28571">
                  <a:srgbClr val="000304">
                    <a:alpha val="24833"/>
                  </a:srgbClr>
                </a:gs>
                <a:gs pos="42857">
                  <a:srgbClr val="000304">
                    <a:alpha val="17075"/>
                  </a:srgbClr>
                </a:gs>
                <a:gs pos="57143">
                  <a:srgbClr val="000304">
                    <a:alpha val="9855"/>
                  </a:srgbClr>
                </a:gs>
                <a:gs pos="71429">
                  <a:srgbClr val="000304">
                    <a:alpha val="4740"/>
                  </a:srgbClr>
                </a:gs>
                <a:gs pos="85714">
                  <a:srgbClr val="000304">
                    <a:alpha val="1902"/>
                  </a:srgbClr>
                </a:gs>
                <a:gs pos="100000">
                  <a:srgbClr val="0003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10721167">
              <a:off x="2086730" y="-54617"/>
              <a:ext cx="700562" cy="284149"/>
            </a:xfrm>
            <a:prstGeom prst="ellipse">
              <a:avLst/>
            </a:prstGeom>
            <a:gradFill>
              <a:gsLst>
                <a:gs pos="0">
                  <a:srgbClr val="DBDBDB">
                    <a:alpha val="4610"/>
                  </a:srgbClr>
                </a:gs>
                <a:gs pos="14286">
                  <a:srgbClr val="DBDBDB">
                    <a:alpha val="4246"/>
                  </a:srgbClr>
                </a:gs>
                <a:gs pos="28571">
                  <a:srgbClr val="DBDBDB">
                    <a:alpha val="3312"/>
                  </a:srgbClr>
                </a:gs>
                <a:gs pos="42857">
                  <a:srgbClr val="DBDBDB">
                    <a:alpha val="2185"/>
                  </a:srgbClr>
                </a:gs>
                <a:gs pos="57143">
                  <a:srgbClr val="DBDBDB">
                    <a:alpha val="1217"/>
                  </a:srgbClr>
                </a:gs>
                <a:gs pos="71429">
                  <a:srgbClr val="DBDBDB">
                    <a:alpha val="571"/>
                  </a:srgbClr>
                </a:gs>
                <a:gs pos="85714">
                  <a:srgbClr val="DBDBDB">
                    <a:alpha val="226"/>
                  </a:srgbClr>
                </a:gs>
                <a:gs pos="100000">
                  <a:srgbClr val="DBDBDB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9661604">
              <a:off x="1249314" y="-220889"/>
              <a:ext cx="685345" cy="566135"/>
            </a:xfrm>
            <a:prstGeom prst="ellipse">
              <a:avLst/>
            </a:prstGeom>
            <a:gradFill>
              <a:gsLst>
                <a:gs pos="0">
                  <a:srgbClr val="000000">
                    <a:alpha val="8271"/>
                  </a:srgbClr>
                </a:gs>
                <a:gs pos="14286">
                  <a:srgbClr val="000000">
                    <a:alpha val="7628"/>
                  </a:srgbClr>
                </a:gs>
                <a:gs pos="28571">
                  <a:srgbClr val="000000">
                    <a:alpha val="5975"/>
                  </a:srgbClr>
                </a:gs>
                <a:gs pos="42857">
                  <a:srgbClr val="000000">
                    <a:alpha val="3961"/>
                  </a:srgbClr>
                </a:gs>
                <a:gs pos="57143">
                  <a:srgbClr val="000000">
                    <a:alpha val="2214"/>
                  </a:srgbClr>
                </a:gs>
                <a:gs pos="71429">
                  <a:srgbClr val="000000">
                    <a:alpha val="1043"/>
                  </a:srgbClr>
                </a:gs>
                <a:gs pos="85714">
                  <a:srgbClr val="000000">
                    <a:alpha val="414"/>
                  </a:srgbClr>
                </a:gs>
                <a:gs pos="100000">
                  <a:srgbClr val="0000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-9453536">
              <a:off x="926593" y="-284892"/>
              <a:ext cx="717784" cy="582245"/>
            </a:xfrm>
            <a:prstGeom prst="ellipse">
              <a:avLst/>
            </a:prstGeom>
            <a:gradFill>
              <a:gsLst>
                <a:gs pos="0">
                  <a:srgbClr val="000000">
                    <a:alpha val="5889"/>
                  </a:srgbClr>
                </a:gs>
                <a:gs pos="14286">
                  <a:srgbClr val="000000">
                    <a:alpha val="5426"/>
                  </a:srgbClr>
                </a:gs>
                <a:gs pos="28571">
                  <a:srgbClr val="000000">
                    <a:alpha val="4239"/>
                  </a:srgbClr>
                </a:gs>
                <a:gs pos="42857">
                  <a:srgbClr val="000000">
                    <a:alpha val="2801"/>
                  </a:srgbClr>
                </a:gs>
                <a:gs pos="57143">
                  <a:srgbClr val="000000">
                    <a:alpha val="1562"/>
                  </a:srgbClr>
                </a:gs>
                <a:gs pos="71429">
                  <a:srgbClr val="000000">
                    <a:alpha val="734"/>
                  </a:srgbClr>
                </a:gs>
                <a:gs pos="85714">
                  <a:srgbClr val="000000">
                    <a:alpha val="291"/>
                  </a:srgbClr>
                </a:gs>
                <a:gs pos="100000">
                  <a:srgbClr val="000000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7069918">
              <a:off x="738219" y="-187182"/>
              <a:ext cx="742291" cy="431683"/>
            </a:xfrm>
            <a:prstGeom prst="ellipse">
              <a:avLst/>
            </a:prstGeom>
            <a:gradFill>
              <a:gsLst>
                <a:gs pos="0">
                  <a:srgbClr val="000000">
                    <a:alpha val="10878"/>
                  </a:srgbClr>
                </a:gs>
                <a:gs pos="14286">
                  <a:srgbClr val="000000">
                    <a:alpha val="10044"/>
                  </a:srgbClr>
                </a:gs>
                <a:gs pos="28571">
                  <a:srgbClr val="000000">
                    <a:alpha val="7890"/>
                  </a:srgbClr>
                </a:gs>
                <a:gs pos="42857">
                  <a:srgbClr val="000000">
                    <a:alpha val="5248"/>
                  </a:srgbClr>
                </a:gs>
                <a:gs pos="57143">
                  <a:srgbClr val="000000">
                    <a:alpha val="2943"/>
                  </a:srgbClr>
                </a:gs>
                <a:gs pos="71429">
                  <a:srgbClr val="000000">
                    <a:alpha val="1388"/>
                  </a:srgbClr>
                </a:gs>
                <a:gs pos="85714">
                  <a:srgbClr val="000000">
                    <a:alpha val="551"/>
                  </a:srgbClr>
                </a:gs>
                <a:gs pos="100000">
                  <a:srgbClr val="0000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7120509">
              <a:off x="587414" y="-253597"/>
              <a:ext cx="801256" cy="559374"/>
            </a:xfrm>
            <a:prstGeom prst="ellipse">
              <a:avLst/>
            </a:prstGeom>
            <a:gradFill>
              <a:gsLst>
                <a:gs pos="0">
                  <a:srgbClr val="000000">
                    <a:alpha val="7894"/>
                  </a:srgbClr>
                </a:gs>
                <a:gs pos="14286">
                  <a:srgbClr val="000000">
                    <a:alpha val="7280"/>
                  </a:srgbClr>
                </a:gs>
                <a:gs pos="28571">
                  <a:srgbClr val="000000">
                    <a:alpha val="5700"/>
                  </a:srgbClr>
                </a:gs>
                <a:gs pos="42857">
                  <a:srgbClr val="000000">
                    <a:alpha val="3776"/>
                  </a:srgbClr>
                </a:gs>
                <a:gs pos="57143">
                  <a:srgbClr val="000000">
                    <a:alpha val="2110"/>
                  </a:srgbClr>
                </a:gs>
                <a:gs pos="71429">
                  <a:srgbClr val="000000">
                    <a:alpha val="993"/>
                  </a:srgbClr>
                </a:gs>
                <a:gs pos="85714">
                  <a:srgbClr val="000000">
                    <a:alpha val="394"/>
                  </a:srgbClr>
                </a:gs>
                <a:gs pos="100000">
                  <a:srgbClr val="0000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6019171">
              <a:off x="9407" y="-159184"/>
              <a:ext cx="623079" cy="459941"/>
            </a:xfrm>
            <a:prstGeom prst="ellipse">
              <a:avLst/>
            </a:prstGeom>
            <a:gradFill>
              <a:gsLst>
                <a:gs pos="0">
                  <a:srgbClr val="000701">
                    <a:alpha val="22270"/>
                  </a:srgbClr>
                </a:gs>
                <a:gs pos="14286">
                  <a:srgbClr val="000701">
                    <a:alpha val="20670"/>
                  </a:srgbClr>
                </a:gs>
                <a:gs pos="28571">
                  <a:srgbClr val="000701">
                    <a:alpha val="16455"/>
                  </a:srgbClr>
                </a:gs>
                <a:gs pos="42857">
                  <a:srgbClr val="000701">
                    <a:alpha val="11124"/>
                  </a:srgbClr>
                </a:gs>
                <a:gs pos="57143">
                  <a:srgbClr val="000701">
                    <a:alpha val="6325"/>
                  </a:srgbClr>
                </a:gs>
                <a:gs pos="71429">
                  <a:srgbClr val="000701">
                    <a:alpha val="3012"/>
                  </a:srgbClr>
                </a:gs>
                <a:gs pos="85714">
                  <a:srgbClr val="000701">
                    <a:alpha val="1202"/>
                  </a:srgbClr>
                </a:gs>
                <a:gs pos="100000">
                  <a:srgbClr val="000701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-9196880">
              <a:off x="-325586" y="-243162"/>
              <a:ext cx="685751" cy="486325"/>
            </a:xfrm>
            <a:prstGeom prst="ellipse">
              <a:avLst/>
            </a:prstGeom>
            <a:gradFill>
              <a:gsLst>
                <a:gs pos="0">
                  <a:srgbClr val="040009">
                    <a:alpha val="19581"/>
                  </a:srgbClr>
                </a:gs>
                <a:gs pos="14286">
                  <a:srgbClr val="040009">
                    <a:alpha val="18151"/>
                  </a:srgbClr>
                </a:gs>
                <a:gs pos="28571">
                  <a:srgbClr val="040009">
                    <a:alpha val="14403"/>
                  </a:srgbClr>
                </a:gs>
                <a:gs pos="42857">
                  <a:srgbClr val="040009">
                    <a:alpha val="9698"/>
                  </a:srgbClr>
                </a:gs>
                <a:gs pos="57143">
                  <a:srgbClr val="040009">
                    <a:alpha val="5496"/>
                  </a:srgbClr>
                </a:gs>
                <a:gs pos="71429">
                  <a:srgbClr val="040009">
                    <a:alpha val="2611"/>
                  </a:srgbClr>
                </a:gs>
                <a:gs pos="85714">
                  <a:srgbClr val="040009">
                    <a:alpha val="1041"/>
                  </a:srgbClr>
                </a:gs>
                <a:gs pos="100000">
                  <a:srgbClr val="040009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2026-08-02T15:05:47Z</dcterms:created>
  <dcterms:modified xsi:type="dcterms:W3CDTF">2026-08-02T15:05:47Z</dcterms:modified>
</cp:coreProperties>
</file>