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3190875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3190875"/>
          <a:chOff x="0" y="0"/>
          <a:chExt cx="3657600" cy="3190875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3190875"/>
            <a:chOff x="0" y="0"/>
            <a:chExt cx="3657600" cy="3190875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3190875"/>
            </a:xfrm>
            <a:prstGeom prst="rect">
              <a:avLst/>
            </a:prstGeom>
            <a:solidFill>
              <a:srgbClr val="0D0E0C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4950152">
              <a:off x="2306417" y="1980143"/>
              <a:ext cx="28913" cy="7228"/>
            </a:xfrm>
            <a:prstGeom prst="ellipse">
              <a:avLst/>
            </a:prstGeom>
            <a:gradFill>
              <a:gsLst>
                <a:gs pos="0">
                  <a:srgbClr val="E1F0FF">
                    <a:alpha val="23831"/>
                  </a:srgbClr>
                </a:gs>
                <a:gs pos="14286">
                  <a:srgbClr val="E1F0FF">
                    <a:alpha val="22135"/>
                  </a:srgbClr>
                </a:gs>
                <a:gs pos="28571">
                  <a:srgbClr val="E1F0FF">
                    <a:alpha val="17656"/>
                  </a:srgbClr>
                </a:gs>
                <a:gs pos="42857">
                  <a:srgbClr val="E1F0FF">
                    <a:alpha val="11964"/>
                  </a:srgbClr>
                </a:gs>
                <a:gs pos="57143">
                  <a:srgbClr val="E1F0FF">
                    <a:alpha val="6817"/>
                  </a:srgbClr>
                </a:gs>
                <a:gs pos="71429">
                  <a:srgbClr val="E1F0FF">
                    <a:alpha val="3251"/>
                  </a:srgbClr>
                </a:gs>
                <a:gs pos="85714">
                  <a:srgbClr val="E1F0FF">
                    <a:alpha val="1298"/>
                  </a:srgbClr>
                </a:gs>
                <a:gs pos="100000">
                  <a:srgbClr val="E1F0FF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8171344">
              <a:off x="817325" y="256792"/>
              <a:ext cx="28333" cy="7083"/>
            </a:xfrm>
            <a:prstGeom prst="ellipse">
              <a:avLst/>
            </a:prstGeom>
            <a:gradFill>
              <a:gsLst>
                <a:gs pos="0">
                  <a:srgbClr val="FFE6E1">
                    <a:alpha val="23929"/>
                  </a:srgbClr>
                </a:gs>
                <a:gs pos="14286">
                  <a:srgbClr val="FFE6E1">
                    <a:alpha val="22227"/>
                  </a:srgbClr>
                </a:gs>
                <a:gs pos="28571">
                  <a:srgbClr val="FFE6E1">
                    <a:alpha val="17731"/>
                  </a:srgbClr>
                </a:gs>
                <a:gs pos="42857">
                  <a:srgbClr val="FFE6E1">
                    <a:alpha val="12017"/>
                  </a:srgbClr>
                </a:gs>
                <a:gs pos="57143">
                  <a:srgbClr val="FFE6E1">
                    <a:alpha val="6848"/>
                  </a:srgbClr>
                </a:gs>
                <a:gs pos="71429">
                  <a:srgbClr val="FFE6E1">
                    <a:alpha val="3266"/>
                  </a:srgbClr>
                </a:gs>
                <a:gs pos="85714">
                  <a:srgbClr val="FFE6E1">
                    <a:alpha val="1304"/>
                  </a:srgbClr>
                </a:gs>
                <a:gs pos="100000">
                  <a:srgbClr val="FFE6E1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8164397">
              <a:off x="829016" y="251106"/>
              <a:ext cx="22614" cy="6668"/>
            </a:xfrm>
            <a:prstGeom prst="ellipse">
              <a:avLst/>
            </a:prstGeom>
            <a:gradFill>
              <a:gsLst>
                <a:gs pos="0">
                  <a:srgbClr val="FFFDEC">
                    <a:alpha val="24886"/>
                  </a:srgbClr>
                </a:gs>
                <a:gs pos="14286">
                  <a:srgbClr val="FFFDEC">
                    <a:alpha val="23127"/>
                  </a:srgbClr>
                </a:gs>
                <a:gs pos="28571">
                  <a:srgbClr val="FFFDEC">
                    <a:alpha val="18472"/>
                  </a:srgbClr>
                </a:gs>
                <a:gs pos="42857">
                  <a:srgbClr val="FFFDEC">
                    <a:alpha val="12537"/>
                  </a:srgbClr>
                </a:gs>
                <a:gs pos="57143">
                  <a:srgbClr val="FFFDEC">
                    <a:alpha val="7154"/>
                  </a:srgbClr>
                </a:gs>
                <a:gs pos="71429">
                  <a:srgbClr val="FFFDEC">
                    <a:alpha val="3415"/>
                  </a:srgbClr>
                </a:gs>
                <a:gs pos="85714">
                  <a:srgbClr val="FFFDEC">
                    <a:alpha val="1364"/>
                  </a:srgbClr>
                </a:gs>
                <a:gs pos="100000">
                  <a:srgbClr val="FFFDEC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-9863486">
              <a:off x="2948010" y="572280"/>
              <a:ext cx="95249" cy="673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5400000">
              <a:off x="1388462" y="1795758"/>
              <a:ext cx="26700" cy="26700"/>
            </a:xfrm>
            <a:prstGeom prst="ellipse">
              <a:avLst/>
            </a:prstGeom>
            <a:gradFill>
              <a:gsLst>
                <a:gs pos="0">
                  <a:srgbClr val="C97E68">
                    <a:alpha val="19585"/>
                  </a:srgbClr>
                </a:gs>
                <a:gs pos="14286">
                  <a:srgbClr val="C97E68">
                    <a:alpha val="18155"/>
                  </a:srgbClr>
                </a:gs>
                <a:gs pos="28571">
                  <a:srgbClr val="C97E68">
                    <a:alpha val="14406"/>
                  </a:srgbClr>
                </a:gs>
                <a:gs pos="42857">
                  <a:srgbClr val="C97E68">
                    <a:alpha val="9700"/>
                  </a:srgbClr>
                </a:gs>
                <a:gs pos="57143">
                  <a:srgbClr val="C97E68">
                    <a:alpha val="5497"/>
                  </a:srgbClr>
                </a:gs>
                <a:gs pos="71429">
                  <a:srgbClr val="C97E68">
                    <a:alpha val="2612"/>
                  </a:srgbClr>
                </a:gs>
                <a:gs pos="85714">
                  <a:srgbClr val="C97E68">
                    <a:alpha val="1041"/>
                  </a:srgbClr>
                </a:gs>
                <a:gs pos="100000">
                  <a:srgbClr val="C97E68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10265128">
              <a:off x="1171935" y="1115040"/>
              <a:ext cx="106312" cy="550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-10233516">
              <a:off x="2946945" y="614735"/>
              <a:ext cx="55671" cy="13918"/>
            </a:xfrm>
            <a:prstGeom prst="ellipse">
              <a:avLst/>
            </a:prstGeom>
            <a:gradFill>
              <a:gsLst>
                <a:gs pos="0">
                  <a:srgbClr val="9EA0B9">
                    <a:alpha val="19179"/>
                  </a:srgbClr>
                </a:gs>
                <a:gs pos="14286">
                  <a:srgbClr val="9EA0B9">
                    <a:alpha val="17775"/>
                  </a:srgbClr>
                </a:gs>
                <a:gs pos="28571">
                  <a:srgbClr val="9EA0B9">
                    <a:alpha val="14098"/>
                  </a:srgbClr>
                </a:gs>
                <a:gs pos="42857">
                  <a:srgbClr val="9EA0B9">
                    <a:alpha val="9487"/>
                  </a:srgbClr>
                </a:gs>
                <a:gs pos="57143">
                  <a:srgbClr val="9EA0B9">
                    <a:alpha val="5373"/>
                  </a:srgbClr>
                </a:gs>
                <a:gs pos="71429">
                  <a:srgbClr val="9EA0B9">
                    <a:alpha val="2552"/>
                  </a:srgbClr>
                </a:gs>
                <a:gs pos="85714">
                  <a:srgbClr val="9EA0B9">
                    <a:alpha val="1017"/>
                  </a:srgbClr>
                </a:gs>
                <a:gs pos="100000">
                  <a:srgbClr val="9EA0B9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5400000">
              <a:off x="2198387" y="290631"/>
              <a:ext cx="26468" cy="26468"/>
            </a:xfrm>
            <a:prstGeom prst="ellipse">
              <a:avLst/>
            </a:prstGeom>
            <a:gradFill>
              <a:gsLst>
                <a:gs pos="0">
                  <a:srgbClr val="D29097">
                    <a:alpha val="19667"/>
                  </a:srgbClr>
                </a:gs>
                <a:gs pos="14286">
                  <a:srgbClr val="D29097">
                    <a:alpha val="18232"/>
                  </a:srgbClr>
                </a:gs>
                <a:gs pos="28571">
                  <a:srgbClr val="D29097">
                    <a:alpha val="14468"/>
                  </a:srgbClr>
                </a:gs>
                <a:gs pos="42857">
                  <a:srgbClr val="D29097">
                    <a:alpha val="9743"/>
                  </a:srgbClr>
                </a:gs>
                <a:gs pos="57143">
                  <a:srgbClr val="D29097">
                    <a:alpha val="5522"/>
                  </a:srgbClr>
                </a:gs>
                <a:gs pos="71429">
                  <a:srgbClr val="D29097">
                    <a:alpha val="2624"/>
                  </a:srgbClr>
                </a:gs>
                <a:gs pos="85714">
                  <a:srgbClr val="D29097">
                    <a:alpha val="1046"/>
                  </a:srgbClr>
                </a:gs>
                <a:gs pos="100000">
                  <a:srgbClr val="D29097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8108122">
              <a:off x="811861" y="259519"/>
              <a:ext cx="50548" cy="12637"/>
            </a:xfrm>
            <a:prstGeom prst="ellipse">
              <a:avLst/>
            </a:prstGeom>
            <a:gradFill>
              <a:gsLst>
                <a:gs pos="0">
                  <a:srgbClr val="D7968D">
                    <a:alpha val="20091"/>
                  </a:srgbClr>
                </a:gs>
                <a:gs pos="14286">
                  <a:srgbClr val="D7968D">
                    <a:alpha val="18628"/>
                  </a:srgbClr>
                </a:gs>
                <a:gs pos="28571">
                  <a:srgbClr val="D7968D">
                    <a:alpha val="14791"/>
                  </a:srgbClr>
                </a:gs>
                <a:gs pos="42857">
                  <a:srgbClr val="D7968D">
                    <a:alpha val="9966"/>
                  </a:srgbClr>
                </a:gs>
                <a:gs pos="57143">
                  <a:srgbClr val="D7968D">
                    <a:alpha val="5651"/>
                  </a:srgbClr>
                </a:gs>
                <a:gs pos="71429">
                  <a:srgbClr val="D7968D">
                    <a:alpha val="2686"/>
                  </a:srgbClr>
                </a:gs>
                <a:gs pos="85714">
                  <a:srgbClr val="D7968D">
                    <a:alpha val="1071"/>
                  </a:srgbClr>
                </a:gs>
                <a:gs pos="100000">
                  <a:srgbClr val="D7968D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6308824">
              <a:off x="1659217" y="546863"/>
              <a:ext cx="56042" cy="14010"/>
            </a:xfrm>
            <a:prstGeom prst="ellipse">
              <a:avLst/>
            </a:prstGeom>
            <a:gradFill>
              <a:gsLst>
                <a:gs pos="0">
                  <a:srgbClr val="B18E95">
                    <a:alpha val="19113"/>
                  </a:srgbClr>
                </a:gs>
                <a:gs pos="14286">
                  <a:srgbClr val="B18E95">
                    <a:alpha val="17713"/>
                  </a:srgbClr>
                </a:gs>
                <a:gs pos="28571">
                  <a:srgbClr val="B18E95">
                    <a:alpha val="14047"/>
                  </a:srgbClr>
                </a:gs>
                <a:gs pos="42857">
                  <a:srgbClr val="B18E95">
                    <a:alpha val="9452"/>
                  </a:srgbClr>
                </a:gs>
                <a:gs pos="57143">
                  <a:srgbClr val="B18E95">
                    <a:alpha val="5353"/>
                  </a:srgbClr>
                </a:gs>
                <a:gs pos="71429">
                  <a:srgbClr val="B18E95">
                    <a:alpha val="2542"/>
                  </a:srgbClr>
                </a:gs>
                <a:gs pos="85714">
                  <a:srgbClr val="B18E95">
                    <a:alpha val="1013"/>
                  </a:srgbClr>
                </a:gs>
                <a:gs pos="100000">
                  <a:srgbClr val="B18E95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-9174654">
              <a:off x="2739282" y="679498"/>
              <a:ext cx="57835" cy="327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4785359">
              <a:off x="1860956" y="2402091"/>
              <a:ext cx="44278" cy="373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-10659355">
              <a:off x="2935222" y="605057"/>
              <a:ext cx="53399" cy="13350"/>
            </a:xfrm>
            <a:prstGeom prst="ellipse">
              <a:avLst/>
            </a:prstGeom>
            <a:gradFill>
              <a:gsLst>
                <a:gs pos="0">
                  <a:srgbClr val="9CC0D8">
                    <a:alpha val="19585"/>
                  </a:srgbClr>
                </a:gs>
                <a:gs pos="14286">
                  <a:srgbClr val="9CC0D8">
                    <a:alpha val="18155"/>
                  </a:srgbClr>
                </a:gs>
                <a:gs pos="28571">
                  <a:srgbClr val="9CC0D8">
                    <a:alpha val="14406"/>
                  </a:srgbClr>
                </a:gs>
                <a:gs pos="42857">
                  <a:srgbClr val="9CC0D8">
                    <a:alpha val="9700"/>
                  </a:srgbClr>
                </a:gs>
                <a:gs pos="57143">
                  <a:srgbClr val="9CC0D8">
                    <a:alpha val="5497"/>
                  </a:srgbClr>
                </a:gs>
                <a:gs pos="71429">
                  <a:srgbClr val="9CC0D8">
                    <a:alpha val="2612"/>
                  </a:srgbClr>
                </a:gs>
                <a:gs pos="85714">
                  <a:srgbClr val="9CC0D8">
                    <a:alpha val="1041"/>
                  </a:srgbClr>
                </a:gs>
                <a:gs pos="100000">
                  <a:srgbClr val="9CC0D8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4881424">
              <a:off x="2868330" y="1576803"/>
              <a:ext cx="676986" cy="410613"/>
            </a:xfrm>
            <a:prstGeom prst="ellipse">
              <a:avLst/>
            </a:prstGeom>
            <a:gradFill>
              <a:gsLst>
                <a:gs pos="0">
                  <a:srgbClr val="292728">
                    <a:alpha val="6503"/>
                  </a:srgbClr>
                </a:gs>
                <a:gs pos="14286">
                  <a:srgbClr val="292728">
                    <a:alpha val="5993"/>
                  </a:srgbClr>
                </a:gs>
                <a:gs pos="28571">
                  <a:srgbClr val="292728">
                    <a:alpha val="4685"/>
                  </a:srgbClr>
                </a:gs>
                <a:gs pos="42857">
                  <a:srgbClr val="292728">
                    <a:alpha val="3098"/>
                  </a:srgbClr>
                </a:gs>
                <a:gs pos="57143">
                  <a:srgbClr val="292728">
                    <a:alpha val="1729"/>
                  </a:srgbClr>
                </a:gs>
                <a:gs pos="71429">
                  <a:srgbClr val="292728">
                    <a:alpha val="813"/>
                  </a:srgbClr>
                </a:gs>
                <a:gs pos="85714">
                  <a:srgbClr val="292728">
                    <a:alpha val="322"/>
                  </a:srgbClr>
                </a:gs>
                <a:gs pos="100000">
                  <a:srgbClr val="292728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3947883">
              <a:off x="3240715" y="1815029"/>
              <a:ext cx="57004" cy="14251"/>
            </a:xfrm>
            <a:prstGeom prst="ellipse">
              <a:avLst/>
            </a:prstGeom>
            <a:gradFill>
              <a:gsLst>
                <a:gs pos="0">
                  <a:srgbClr val="7C98B2">
                    <a:alpha val="18940"/>
                  </a:srgbClr>
                </a:gs>
                <a:gs pos="14286">
                  <a:srgbClr val="7C98B2">
                    <a:alpha val="17552"/>
                  </a:srgbClr>
                </a:gs>
                <a:gs pos="28571">
                  <a:srgbClr val="7C98B2">
                    <a:alpha val="13916"/>
                  </a:srgbClr>
                </a:gs>
                <a:gs pos="42857">
                  <a:srgbClr val="7C98B2">
                    <a:alpha val="9361"/>
                  </a:srgbClr>
                </a:gs>
                <a:gs pos="57143">
                  <a:srgbClr val="7C98B2">
                    <a:alpha val="5301"/>
                  </a:srgbClr>
                </a:gs>
                <a:gs pos="71429">
                  <a:srgbClr val="7C98B2">
                    <a:alpha val="2517"/>
                  </a:srgbClr>
                </a:gs>
                <a:gs pos="85714">
                  <a:srgbClr val="7C98B2">
                    <a:alpha val="1003"/>
                  </a:srgbClr>
                </a:gs>
                <a:gs pos="100000">
                  <a:srgbClr val="7C98B2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4134421">
              <a:off x="955911" y="704998"/>
              <a:ext cx="56419" cy="14105"/>
            </a:xfrm>
            <a:prstGeom prst="ellipse">
              <a:avLst/>
            </a:prstGeom>
            <a:gradFill>
              <a:gsLst>
                <a:gs pos="0">
                  <a:srgbClr val="98B0AA">
                    <a:alpha val="19045"/>
                  </a:srgbClr>
                </a:gs>
                <a:gs pos="14286">
                  <a:srgbClr val="98B0AA">
                    <a:alpha val="17650"/>
                  </a:srgbClr>
                </a:gs>
                <a:gs pos="28571">
                  <a:srgbClr val="98B0AA">
                    <a:alpha val="13996"/>
                  </a:srgbClr>
                </a:gs>
                <a:gs pos="42857">
                  <a:srgbClr val="98B0AA">
                    <a:alpha val="9416"/>
                  </a:srgbClr>
                </a:gs>
                <a:gs pos="57143">
                  <a:srgbClr val="98B0AA">
                    <a:alpha val="5332"/>
                  </a:srgbClr>
                </a:gs>
                <a:gs pos="71429">
                  <a:srgbClr val="98B0AA">
                    <a:alpha val="2532"/>
                  </a:srgbClr>
                </a:gs>
                <a:gs pos="85714">
                  <a:srgbClr val="98B0AA">
                    <a:alpha val="1009"/>
                  </a:srgbClr>
                </a:gs>
                <a:gs pos="100000">
                  <a:srgbClr val="98B0AA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5400000">
              <a:off x="2509045" y="939410"/>
              <a:ext cx="28519" cy="28519"/>
            </a:xfrm>
            <a:prstGeom prst="ellipse">
              <a:avLst/>
            </a:prstGeom>
            <a:gradFill>
              <a:gsLst>
                <a:gs pos="0">
                  <a:srgbClr val="C5C7F9">
                    <a:alpha val="21884"/>
                  </a:srgbClr>
                </a:gs>
                <a:gs pos="14286">
                  <a:srgbClr val="C5C7F9">
                    <a:alpha val="20308"/>
                  </a:srgbClr>
                </a:gs>
                <a:gs pos="28571">
                  <a:srgbClr val="C5C7F9">
                    <a:alpha val="16159"/>
                  </a:srgbClr>
                </a:gs>
                <a:gs pos="42857">
                  <a:srgbClr val="C5C7F9">
                    <a:alpha val="10917"/>
                  </a:srgbClr>
                </a:gs>
                <a:gs pos="57143">
                  <a:srgbClr val="C5C7F9">
                    <a:alpha val="6205"/>
                  </a:srgbClr>
                </a:gs>
                <a:gs pos="71429">
                  <a:srgbClr val="C5C7F9">
                    <a:alpha val="2954"/>
                  </a:srgbClr>
                </a:gs>
                <a:gs pos="85714">
                  <a:srgbClr val="C5C7F9">
                    <a:alpha val="1179"/>
                  </a:srgbClr>
                </a:gs>
                <a:gs pos="100000">
                  <a:srgbClr val="C5C7F9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3333516">
              <a:off x="2094918" y="3141235"/>
              <a:ext cx="53639" cy="323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6765260">
              <a:off x="2839719" y="1011580"/>
              <a:ext cx="45887" cy="359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6346882">
              <a:off x="867457" y="2667761"/>
              <a:ext cx="42779" cy="417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4386254">
              <a:off x="2847075" y="2037849"/>
              <a:ext cx="57687" cy="14422"/>
            </a:xfrm>
            <a:prstGeom prst="ellipse">
              <a:avLst/>
            </a:prstGeom>
            <a:gradFill>
              <a:gsLst>
                <a:gs pos="0">
                  <a:srgbClr val="C6A5A4">
                    <a:alpha val="18817"/>
                  </a:srgbClr>
                </a:gs>
                <a:gs pos="14286">
                  <a:srgbClr val="C6A5A4">
                    <a:alpha val="17437"/>
                  </a:srgbClr>
                </a:gs>
                <a:gs pos="28571">
                  <a:srgbClr val="C6A5A4">
                    <a:alpha val="13823"/>
                  </a:srgbClr>
                </a:gs>
                <a:gs pos="42857">
                  <a:srgbClr val="C6A5A4">
                    <a:alpha val="9297"/>
                  </a:srgbClr>
                </a:gs>
                <a:gs pos="57143">
                  <a:srgbClr val="C6A5A4">
                    <a:alpha val="5263"/>
                  </a:srgbClr>
                </a:gs>
                <a:gs pos="71429">
                  <a:srgbClr val="C6A5A4">
                    <a:alpha val="2499"/>
                  </a:srgbClr>
                </a:gs>
                <a:gs pos="85714">
                  <a:srgbClr val="C6A5A4">
                    <a:alpha val="996"/>
                  </a:srgbClr>
                </a:gs>
                <a:gs pos="100000">
                  <a:srgbClr val="C6A5A4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-9716557">
              <a:off x="3166791" y="1764352"/>
              <a:ext cx="50133" cy="12533"/>
            </a:xfrm>
            <a:prstGeom prst="ellipse">
              <a:avLst/>
            </a:prstGeom>
            <a:gradFill>
              <a:gsLst>
                <a:gs pos="0">
                  <a:srgbClr val="BFB6E1">
                    <a:alpha val="20165"/>
                  </a:srgbClr>
                </a:gs>
                <a:gs pos="14286">
                  <a:srgbClr val="BFB6E1">
                    <a:alpha val="18697"/>
                  </a:srgbClr>
                </a:gs>
                <a:gs pos="28571">
                  <a:srgbClr val="BFB6E1">
                    <a:alpha val="14846"/>
                  </a:srgbClr>
                </a:gs>
                <a:gs pos="42857">
                  <a:srgbClr val="BFB6E1">
                    <a:alpha val="10005"/>
                  </a:srgbClr>
                </a:gs>
                <a:gs pos="57143">
                  <a:srgbClr val="BFB6E1">
                    <a:alpha val="5674"/>
                  </a:srgbClr>
                </a:gs>
                <a:gs pos="71429">
                  <a:srgbClr val="BFB6E1">
                    <a:alpha val="2697"/>
                  </a:srgbClr>
                </a:gs>
                <a:gs pos="85714">
                  <a:srgbClr val="BFB6E1">
                    <a:alpha val="1075"/>
                  </a:srgbClr>
                </a:gs>
                <a:gs pos="100000">
                  <a:srgbClr val="BFB6E1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5400000">
              <a:off x="1388527" y="1813319"/>
              <a:ext cx="28145" cy="28145"/>
            </a:xfrm>
            <a:prstGeom prst="ellipse">
              <a:avLst/>
            </a:prstGeom>
            <a:gradFill>
              <a:gsLst>
                <a:gs pos="0">
                  <a:srgbClr val="C87064">
                    <a:alpha val="19068"/>
                  </a:srgbClr>
                </a:gs>
                <a:gs pos="14286">
                  <a:srgbClr val="C87064">
                    <a:alpha val="17671"/>
                  </a:srgbClr>
                </a:gs>
                <a:gs pos="28571">
                  <a:srgbClr val="C87064">
                    <a:alpha val="14013"/>
                  </a:srgbClr>
                </a:gs>
                <a:gs pos="42857">
                  <a:srgbClr val="C87064">
                    <a:alpha val="9428"/>
                  </a:srgbClr>
                </a:gs>
                <a:gs pos="57143">
                  <a:srgbClr val="C87064">
                    <a:alpha val="5339"/>
                  </a:srgbClr>
                </a:gs>
                <a:gs pos="71429">
                  <a:srgbClr val="C87064">
                    <a:alpha val="2536"/>
                  </a:srgbClr>
                </a:gs>
                <a:gs pos="85714">
                  <a:srgbClr val="C87064">
                    <a:alpha val="1011"/>
                  </a:srgbClr>
                </a:gs>
                <a:gs pos="100000">
                  <a:srgbClr val="C87064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4989700">
              <a:off x="2860315" y="2060112"/>
              <a:ext cx="54003" cy="13501"/>
            </a:xfrm>
            <a:prstGeom prst="ellipse">
              <a:avLst/>
            </a:prstGeom>
            <a:gradFill>
              <a:gsLst>
                <a:gs pos="0">
                  <a:srgbClr val="D3B3AE">
                    <a:alpha val="19477"/>
                  </a:srgbClr>
                </a:gs>
                <a:gs pos="14286">
                  <a:srgbClr val="D3B3AE">
                    <a:alpha val="18054"/>
                  </a:srgbClr>
                </a:gs>
                <a:gs pos="28571">
                  <a:srgbClr val="D3B3AE">
                    <a:alpha val="14324"/>
                  </a:srgbClr>
                </a:gs>
                <a:gs pos="42857">
                  <a:srgbClr val="D3B3AE">
                    <a:alpha val="9643"/>
                  </a:srgbClr>
                </a:gs>
                <a:gs pos="57143">
                  <a:srgbClr val="D3B3AE">
                    <a:alpha val="5464"/>
                  </a:srgbClr>
                </a:gs>
                <a:gs pos="71429">
                  <a:srgbClr val="D3B3AE">
                    <a:alpha val="2596"/>
                  </a:srgbClr>
                </a:gs>
                <a:gs pos="85714">
                  <a:srgbClr val="D3B3AE">
                    <a:alpha val="1035"/>
                  </a:srgbClr>
                </a:gs>
                <a:gs pos="100000">
                  <a:srgbClr val="D3B3AE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8146777">
              <a:off x="985594" y="2177570"/>
              <a:ext cx="77929" cy="56694"/>
            </a:xfrm>
            <a:prstGeom prst="ellipse">
              <a:avLst/>
            </a:prstGeom>
            <a:gradFill>
              <a:gsLst>
                <a:gs pos="0">
                  <a:srgbClr val="FFFFD9">
                    <a:alpha val="32968"/>
                  </a:srgbClr>
                </a:gs>
                <a:gs pos="14286">
                  <a:srgbClr val="FFFFD9">
                    <a:alpha val="30764"/>
                  </a:srgbClr>
                </a:gs>
                <a:gs pos="28571">
                  <a:srgbClr val="FFFFD9">
                    <a:alpha val="24833"/>
                  </a:srgbClr>
                </a:gs>
                <a:gs pos="42857">
                  <a:srgbClr val="FFFFD9">
                    <a:alpha val="17075"/>
                  </a:srgbClr>
                </a:gs>
                <a:gs pos="57143">
                  <a:srgbClr val="FFFFD9">
                    <a:alpha val="9855"/>
                  </a:srgbClr>
                </a:gs>
                <a:gs pos="71429">
                  <a:srgbClr val="FFFFD9">
                    <a:alpha val="4740"/>
                  </a:srgbClr>
                </a:gs>
                <a:gs pos="85714">
                  <a:srgbClr val="FFFFD9">
                    <a:alpha val="1902"/>
                  </a:srgbClr>
                </a:gs>
                <a:gs pos="100000">
                  <a:srgbClr val="FFFF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5719405">
              <a:off x="901040" y="614738"/>
              <a:ext cx="51629" cy="12907"/>
            </a:xfrm>
            <a:prstGeom prst="ellipse">
              <a:avLst/>
            </a:prstGeom>
            <a:gradFill>
              <a:gsLst>
                <a:gs pos="0">
                  <a:srgbClr val="D9DED6">
                    <a:alpha val="19900"/>
                  </a:srgbClr>
                </a:gs>
                <a:gs pos="14286">
                  <a:srgbClr val="D9DED6">
                    <a:alpha val="18449"/>
                  </a:srgbClr>
                </a:gs>
                <a:gs pos="28571">
                  <a:srgbClr val="D9DED6">
                    <a:alpha val="14645"/>
                  </a:srgbClr>
                </a:gs>
                <a:gs pos="42857">
                  <a:srgbClr val="D9DED6">
                    <a:alpha val="9865"/>
                  </a:srgbClr>
                </a:gs>
                <a:gs pos="57143">
                  <a:srgbClr val="D9DED6">
                    <a:alpha val="5593"/>
                  </a:srgbClr>
                </a:gs>
                <a:gs pos="71429">
                  <a:srgbClr val="D9DED6">
                    <a:alpha val="2658"/>
                  </a:srgbClr>
                </a:gs>
                <a:gs pos="85714">
                  <a:srgbClr val="D9DED6">
                    <a:alpha val="1060"/>
                  </a:srgbClr>
                </a:gs>
                <a:gs pos="100000">
                  <a:srgbClr val="D9DED6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-8367281">
              <a:off x="1101625" y="1191811"/>
              <a:ext cx="59158" cy="14789"/>
            </a:xfrm>
            <a:prstGeom prst="ellipse">
              <a:avLst/>
            </a:prstGeom>
            <a:gradFill>
              <a:gsLst>
                <a:gs pos="0">
                  <a:srgbClr val="9BBDB6">
                    <a:alpha val="18552"/>
                  </a:srgbClr>
                </a:gs>
                <a:gs pos="14286">
                  <a:srgbClr val="9BBDB6">
                    <a:alpha val="17189"/>
                  </a:srgbClr>
                </a:gs>
                <a:gs pos="28571">
                  <a:srgbClr val="9BBDB6">
                    <a:alpha val="13623"/>
                  </a:srgbClr>
                </a:gs>
                <a:gs pos="42857">
                  <a:srgbClr val="9BBDB6">
                    <a:alpha val="9159"/>
                  </a:srgbClr>
                </a:gs>
                <a:gs pos="57143">
                  <a:srgbClr val="9BBDB6">
                    <a:alpha val="5183"/>
                  </a:srgbClr>
                </a:gs>
                <a:gs pos="71429">
                  <a:srgbClr val="9BBDB6">
                    <a:alpha val="2461"/>
                  </a:srgbClr>
                </a:gs>
                <a:gs pos="85714">
                  <a:srgbClr val="9BBDB6">
                    <a:alpha val="980"/>
                  </a:srgbClr>
                </a:gs>
                <a:gs pos="100000">
                  <a:srgbClr val="9BBDB6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6536376">
              <a:off x="1673317" y="547518"/>
              <a:ext cx="59105" cy="14776"/>
            </a:xfrm>
            <a:prstGeom prst="ellipse">
              <a:avLst/>
            </a:prstGeom>
            <a:gradFill>
              <a:gsLst>
                <a:gs pos="0">
                  <a:srgbClr val="767883">
                    <a:alpha val="18562"/>
                  </a:srgbClr>
                </a:gs>
                <a:gs pos="14286">
                  <a:srgbClr val="767883">
                    <a:alpha val="17198"/>
                  </a:srgbClr>
                </a:gs>
                <a:gs pos="28571">
                  <a:srgbClr val="767883">
                    <a:alpha val="13630"/>
                  </a:srgbClr>
                </a:gs>
                <a:gs pos="42857">
                  <a:srgbClr val="767883">
                    <a:alpha val="9164"/>
                  </a:srgbClr>
                </a:gs>
                <a:gs pos="57143">
                  <a:srgbClr val="767883">
                    <a:alpha val="5186"/>
                  </a:srgbClr>
                </a:gs>
                <a:gs pos="71429">
                  <a:srgbClr val="767883">
                    <a:alpha val="2462"/>
                  </a:srgbClr>
                </a:gs>
                <a:gs pos="85714">
                  <a:srgbClr val="767883">
                    <a:alpha val="981"/>
                  </a:srgbClr>
                </a:gs>
                <a:gs pos="100000">
                  <a:srgbClr val="767883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5400000">
              <a:off x="2091409" y="2530600"/>
              <a:ext cx="29626" cy="29626"/>
            </a:xfrm>
            <a:prstGeom prst="ellipse">
              <a:avLst/>
            </a:prstGeom>
            <a:gradFill>
              <a:gsLst>
                <a:gs pos="0">
                  <a:srgbClr val="7E7798">
                    <a:alpha val="18535"/>
                  </a:srgbClr>
                </a:gs>
                <a:gs pos="14286">
                  <a:srgbClr val="7E7798">
                    <a:alpha val="17173"/>
                  </a:srgbClr>
                </a:gs>
                <a:gs pos="28571">
                  <a:srgbClr val="7E7798">
                    <a:alpha val="13610"/>
                  </a:srgbClr>
                </a:gs>
                <a:gs pos="42857">
                  <a:srgbClr val="7E7798">
                    <a:alpha val="9150"/>
                  </a:srgbClr>
                </a:gs>
                <a:gs pos="57143">
                  <a:srgbClr val="7E7798">
                    <a:alpha val="5178"/>
                  </a:srgbClr>
                </a:gs>
                <a:gs pos="71429">
                  <a:srgbClr val="7E7798">
                    <a:alpha val="2458"/>
                  </a:srgbClr>
                </a:gs>
                <a:gs pos="85714">
                  <a:srgbClr val="7E7798">
                    <a:alpha val="979"/>
                  </a:srgbClr>
                </a:gs>
                <a:gs pos="100000">
                  <a:srgbClr val="7E7798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-9296222">
              <a:off x="1243177" y="499483"/>
              <a:ext cx="50351" cy="174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5692268">
              <a:off x="3273974" y="2963856"/>
              <a:ext cx="58249" cy="14562"/>
            </a:xfrm>
            <a:prstGeom prst="ellipse">
              <a:avLst/>
            </a:prstGeom>
            <a:gradFill>
              <a:gsLst>
                <a:gs pos="0">
                  <a:srgbClr val="5E9EBE">
                    <a:alpha val="18716"/>
                  </a:srgbClr>
                </a:gs>
                <a:gs pos="14286">
                  <a:srgbClr val="5E9EBE">
                    <a:alpha val="17342"/>
                  </a:srgbClr>
                </a:gs>
                <a:gs pos="28571">
                  <a:srgbClr val="5E9EBE">
                    <a:alpha val="13747"/>
                  </a:srgbClr>
                </a:gs>
                <a:gs pos="42857">
                  <a:srgbClr val="5E9EBE">
                    <a:alpha val="9244"/>
                  </a:srgbClr>
                </a:gs>
                <a:gs pos="57143">
                  <a:srgbClr val="5E9EBE">
                    <a:alpha val="5233"/>
                  </a:srgbClr>
                </a:gs>
                <a:gs pos="71429">
                  <a:srgbClr val="5E9EBE">
                    <a:alpha val="2485"/>
                  </a:srgbClr>
                </a:gs>
                <a:gs pos="85714">
                  <a:srgbClr val="5E9EBE">
                    <a:alpha val="990"/>
                  </a:srgbClr>
                </a:gs>
                <a:gs pos="100000">
                  <a:srgbClr val="5E9EBE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-8626890">
              <a:off x="427556" y="1075678"/>
              <a:ext cx="57041" cy="14260"/>
            </a:xfrm>
            <a:prstGeom prst="ellipse">
              <a:avLst/>
            </a:prstGeom>
            <a:gradFill>
              <a:gsLst>
                <a:gs pos="0">
                  <a:srgbClr val="C8B1C4">
                    <a:alpha val="18933"/>
                  </a:srgbClr>
                </a:gs>
                <a:gs pos="14286">
                  <a:srgbClr val="C8B1C4">
                    <a:alpha val="17545"/>
                  </a:srgbClr>
                </a:gs>
                <a:gs pos="28571">
                  <a:srgbClr val="C8B1C4">
                    <a:alpha val="13911"/>
                  </a:srgbClr>
                </a:gs>
                <a:gs pos="42857">
                  <a:srgbClr val="C8B1C4">
                    <a:alpha val="9358"/>
                  </a:srgbClr>
                </a:gs>
                <a:gs pos="57143">
                  <a:srgbClr val="C8B1C4">
                    <a:alpha val="5299"/>
                  </a:srgbClr>
                </a:gs>
                <a:gs pos="71429">
                  <a:srgbClr val="C8B1C4">
                    <a:alpha val="2516"/>
                  </a:srgbClr>
                </a:gs>
                <a:gs pos="85714">
                  <a:srgbClr val="C8B1C4">
                    <a:alpha val="1003"/>
                  </a:srgbClr>
                </a:gs>
                <a:gs pos="100000">
                  <a:srgbClr val="C8B1C4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5908445">
              <a:off x="1985712" y="384612"/>
              <a:ext cx="38405" cy="332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7286029">
              <a:off x="1868911" y="365225"/>
              <a:ext cx="58024" cy="14506"/>
            </a:xfrm>
            <a:prstGeom prst="ellipse">
              <a:avLst/>
            </a:prstGeom>
            <a:gradFill>
              <a:gsLst>
                <a:gs pos="0">
                  <a:srgbClr val="A4BAB5">
                    <a:alpha val="18757"/>
                  </a:srgbClr>
                </a:gs>
                <a:gs pos="14286">
                  <a:srgbClr val="A4BAB5">
                    <a:alpha val="17380"/>
                  </a:srgbClr>
                </a:gs>
                <a:gs pos="28571">
                  <a:srgbClr val="A4BAB5">
                    <a:alpha val="13777"/>
                  </a:srgbClr>
                </a:gs>
                <a:gs pos="42857">
                  <a:srgbClr val="A4BAB5">
                    <a:alpha val="9266"/>
                  </a:srgbClr>
                </a:gs>
                <a:gs pos="57143">
                  <a:srgbClr val="A4BAB5">
                    <a:alpha val="5245"/>
                  </a:srgbClr>
                </a:gs>
                <a:gs pos="71429">
                  <a:srgbClr val="A4BAB5">
                    <a:alpha val="2490"/>
                  </a:srgbClr>
                </a:gs>
                <a:gs pos="85714">
                  <a:srgbClr val="A4BAB5">
                    <a:alpha val="992"/>
                  </a:srgbClr>
                </a:gs>
                <a:gs pos="100000">
                  <a:srgbClr val="A4BAB5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-8177573">
              <a:off x="2628018" y="2328363"/>
              <a:ext cx="57230" cy="14308"/>
            </a:xfrm>
            <a:prstGeom prst="ellipse">
              <a:avLst/>
            </a:prstGeom>
            <a:gradFill>
              <a:gsLst>
                <a:gs pos="0">
                  <a:srgbClr val="15004C">
                    <a:alpha val="18899"/>
                  </a:srgbClr>
                </a:gs>
                <a:gs pos="14286">
                  <a:srgbClr val="15004C">
                    <a:alpha val="17514"/>
                  </a:srgbClr>
                </a:gs>
                <a:gs pos="28571">
                  <a:srgbClr val="15004C">
                    <a:alpha val="13886"/>
                  </a:srgbClr>
                </a:gs>
                <a:gs pos="42857">
                  <a:srgbClr val="15004C">
                    <a:alpha val="9340"/>
                  </a:srgbClr>
                </a:gs>
                <a:gs pos="57143">
                  <a:srgbClr val="15004C">
                    <a:alpha val="5288"/>
                  </a:srgbClr>
                </a:gs>
                <a:gs pos="71429">
                  <a:srgbClr val="15004C">
                    <a:alpha val="2511"/>
                  </a:srgbClr>
                </a:gs>
                <a:gs pos="85714">
                  <a:srgbClr val="15004C">
                    <a:alpha val="1001"/>
                  </a:srgbClr>
                </a:gs>
                <a:gs pos="100000">
                  <a:srgbClr val="15004C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-8288712">
              <a:off x="1074826" y="1185467"/>
              <a:ext cx="109418" cy="662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3424061">
              <a:off x="490492" y="763208"/>
              <a:ext cx="82196" cy="61221"/>
            </a:xfrm>
            <a:prstGeom prst="ellipse">
              <a:avLst/>
            </a:prstGeom>
            <a:gradFill>
              <a:gsLst>
                <a:gs pos="0">
                  <a:srgbClr val="FFF8FF">
                    <a:alpha val="32968"/>
                  </a:srgbClr>
                </a:gs>
                <a:gs pos="14286">
                  <a:srgbClr val="FFF8FF">
                    <a:alpha val="30764"/>
                  </a:srgbClr>
                </a:gs>
                <a:gs pos="28571">
                  <a:srgbClr val="FFF8FF">
                    <a:alpha val="24833"/>
                  </a:srgbClr>
                </a:gs>
                <a:gs pos="42857">
                  <a:srgbClr val="FFF8FF">
                    <a:alpha val="17075"/>
                  </a:srgbClr>
                </a:gs>
                <a:gs pos="57143">
                  <a:srgbClr val="FFF8FF">
                    <a:alpha val="9855"/>
                  </a:srgbClr>
                </a:gs>
                <a:gs pos="71429">
                  <a:srgbClr val="FFF8FF">
                    <a:alpha val="4740"/>
                  </a:srgbClr>
                </a:gs>
                <a:gs pos="85714">
                  <a:srgbClr val="FFF8FF">
                    <a:alpha val="1902"/>
                  </a:srgbClr>
                </a:gs>
                <a:gs pos="100000">
                  <a:srgbClr val="FF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3717338">
              <a:off x="3240687" y="1821604"/>
              <a:ext cx="51816" cy="12954"/>
            </a:xfrm>
            <a:prstGeom prst="ellipse">
              <a:avLst/>
            </a:prstGeom>
            <a:gradFill>
              <a:gsLst>
                <a:gs pos="0">
                  <a:srgbClr val="9EDFE9">
                    <a:alpha val="19866"/>
                  </a:srgbClr>
                </a:gs>
                <a:gs pos="14286">
                  <a:srgbClr val="9EDFE9">
                    <a:alpha val="18418"/>
                  </a:srgbClr>
                </a:gs>
                <a:gs pos="28571">
                  <a:srgbClr val="9EDFE9">
                    <a:alpha val="14620"/>
                  </a:srgbClr>
                </a:gs>
                <a:gs pos="42857">
                  <a:srgbClr val="9EDFE9">
                    <a:alpha val="9848"/>
                  </a:srgbClr>
                </a:gs>
                <a:gs pos="57143">
                  <a:srgbClr val="9EDFE9">
                    <a:alpha val="5583"/>
                  </a:srgbClr>
                </a:gs>
                <a:gs pos="71429">
                  <a:srgbClr val="9EDFE9">
                    <a:alpha val="2653"/>
                  </a:srgbClr>
                </a:gs>
                <a:gs pos="85714">
                  <a:srgbClr val="9EDFE9">
                    <a:alpha val="1058"/>
                  </a:srgbClr>
                </a:gs>
                <a:gs pos="100000">
                  <a:srgbClr val="9EDFE9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-9918730">
              <a:off x="556048" y="95871"/>
              <a:ext cx="565446" cy="369258"/>
            </a:xfrm>
            <a:prstGeom prst="ellipse">
              <a:avLst/>
            </a:prstGeom>
            <a:gradFill>
              <a:gsLst>
                <a:gs pos="0">
                  <a:srgbClr val="000001">
                    <a:alpha val="16385"/>
                  </a:srgbClr>
                </a:gs>
                <a:gs pos="14286">
                  <a:srgbClr val="000001">
                    <a:alpha val="15166"/>
                  </a:srgbClr>
                </a:gs>
                <a:gs pos="28571">
                  <a:srgbClr val="000001">
                    <a:alpha val="11989"/>
                  </a:srgbClr>
                </a:gs>
                <a:gs pos="42857">
                  <a:srgbClr val="000001">
                    <a:alpha val="8035"/>
                  </a:srgbClr>
                </a:gs>
                <a:gs pos="57143">
                  <a:srgbClr val="000001">
                    <a:alpha val="4535"/>
                  </a:srgbClr>
                </a:gs>
                <a:gs pos="71429">
                  <a:srgbClr val="000001">
                    <a:alpha val="2149"/>
                  </a:srgbClr>
                </a:gs>
                <a:gs pos="85714">
                  <a:srgbClr val="000001">
                    <a:alpha val="855"/>
                  </a:srgbClr>
                </a:gs>
                <a:gs pos="100000">
                  <a:srgbClr val="000001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4957356">
              <a:off x="2287251" y="1966857"/>
              <a:ext cx="58892" cy="14723"/>
            </a:xfrm>
            <a:prstGeom prst="ellipse">
              <a:avLst/>
            </a:prstGeom>
            <a:gradFill>
              <a:gsLst>
                <a:gs pos="0">
                  <a:srgbClr val="8D85A4">
                    <a:alpha val="18600"/>
                  </a:srgbClr>
                </a:gs>
                <a:gs pos="14286">
                  <a:srgbClr val="8D85A4">
                    <a:alpha val="17234"/>
                  </a:srgbClr>
                </a:gs>
                <a:gs pos="28571">
                  <a:srgbClr val="8D85A4">
                    <a:alpha val="13659"/>
                  </a:srgbClr>
                </a:gs>
                <a:gs pos="42857">
                  <a:srgbClr val="8D85A4">
                    <a:alpha val="9184"/>
                  </a:srgbClr>
                </a:gs>
                <a:gs pos="57143">
                  <a:srgbClr val="8D85A4">
                    <a:alpha val="5198"/>
                  </a:srgbClr>
                </a:gs>
                <a:gs pos="71429">
                  <a:srgbClr val="8D85A4">
                    <a:alpha val="2468"/>
                  </a:srgbClr>
                </a:gs>
                <a:gs pos="85714">
                  <a:srgbClr val="8D85A4">
                    <a:alpha val="983"/>
                  </a:srgbClr>
                </a:gs>
                <a:gs pos="100000">
                  <a:srgbClr val="8D85A4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5400000">
              <a:off x="650282" y="2584326"/>
              <a:ext cx="28388" cy="28388"/>
            </a:xfrm>
            <a:prstGeom prst="ellipse">
              <a:avLst/>
            </a:prstGeom>
            <a:gradFill>
              <a:gsLst>
                <a:gs pos="0">
                  <a:srgbClr val="D90000">
                    <a:alpha val="18981"/>
                  </a:srgbClr>
                </a:gs>
                <a:gs pos="14286">
                  <a:srgbClr val="D90000">
                    <a:alpha val="17590"/>
                  </a:srgbClr>
                </a:gs>
                <a:gs pos="28571">
                  <a:srgbClr val="D90000">
                    <a:alpha val="13948"/>
                  </a:srgbClr>
                </a:gs>
                <a:gs pos="42857">
                  <a:srgbClr val="D90000">
                    <a:alpha val="9383"/>
                  </a:srgbClr>
                </a:gs>
                <a:gs pos="57143">
                  <a:srgbClr val="D90000">
                    <a:alpha val="5313"/>
                  </a:srgbClr>
                </a:gs>
                <a:gs pos="71429">
                  <a:srgbClr val="D90000">
                    <a:alpha val="2523"/>
                  </a:srgbClr>
                </a:gs>
                <a:gs pos="85714">
                  <a:srgbClr val="D90000">
                    <a:alpha val="1005"/>
                  </a:srgbClr>
                </a:gs>
                <a:gs pos="100000">
                  <a:srgbClr val="D90000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4789124">
              <a:off x="1860959" y="2402091"/>
              <a:ext cx="44274" cy="373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10056596">
              <a:off x="1420971" y="228971"/>
              <a:ext cx="53581" cy="13395"/>
            </a:xfrm>
            <a:prstGeom prst="ellipse">
              <a:avLst/>
            </a:prstGeom>
            <a:gradFill>
              <a:gsLst>
                <a:gs pos="0">
                  <a:srgbClr val="82D2F4">
                    <a:alpha val="19552"/>
                  </a:srgbClr>
                </a:gs>
                <a:gs pos="14286">
                  <a:srgbClr val="82D2F4">
                    <a:alpha val="18124"/>
                  </a:srgbClr>
                </a:gs>
                <a:gs pos="28571">
                  <a:srgbClr val="82D2F4">
                    <a:alpha val="14381"/>
                  </a:srgbClr>
                </a:gs>
                <a:gs pos="42857">
                  <a:srgbClr val="82D2F4">
                    <a:alpha val="9683"/>
                  </a:srgbClr>
                </a:gs>
                <a:gs pos="57143">
                  <a:srgbClr val="82D2F4">
                    <a:alpha val="5487"/>
                  </a:srgbClr>
                </a:gs>
                <a:gs pos="71429">
                  <a:srgbClr val="82D2F4">
                    <a:alpha val="2607"/>
                  </a:srgbClr>
                </a:gs>
                <a:gs pos="85714">
                  <a:srgbClr val="82D2F4">
                    <a:alpha val="1039"/>
                  </a:srgbClr>
                </a:gs>
                <a:gs pos="100000">
                  <a:srgbClr val="82D2F4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-8745139">
              <a:off x="1100680" y="1180582"/>
              <a:ext cx="61589" cy="15397"/>
            </a:xfrm>
            <a:prstGeom prst="ellipse">
              <a:avLst/>
            </a:prstGeom>
            <a:gradFill>
              <a:gsLst>
                <a:gs pos="0">
                  <a:srgbClr val="9C8F90">
                    <a:alpha val="18113"/>
                  </a:srgbClr>
                </a:gs>
                <a:gs pos="14286">
                  <a:srgbClr val="9C8F90">
                    <a:alpha val="16778"/>
                  </a:srgbClr>
                </a:gs>
                <a:gs pos="28571">
                  <a:srgbClr val="9C8F90">
                    <a:alpha val="13290"/>
                  </a:srgbClr>
                </a:gs>
                <a:gs pos="42857">
                  <a:srgbClr val="9C8F90">
                    <a:alpha val="8929"/>
                  </a:srgbClr>
                </a:gs>
                <a:gs pos="57143">
                  <a:srgbClr val="9C8F90">
                    <a:alpha val="5051"/>
                  </a:srgbClr>
                </a:gs>
                <a:gs pos="71429">
                  <a:srgbClr val="9C8F90">
                    <a:alpha val="2397"/>
                  </a:srgbClr>
                </a:gs>
                <a:gs pos="85714">
                  <a:srgbClr val="9C8F90">
                    <a:alpha val="955"/>
                  </a:srgbClr>
                </a:gs>
                <a:gs pos="100000">
                  <a:srgbClr val="9C8F9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-9530653">
              <a:off x="1714044" y="315089"/>
              <a:ext cx="59007" cy="14752"/>
            </a:xfrm>
            <a:prstGeom prst="ellipse">
              <a:avLst/>
            </a:prstGeom>
            <a:gradFill>
              <a:gsLst>
                <a:gs pos="0">
                  <a:srgbClr val="E3887B">
                    <a:alpha val="18579"/>
                  </a:srgbClr>
                </a:gs>
                <a:gs pos="14286">
                  <a:srgbClr val="E3887B">
                    <a:alpha val="17215"/>
                  </a:srgbClr>
                </a:gs>
                <a:gs pos="28571">
                  <a:srgbClr val="E3887B">
                    <a:alpha val="13643"/>
                  </a:srgbClr>
                </a:gs>
                <a:gs pos="42857">
                  <a:srgbClr val="E3887B">
                    <a:alpha val="9173"/>
                  </a:srgbClr>
                </a:gs>
                <a:gs pos="57143">
                  <a:srgbClr val="E3887B">
                    <a:alpha val="5192"/>
                  </a:srgbClr>
                </a:gs>
                <a:gs pos="71429">
                  <a:srgbClr val="E3887B">
                    <a:alpha val="2465"/>
                  </a:srgbClr>
                </a:gs>
                <a:gs pos="85714">
                  <a:srgbClr val="E3887B">
                    <a:alpha val="982"/>
                  </a:srgbClr>
                </a:gs>
                <a:gs pos="100000">
                  <a:srgbClr val="E3887B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-9262864">
              <a:off x="1792953" y="2154342"/>
              <a:ext cx="59026" cy="14756"/>
            </a:xfrm>
            <a:prstGeom prst="ellipse">
              <a:avLst/>
            </a:prstGeom>
            <a:gradFill>
              <a:gsLst>
                <a:gs pos="0">
                  <a:srgbClr val="D7CACE">
                    <a:alpha val="18576"/>
                  </a:srgbClr>
                </a:gs>
                <a:gs pos="14286">
                  <a:srgbClr val="D7CACE">
                    <a:alpha val="17211"/>
                  </a:srgbClr>
                </a:gs>
                <a:gs pos="28571">
                  <a:srgbClr val="D7CACE">
                    <a:alpha val="13641"/>
                  </a:srgbClr>
                </a:gs>
                <a:gs pos="42857">
                  <a:srgbClr val="D7CACE">
                    <a:alpha val="9171"/>
                  </a:srgbClr>
                </a:gs>
                <a:gs pos="57143">
                  <a:srgbClr val="D7CACE">
                    <a:alpha val="5191"/>
                  </a:srgbClr>
                </a:gs>
                <a:gs pos="71429">
                  <a:srgbClr val="D7CACE">
                    <a:alpha val="2464"/>
                  </a:srgbClr>
                </a:gs>
                <a:gs pos="85714">
                  <a:srgbClr val="D7CACE">
                    <a:alpha val="982"/>
                  </a:srgbClr>
                </a:gs>
                <a:gs pos="100000">
                  <a:srgbClr val="D7CACE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3844298">
              <a:off x="3246230" y="1851087"/>
              <a:ext cx="56707" cy="14177"/>
            </a:xfrm>
            <a:prstGeom prst="ellipse">
              <a:avLst/>
            </a:prstGeom>
            <a:gradFill>
              <a:gsLst>
                <a:gs pos="0">
                  <a:srgbClr val="8AB3D2">
                    <a:alpha val="18993"/>
                  </a:srgbClr>
                </a:gs>
                <a:gs pos="14286">
                  <a:srgbClr val="8AB3D2">
                    <a:alpha val="17601"/>
                  </a:srgbClr>
                </a:gs>
                <a:gs pos="28571">
                  <a:srgbClr val="8AB3D2">
                    <a:alpha val="13957"/>
                  </a:srgbClr>
                </a:gs>
                <a:gs pos="42857">
                  <a:srgbClr val="8AB3D2">
                    <a:alpha val="9389"/>
                  </a:srgbClr>
                </a:gs>
                <a:gs pos="57143">
                  <a:srgbClr val="8AB3D2">
                    <a:alpha val="5317"/>
                  </a:srgbClr>
                </a:gs>
                <a:gs pos="71429">
                  <a:srgbClr val="8AB3D2">
                    <a:alpha val="2525"/>
                  </a:srgbClr>
                </a:gs>
                <a:gs pos="85714">
                  <a:srgbClr val="8AB3D2">
                    <a:alpha val="1006"/>
                  </a:srgbClr>
                </a:gs>
                <a:gs pos="100000">
                  <a:srgbClr val="8AB3D2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6228763">
              <a:off x="496647" y="762640"/>
              <a:ext cx="71283" cy="603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5400000">
              <a:off x="1786535" y="2146834"/>
              <a:ext cx="30000" cy="30000"/>
            </a:xfrm>
            <a:prstGeom prst="ellipse">
              <a:avLst/>
            </a:prstGeom>
            <a:gradFill>
              <a:gsLst>
                <a:gs pos="0">
                  <a:srgbClr val="A8AEC1">
                    <a:alpha val="18400"/>
                  </a:srgbClr>
                </a:gs>
                <a:gs pos="14286">
                  <a:srgbClr val="A8AEC1">
                    <a:alpha val="17047"/>
                  </a:srgbClr>
                </a:gs>
                <a:gs pos="28571">
                  <a:srgbClr val="A8AEC1">
                    <a:alpha val="13508"/>
                  </a:srgbClr>
                </a:gs>
                <a:gs pos="42857">
                  <a:srgbClr val="A8AEC1">
                    <a:alpha val="9079"/>
                  </a:srgbClr>
                </a:gs>
                <a:gs pos="57143">
                  <a:srgbClr val="A8AEC1">
                    <a:alpha val="5138"/>
                  </a:srgbClr>
                </a:gs>
                <a:gs pos="71429">
                  <a:srgbClr val="A8AEC1">
                    <a:alpha val="2439"/>
                  </a:srgbClr>
                </a:gs>
                <a:gs pos="85714">
                  <a:srgbClr val="A8AEC1">
                    <a:alpha val="971"/>
                  </a:srgbClr>
                </a:gs>
                <a:gs pos="100000">
                  <a:srgbClr val="A8AEC1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-10427320">
              <a:off x="2943719" y="577762"/>
              <a:ext cx="97089" cy="565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7005926">
              <a:off x="1954097" y="2634645"/>
              <a:ext cx="55103" cy="13776"/>
            </a:xfrm>
            <a:prstGeom prst="ellipse">
              <a:avLst/>
            </a:prstGeom>
            <a:gradFill>
              <a:gsLst>
                <a:gs pos="0">
                  <a:srgbClr val="E9E6C9">
                    <a:alpha val="19281"/>
                  </a:srgbClr>
                </a:gs>
                <a:gs pos="14286">
                  <a:srgbClr val="E9E6C9">
                    <a:alpha val="17870"/>
                  </a:srgbClr>
                </a:gs>
                <a:gs pos="28571">
                  <a:srgbClr val="E9E6C9">
                    <a:alpha val="14175"/>
                  </a:srgbClr>
                </a:gs>
                <a:gs pos="42857">
                  <a:srgbClr val="E9E6C9">
                    <a:alpha val="9540"/>
                  </a:srgbClr>
                </a:gs>
                <a:gs pos="57143">
                  <a:srgbClr val="E9E6C9">
                    <a:alpha val="5404"/>
                  </a:srgbClr>
                </a:gs>
                <a:gs pos="71429">
                  <a:srgbClr val="E9E6C9">
                    <a:alpha val="2567"/>
                  </a:srgbClr>
                </a:gs>
                <a:gs pos="85714">
                  <a:srgbClr val="E9E6C9">
                    <a:alpha val="1023"/>
                  </a:srgbClr>
                </a:gs>
                <a:gs pos="100000">
                  <a:srgbClr val="E9E6C9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5651488">
              <a:off x="867262" y="2671065"/>
              <a:ext cx="44629" cy="348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-8984264">
              <a:off x="1809793" y="2164894"/>
              <a:ext cx="54170" cy="13543"/>
            </a:xfrm>
            <a:prstGeom prst="ellipse">
              <a:avLst/>
            </a:prstGeom>
            <a:gradFill>
              <a:gsLst>
                <a:gs pos="0">
                  <a:srgbClr val="CEE9E9">
                    <a:alpha val="19447"/>
                  </a:srgbClr>
                </a:gs>
                <a:gs pos="14286">
                  <a:srgbClr val="CEE9E9">
                    <a:alpha val="18026"/>
                  </a:srgbClr>
                </a:gs>
                <a:gs pos="28571">
                  <a:srgbClr val="CEE9E9">
                    <a:alpha val="14301"/>
                  </a:srgbClr>
                </a:gs>
                <a:gs pos="42857">
                  <a:srgbClr val="CEE9E9">
                    <a:alpha val="9627"/>
                  </a:srgbClr>
                </a:gs>
                <a:gs pos="57143">
                  <a:srgbClr val="CEE9E9">
                    <a:alpha val="5455"/>
                  </a:srgbClr>
                </a:gs>
                <a:gs pos="71429">
                  <a:srgbClr val="CEE9E9">
                    <a:alpha val="2591"/>
                  </a:srgbClr>
                </a:gs>
                <a:gs pos="85714">
                  <a:srgbClr val="CEE9E9">
                    <a:alpha val="1033"/>
                  </a:srgbClr>
                </a:gs>
                <a:gs pos="100000">
                  <a:srgbClr val="CEE9E9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8361688">
              <a:off x="1496985" y="1442997"/>
              <a:ext cx="72329" cy="562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8239745">
              <a:off x="248738" y="1767132"/>
              <a:ext cx="127437" cy="343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5400000">
              <a:off x="2920057" y="1496215"/>
              <a:ext cx="31409" cy="31409"/>
            </a:xfrm>
            <a:prstGeom prst="ellipse">
              <a:avLst/>
            </a:prstGeom>
            <a:gradFill>
              <a:gsLst>
                <a:gs pos="0">
                  <a:srgbClr val="DCC0E0">
                    <a:alpha val="21178"/>
                  </a:srgbClr>
                </a:gs>
                <a:gs pos="14286">
                  <a:srgbClr val="DCC0E0">
                    <a:alpha val="19646"/>
                  </a:srgbClr>
                </a:gs>
                <a:gs pos="28571">
                  <a:srgbClr val="DCC0E0">
                    <a:alpha val="15620"/>
                  </a:srgbClr>
                </a:gs>
                <a:gs pos="42857">
                  <a:srgbClr val="DCC0E0">
                    <a:alpha val="10542"/>
                  </a:srgbClr>
                </a:gs>
                <a:gs pos="57143">
                  <a:srgbClr val="DCC0E0">
                    <a:alpha val="5986"/>
                  </a:srgbClr>
                </a:gs>
                <a:gs pos="71429">
                  <a:srgbClr val="DCC0E0">
                    <a:alpha val="2848"/>
                  </a:srgbClr>
                </a:gs>
                <a:gs pos="85714">
                  <a:srgbClr val="DCC0E0">
                    <a:alpha val="1136"/>
                  </a:srgbClr>
                </a:gs>
                <a:gs pos="100000">
                  <a:srgbClr val="DCC0E0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5400000">
              <a:off x="1091573" y="1192795"/>
              <a:ext cx="30775" cy="30775"/>
            </a:xfrm>
            <a:prstGeom prst="ellipse">
              <a:avLst/>
            </a:prstGeom>
            <a:gradFill>
              <a:gsLst>
                <a:gs pos="0">
                  <a:srgbClr val="A0CECB">
                    <a:alpha val="18120"/>
                  </a:srgbClr>
                </a:gs>
                <a:gs pos="14286">
                  <a:srgbClr val="A0CECB">
                    <a:alpha val="16785"/>
                  </a:srgbClr>
                </a:gs>
                <a:gs pos="28571">
                  <a:srgbClr val="A0CECB">
                    <a:alpha val="13296"/>
                  </a:srgbClr>
                </a:gs>
                <a:gs pos="42857">
                  <a:srgbClr val="A0CECB">
                    <a:alpha val="8933"/>
                  </a:srgbClr>
                </a:gs>
                <a:gs pos="57143">
                  <a:srgbClr val="A0CECB">
                    <a:alpha val="5053"/>
                  </a:srgbClr>
                </a:gs>
                <a:gs pos="71429">
                  <a:srgbClr val="A0CECB">
                    <a:alpha val="2398"/>
                  </a:srgbClr>
                </a:gs>
                <a:gs pos="85714">
                  <a:srgbClr val="A0CECB">
                    <a:alpha val="955"/>
                  </a:srgbClr>
                </a:gs>
                <a:gs pos="100000">
                  <a:srgbClr val="A0CEC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3104475">
              <a:off x="3006773" y="930582"/>
              <a:ext cx="61394" cy="439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-10594832">
              <a:off x="1078656" y="1174312"/>
              <a:ext cx="82005" cy="684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-8163208">
              <a:off x="956461" y="706876"/>
              <a:ext cx="54022" cy="419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4962356">
              <a:off x="2299708" y="1986983"/>
              <a:ext cx="53898" cy="13475"/>
            </a:xfrm>
            <a:prstGeom prst="ellipse">
              <a:avLst/>
            </a:prstGeom>
            <a:gradFill>
              <a:gsLst>
                <a:gs pos="0">
                  <a:srgbClr val="9D9CD4">
                    <a:alpha val="19496"/>
                  </a:srgbClr>
                </a:gs>
                <a:gs pos="14286">
                  <a:srgbClr val="9D9CD4">
                    <a:alpha val="18071"/>
                  </a:srgbClr>
                </a:gs>
                <a:gs pos="28571">
                  <a:srgbClr val="9D9CD4">
                    <a:alpha val="14338"/>
                  </a:srgbClr>
                </a:gs>
                <a:gs pos="42857">
                  <a:srgbClr val="9D9CD4">
                    <a:alpha val="9653"/>
                  </a:srgbClr>
                </a:gs>
                <a:gs pos="57143">
                  <a:srgbClr val="9D9CD4">
                    <a:alpha val="5470"/>
                  </a:srgbClr>
                </a:gs>
                <a:gs pos="71429">
                  <a:srgbClr val="9D9CD4">
                    <a:alpha val="2599"/>
                  </a:srgbClr>
                </a:gs>
                <a:gs pos="85714">
                  <a:srgbClr val="9D9CD4">
                    <a:alpha val="1036"/>
                  </a:srgbClr>
                </a:gs>
                <a:gs pos="100000">
                  <a:srgbClr val="9D9CD4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6287832">
              <a:off x="113453" y="2776727"/>
              <a:ext cx="62289" cy="15572"/>
            </a:xfrm>
            <a:prstGeom prst="ellipse">
              <a:avLst/>
            </a:prstGeom>
            <a:gradFill>
              <a:gsLst>
                <a:gs pos="0">
                  <a:srgbClr val="5E8DA2">
                    <a:alpha val="17985"/>
                  </a:srgbClr>
                </a:gs>
                <a:gs pos="14286">
                  <a:srgbClr val="5E8DA2">
                    <a:alpha val="16660"/>
                  </a:srgbClr>
                </a:gs>
                <a:gs pos="28571">
                  <a:srgbClr val="5E8DA2">
                    <a:alpha val="13194"/>
                  </a:srgbClr>
                </a:gs>
                <a:gs pos="42857">
                  <a:srgbClr val="5E8DA2">
                    <a:alpha val="8863"/>
                  </a:srgbClr>
                </a:gs>
                <a:gs pos="57143">
                  <a:srgbClr val="5E8DA2">
                    <a:alpha val="5013"/>
                  </a:srgbClr>
                </a:gs>
                <a:gs pos="71429">
                  <a:srgbClr val="5E8DA2">
                    <a:alpha val="2378"/>
                  </a:srgbClr>
                </a:gs>
                <a:gs pos="85714">
                  <a:srgbClr val="5E8DA2">
                    <a:alpha val="947"/>
                  </a:srgbClr>
                </a:gs>
                <a:gs pos="100000">
                  <a:srgbClr val="5E8DA2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8621499">
              <a:off x="2767834" y="2649867"/>
              <a:ext cx="121440" cy="99003"/>
            </a:xfrm>
            <a:prstGeom prst="ellipse">
              <a:avLst/>
            </a:prstGeom>
            <a:gradFill>
              <a:gsLst>
                <a:gs pos="0">
                  <a:srgbClr val="FFEC9A">
                    <a:alpha val="32968"/>
                  </a:srgbClr>
                </a:gs>
                <a:gs pos="14286">
                  <a:srgbClr val="FFEC9A">
                    <a:alpha val="30764"/>
                  </a:srgbClr>
                </a:gs>
                <a:gs pos="28571">
                  <a:srgbClr val="FFEC9A">
                    <a:alpha val="24833"/>
                  </a:srgbClr>
                </a:gs>
                <a:gs pos="42857">
                  <a:srgbClr val="FFEC9A">
                    <a:alpha val="17075"/>
                  </a:srgbClr>
                </a:gs>
                <a:gs pos="57143">
                  <a:srgbClr val="FFEC9A">
                    <a:alpha val="9855"/>
                  </a:srgbClr>
                </a:gs>
                <a:gs pos="71429">
                  <a:srgbClr val="FFEC9A">
                    <a:alpha val="4740"/>
                  </a:srgbClr>
                </a:gs>
                <a:gs pos="85714">
                  <a:srgbClr val="FFEC9A">
                    <a:alpha val="1902"/>
                  </a:srgbClr>
                </a:gs>
                <a:gs pos="100000">
                  <a:srgbClr val="FFEC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10036237">
              <a:off x="2546803" y="2840482"/>
              <a:ext cx="85232" cy="659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4672001">
              <a:off x="2257388" y="2553493"/>
              <a:ext cx="62112" cy="15528"/>
            </a:xfrm>
            <a:prstGeom prst="ellipse">
              <a:avLst/>
            </a:prstGeom>
            <a:gradFill>
              <a:gsLst>
                <a:gs pos="0">
                  <a:srgbClr val="737D99">
                    <a:alpha val="18017"/>
                  </a:srgbClr>
                </a:gs>
                <a:gs pos="14286">
                  <a:srgbClr val="737D99">
                    <a:alpha val="16689"/>
                  </a:srgbClr>
                </a:gs>
                <a:gs pos="28571">
                  <a:srgbClr val="737D99">
                    <a:alpha val="13218"/>
                  </a:srgbClr>
                </a:gs>
                <a:gs pos="42857">
                  <a:srgbClr val="737D99">
                    <a:alpha val="8880"/>
                  </a:srgbClr>
                </a:gs>
                <a:gs pos="57143">
                  <a:srgbClr val="737D99">
                    <a:alpha val="5022"/>
                  </a:srgbClr>
                </a:gs>
                <a:gs pos="71429">
                  <a:srgbClr val="737D99">
                    <a:alpha val="2383"/>
                  </a:srgbClr>
                </a:gs>
                <a:gs pos="85714">
                  <a:srgbClr val="737D99">
                    <a:alpha val="949"/>
                  </a:srgbClr>
                </a:gs>
                <a:gs pos="100000">
                  <a:srgbClr val="737D99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5400000">
              <a:off x="1032896" y="2196917"/>
              <a:ext cx="31239" cy="31239"/>
            </a:xfrm>
            <a:prstGeom prst="ellipse">
              <a:avLst/>
            </a:prstGeom>
            <a:gradFill>
              <a:gsLst>
                <a:gs pos="0">
                  <a:srgbClr val="9E7068">
                    <a:alpha val="17951"/>
                  </a:srgbClr>
                </a:gs>
                <a:gs pos="14286">
                  <a:srgbClr val="9E7068">
                    <a:alpha val="16627"/>
                  </a:srgbClr>
                </a:gs>
                <a:gs pos="28571">
                  <a:srgbClr val="9E7068">
                    <a:alpha val="13168"/>
                  </a:srgbClr>
                </a:gs>
                <a:gs pos="42857">
                  <a:srgbClr val="9E7068">
                    <a:alpha val="8845"/>
                  </a:srgbClr>
                </a:gs>
                <a:gs pos="57143">
                  <a:srgbClr val="9E7068">
                    <a:alpha val="5002"/>
                  </a:srgbClr>
                </a:gs>
                <a:gs pos="71429">
                  <a:srgbClr val="9E7068">
                    <a:alpha val="2374"/>
                  </a:srgbClr>
                </a:gs>
                <a:gs pos="85714">
                  <a:srgbClr val="9E7068">
                    <a:alpha val="945"/>
                  </a:srgbClr>
                </a:gs>
                <a:gs pos="100000">
                  <a:srgbClr val="9E7068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-9815912">
              <a:off x="3548798" y="596272"/>
              <a:ext cx="91988" cy="615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-8184376">
              <a:off x="1095311" y="1195354"/>
              <a:ext cx="62233" cy="15558"/>
            </a:xfrm>
            <a:prstGeom prst="ellipse">
              <a:avLst/>
            </a:prstGeom>
            <a:gradFill>
              <a:gsLst>
                <a:gs pos="0">
                  <a:srgbClr val="8DC5BC">
                    <a:alpha val="17996"/>
                  </a:srgbClr>
                </a:gs>
                <a:gs pos="14286">
                  <a:srgbClr val="8DC5BC">
                    <a:alpha val="16669"/>
                  </a:srgbClr>
                </a:gs>
                <a:gs pos="28571">
                  <a:srgbClr val="8DC5BC">
                    <a:alpha val="13202"/>
                  </a:srgbClr>
                </a:gs>
                <a:gs pos="42857">
                  <a:srgbClr val="8DC5BC">
                    <a:alpha val="8869"/>
                  </a:srgbClr>
                </a:gs>
                <a:gs pos="57143">
                  <a:srgbClr val="8DC5BC">
                    <a:alpha val="5016"/>
                  </a:srgbClr>
                </a:gs>
                <a:gs pos="71429">
                  <a:srgbClr val="8DC5BC">
                    <a:alpha val="2380"/>
                  </a:srgbClr>
                </a:gs>
                <a:gs pos="85714">
                  <a:srgbClr val="8DC5BC">
                    <a:alpha val="948"/>
                  </a:srgbClr>
                </a:gs>
                <a:gs pos="100000">
                  <a:srgbClr val="8DC5BC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5400000">
              <a:off x="83724" y="2568815"/>
              <a:ext cx="24699" cy="24699"/>
            </a:xfrm>
            <a:prstGeom prst="ellipse">
              <a:avLst/>
            </a:prstGeom>
            <a:gradFill>
              <a:gsLst>
                <a:gs pos="0">
                  <a:srgbClr val="AABEE6">
                    <a:alpha val="20295"/>
                  </a:srgbClr>
                </a:gs>
                <a:gs pos="14286">
                  <a:srgbClr val="AABEE6">
                    <a:alpha val="18819"/>
                  </a:srgbClr>
                </a:gs>
                <a:gs pos="28571">
                  <a:srgbClr val="AABEE6">
                    <a:alpha val="14946"/>
                  </a:srgbClr>
                </a:gs>
                <a:gs pos="42857">
                  <a:srgbClr val="AABEE6">
                    <a:alpha val="10074"/>
                  </a:srgbClr>
                </a:gs>
                <a:gs pos="57143">
                  <a:srgbClr val="AABEE6">
                    <a:alpha val="5714"/>
                  </a:srgbClr>
                </a:gs>
                <a:gs pos="71429">
                  <a:srgbClr val="AABEE6">
                    <a:alpha val="2716"/>
                  </a:srgbClr>
                </a:gs>
                <a:gs pos="85714">
                  <a:srgbClr val="AABEE6">
                    <a:alpha val="1083"/>
                  </a:srgbClr>
                </a:gs>
                <a:gs pos="100000">
                  <a:srgbClr val="AABEE6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3730339">
              <a:off x="2528956" y="1729106"/>
              <a:ext cx="538386" cy="531142"/>
            </a:xfrm>
            <a:prstGeom prst="ellipse">
              <a:avLst/>
            </a:prstGeom>
            <a:gradFill>
              <a:gsLst>
                <a:gs pos="0">
                  <a:srgbClr val="383338">
                    <a:alpha val="2071"/>
                  </a:srgbClr>
                </a:gs>
                <a:gs pos="14286">
                  <a:srgbClr val="383338">
                    <a:alpha val="1905"/>
                  </a:srgbClr>
                </a:gs>
                <a:gs pos="28571">
                  <a:srgbClr val="383338">
                    <a:alpha val="1483"/>
                  </a:srgbClr>
                </a:gs>
                <a:gs pos="42857">
                  <a:srgbClr val="383338">
                    <a:alpha val="975"/>
                  </a:srgbClr>
                </a:gs>
                <a:gs pos="57143">
                  <a:srgbClr val="383338">
                    <a:alpha val="541"/>
                  </a:srgbClr>
                </a:gs>
                <a:gs pos="71429">
                  <a:srgbClr val="383338">
                    <a:alpha val="254"/>
                  </a:srgbClr>
                </a:gs>
                <a:gs pos="85714">
                  <a:srgbClr val="383338">
                    <a:alpha val="100"/>
                  </a:srgbClr>
                </a:gs>
                <a:gs pos="100000">
                  <a:srgbClr val="383338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5400000">
              <a:off x="1782588" y="2156130"/>
              <a:ext cx="30470" cy="30470"/>
            </a:xfrm>
            <a:prstGeom prst="ellipse">
              <a:avLst/>
            </a:prstGeom>
            <a:gradFill>
              <a:gsLst>
                <a:gs pos="0">
                  <a:srgbClr val="C3BBC8">
                    <a:alpha val="18230"/>
                  </a:srgbClr>
                </a:gs>
                <a:gs pos="14286">
                  <a:srgbClr val="C3BBC8">
                    <a:alpha val="16888"/>
                  </a:srgbClr>
                </a:gs>
                <a:gs pos="28571">
                  <a:srgbClr val="C3BBC8">
                    <a:alpha val="13379"/>
                  </a:srgbClr>
                </a:gs>
                <a:gs pos="42857">
                  <a:srgbClr val="C3BBC8">
                    <a:alpha val="8991"/>
                  </a:srgbClr>
                </a:gs>
                <a:gs pos="57143">
                  <a:srgbClr val="C3BBC8">
                    <a:alpha val="5086"/>
                  </a:srgbClr>
                </a:gs>
                <a:gs pos="71429">
                  <a:srgbClr val="C3BBC8">
                    <a:alpha val="2414"/>
                  </a:srgbClr>
                </a:gs>
                <a:gs pos="85714">
                  <a:srgbClr val="C3BBC8">
                    <a:alpha val="962"/>
                  </a:srgbClr>
                </a:gs>
                <a:gs pos="100000">
                  <a:srgbClr val="C3BBC8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5400000">
              <a:off x="2185345" y="279730"/>
              <a:ext cx="30321" cy="30321"/>
            </a:xfrm>
            <a:prstGeom prst="ellipse">
              <a:avLst/>
            </a:prstGeom>
            <a:gradFill>
              <a:gsLst>
                <a:gs pos="0">
                  <a:srgbClr val="D5CBBB">
                    <a:alpha val="18284"/>
                  </a:srgbClr>
                </a:gs>
                <a:gs pos="14286">
                  <a:srgbClr val="D5CBBB">
                    <a:alpha val="16938"/>
                  </a:srgbClr>
                </a:gs>
                <a:gs pos="28571">
                  <a:srgbClr val="D5CBBB">
                    <a:alpha val="13420"/>
                  </a:srgbClr>
                </a:gs>
                <a:gs pos="42857">
                  <a:srgbClr val="D5CBBB">
                    <a:alpha val="9019"/>
                  </a:srgbClr>
                </a:gs>
                <a:gs pos="57143">
                  <a:srgbClr val="D5CBBB">
                    <a:alpha val="5102"/>
                  </a:srgbClr>
                </a:gs>
                <a:gs pos="71429">
                  <a:srgbClr val="D5CBBB">
                    <a:alpha val="2422"/>
                  </a:srgbClr>
                </a:gs>
                <a:gs pos="85714">
                  <a:srgbClr val="D5CBBB">
                    <a:alpha val="965"/>
                  </a:srgbClr>
                </a:gs>
                <a:gs pos="100000">
                  <a:srgbClr val="D5CBBB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-8820271">
              <a:off x="2773858" y="2664796"/>
              <a:ext cx="106594" cy="70356"/>
            </a:xfrm>
            <a:prstGeom prst="ellipse">
              <a:avLst/>
            </a:prstGeom>
            <a:gradFill>
              <a:gsLst>
                <a:gs pos="0">
                  <a:srgbClr val="FFFFF4">
                    <a:alpha val="32968"/>
                  </a:srgbClr>
                </a:gs>
                <a:gs pos="14286">
                  <a:srgbClr val="FFFFF4">
                    <a:alpha val="30764"/>
                  </a:srgbClr>
                </a:gs>
                <a:gs pos="28571">
                  <a:srgbClr val="FFFFF4">
                    <a:alpha val="24833"/>
                  </a:srgbClr>
                </a:gs>
                <a:gs pos="42857">
                  <a:srgbClr val="FFFFF4">
                    <a:alpha val="17075"/>
                  </a:srgbClr>
                </a:gs>
                <a:gs pos="57143">
                  <a:srgbClr val="FFFFF4">
                    <a:alpha val="9855"/>
                  </a:srgbClr>
                </a:gs>
                <a:gs pos="71429">
                  <a:srgbClr val="FFFFF4">
                    <a:alpha val="4740"/>
                  </a:srgbClr>
                </a:gs>
                <a:gs pos="85714">
                  <a:srgbClr val="FFFFF4">
                    <a:alpha val="1902"/>
                  </a:srgbClr>
                </a:gs>
                <a:gs pos="100000">
                  <a:srgbClr val="FF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10062048">
              <a:off x="2815749" y="1766002"/>
              <a:ext cx="58889" cy="14722"/>
            </a:xfrm>
            <a:prstGeom prst="ellipse">
              <a:avLst/>
            </a:prstGeom>
            <a:gradFill>
              <a:gsLst>
                <a:gs pos="0">
                  <a:srgbClr val="4D9BCC">
                    <a:alpha val="18601"/>
                  </a:srgbClr>
                </a:gs>
                <a:gs pos="14286">
                  <a:srgbClr val="4D9BCC">
                    <a:alpha val="17234"/>
                  </a:srgbClr>
                </a:gs>
                <a:gs pos="28571">
                  <a:srgbClr val="4D9BCC">
                    <a:alpha val="13659"/>
                  </a:srgbClr>
                </a:gs>
                <a:gs pos="42857">
                  <a:srgbClr val="4D9BCC">
                    <a:alpha val="9184"/>
                  </a:srgbClr>
                </a:gs>
                <a:gs pos="57143">
                  <a:srgbClr val="4D9BCC">
                    <a:alpha val="5198"/>
                  </a:srgbClr>
                </a:gs>
                <a:gs pos="71429">
                  <a:srgbClr val="4D9BCC">
                    <a:alpha val="2468"/>
                  </a:srgbClr>
                </a:gs>
                <a:gs pos="85714">
                  <a:srgbClr val="4D9BCC">
                    <a:alpha val="983"/>
                  </a:srgbClr>
                </a:gs>
                <a:gs pos="100000">
                  <a:srgbClr val="4D9BCC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4240588">
              <a:off x="2844104" y="2008649"/>
              <a:ext cx="62661" cy="15665"/>
            </a:xfrm>
            <a:prstGeom prst="ellipse">
              <a:avLst/>
            </a:prstGeom>
            <a:gradFill>
              <a:gsLst>
                <a:gs pos="0">
                  <a:srgbClr val="B07198">
                    <a:alpha val="17918"/>
                  </a:srgbClr>
                </a:gs>
                <a:gs pos="14286">
                  <a:srgbClr val="B07198">
                    <a:alpha val="16596"/>
                  </a:srgbClr>
                </a:gs>
                <a:gs pos="28571">
                  <a:srgbClr val="B07198">
                    <a:alpha val="13143"/>
                  </a:srgbClr>
                </a:gs>
                <a:gs pos="42857">
                  <a:srgbClr val="B07198">
                    <a:alpha val="8828"/>
                  </a:srgbClr>
                </a:gs>
                <a:gs pos="57143">
                  <a:srgbClr val="B07198">
                    <a:alpha val="4992"/>
                  </a:srgbClr>
                </a:gs>
                <a:gs pos="71429">
                  <a:srgbClr val="B07198">
                    <a:alpha val="2369"/>
                  </a:srgbClr>
                </a:gs>
                <a:gs pos="85714">
                  <a:srgbClr val="B07198">
                    <a:alpha val="943"/>
                  </a:srgbClr>
                </a:gs>
                <a:gs pos="100000">
                  <a:srgbClr val="B07198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7372450">
              <a:off x="2673425" y="67985"/>
              <a:ext cx="53298" cy="29186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-9244781">
              <a:off x="2021048" y="1866985"/>
              <a:ext cx="52092" cy="432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-9560426">
              <a:off x="2668098" y="75066"/>
              <a:ext cx="59325" cy="14831"/>
            </a:xfrm>
            <a:prstGeom prst="ellipse">
              <a:avLst/>
            </a:prstGeom>
            <a:gradFill>
              <a:gsLst>
                <a:gs pos="0">
                  <a:srgbClr val="00002A">
                    <a:alpha val="18522"/>
                  </a:srgbClr>
                </a:gs>
                <a:gs pos="14286">
                  <a:srgbClr val="00002A">
                    <a:alpha val="17161"/>
                  </a:srgbClr>
                </a:gs>
                <a:gs pos="28571">
                  <a:srgbClr val="00002A">
                    <a:alpha val="13600"/>
                  </a:srgbClr>
                </a:gs>
                <a:gs pos="42857">
                  <a:srgbClr val="00002A">
                    <a:alpha val="9143"/>
                  </a:srgbClr>
                </a:gs>
                <a:gs pos="57143">
                  <a:srgbClr val="00002A">
                    <a:alpha val="5174"/>
                  </a:srgbClr>
                </a:gs>
                <a:gs pos="71429">
                  <a:srgbClr val="00002A">
                    <a:alpha val="2456"/>
                  </a:srgbClr>
                </a:gs>
                <a:gs pos="85714">
                  <a:srgbClr val="00002A">
                    <a:alpha val="979"/>
                  </a:srgbClr>
                </a:gs>
                <a:gs pos="100000">
                  <a:srgbClr val="00002A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5400000">
              <a:off x="2253092" y="1935440"/>
              <a:ext cx="34295" cy="34295"/>
            </a:xfrm>
            <a:prstGeom prst="ellipse">
              <a:avLst/>
            </a:prstGeom>
            <a:gradFill>
              <a:gsLst>
                <a:gs pos="0">
                  <a:srgbClr val="D4D4D3">
                    <a:alpha val="20467"/>
                  </a:srgbClr>
                </a:gs>
                <a:gs pos="14286">
                  <a:srgbClr val="D4D4D3">
                    <a:alpha val="18980"/>
                  </a:srgbClr>
                </a:gs>
                <a:gs pos="28571">
                  <a:srgbClr val="D4D4D3">
                    <a:alpha val="15077"/>
                  </a:srgbClr>
                </a:gs>
                <a:gs pos="42857">
                  <a:srgbClr val="D4D4D3">
                    <a:alpha val="10165"/>
                  </a:srgbClr>
                </a:gs>
                <a:gs pos="57143">
                  <a:srgbClr val="D4D4D3">
                    <a:alpha val="5767"/>
                  </a:srgbClr>
                </a:gs>
                <a:gs pos="71429">
                  <a:srgbClr val="D4D4D3">
                    <a:alpha val="2742"/>
                  </a:srgbClr>
                </a:gs>
                <a:gs pos="85714">
                  <a:srgbClr val="D4D4D3">
                    <a:alpha val="1093"/>
                  </a:srgbClr>
                </a:gs>
                <a:gs pos="100000">
                  <a:srgbClr val="D4D4D3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4620846">
              <a:off x="2073255" y="3129060"/>
              <a:ext cx="92997" cy="31021"/>
            </a:xfrm>
            <a:prstGeom prst="ellipse">
              <a:avLst/>
            </a:prstGeom>
            <a:gradFill>
              <a:gsLst>
                <a:gs pos="0">
                  <a:srgbClr val="F1FBFF">
                    <a:alpha val="32968"/>
                  </a:srgbClr>
                </a:gs>
                <a:gs pos="14286">
                  <a:srgbClr val="F1FBFF">
                    <a:alpha val="30764"/>
                  </a:srgbClr>
                </a:gs>
                <a:gs pos="28571">
                  <a:srgbClr val="F1FBFF">
                    <a:alpha val="24833"/>
                  </a:srgbClr>
                </a:gs>
                <a:gs pos="42857">
                  <a:srgbClr val="F1FBFF">
                    <a:alpha val="17075"/>
                  </a:srgbClr>
                </a:gs>
                <a:gs pos="57143">
                  <a:srgbClr val="F1FBFF">
                    <a:alpha val="9855"/>
                  </a:srgbClr>
                </a:gs>
                <a:gs pos="71429">
                  <a:srgbClr val="F1FBFF">
                    <a:alpha val="4740"/>
                  </a:srgbClr>
                </a:gs>
                <a:gs pos="85714">
                  <a:srgbClr val="F1FBFF">
                    <a:alpha val="1902"/>
                  </a:srgbClr>
                </a:gs>
                <a:gs pos="100000">
                  <a:srgbClr val="F1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6294774">
              <a:off x="999250" y="2230636"/>
              <a:ext cx="64361" cy="16090"/>
            </a:xfrm>
            <a:prstGeom prst="ellipse">
              <a:avLst/>
            </a:prstGeom>
            <a:gradFill>
              <a:gsLst>
                <a:gs pos="0">
                  <a:srgbClr val="8F7B85">
                    <a:alpha val="17608"/>
                  </a:srgbClr>
                </a:gs>
                <a:gs pos="14286">
                  <a:srgbClr val="8F7B85">
                    <a:alpha val="16307"/>
                  </a:srgbClr>
                </a:gs>
                <a:gs pos="28571">
                  <a:srgbClr val="8F7B85">
                    <a:alpha val="12909"/>
                  </a:srgbClr>
                </a:gs>
                <a:gs pos="42857">
                  <a:srgbClr val="8F7B85">
                    <a:alpha val="8667"/>
                  </a:srgbClr>
                </a:gs>
                <a:gs pos="57143">
                  <a:srgbClr val="8F7B85">
                    <a:alpha val="4900"/>
                  </a:srgbClr>
                </a:gs>
                <a:gs pos="71429">
                  <a:srgbClr val="8F7B85">
                    <a:alpha val="2324"/>
                  </a:srgbClr>
                </a:gs>
                <a:gs pos="85714">
                  <a:srgbClr val="8F7B85">
                    <a:alpha val="926"/>
                  </a:srgbClr>
                </a:gs>
                <a:gs pos="100000">
                  <a:srgbClr val="8F7B85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3607902">
              <a:off x="485717" y="801076"/>
              <a:ext cx="61996" cy="15499"/>
            </a:xfrm>
            <a:prstGeom prst="ellipse">
              <a:avLst/>
            </a:prstGeom>
            <a:gradFill>
              <a:gsLst>
                <a:gs pos="0">
                  <a:srgbClr val="D56080">
                    <a:alpha val="18039"/>
                  </a:srgbClr>
                </a:gs>
                <a:gs pos="14286">
                  <a:srgbClr val="D56080">
                    <a:alpha val="16709"/>
                  </a:srgbClr>
                </a:gs>
                <a:gs pos="28571">
                  <a:srgbClr val="D56080">
                    <a:alpha val="13234"/>
                  </a:srgbClr>
                </a:gs>
                <a:gs pos="42857">
                  <a:srgbClr val="D56080">
                    <a:alpha val="8891"/>
                  </a:srgbClr>
                </a:gs>
                <a:gs pos="57143">
                  <a:srgbClr val="D56080">
                    <a:alpha val="5029"/>
                  </a:srgbClr>
                </a:gs>
                <a:gs pos="71429">
                  <a:srgbClr val="D56080">
                    <a:alpha val="2386"/>
                  </a:srgbClr>
                </a:gs>
                <a:gs pos="85714">
                  <a:srgbClr val="D56080">
                    <a:alpha val="950"/>
                  </a:srgbClr>
                </a:gs>
                <a:gs pos="100000">
                  <a:srgbClr val="D56080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3962121">
              <a:off x="644264" y="570769"/>
              <a:ext cx="64513" cy="16128"/>
            </a:xfrm>
            <a:prstGeom prst="ellipse">
              <a:avLst/>
            </a:prstGeom>
            <a:gradFill>
              <a:gsLst>
                <a:gs pos="0">
                  <a:srgbClr val="4D5667">
                    <a:alpha val="17580"/>
                  </a:srgbClr>
                </a:gs>
                <a:gs pos="14286">
                  <a:srgbClr val="4D5667">
                    <a:alpha val="16281"/>
                  </a:srgbClr>
                </a:gs>
                <a:gs pos="28571">
                  <a:srgbClr val="4D5667">
                    <a:alpha val="12888"/>
                  </a:srgbClr>
                </a:gs>
                <a:gs pos="42857">
                  <a:srgbClr val="4D5667">
                    <a:alpha val="8653"/>
                  </a:srgbClr>
                </a:gs>
                <a:gs pos="57143">
                  <a:srgbClr val="4D5667">
                    <a:alpha val="4891"/>
                  </a:srgbClr>
                </a:gs>
                <a:gs pos="71429">
                  <a:srgbClr val="4D5667">
                    <a:alpha val="2320"/>
                  </a:srgbClr>
                </a:gs>
                <a:gs pos="85714">
                  <a:srgbClr val="4D5667">
                    <a:alpha val="924"/>
                  </a:srgbClr>
                </a:gs>
                <a:gs pos="100000">
                  <a:srgbClr val="4D5667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-10781134">
              <a:off x="959032" y="2215554"/>
              <a:ext cx="114388" cy="26508"/>
            </a:xfrm>
            <a:prstGeom prst="ellipse">
              <a:avLst/>
            </a:prstGeom>
            <a:gradFill>
              <a:gsLst>
                <a:gs pos="0">
                  <a:srgbClr val="FFB8C5">
                    <a:alpha val="30873"/>
                  </a:srgbClr>
                </a:gs>
                <a:gs pos="14286">
                  <a:srgbClr val="FFB8C5">
                    <a:alpha val="28778"/>
                  </a:srgbClr>
                </a:gs>
                <a:gs pos="28571">
                  <a:srgbClr val="FFB8C5">
                    <a:alpha val="23164"/>
                  </a:srgbClr>
                </a:gs>
                <a:gs pos="42857">
                  <a:srgbClr val="FFB8C5">
                    <a:alpha val="15872"/>
                  </a:srgbClr>
                </a:gs>
                <a:gs pos="57143">
                  <a:srgbClr val="FFB8C5">
                    <a:alpha val="9133"/>
                  </a:srgbClr>
                </a:gs>
                <a:gs pos="71429">
                  <a:srgbClr val="FFB8C5">
                    <a:alpha val="4384"/>
                  </a:srgbClr>
                </a:gs>
                <a:gs pos="85714">
                  <a:srgbClr val="FFB8C5">
                    <a:alpha val="1757"/>
                  </a:srgbClr>
                </a:gs>
                <a:gs pos="100000">
                  <a:srgbClr val="FFB8C5">
                    <a:alpha val="5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-10368880">
              <a:off x="3057927" y="1395090"/>
              <a:ext cx="54608" cy="39518"/>
            </a:xfrm>
            <a:prstGeom prst="ellipse">
              <a:avLst/>
            </a:prstGeom>
            <a:gradFill>
              <a:gsLst>
                <a:gs pos="0">
                  <a:srgbClr val="FFFFD7">
                    <a:alpha val="32968"/>
                  </a:srgbClr>
                </a:gs>
                <a:gs pos="14286">
                  <a:srgbClr val="FFFFD7">
                    <a:alpha val="30764"/>
                  </a:srgbClr>
                </a:gs>
                <a:gs pos="28571">
                  <a:srgbClr val="FFFFD7">
                    <a:alpha val="24833"/>
                  </a:srgbClr>
                </a:gs>
                <a:gs pos="42857">
                  <a:srgbClr val="FFFFD7">
                    <a:alpha val="17075"/>
                  </a:srgbClr>
                </a:gs>
                <a:gs pos="57143">
                  <a:srgbClr val="FFFFD7">
                    <a:alpha val="9855"/>
                  </a:srgbClr>
                </a:gs>
                <a:gs pos="71429">
                  <a:srgbClr val="FFFFD7">
                    <a:alpha val="4740"/>
                  </a:srgbClr>
                </a:gs>
                <a:gs pos="85714">
                  <a:srgbClr val="FFFFD7">
                    <a:alpha val="1902"/>
                  </a:srgbClr>
                </a:gs>
                <a:gs pos="100000">
                  <a:srgbClr val="FFFF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4414202">
              <a:off x="1100729" y="1221271"/>
              <a:ext cx="64155" cy="16039"/>
            </a:xfrm>
            <a:prstGeom prst="ellipse">
              <a:avLst/>
            </a:prstGeom>
            <a:gradFill>
              <a:gsLst>
                <a:gs pos="0">
                  <a:srgbClr val="9BD4D0">
                    <a:alpha val="17646"/>
                  </a:srgbClr>
                </a:gs>
                <a:gs pos="14286">
                  <a:srgbClr val="9BD4D0">
                    <a:alpha val="16342"/>
                  </a:srgbClr>
                </a:gs>
                <a:gs pos="28571">
                  <a:srgbClr val="9BD4D0">
                    <a:alpha val="12938"/>
                  </a:srgbClr>
                </a:gs>
                <a:gs pos="42857">
                  <a:srgbClr val="9BD4D0">
                    <a:alpha val="8687"/>
                  </a:srgbClr>
                </a:gs>
                <a:gs pos="57143">
                  <a:srgbClr val="9BD4D0">
                    <a:alpha val="4911"/>
                  </a:srgbClr>
                </a:gs>
                <a:gs pos="71429">
                  <a:srgbClr val="9BD4D0">
                    <a:alpha val="2329"/>
                  </a:srgbClr>
                </a:gs>
                <a:gs pos="85714">
                  <a:srgbClr val="9BD4D0">
                    <a:alpha val="928"/>
                  </a:srgbClr>
                </a:gs>
                <a:gs pos="100000">
                  <a:srgbClr val="9BD4D0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4073491">
              <a:off x="2840275" y="2016181"/>
              <a:ext cx="86481" cy="611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7079721">
              <a:off x="232137" y="2440715"/>
              <a:ext cx="64537" cy="16134"/>
            </a:xfrm>
            <a:prstGeom prst="ellipse">
              <a:avLst/>
            </a:prstGeom>
            <a:gradFill>
              <a:gsLst>
                <a:gs pos="0">
                  <a:srgbClr val="9D6661">
                    <a:alpha val="17576"/>
                  </a:srgbClr>
                </a:gs>
                <a:gs pos="14286">
                  <a:srgbClr val="9D6661">
                    <a:alpha val="16277"/>
                  </a:srgbClr>
                </a:gs>
                <a:gs pos="28571">
                  <a:srgbClr val="9D6661">
                    <a:alpha val="12885"/>
                  </a:srgbClr>
                </a:gs>
                <a:gs pos="42857">
                  <a:srgbClr val="9D6661">
                    <a:alpha val="8651"/>
                  </a:srgbClr>
                </a:gs>
                <a:gs pos="57143">
                  <a:srgbClr val="9D6661">
                    <a:alpha val="4890"/>
                  </a:srgbClr>
                </a:gs>
                <a:gs pos="71429">
                  <a:srgbClr val="9D6661">
                    <a:alpha val="2319"/>
                  </a:srgbClr>
                </a:gs>
                <a:gs pos="85714">
                  <a:srgbClr val="9D6661">
                    <a:alpha val="924"/>
                  </a:srgbClr>
                </a:gs>
                <a:gs pos="100000">
                  <a:srgbClr val="9D6661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4232494">
              <a:off x="958052" y="700837"/>
              <a:ext cx="52525" cy="501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5400000">
              <a:off x="3007863" y="2908603"/>
              <a:ext cx="28339" cy="28339"/>
            </a:xfrm>
            <a:prstGeom prst="ellipse">
              <a:avLst/>
            </a:prstGeom>
            <a:gradFill>
              <a:gsLst>
                <a:gs pos="0">
                  <a:srgbClr val="8FA1C9">
                    <a:alpha val="18999"/>
                  </a:srgbClr>
                </a:gs>
                <a:gs pos="14286">
                  <a:srgbClr val="8FA1C9">
                    <a:alpha val="17606"/>
                  </a:srgbClr>
                </a:gs>
                <a:gs pos="28571">
                  <a:srgbClr val="8FA1C9">
                    <a:alpha val="13961"/>
                  </a:srgbClr>
                </a:gs>
                <a:gs pos="42857">
                  <a:srgbClr val="8FA1C9">
                    <a:alpha val="9392"/>
                  </a:srgbClr>
                </a:gs>
                <a:gs pos="57143">
                  <a:srgbClr val="8FA1C9">
                    <a:alpha val="5318"/>
                  </a:srgbClr>
                </a:gs>
                <a:gs pos="71429">
                  <a:srgbClr val="8FA1C9">
                    <a:alpha val="2526"/>
                  </a:srgbClr>
                </a:gs>
                <a:gs pos="85714">
                  <a:srgbClr val="8FA1C9">
                    <a:alpha val="1006"/>
                  </a:srgbClr>
                </a:gs>
                <a:gs pos="100000">
                  <a:srgbClr val="8FA1C9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10033597">
              <a:off x="1817704" y="1617922"/>
              <a:ext cx="63217" cy="15804"/>
            </a:xfrm>
            <a:prstGeom prst="ellipse">
              <a:avLst/>
            </a:prstGeom>
            <a:gradFill>
              <a:gsLst>
                <a:gs pos="0">
                  <a:srgbClr val="C53E3F">
                    <a:alpha val="17817"/>
                  </a:srgbClr>
                </a:gs>
                <a:gs pos="14286">
                  <a:srgbClr val="C53E3F">
                    <a:alpha val="16502"/>
                  </a:srgbClr>
                </a:gs>
                <a:gs pos="28571">
                  <a:srgbClr val="C53E3F">
                    <a:alpha val="13067"/>
                  </a:srgbClr>
                </a:gs>
                <a:gs pos="42857">
                  <a:srgbClr val="C53E3F">
                    <a:alpha val="8776"/>
                  </a:srgbClr>
                </a:gs>
                <a:gs pos="57143">
                  <a:srgbClr val="C53E3F">
                    <a:alpha val="4962"/>
                  </a:srgbClr>
                </a:gs>
                <a:gs pos="71429">
                  <a:srgbClr val="C53E3F">
                    <a:alpha val="2354"/>
                  </a:srgbClr>
                </a:gs>
                <a:gs pos="85714">
                  <a:srgbClr val="C53E3F">
                    <a:alpha val="938"/>
                  </a:srgbClr>
                </a:gs>
                <a:gs pos="100000">
                  <a:srgbClr val="C53E3F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7132682">
              <a:off x="1852155" y="383468"/>
              <a:ext cx="54168" cy="13542"/>
            </a:xfrm>
            <a:prstGeom prst="ellipse">
              <a:avLst/>
            </a:prstGeom>
            <a:gradFill>
              <a:gsLst>
                <a:gs pos="0">
                  <a:srgbClr val="9FD2DF">
                    <a:alpha val="19448"/>
                  </a:srgbClr>
                </a:gs>
                <a:gs pos="14286">
                  <a:srgbClr val="9FD2DF">
                    <a:alpha val="18026"/>
                  </a:srgbClr>
                </a:gs>
                <a:gs pos="28571">
                  <a:srgbClr val="9FD2DF">
                    <a:alpha val="14302"/>
                  </a:srgbClr>
                </a:gs>
                <a:gs pos="42857">
                  <a:srgbClr val="9FD2DF">
                    <a:alpha val="9628"/>
                  </a:srgbClr>
                </a:gs>
                <a:gs pos="57143">
                  <a:srgbClr val="9FD2DF">
                    <a:alpha val="5455"/>
                  </a:srgbClr>
                </a:gs>
                <a:gs pos="71429">
                  <a:srgbClr val="9FD2DF">
                    <a:alpha val="2592"/>
                  </a:srgbClr>
                </a:gs>
                <a:gs pos="85714">
                  <a:srgbClr val="9FD2DF">
                    <a:alpha val="1033"/>
                  </a:srgbClr>
                </a:gs>
                <a:gs pos="100000">
                  <a:srgbClr val="9FD2DF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5024697">
              <a:off x="1721075" y="2028107"/>
              <a:ext cx="62700" cy="15675"/>
            </a:xfrm>
            <a:prstGeom prst="ellipse">
              <a:avLst/>
            </a:prstGeom>
            <a:gradFill>
              <a:gsLst>
                <a:gs pos="0">
                  <a:srgbClr val="D40024">
                    <a:alpha val="17911"/>
                  </a:srgbClr>
                </a:gs>
                <a:gs pos="14286">
                  <a:srgbClr val="D40024">
                    <a:alpha val="16590"/>
                  </a:srgbClr>
                </a:gs>
                <a:gs pos="28571">
                  <a:srgbClr val="D40024">
                    <a:alpha val="13138"/>
                  </a:srgbClr>
                </a:gs>
                <a:gs pos="42857">
                  <a:srgbClr val="D40024">
                    <a:alpha val="8824"/>
                  </a:srgbClr>
                </a:gs>
                <a:gs pos="57143">
                  <a:srgbClr val="D40024">
                    <a:alpha val="4990"/>
                  </a:srgbClr>
                </a:gs>
                <a:gs pos="71429">
                  <a:srgbClr val="D40024">
                    <a:alpha val="2368"/>
                  </a:srgbClr>
                </a:gs>
                <a:gs pos="85714">
                  <a:srgbClr val="D40024">
                    <a:alpha val="943"/>
                  </a:srgbClr>
                </a:gs>
                <a:gs pos="100000">
                  <a:srgbClr val="D40024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8374430">
              <a:off x="2124850" y="932954"/>
              <a:ext cx="63831" cy="336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5400000">
              <a:off x="995488" y="212815"/>
              <a:ext cx="27196" cy="27196"/>
            </a:xfrm>
            <a:prstGeom prst="ellipse">
              <a:avLst/>
            </a:prstGeom>
            <a:gradFill>
              <a:gsLst>
                <a:gs pos="0">
                  <a:srgbClr val="84BADC">
                    <a:alpha val="19408"/>
                  </a:srgbClr>
                </a:gs>
                <a:gs pos="14286">
                  <a:srgbClr val="84BADC">
                    <a:alpha val="17989"/>
                  </a:srgbClr>
                </a:gs>
                <a:gs pos="28571">
                  <a:srgbClr val="84BADC">
                    <a:alpha val="14271"/>
                  </a:srgbClr>
                </a:gs>
                <a:gs pos="42857">
                  <a:srgbClr val="84BADC">
                    <a:alpha val="9607"/>
                  </a:srgbClr>
                </a:gs>
                <a:gs pos="57143">
                  <a:srgbClr val="84BADC">
                    <a:alpha val="5443"/>
                  </a:srgbClr>
                </a:gs>
                <a:gs pos="71429">
                  <a:srgbClr val="84BADC">
                    <a:alpha val="2586"/>
                  </a:srgbClr>
                </a:gs>
                <a:gs pos="85714">
                  <a:srgbClr val="84BADC">
                    <a:alpha val="1031"/>
                  </a:srgbClr>
                </a:gs>
                <a:gs pos="100000">
                  <a:srgbClr val="84BADC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5400000">
              <a:off x="2100365" y="3071762"/>
              <a:ext cx="30863" cy="30863"/>
            </a:xfrm>
            <a:prstGeom prst="ellipse">
              <a:avLst/>
            </a:prstGeom>
            <a:gradFill>
              <a:gsLst>
                <a:gs pos="0">
                  <a:srgbClr val="6DC9EA">
                    <a:alpha val="18088"/>
                  </a:srgbClr>
                </a:gs>
                <a:gs pos="14286">
                  <a:srgbClr val="6DC9EA">
                    <a:alpha val="16755"/>
                  </a:srgbClr>
                </a:gs>
                <a:gs pos="28571">
                  <a:srgbClr val="6DC9EA">
                    <a:alpha val="13271"/>
                  </a:srgbClr>
                </a:gs>
                <a:gs pos="42857">
                  <a:srgbClr val="6DC9EA">
                    <a:alpha val="8917"/>
                  </a:srgbClr>
                </a:gs>
                <a:gs pos="57143">
                  <a:srgbClr val="6DC9EA">
                    <a:alpha val="5043"/>
                  </a:srgbClr>
                </a:gs>
                <a:gs pos="71429">
                  <a:srgbClr val="6DC9EA">
                    <a:alpha val="2393"/>
                  </a:srgbClr>
                </a:gs>
                <a:gs pos="85714">
                  <a:srgbClr val="6DC9EA">
                    <a:alpha val="953"/>
                  </a:srgbClr>
                </a:gs>
                <a:gs pos="100000">
                  <a:srgbClr val="6DC9EA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9076263">
              <a:off x="137690" y="2832402"/>
              <a:ext cx="65108" cy="16277"/>
            </a:xfrm>
            <a:prstGeom prst="ellipse">
              <a:avLst/>
            </a:prstGeom>
            <a:gradFill>
              <a:gsLst>
                <a:gs pos="0">
                  <a:srgbClr val="5980AB">
                    <a:alpha val="17472"/>
                  </a:srgbClr>
                </a:gs>
                <a:gs pos="14286">
                  <a:srgbClr val="5980AB">
                    <a:alpha val="16180"/>
                  </a:srgbClr>
                </a:gs>
                <a:gs pos="28571">
                  <a:srgbClr val="5980AB">
                    <a:alpha val="12806"/>
                  </a:srgbClr>
                </a:gs>
                <a:gs pos="42857">
                  <a:srgbClr val="5980AB">
                    <a:alpha val="8597"/>
                  </a:srgbClr>
                </a:gs>
                <a:gs pos="57143">
                  <a:srgbClr val="5980AB">
                    <a:alpha val="4859"/>
                  </a:srgbClr>
                </a:gs>
                <a:gs pos="71429">
                  <a:srgbClr val="5980AB">
                    <a:alpha val="2304"/>
                  </a:srgbClr>
                </a:gs>
                <a:gs pos="85714">
                  <a:srgbClr val="5980AB">
                    <a:alpha val="918"/>
                  </a:srgbClr>
                </a:gs>
                <a:gs pos="100000">
                  <a:srgbClr val="5980AB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6760582">
              <a:off x="202432" y="2489861"/>
              <a:ext cx="65373" cy="16343"/>
            </a:xfrm>
            <a:prstGeom prst="ellipse">
              <a:avLst/>
            </a:prstGeom>
            <a:gradFill>
              <a:gsLst>
                <a:gs pos="0">
                  <a:srgbClr val="8D6659">
                    <a:alpha val="17423"/>
                  </a:srgbClr>
                </a:gs>
                <a:gs pos="14286">
                  <a:srgbClr val="8D6659">
                    <a:alpha val="16135"/>
                  </a:srgbClr>
                </a:gs>
                <a:gs pos="28571">
                  <a:srgbClr val="8D6659">
                    <a:alpha val="12770"/>
                  </a:srgbClr>
                </a:gs>
                <a:gs pos="42857">
                  <a:srgbClr val="8D6659">
                    <a:alpha val="8571"/>
                  </a:srgbClr>
                </a:gs>
                <a:gs pos="57143">
                  <a:srgbClr val="8D6659">
                    <a:alpha val="4844"/>
                  </a:srgbClr>
                </a:gs>
                <a:gs pos="71429">
                  <a:srgbClr val="8D6659">
                    <a:alpha val="2297"/>
                  </a:srgbClr>
                </a:gs>
                <a:gs pos="85714">
                  <a:srgbClr val="8D6659">
                    <a:alpha val="915"/>
                  </a:srgbClr>
                </a:gs>
                <a:gs pos="100000">
                  <a:srgbClr val="8D6659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9645658">
              <a:off x="2107856" y="2483075"/>
              <a:ext cx="28431" cy="26003"/>
            </a:xfrm>
            <a:prstGeom prst="ellipse">
              <a:avLst/>
            </a:prstGeom>
            <a:gradFill>
              <a:gsLst>
                <a:gs pos="0">
                  <a:srgbClr val="FFFFF0">
                    <a:alpha val="32968"/>
                  </a:srgbClr>
                </a:gs>
                <a:gs pos="14286">
                  <a:srgbClr val="FFFFF0">
                    <a:alpha val="30764"/>
                  </a:srgbClr>
                </a:gs>
                <a:gs pos="28571">
                  <a:srgbClr val="FFFFF0">
                    <a:alpha val="24833"/>
                  </a:srgbClr>
                </a:gs>
                <a:gs pos="42857">
                  <a:srgbClr val="FFFFF0">
                    <a:alpha val="17075"/>
                  </a:srgbClr>
                </a:gs>
                <a:gs pos="57143">
                  <a:srgbClr val="FFFFF0">
                    <a:alpha val="9855"/>
                  </a:srgbClr>
                </a:gs>
                <a:gs pos="71429">
                  <a:srgbClr val="FFFFF0">
                    <a:alpha val="4740"/>
                  </a:srgbClr>
                </a:gs>
                <a:gs pos="85714">
                  <a:srgbClr val="FFFFF0">
                    <a:alpha val="1902"/>
                  </a:srgbClr>
                </a:gs>
                <a:gs pos="100000">
                  <a:srgbClr val="FF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2915425">
              <a:off x="362731" y="1457347"/>
              <a:ext cx="131576" cy="649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3084532">
              <a:off x="981593" y="2175771"/>
              <a:ext cx="83271" cy="703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7149788">
              <a:off x="2592576" y="1949284"/>
              <a:ext cx="312433" cy="301816"/>
            </a:xfrm>
            <a:prstGeom prst="ellipse">
              <a:avLst/>
            </a:prstGeom>
            <a:gradFill>
              <a:gsLst>
                <a:gs pos="0">
                  <a:srgbClr val="9FACCD">
                    <a:alpha val="1696"/>
                  </a:srgbClr>
                </a:gs>
                <a:gs pos="14286">
                  <a:srgbClr val="9FACCD">
                    <a:alpha val="1560"/>
                  </a:srgbClr>
                </a:gs>
                <a:gs pos="28571">
                  <a:srgbClr val="9FACCD">
                    <a:alpha val="1214"/>
                  </a:srgbClr>
                </a:gs>
                <a:gs pos="42857">
                  <a:srgbClr val="9FACCD">
                    <a:alpha val="798"/>
                  </a:srgbClr>
                </a:gs>
                <a:gs pos="57143">
                  <a:srgbClr val="9FACCD">
                    <a:alpha val="443"/>
                  </a:srgbClr>
                </a:gs>
                <a:gs pos="71429">
                  <a:srgbClr val="9FACCD">
                    <a:alpha val="208"/>
                  </a:srgbClr>
                </a:gs>
                <a:gs pos="85714">
                  <a:srgbClr val="9FACCD">
                    <a:alpha val="82"/>
                  </a:srgbClr>
                </a:gs>
                <a:gs pos="100000">
                  <a:srgbClr val="9FACCD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10533779">
              <a:off x="1589496" y="553743"/>
              <a:ext cx="58743" cy="14686"/>
            </a:xfrm>
            <a:prstGeom prst="ellipse">
              <a:avLst/>
            </a:prstGeom>
            <a:gradFill>
              <a:gsLst>
                <a:gs pos="0">
                  <a:srgbClr val="AEEDF0">
                    <a:alpha val="18627"/>
                  </a:srgbClr>
                </a:gs>
                <a:gs pos="14286">
                  <a:srgbClr val="AEEDF0">
                    <a:alpha val="17259"/>
                  </a:srgbClr>
                </a:gs>
                <a:gs pos="28571">
                  <a:srgbClr val="AEEDF0">
                    <a:alpha val="13679"/>
                  </a:srgbClr>
                </a:gs>
                <a:gs pos="42857">
                  <a:srgbClr val="AEEDF0">
                    <a:alpha val="9198"/>
                  </a:srgbClr>
                </a:gs>
                <a:gs pos="57143">
                  <a:srgbClr val="AEEDF0">
                    <a:alpha val="5206"/>
                  </a:srgbClr>
                </a:gs>
                <a:gs pos="71429">
                  <a:srgbClr val="AEEDF0">
                    <a:alpha val="2472"/>
                  </a:srgbClr>
                </a:gs>
                <a:gs pos="85714">
                  <a:srgbClr val="AEEDF0">
                    <a:alpha val="985"/>
                  </a:srgbClr>
                </a:gs>
                <a:gs pos="100000">
                  <a:srgbClr val="AEEDF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-10373708">
              <a:off x="2059046" y="1465754"/>
              <a:ext cx="123388" cy="33178"/>
            </a:xfrm>
            <a:prstGeom prst="ellipse">
              <a:avLst/>
            </a:prstGeom>
            <a:gradFill>
              <a:gsLst>
                <a:gs pos="0">
                  <a:srgbClr val="FFFFE2">
                    <a:alpha val="32968"/>
                  </a:srgbClr>
                </a:gs>
                <a:gs pos="14286">
                  <a:srgbClr val="FFFFE2">
                    <a:alpha val="30764"/>
                  </a:srgbClr>
                </a:gs>
                <a:gs pos="28571">
                  <a:srgbClr val="FFFFE2">
                    <a:alpha val="24833"/>
                  </a:srgbClr>
                </a:gs>
                <a:gs pos="42857">
                  <a:srgbClr val="FFFFE2">
                    <a:alpha val="17075"/>
                  </a:srgbClr>
                </a:gs>
                <a:gs pos="57143">
                  <a:srgbClr val="FFFFE2">
                    <a:alpha val="9855"/>
                  </a:srgbClr>
                </a:gs>
                <a:gs pos="71429">
                  <a:srgbClr val="FFFFE2">
                    <a:alpha val="4740"/>
                  </a:srgbClr>
                </a:gs>
                <a:gs pos="85714">
                  <a:srgbClr val="FFFFE2">
                    <a:alpha val="1902"/>
                  </a:srgbClr>
                </a:gs>
                <a:gs pos="100000">
                  <a:srgbClr val="FFFF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5042927">
              <a:off x="256866" y="799763"/>
              <a:ext cx="63335" cy="15834"/>
            </a:xfrm>
            <a:prstGeom prst="ellipse">
              <a:avLst/>
            </a:prstGeom>
            <a:gradFill>
              <a:gsLst>
                <a:gs pos="0">
                  <a:srgbClr val="768FA1">
                    <a:alpha val="17795"/>
                  </a:srgbClr>
                </a:gs>
                <a:gs pos="14286">
                  <a:srgbClr val="768FA1">
                    <a:alpha val="16482"/>
                  </a:srgbClr>
                </a:gs>
                <a:gs pos="28571">
                  <a:srgbClr val="768FA1">
                    <a:alpha val="13051"/>
                  </a:srgbClr>
                </a:gs>
                <a:gs pos="42857">
                  <a:srgbClr val="768FA1">
                    <a:alpha val="8764"/>
                  </a:srgbClr>
                </a:gs>
                <a:gs pos="57143">
                  <a:srgbClr val="768FA1">
                    <a:alpha val="4956"/>
                  </a:srgbClr>
                </a:gs>
                <a:gs pos="71429">
                  <a:srgbClr val="768FA1">
                    <a:alpha val="2351"/>
                  </a:srgbClr>
                </a:gs>
                <a:gs pos="85714">
                  <a:srgbClr val="768FA1">
                    <a:alpha val="936"/>
                  </a:srgbClr>
                </a:gs>
                <a:gs pos="100000">
                  <a:srgbClr val="768FA1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5400000">
              <a:off x="3171403" y="76047"/>
              <a:ext cx="35857" cy="35857"/>
            </a:xfrm>
            <a:prstGeom prst="ellipse">
              <a:avLst/>
            </a:prstGeom>
            <a:gradFill>
              <a:gsLst>
                <a:gs pos="0">
                  <a:srgbClr val="FF9B84">
                    <a:alpha val="20079"/>
                  </a:srgbClr>
                </a:gs>
                <a:gs pos="14286">
                  <a:srgbClr val="FF9B84">
                    <a:alpha val="18617"/>
                  </a:srgbClr>
                </a:gs>
                <a:gs pos="28571">
                  <a:srgbClr val="FF9B84">
                    <a:alpha val="14782"/>
                  </a:srgbClr>
                </a:gs>
                <a:gs pos="42857">
                  <a:srgbClr val="FF9B84">
                    <a:alpha val="9960"/>
                  </a:srgbClr>
                </a:gs>
                <a:gs pos="57143">
                  <a:srgbClr val="FF9B84">
                    <a:alpha val="5648"/>
                  </a:srgbClr>
                </a:gs>
                <a:gs pos="71429">
                  <a:srgbClr val="FF9B84">
                    <a:alpha val="2685"/>
                  </a:srgbClr>
                </a:gs>
                <a:gs pos="85714">
                  <a:srgbClr val="FF9B84">
                    <a:alpha val="1070"/>
                  </a:srgbClr>
                </a:gs>
                <a:gs pos="100000">
                  <a:srgbClr val="FF9B84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8111394">
              <a:off x="2411396" y="2897099"/>
              <a:ext cx="93250" cy="34952"/>
            </a:xfrm>
            <a:prstGeom prst="ellipse">
              <a:avLst/>
            </a:prstGeom>
            <a:gradFill>
              <a:gsLst>
                <a:gs pos="0">
                  <a:srgbClr val="FFECE4">
                    <a:alpha val="32488"/>
                  </a:srgbClr>
                </a:gs>
                <a:gs pos="14286">
                  <a:srgbClr val="FFECE4">
                    <a:alpha val="30309"/>
                  </a:srgbClr>
                </a:gs>
                <a:gs pos="28571">
                  <a:srgbClr val="FFECE4">
                    <a:alpha val="24450"/>
                  </a:srgbClr>
                </a:gs>
                <a:gs pos="42857">
                  <a:srgbClr val="FFECE4">
                    <a:alpha val="16798"/>
                  </a:srgbClr>
                </a:gs>
                <a:gs pos="57143">
                  <a:srgbClr val="FFECE4">
                    <a:alpha val="9688"/>
                  </a:srgbClr>
                </a:gs>
                <a:gs pos="71429">
                  <a:srgbClr val="FFECE4">
                    <a:alpha val="4658"/>
                  </a:srgbClr>
                </a:gs>
                <a:gs pos="85714">
                  <a:srgbClr val="FFECE4">
                    <a:alpha val="1868"/>
                  </a:srgbClr>
                </a:gs>
                <a:gs pos="100000">
                  <a:srgbClr val="FFECE4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8422140">
              <a:off x="3505879" y="1721609"/>
              <a:ext cx="136135" cy="135678"/>
            </a:xfrm>
            <a:prstGeom prst="ellipse">
              <a:avLst/>
            </a:prstGeom>
            <a:gradFill>
              <a:gsLst>
                <a:gs pos="0">
                  <a:srgbClr val="FF4D38">
                    <a:alpha val="32968"/>
                  </a:srgbClr>
                </a:gs>
                <a:gs pos="14286">
                  <a:srgbClr val="FF4D38">
                    <a:alpha val="30764"/>
                  </a:srgbClr>
                </a:gs>
                <a:gs pos="28571">
                  <a:srgbClr val="FF4D38">
                    <a:alpha val="24833"/>
                  </a:srgbClr>
                </a:gs>
                <a:gs pos="42857">
                  <a:srgbClr val="FF4D38">
                    <a:alpha val="17075"/>
                  </a:srgbClr>
                </a:gs>
                <a:gs pos="57143">
                  <a:srgbClr val="FF4D38">
                    <a:alpha val="9855"/>
                  </a:srgbClr>
                </a:gs>
                <a:gs pos="71429">
                  <a:srgbClr val="FF4D38">
                    <a:alpha val="4740"/>
                  </a:srgbClr>
                </a:gs>
                <a:gs pos="85714">
                  <a:srgbClr val="FF4D38">
                    <a:alpha val="1902"/>
                  </a:srgbClr>
                </a:gs>
                <a:gs pos="100000">
                  <a:srgbClr val="FF4D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5400000">
              <a:off x="1076964" y="507745"/>
              <a:ext cx="35764" cy="35764"/>
            </a:xfrm>
            <a:prstGeom prst="ellipse">
              <a:avLst/>
            </a:prstGeom>
            <a:gradFill>
              <a:gsLst>
                <a:gs pos="0">
                  <a:srgbClr val="FFAF8F">
                    <a:alpha val="20103"/>
                  </a:srgbClr>
                </a:gs>
                <a:gs pos="14286">
                  <a:srgbClr val="FFAF8F">
                    <a:alpha val="18639"/>
                  </a:srgbClr>
                </a:gs>
                <a:gs pos="28571">
                  <a:srgbClr val="FFAF8F">
                    <a:alpha val="14799"/>
                  </a:srgbClr>
                </a:gs>
                <a:gs pos="42857">
                  <a:srgbClr val="FFAF8F">
                    <a:alpha val="9972"/>
                  </a:srgbClr>
                </a:gs>
                <a:gs pos="57143">
                  <a:srgbClr val="FFAF8F">
                    <a:alpha val="5655"/>
                  </a:srgbClr>
                </a:gs>
                <a:gs pos="71429">
                  <a:srgbClr val="FFAF8F">
                    <a:alpha val="2688"/>
                  </a:srgbClr>
                </a:gs>
                <a:gs pos="85714">
                  <a:srgbClr val="FFAF8F">
                    <a:alpha val="1072"/>
                  </a:srgbClr>
                </a:gs>
                <a:gs pos="100000">
                  <a:srgbClr val="FFAF8F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-9307146">
              <a:off x="1725498" y="1261570"/>
              <a:ext cx="92235" cy="804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2769043">
              <a:off x="2045183" y="580258"/>
              <a:ext cx="66263" cy="16566"/>
            </a:xfrm>
            <a:prstGeom prst="ellipse">
              <a:avLst/>
            </a:prstGeom>
            <a:gradFill>
              <a:gsLst>
                <a:gs pos="0">
                  <a:srgbClr val="764C70">
                    <a:alpha val="17260"/>
                  </a:srgbClr>
                </a:gs>
                <a:gs pos="14286">
                  <a:srgbClr val="764C70">
                    <a:alpha val="15982"/>
                  </a:srgbClr>
                </a:gs>
                <a:gs pos="28571">
                  <a:srgbClr val="764C70">
                    <a:alpha val="12647"/>
                  </a:srgbClr>
                </a:gs>
                <a:gs pos="42857">
                  <a:srgbClr val="764C70">
                    <a:alpha val="8487"/>
                  </a:srgbClr>
                </a:gs>
                <a:gs pos="57143">
                  <a:srgbClr val="764C70">
                    <a:alpha val="4795"/>
                  </a:srgbClr>
                </a:gs>
                <a:gs pos="71429">
                  <a:srgbClr val="764C70">
                    <a:alpha val="2274"/>
                  </a:srgbClr>
                </a:gs>
                <a:gs pos="85714">
                  <a:srgbClr val="764C70">
                    <a:alpha val="906"/>
                  </a:srgbClr>
                </a:gs>
                <a:gs pos="100000">
                  <a:srgbClr val="764C70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6673473">
              <a:off x="2846023" y="1957574"/>
              <a:ext cx="56378" cy="14095"/>
            </a:xfrm>
            <a:prstGeom prst="ellipse">
              <a:avLst/>
            </a:prstGeom>
            <a:gradFill>
              <a:gsLst>
                <a:gs pos="0">
                  <a:srgbClr val="8FC4DA">
                    <a:alpha val="19052"/>
                  </a:srgbClr>
                </a:gs>
                <a:gs pos="14286">
                  <a:srgbClr val="8FC4DA">
                    <a:alpha val="17657"/>
                  </a:srgbClr>
                </a:gs>
                <a:gs pos="28571">
                  <a:srgbClr val="8FC4DA">
                    <a:alpha val="14002"/>
                  </a:srgbClr>
                </a:gs>
                <a:gs pos="42857">
                  <a:srgbClr val="8FC4DA">
                    <a:alpha val="9420"/>
                  </a:srgbClr>
                </a:gs>
                <a:gs pos="57143">
                  <a:srgbClr val="8FC4DA">
                    <a:alpha val="5335"/>
                  </a:srgbClr>
                </a:gs>
                <a:gs pos="71429">
                  <a:srgbClr val="8FC4DA">
                    <a:alpha val="2534"/>
                  </a:srgbClr>
                </a:gs>
                <a:gs pos="85714">
                  <a:srgbClr val="8FC4DA">
                    <a:alpha val="1010"/>
                  </a:srgbClr>
                </a:gs>
                <a:gs pos="100000">
                  <a:srgbClr val="8FC4DA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7294156">
              <a:off x="204937" y="2444934"/>
              <a:ext cx="88354" cy="46530"/>
            </a:xfrm>
            <a:prstGeom prst="ellipse">
              <a:avLst/>
            </a:prstGeom>
            <a:gradFill>
              <a:gsLst>
                <a:gs pos="0">
                  <a:srgbClr val="FFFFEA">
                    <a:alpha val="32968"/>
                  </a:srgbClr>
                </a:gs>
                <a:gs pos="14286">
                  <a:srgbClr val="FFFFEA">
                    <a:alpha val="30764"/>
                  </a:srgbClr>
                </a:gs>
                <a:gs pos="28571">
                  <a:srgbClr val="FFFFEA">
                    <a:alpha val="24833"/>
                  </a:srgbClr>
                </a:gs>
                <a:gs pos="42857">
                  <a:srgbClr val="FFFFEA">
                    <a:alpha val="17075"/>
                  </a:srgbClr>
                </a:gs>
                <a:gs pos="57143">
                  <a:srgbClr val="FFFFEA">
                    <a:alpha val="9855"/>
                  </a:srgbClr>
                </a:gs>
                <a:gs pos="71429">
                  <a:srgbClr val="FFFFEA">
                    <a:alpha val="4740"/>
                  </a:srgbClr>
                </a:gs>
                <a:gs pos="85714">
                  <a:srgbClr val="FFFFEA">
                    <a:alpha val="1902"/>
                  </a:srgbClr>
                </a:gs>
                <a:gs pos="100000">
                  <a:srgbClr val="FFFF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4213914">
              <a:off x="3515366" y="1743953"/>
              <a:ext cx="117215" cy="93680"/>
            </a:xfrm>
            <a:prstGeom prst="ellipse">
              <a:avLst/>
            </a:prstGeom>
            <a:gradFill>
              <a:gsLst>
                <a:gs pos="0">
                  <a:srgbClr val="FFFFCF">
                    <a:alpha val="32968"/>
                  </a:srgbClr>
                </a:gs>
                <a:gs pos="14286">
                  <a:srgbClr val="FFFFCF">
                    <a:alpha val="30764"/>
                  </a:srgbClr>
                </a:gs>
                <a:gs pos="28571">
                  <a:srgbClr val="FFFFCF">
                    <a:alpha val="24833"/>
                  </a:srgbClr>
                </a:gs>
                <a:gs pos="42857">
                  <a:srgbClr val="FFFFCF">
                    <a:alpha val="17075"/>
                  </a:srgbClr>
                </a:gs>
                <a:gs pos="57143">
                  <a:srgbClr val="FFFFCF">
                    <a:alpha val="9855"/>
                  </a:srgbClr>
                </a:gs>
                <a:gs pos="71429">
                  <a:srgbClr val="FFFFCF">
                    <a:alpha val="4740"/>
                  </a:srgbClr>
                </a:gs>
                <a:gs pos="85714">
                  <a:srgbClr val="FFFFCF">
                    <a:alpha val="1902"/>
                  </a:srgbClr>
                </a:gs>
                <a:gs pos="100000">
                  <a:srgbClr val="FFF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5669588">
              <a:off x="343281" y="1421192"/>
              <a:ext cx="125637" cy="50479"/>
            </a:xfrm>
            <a:prstGeom prst="ellipse">
              <a:avLst/>
            </a:prstGeom>
            <a:gradFill>
              <a:gsLst>
                <a:gs pos="0">
                  <a:srgbClr val="FFF8FF">
                    <a:alpha val="32968"/>
                  </a:srgbClr>
                </a:gs>
                <a:gs pos="14286">
                  <a:srgbClr val="FFF8FF">
                    <a:alpha val="30764"/>
                  </a:srgbClr>
                </a:gs>
                <a:gs pos="28571">
                  <a:srgbClr val="FFF8FF">
                    <a:alpha val="24833"/>
                  </a:srgbClr>
                </a:gs>
                <a:gs pos="42857">
                  <a:srgbClr val="FFF8FF">
                    <a:alpha val="17075"/>
                  </a:srgbClr>
                </a:gs>
                <a:gs pos="57143">
                  <a:srgbClr val="FFF8FF">
                    <a:alpha val="9855"/>
                  </a:srgbClr>
                </a:gs>
                <a:gs pos="71429">
                  <a:srgbClr val="FFF8FF">
                    <a:alpha val="4740"/>
                  </a:srgbClr>
                </a:gs>
                <a:gs pos="85714">
                  <a:srgbClr val="FFF8FF">
                    <a:alpha val="1902"/>
                  </a:srgbClr>
                </a:gs>
                <a:gs pos="100000">
                  <a:srgbClr val="FF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7304818">
              <a:off x="2817436" y="3011192"/>
              <a:ext cx="66111" cy="16528"/>
            </a:xfrm>
            <a:prstGeom prst="ellipse">
              <a:avLst/>
            </a:prstGeom>
            <a:gradFill>
              <a:gsLst>
                <a:gs pos="0">
                  <a:srgbClr val="6C666A">
                    <a:alpha val="17288"/>
                  </a:srgbClr>
                </a:gs>
                <a:gs pos="14286">
                  <a:srgbClr val="6C666A">
                    <a:alpha val="16008"/>
                  </a:srgbClr>
                </a:gs>
                <a:gs pos="28571">
                  <a:srgbClr val="6C666A">
                    <a:alpha val="12668"/>
                  </a:srgbClr>
                </a:gs>
                <a:gs pos="42857">
                  <a:srgbClr val="6C666A">
                    <a:alpha val="8501"/>
                  </a:srgbClr>
                </a:gs>
                <a:gs pos="57143">
                  <a:srgbClr val="6C666A">
                    <a:alpha val="4804"/>
                  </a:srgbClr>
                </a:gs>
                <a:gs pos="71429">
                  <a:srgbClr val="6C666A">
                    <a:alpha val="2278"/>
                  </a:srgbClr>
                </a:gs>
                <a:gs pos="85714">
                  <a:srgbClr val="6C666A">
                    <a:alpha val="907"/>
                  </a:srgbClr>
                </a:gs>
                <a:gs pos="100000">
                  <a:srgbClr val="6C666A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9756196">
              <a:off x="712644" y="602000"/>
              <a:ext cx="59898" cy="14974"/>
            </a:xfrm>
            <a:prstGeom prst="ellipse">
              <a:avLst/>
            </a:prstGeom>
            <a:gradFill>
              <a:gsLst>
                <a:gs pos="0">
                  <a:srgbClr val="D56858">
                    <a:alpha val="18419"/>
                  </a:srgbClr>
                </a:gs>
                <a:gs pos="14286">
                  <a:srgbClr val="D56858">
                    <a:alpha val="17064"/>
                  </a:srgbClr>
                </a:gs>
                <a:gs pos="28571">
                  <a:srgbClr val="D56858">
                    <a:alpha val="13522"/>
                  </a:srgbClr>
                </a:gs>
                <a:gs pos="42857">
                  <a:srgbClr val="D56858">
                    <a:alpha val="9089"/>
                  </a:srgbClr>
                </a:gs>
                <a:gs pos="57143">
                  <a:srgbClr val="D56858">
                    <a:alpha val="5143"/>
                  </a:srgbClr>
                </a:gs>
                <a:gs pos="71429">
                  <a:srgbClr val="D56858">
                    <a:alpha val="2441"/>
                  </a:srgbClr>
                </a:gs>
                <a:gs pos="85714">
                  <a:srgbClr val="D56858">
                    <a:alpha val="973"/>
                  </a:srgbClr>
                </a:gs>
                <a:gs pos="100000">
                  <a:srgbClr val="D56858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-10099898">
              <a:off x="603774" y="2571367"/>
              <a:ext cx="83167" cy="45292"/>
            </a:xfrm>
            <a:prstGeom prst="ellipse">
              <a:avLst/>
            </a:prstGeom>
            <a:gradFill>
              <a:gsLst>
                <a:gs pos="0">
                  <a:srgbClr val="FF9C8B">
                    <a:alpha val="32968"/>
                  </a:srgbClr>
                </a:gs>
                <a:gs pos="14286">
                  <a:srgbClr val="FF9C8B">
                    <a:alpha val="30764"/>
                  </a:srgbClr>
                </a:gs>
                <a:gs pos="28571">
                  <a:srgbClr val="FF9C8B">
                    <a:alpha val="24833"/>
                  </a:srgbClr>
                </a:gs>
                <a:gs pos="42857">
                  <a:srgbClr val="FF9C8B">
                    <a:alpha val="17075"/>
                  </a:srgbClr>
                </a:gs>
                <a:gs pos="57143">
                  <a:srgbClr val="FF9C8B">
                    <a:alpha val="9855"/>
                  </a:srgbClr>
                </a:gs>
                <a:gs pos="71429">
                  <a:srgbClr val="FF9C8B">
                    <a:alpha val="4740"/>
                  </a:srgbClr>
                </a:gs>
                <a:gs pos="85714">
                  <a:srgbClr val="FF9C8B">
                    <a:alpha val="1902"/>
                  </a:srgbClr>
                </a:gs>
                <a:gs pos="100000">
                  <a:srgbClr val="FF9C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3087359">
              <a:off x="2429391" y="2157549"/>
              <a:ext cx="57799" cy="37159"/>
            </a:xfrm>
            <a:prstGeom prst="ellipse">
              <a:avLst/>
            </a:prstGeom>
            <a:gradFill>
              <a:gsLst>
                <a:gs pos="0">
                  <a:srgbClr val="FFFFE9">
                    <a:alpha val="32968"/>
                  </a:srgbClr>
                </a:gs>
                <a:gs pos="14286">
                  <a:srgbClr val="FFFFE9">
                    <a:alpha val="30764"/>
                  </a:srgbClr>
                </a:gs>
                <a:gs pos="28571">
                  <a:srgbClr val="FFFFE9">
                    <a:alpha val="24833"/>
                  </a:srgbClr>
                </a:gs>
                <a:gs pos="42857">
                  <a:srgbClr val="FFFFE9">
                    <a:alpha val="17075"/>
                  </a:srgbClr>
                </a:gs>
                <a:gs pos="57143">
                  <a:srgbClr val="FFFFE9">
                    <a:alpha val="9855"/>
                  </a:srgbClr>
                </a:gs>
                <a:gs pos="71429">
                  <a:srgbClr val="FFFFE9">
                    <a:alpha val="4740"/>
                  </a:srgbClr>
                </a:gs>
                <a:gs pos="85714">
                  <a:srgbClr val="FFFFE9">
                    <a:alpha val="1902"/>
                  </a:srgbClr>
                </a:gs>
                <a:gs pos="100000">
                  <a:srgbClr val="FF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6733464">
              <a:off x="633991" y="2579661"/>
              <a:ext cx="58449" cy="31594"/>
            </a:xfrm>
            <a:prstGeom prst="ellipse">
              <a:avLst/>
            </a:prstGeom>
            <a:gradFill>
              <a:gsLst>
                <a:gs pos="0">
                  <a:srgbClr val="FFFFB6">
                    <a:alpha val="32968"/>
                  </a:srgbClr>
                </a:gs>
                <a:gs pos="14286">
                  <a:srgbClr val="FFFFB6">
                    <a:alpha val="30764"/>
                  </a:srgbClr>
                </a:gs>
                <a:gs pos="28571">
                  <a:srgbClr val="FFFFB6">
                    <a:alpha val="24833"/>
                  </a:srgbClr>
                </a:gs>
                <a:gs pos="42857">
                  <a:srgbClr val="FFFFB6">
                    <a:alpha val="17075"/>
                  </a:srgbClr>
                </a:gs>
                <a:gs pos="57143">
                  <a:srgbClr val="FFFFB6">
                    <a:alpha val="9855"/>
                  </a:srgbClr>
                </a:gs>
                <a:gs pos="71429">
                  <a:srgbClr val="FFFFB6">
                    <a:alpha val="4740"/>
                  </a:srgbClr>
                </a:gs>
                <a:gs pos="85714">
                  <a:srgbClr val="FFFFB6">
                    <a:alpha val="1902"/>
                  </a:srgbClr>
                </a:gs>
                <a:gs pos="100000">
                  <a:srgbClr val="FFFF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6174232">
              <a:off x="1051857" y="417614"/>
              <a:ext cx="79831" cy="567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8850141">
              <a:off x="2175204" y="271606"/>
              <a:ext cx="56197" cy="46971"/>
            </a:xfrm>
            <a:prstGeom prst="ellipse">
              <a:avLst/>
            </a:prstGeom>
            <a:gradFill>
              <a:gsLst>
                <a:gs pos="0">
                  <a:srgbClr val="FFFFF0">
                    <a:alpha val="32968"/>
                  </a:srgbClr>
                </a:gs>
                <a:gs pos="14286">
                  <a:srgbClr val="FFFFF0">
                    <a:alpha val="30764"/>
                  </a:srgbClr>
                </a:gs>
                <a:gs pos="28571">
                  <a:srgbClr val="FFFFF0">
                    <a:alpha val="24833"/>
                  </a:srgbClr>
                </a:gs>
                <a:gs pos="42857">
                  <a:srgbClr val="FFFFF0">
                    <a:alpha val="17075"/>
                  </a:srgbClr>
                </a:gs>
                <a:gs pos="57143">
                  <a:srgbClr val="FFFFF0">
                    <a:alpha val="9855"/>
                  </a:srgbClr>
                </a:gs>
                <a:gs pos="71429">
                  <a:srgbClr val="FFFFF0">
                    <a:alpha val="4740"/>
                  </a:srgbClr>
                </a:gs>
                <a:gs pos="85714">
                  <a:srgbClr val="FFFFF0">
                    <a:alpha val="1902"/>
                  </a:srgbClr>
                </a:gs>
                <a:gs pos="100000">
                  <a:srgbClr val="FF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10031884">
              <a:off x="607855" y="2579661"/>
              <a:ext cx="66479" cy="16620"/>
            </a:xfrm>
            <a:prstGeom prst="ellipse">
              <a:avLst/>
            </a:prstGeom>
            <a:gradFill>
              <a:gsLst>
                <a:gs pos="0">
                  <a:srgbClr val="897D69">
                    <a:alpha val="17221"/>
                  </a:srgbClr>
                </a:gs>
                <a:gs pos="14286">
                  <a:srgbClr val="897D69">
                    <a:alpha val="15945"/>
                  </a:srgbClr>
                </a:gs>
                <a:gs pos="28571">
                  <a:srgbClr val="897D69">
                    <a:alpha val="12617"/>
                  </a:srgbClr>
                </a:gs>
                <a:gs pos="42857">
                  <a:srgbClr val="897D69">
                    <a:alpha val="8466"/>
                  </a:srgbClr>
                </a:gs>
                <a:gs pos="57143">
                  <a:srgbClr val="897D69">
                    <a:alpha val="4784"/>
                  </a:srgbClr>
                </a:gs>
                <a:gs pos="71429">
                  <a:srgbClr val="897D69">
                    <a:alpha val="2268"/>
                  </a:srgbClr>
                </a:gs>
                <a:gs pos="85714">
                  <a:srgbClr val="897D69">
                    <a:alpha val="903"/>
                  </a:srgbClr>
                </a:gs>
                <a:gs pos="100000">
                  <a:srgbClr val="897D69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-10277661">
              <a:off x="2627456" y="1693724"/>
              <a:ext cx="66456" cy="16614"/>
            </a:xfrm>
            <a:prstGeom prst="ellipse">
              <a:avLst/>
            </a:prstGeom>
            <a:gradFill>
              <a:gsLst>
                <a:gs pos="0">
                  <a:srgbClr val="C4C4A7">
                    <a:alpha val="17225"/>
                  </a:srgbClr>
                </a:gs>
                <a:gs pos="14286">
                  <a:srgbClr val="C4C4A7">
                    <a:alpha val="15949"/>
                  </a:srgbClr>
                </a:gs>
                <a:gs pos="28571">
                  <a:srgbClr val="C4C4A7">
                    <a:alpha val="12620"/>
                  </a:srgbClr>
                </a:gs>
                <a:gs pos="42857">
                  <a:srgbClr val="C4C4A7">
                    <a:alpha val="8469"/>
                  </a:srgbClr>
                </a:gs>
                <a:gs pos="57143">
                  <a:srgbClr val="C4C4A7">
                    <a:alpha val="4785"/>
                  </a:srgbClr>
                </a:gs>
                <a:gs pos="71429">
                  <a:srgbClr val="C4C4A7">
                    <a:alpha val="2269"/>
                  </a:srgbClr>
                </a:gs>
                <a:gs pos="85714">
                  <a:srgbClr val="C4C4A7">
                    <a:alpha val="903"/>
                  </a:srgbClr>
                </a:gs>
                <a:gs pos="100000">
                  <a:srgbClr val="C4C4A7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9054794">
              <a:off x="967803" y="315545"/>
              <a:ext cx="194655" cy="155066"/>
            </a:xfrm>
            <a:prstGeom prst="ellipse">
              <a:avLst/>
            </a:prstGeom>
            <a:gradFill>
              <a:gsLst>
                <a:gs pos="0">
                  <a:srgbClr val="FF665D">
                    <a:alpha val="32968"/>
                  </a:srgbClr>
                </a:gs>
                <a:gs pos="14286">
                  <a:srgbClr val="FF665D">
                    <a:alpha val="30764"/>
                  </a:srgbClr>
                </a:gs>
                <a:gs pos="28571">
                  <a:srgbClr val="FF665D">
                    <a:alpha val="24833"/>
                  </a:srgbClr>
                </a:gs>
                <a:gs pos="42857">
                  <a:srgbClr val="FF665D">
                    <a:alpha val="17075"/>
                  </a:srgbClr>
                </a:gs>
                <a:gs pos="57143">
                  <a:srgbClr val="FF665D">
                    <a:alpha val="9855"/>
                  </a:srgbClr>
                </a:gs>
                <a:gs pos="71429">
                  <a:srgbClr val="FF665D">
                    <a:alpha val="4740"/>
                  </a:srgbClr>
                </a:gs>
                <a:gs pos="85714">
                  <a:srgbClr val="FF665D">
                    <a:alpha val="1902"/>
                  </a:srgbClr>
                </a:gs>
                <a:gs pos="100000">
                  <a:srgbClr val="FF66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5400000">
              <a:off x="988201" y="213799"/>
              <a:ext cx="28703" cy="28703"/>
            </a:xfrm>
            <a:prstGeom prst="ellipse">
              <a:avLst/>
            </a:prstGeom>
            <a:gradFill>
              <a:gsLst>
                <a:gs pos="0">
                  <a:srgbClr val="98B2D5">
                    <a:alpha val="18868"/>
                  </a:srgbClr>
                </a:gs>
                <a:gs pos="14286">
                  <a:srgbClr val="98B2D5">
                    <a:alpha val="17484"/>
                  </a:srgbClr>
                </a:gs>
                <a:gs pos="28571">
                  <a:srgbClr val="98B2D5">
                    <a:alpha val="13862"/>
                  </a:srgbClr>
                </a:gs>
                <a:gs pos="42857">
                  <a:srgbClr val="98B2D5">
                    <a:alpha val="9324"/>
                  </a:srgbClr>
                </a:gs>
                <a:gs pos="57143">
                  <a:srgbClr val="98B2D5">
                    <a:alpha val="5279"/>
                  </a:srgbClr>
                </a:gs>
                <a:gs pos="71429">
                  <a:srgbClr val="98B2D5">
                    <a:alpha val="2507"/>
                  </a:srgbClr>
                </a:gs>
                <a:gs pos="85714">
                  <a:srgbClr val="98B2D5">
                    <a:alpha val="999"/>
                  </a:srgbClr>
                </a:gs>
                <a:gs pos="100000">
                  <a:srgbClr val="98B2D5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5400000">
              <a:off x="3543182" y="1762145"/>
              <a:ext cx="33357" cy="33357"/>
            </a:xfrm>
            <a:prstGeom prst="ellipse">
              <a:avLst/>
            </a:prstGeom>
            <a:gradFill>
              <a:gsLst>
                <a:gs pos="0">
                  <a:srgbClr val="CAD5BA">
                    <a:alpha val="17178"/>
                  </a:srgbClr>
                </a:gs>
                <a:gs pos="14286">
                  <a:srgbClr val="CAD5BA">
                    <a:alpha val="15905"/>
                  </a:srgbClr>
                </a:gs>
                <a:gs pos="28571">
                  <a:srgbClr val="CAD5BA">
                    <a:alpha val="12585"/>
                  </a:srgbClr>
                </a:gs>
                <a:gs pos="42857">
                  <a:srgbClr val="CAD5BA">
                    <a:alpha val="8444"/>
                  </a:srgbClr>
                </a:gs>
                <a:gs pos="57143">
                  <a:srgbClr val="CAD5BA">
                    <a:alpha val="4771"/>
                  </a:srgbClr>
                </a:gs>
                <a:gs pos="71429">
                  <a:srgbClr val="CAD5BA">
                    <a:alpha val="2262"/>
                  </a:srgbClr>
                </a:gs>
                <a:gs pos="85714">
                  <a:srgbClr val="CAD5BA">
                    <a:alpha val="901"/>
                  </a:srgbClr>
                </a:gs>
                <a:gs pos="100000">
                  <a:srgbClr val="CAD5BA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6526280">
              <a:off x="2560726" y="2876479"/>
              <a:ext cx="62181" cy="15545"/>
            </a:xfrm>
            <a:prstGeom prst="ellipse">
              <a:avLst/>
            </a:prstGeom>
            <a:gradFill>
              <a:gsLst>
                <a:gs pos="0">
                  <a:srgbClr val="EC6782">
                    <a:alpha val="18005"/>
                  </a:srgbClr>
                </a:gs>
                <a:gs pos="14286">
                  <a:srgbClr val="EC6782">
                    <a:alpha val="16678"/>
                  </a:srgbClr>
                </a:gs>
                <a:gs pos="28571">
                  <a:srgbClr val="EC6782">
                    <a:alpha val="13209"/>
                  </a:srgbClr>
                </a:gs>
                <a:gs pos="42857">
                  <a:srgbClr val="EC6782">
                    <a:alpha val="8874"/>
                  </a:srgbClr>
                </a:gs>
                <a:gs pos="57143">
                  <a:srgbClr val="EC6782">
                    <a:alpha val="5019"/>
                  </a:srgbClr>
                </a:gs>
                <a:gs pos="71429">
                  <a:srgbClr val="EC6782">
                    <a:alpha val="2381"/>
                  </a:srgbClr>
                </a:gs>
                <a:gs pos="85714">
                  <a:srgbClr val="EC6782">
                    <a:alpha val="949"/>
                  </a:srgbClr>
                </a:gs>
                <a:gs pos="100000">
                  <a:srgbClr val="EC6782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8628736">
              <a:off x="145151" y="2821532"/>
              <a:ext cx="108098" cy="38970"/>
            </a:xfrm>
            <a:prstGeom prst="ellipse">
              <a:avLst/>
            </a:prstGeom>
            <a:gradFill>
              <a:gsLst>
                <a:gs pos="0">
                  <a:srgbClr val="99BFF6">
                    <a:alpha val="32968"/>
                  </a:srgbClr>
                </a:gs>
                <a:gs pos="14286">
                  <a:srgbClr val="99BFF6">
                    <a:alpha val="30764"/>
                  </a:srgbClr>
                </a:gs>
                <a:gs pos="28571">
                  <a:srgbClr val="99BFF6">
                    <a:alpha val="24833"/>
                  </a:srgbClr>
                </a:gs>
                <a:gs pos="42857">
                  <a:srgbClr val="99BFF6">
                    <a:alpha val="17075"/>
                  </a:srgbClr>
                </a:gs>
                <a:gs pos="57143">
                  <a:srgbClr val="99BFF6">
                    <a:alpha val="9855"/>
                  </a:srgbClr>
                </a:gs>
                <a:gs pos="71429">
                  <a:srgbClr val="99BFF6">
                    <a:alpha val="4740"/>
                  </a:srgbClr>
                </a:gs>
                <a:gs pos="85714">
                  <a:srgbClr val="99BFF6">
                    <a:alpha val="1902"/>
                  </a:srgbClr>
                </a:gs>
                <a:gs pos="100000">
                  <a:srgbClr val="99BF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5400000">
              <a:off x="1598488" y="509503"/>
              <a:ext cx="27630" cy="27630"/>
            </a:xfrm>
            <a:prstGeom prst="ellipse">
              <a:avLst/>
            </a:prstGeom>
            <a:gradFill>
              <a:gsLst>
                <a:gs pos="0">
                  <a:srgbClr val="B5EDF3">
                    <a:alpha val="19253"/>
                  </a:srgbClr>
                </a:gs>
                <a:gs pos="14286">
                  <a:srgbClr val="B5EDF3">
                    <a:alpha val="17844"/>
                  </a:srgbClr>
                </a:gs>
                <a:gs pos="28571">
                  <a:srgbClr val="B5EDF3">
                    <a:alpha val="14153"/>
                  </a:srgbClr>
                </a:gs>
                <a:gs pos="42857">
                  <a:srgbClr val="B5EDF3">
                    <a:alpha val="9525"/>
                  </a:srgbClr>
                </a:gs>
                <a:gs pos="57143">
                  <a:srgbClr val="B5EDF3">
                    <a:alpha val="5396"/>
                  </a:srgbClr>
                </a:gs>
                <a:gs pos="71429">
                  <a:srgbClr val="B5EDF3">
                    <a:alpha val="2563"/>
                  </a:srgbClr>
                </a:gs>
                <a:gs pos="85714">
                  <a:srgbClr val="B5EDF3">
                    <a:alpha val="1021"/>
                  </a:srgbClr>
                </a:gs>
                <a:gs pos="100000">
                  <a:srgbClr val="B5EDF3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-9026779">
              <a:off x="2658235" y="61929"/>
              <a:ext cx="102532" cy="34237"/>
            </a:xfrm>
            <a:prstGeom prst="ellipse">
              <a:avLst/>
            </a:prstGeom>
            <a:gradFill>
              <a:gsLst>
                <a:gs pos="0">
                  <a:srgbClr val="F8FFFF">
                    <a:alpha val="32968"/>
                  </a:srgbClr>
                </a:gs>
                <a:gs pos="14286">
                  <a:srgbClr val="F8FFFF">
                    <a:alpha val="30764"/>
                  </a:srgbClr>
                </a:gs>
                <a:gs pos="28571">
                  <a:srgbClr val="F8FFFF">
                    <a:alpha val="24833"/>
                  </a:srgbClr>
                </a:gs>
                <a:gs pos="42857">
                  <a:srgbClr val="F8FFFF">
                    <a:alpha val="17075"/>
                  </a:srgbClr>
                </a:gs>
                <a:gs pos="57143">
                  <a:srgbClr val="F8FFFF">
                    <a:alpha val="9855"/>
                  </a:srgbClr>
                </a:gs>
                <a:gs pos="71429">
                  <a:srgbClr val="F8FFFF">
                    <a:alpha val="4740"/>
                  </a:srgbClr>
                </a:gs>
                <a:gs pos="85714">
                  <a:srgbClr val="F8FFFF">
                    <a:alpha val="1902"/>
                  </a:srgbClr>
                </a:gs>
                <a:gs pos="100000">
                  <a:srgbClr val="F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9359597">
              <a:off x="1033325" y="2915230"/>
              <a:ext cx="66997" cy="16749"/>
            </a:xfrm>
            <a:prstGeom prst="ellipse">
              <a:avLst/>
            </a:prstGeom>
            <a:gradFill>
              <a:gsLst>
                <a:gs pos="0">
                  <a:srgbClr val="54728E">
                    <a:alpha val="17126"/>
                  </a:srgbClr>
                </a:gs>
                <a:gs pos="14286">
                  <a:srgbClr val="54728E">
                    <a:alpha val="15857"/>
                  </a:srgbClr>
                </a:gs>
                <a:gs pos="28571">
                  <a:srgbClr val="54728E">
                    <a:alpha val="12546"/>
                  </a:srgbClr>
                </a:gs>
                <a:gs pos="42857">
                  <a:srgbClr val="54728E">
                    <a:alpha val="8417"/>
                  </a:srgbClr>
                </a:gs>
                <a:gs pos="57143">
                  <a:srgbClr val="54728E">
                    <a:alpha val="4755"/>
                  </a:srgbClr>
                </a:gs>
                <a:gs pos="71429">
                  <a:srgbClr val="54728E">
                    <a:alpha val="2255"/>
                  </a:srgbClr>
                </a:gs>
                <a:gs pos="85714">
                  <a:srgbClr val="54728E">
                    <a:alpha val="898"/>
                  </a:srgbClr>
                </a:gs>
                <a:gs pos="100000">
                  <a:srgbClr val="54728E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9013583">
              <a:off x="997557" y="351782"/>
              <a:ext cx="123074" cy="82486"/>
            </a:xfrm>
            <a:prstGeom prst="ellipse">
              <a:avLst/>
            </a:prstGeom>
            <a:gradFill>
              <a:gsLst>
                <a:gs pos="0">
                  <a:srgbClr val="FFFFB1">
                    <a:alpha val="32968"/>
                  </a:srgbClr>
                </a:gs>
                <a:gs pos="14286">
                  <a:srgbClr val="FFFFB1">
                    <a:alpha val="30764"/>
                  </a:srgbClr>
                </a:gs>
                <a:gs pos="28571">
                  <a:srgbClr val="FFFFB1">
                    <a:alpha val="24833"/>
                  </a:srgbClr>
                </a:gs>
                <a:gs pos="42857">
                  <a:srgbClr val="FFFFB1">
                    <a:alpha val="17075"/>
                  </a:srgbClr>
                </a:gs>
                <a:gs pos="57143">
                  <a:srgbClr val="FFFFB1">
                    <a:alpha val="9855"/>
                  </a:srgbClr>
                </a:gs>
                <a:gs pos="71429">
                  <a:srgbClr val="FFFFB1">
                    <a:alpha val="4740"/>
                  </a:srgbClr>
                </a:gs>
                <a:gs pos="85714">
                  <a:srgbClr val="FFFFB1">
                    <a:alpha val="1902"/>
                  </a:srgbClr>
                </a:gs>
                <a:gs pos="100000">
                  <a:srgbClr val="FFFF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-9360354">
              <a:off x="2079755" y="3076469"/>
              <a:ext cx="177459" cy="29588"/>
            </a:xfrm>
            <a:prstGeom prst="ellipse">
              <a:avLst/>
            </a:prstGeom>
            <a:gradFill>
              <a:gsLst>
                <a:gs pos="0">
                  <a:srgbClr val="B8CEE6">
                    <a:alpha val="32968"/>
                  </a:srgbClr>
                </a:gs>
                <a:gs pos="14286">
                  <a:srgbClr val="B8CEE6">
                    <a:alpha val="30764"/>
                  </a:srgbClr>
                </a:gs>
                <a:gs pos="28571">
                  <a:srgbClr val="B8CEE6">
                    <a:alpha val="24833"/>
                  </a:srgbClr>
                </a:gs>
                <a:gs pos="42857">
                  <a:srgbClr val="B8CEE6">
                    <a:alpha val="17075"/>
                  </a:srgbClr>
                </a:gs>
                <a:gs pos="57143">
                  <a:srgbClr val="B8CEE6">
                    <a:alpha val="9855"/>
                  </a:srgbClr>
                </a:gs>
                <a:gs pos="71429">
                  <a:srgbClr val="B8CEE6">
                    <a:alpha val="4740"/>
                  </a:srgbClr>
                </a:gs>
                <a:gs pos="85714">
                  <a:srgbClr val="B8CEE6">
                    <a:alpha val="1902"/>
                  </a:srgbClr>
                </a:gs>
                <a:gs pos="100000">
                  <a:srgbClr val="B8CE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-9514649">
              <a:off x="1410439" y="218777"/>
              <a:ext cx="142243" cy="98871"/>
            </a:xfrm>
            <a:prstGeom prst="ellipse">
              <a:avLst/>
            </a:prstGeom>
            <a:gradFill>
              <a:gsLst>
                <a:gs pos="0">
                  <a:srgbClr val="E3FFFF">
                    <a:alpha val="32968"/>
                  </a:srgbClr>
                </a:gs>
                <a:gs pos="14286">
                  <a:srgbClr val="E3FFFF">
                    <a:alpha val="30764"/>
                  </a:srgbClr>
                </a:gs>
                <a:gs pos="28571">
                  <a:srgbClr val="E3FFFF">
                    <a:alpha val="24833"/>
                  </a:srgbClr>
                </a:gs>
                <a:gs pos="42857">
                  <a:srgbClr val="E3FFFF">
                    <a:alpha val="17075"/>
                  </a:srgbClr>
                </a:gs>
                <a:gs pos="57143">
                  <a:srgbClr val="E3FFFF">
                    <a:alpha val="9855"/>
                  </a:srgbClr>
                </a:gs>
                <a:gs pos="71429">
                  <a:srgbClr val="E3FFFF">
                    <a:alpha val="4740"/>
                  </a:srgbClr>
                </a:gs>
                <a:gs pos="85714">
                  <a:srgbClr val="E3FFFF">
                    <a:alpha val="1902"/>
                  </a:srgbClr>
                </a:gs>
                <a:gs pos="100000">
                  <a:srgbClr val="E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-8617267">
              <a:off x="3420080" y="2060618"/>
              <a:ext cx="59235" cy="14809"/>
            </a:xfrm>
            <a:prstGeom prst="ellipse">
              <a:avLst/>
            </a:prstGeom>
            <a:gradFill>
              <a:gsLst>
                <a:gs pos="0">
                  <a:srgbClr val="AE99C9">
                    <a:alpha val="18538"/>
                  </a:srgbClr>
                </a:gs>
                <a:gs pos="14286">
                  <a:srgbClr val="AE99C9">
                    <a:alpha val="17176"/>
                  </a:srgbClr>
                </a:gs>
                <a:gs pos="28571">
                  <a:srgbClr val="AE99C9">
                    <a:alpha val="13612"/>
                  </a:srgbClr>
                </a:gs>
                <a:gs pos="42857">
                  <a:srgbClr val="AE99C9">
                    <a:alpha val="9152"/>
                  </a:srgbClr>
                </a:gs>
                <a:gs pos="57143">
                  <a:srgbClr val="AE99C9">
                    <a:alpha val="5179"/>
                  </a:srgbClr>
                </a:gs>
                <a:gs pos="71429">
                  <a:srgbClr val="AE99C9">
                    <a:alpha val="2459"/>
                  </a:srgbClr>
                </a:gs>
                <a:gs pos="85714">
                  <a:srgbClr val="AE99C9">
                    <a:alpha val="980"/>
                  </a:srgbClr>
                </a:gs>
                <a:gs pos="100000">
                  <a:srgbClr val="AE99C9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-9073546">
              <a:off x="1774035" y="2137581"/>
              <a:ext cx="99447" cy="891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8995714">
              <a:off x="2582625" y="3005132"/>
              <a:ext cx="45795" cy="25291"/>
            </a:xfrm>
            <a:prstGeom prst="ellipse">
              <a:avLst/>
            </a:prstGeom>
            <a:gradFill>
              <a:gsLst>
                <a:gs pos="0">
                  <a:srgbClr val="FFFFE8">
                    <a:alpha val="32968"/>
                  </a:srgbClr>
                </a:gs>
                <a:gs pos="14286">
                  <a:srgbClr val="FFFFE8">
                    <a:alpha val="30764"/>
                  </a:srgbClr>
                </a:gs>
                <a:gs pos="28571">
                  <a:srgbClr val="FFFFE8">
                    <a:alpha val="24833"/>
                  </a:srgbClr>
                </a:gs>
                <a:gs pos="42857">
                  <a:srgbClr val="FFFFE8">
                    <a:alpha val="17075"/>
                  </a:srgbClr>
                </a:gs>
                <a:gs pos="57143">
                  <a:srgbClr val="FFFFE8">
                    <a:alpha val="9855"/>
                  </a:srgbClr>
                </a:gs>
                <a:gs pos="71429">
                  <a:srgbClr val="FFFFE8">
                    <a:alpha val="4740"/>
                  </a:srgbClr>
                </a:gs>
                <a:gs pos="85714">
                  <a:srgbClr val="FFFFE8">
                    <a:alpha val="1902"/>
                  </a:srgbClr>
                </a:gs>
                <a:gs pos="100000">
                  <a:srgbClr val="FFFF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5400000">
              <a:off x="3289015" y="213576"/>
              <a:ext cx="33873" cy="33873"/>
            </a:xfrm>
            <a:prstGeom prst="ellipse">
              <a:avLst/>
            </a:prstGeom>
            <a:gradFill>
              <a:gsLst>
                <a:gs pos="0">
                  <a:srgbClr val="46221E">
                    <a:alpha val="16988"/>
                  </a:srgbClr>
                </a:gs>
                <a:gs pos="14286">
                  <a:srgbClr val="46221E">
                    <a:alpha val="15728"/>
                  </a:srgbClr>
                </a:gs>
                <a:gs pos="28571">
                  <a:srgbClr val="46221E">
                    <a:alpha val="12442"/>
                  </a:srgbClr>
                </a:gs>
                <a:gs pos="42857">
                  <a:srgbClr val="46221E">
                    <a:alpha val="8346"/>
                  </a:srgbClr>
                </a:gs>
                <a:gs pos="57143">
                  <a:srgbClr val="46221E">
                    <a:alpha val="4714"/>
                  </a:srgbClr>
                </a:gs>
                <a:gs pos="71429">
                  <a:srgbClr val="46221E">
                    <a:alpha val="2235"/>
                  </a:srgbClr>
                </a:gs>
                <a:gs pos="85714">
                  <a:srgbClr val="46221E">
                    <a:alpha val="890"/>
                  </a:srgbClr>
                </a:gs>
                <a:gs pos="100000">
                  <a:srgbClr val="46221E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8371660">
              <a:off x="264203" y="1753346"/>
              <a:ext cx="96367" cy="61282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6986234">
              <a:off x="3361135" y="1582061"/>
              <a:ext cx="72740" cy="411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3744832">
              <a:off x="3170504" y="1758030"/>
              <a:ext cx="55713" cy="13928"/>
            </a:xfrm>
            <a:prstGeom prst="ellipse">
              <a:avLst/>
            </a:prstGeom>
            <a:gradFill>
              <a:gsLst>
                <a:gs pos="0">
                  <a:srgbClr val="BDC9F9">
                    <a:alpha val="19172"/>
                  </a:srgbClr>
                </a:gs>
                <a:gs pos="14286">
                  <a:srgbClr val="BDC9F9">
                    <a:alpha val="17768"/>
                  </a:srgbClr>
                </a:gs>
                <a:gs pos="28571">
                  <a:srgbClr val="BDC9F9">
                    <a:alpha val="14092"/>
                  </a:srgbClr>
                </a:gs>
                <a:gs pos="42857">
                  <a:srgbClr val="BDC9F9">
                    <a:alpha val="9483"/>
                  </a:srgbClr>
                </a:gs>
                <a:gs pos="57143">
                  <a:srgbClr val="BDC9F9">
                    <a:alpha val="5371"/>
                  </a:srgbClr>
                </a:gs>
                <a:gs pos="71429">
                  <a:srgbClr val="BDC9F9">
                    <a:alpha val="2551"/>
                  </a:srgbClr>
                </a:gs>
                <a:gs pos="85714">
                  <a:srgbClr val="BDC9F9">
                    <a:alpha val="1017"/>
                  </a:srgbClr>
                </a:gs>
                <a:gs pos="100000">
                  <a:srgbClr val="BDC9F9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-8303115">
              <a:off x="3559891" y="593739"/>
              <a:ext cx="83772" cy="653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7999209">
              <a:off x="434083" y="1476820"/>
              <a:ext cx="66262" cy="16566"/>
            </a:xfrm>
            <a:prstGeom prst="ellipse">
              <a:avLst/>
            </a:prstGeom>
            <a:gradFill>
              <a:gsLst>
                <a:gs pos="0">
                  <a:srgbClr val="90C4BE">
                    <a:alpha val="17260"/>
                  </a:srgbClr>
                </a:gs>
                <a:gs pos="14286">
                  <a:srgbClr val="90C4BE">
                    <a:alpha val="15983"/>
                  </a:srgbClr>
                </a:gs>
                <a:gs pos="28571">
                  <a:srgbClr val="90C4BE">
                    <a:alpha val="12647"/>
                  </a:srgbClr>
                </a:gs>
                <a:gs pos="42857">
                  <a:srgbClr val="90C4BE">
                    <a:alpha val="8487"/>
                  </a:srgbClr>
                </a:gs>
                <a:gs pos="57143">
                  <a:srgbClr val="90C4BE">
                    <a:alpha val="4796"/>
                  </a:srgbClr>
                </a:gs>
                <a:gs pos="71429">
                  <a:srgbClr val="90C4BE">
                    <a:alpha val="2274"/>
                  </a:srgbClr>
                </a:gs>
                <a:gs pos="85714">
                  <a:srgbClr val="90C4BE">
                    <a:alpha val="906"/>
                  </a:srgbClr>
                </a:gs>
                <a:gs pos="100000">
                  <a:srgbClr val="90C4BE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7786005">
              <a:off x="1255677" y="1152061"/>
              <a:ext cx="55848" cy="13962"/>
            </a:xfrm>
            <a:prstGeom prst="ellipse">
              <a:avLst/>
            </a:prstGeom>
            <a:gradFill>
              <a:gsLst>
                <a:gs pos="0">
                  <a:srgbClr val="9CB7D4">
                    <a:alpha val="19147"/>
                  </a:srgbClr>
                </a:gs>
                <a:gs pos="14286">
                  <a:srgbClr val="9CB7D4">
                    <a:alpha val="17745"/>
                  </a:srgbClr>
                </a:gs>
                <a:gs pos="28571">
                  <a:srgbClr val="9CB7D4">
                    <a:alpha val="14074"/>
                  </a:srgbClr>
                </a:gs>
                <a:gs pos="42857">
                  <a:srgbClr val="9CB7D4">
                    <a:alpha val="9470"/>
                  </a:srgbClr>
                </a:gs>
                <a:gs pos="57143">
                  <a:srgbClr val="9CB7D4">
                    <a:alpha val="5364"/>
                  </a:srgbClr>
                </a:gs>
                <a:gs pos="71429">
                  <a:srgbClr val="9CB7D4">
                    <a:alpha val="2547"/>
                  </a:srgbClr>
                </a:gs>
                <a:gs pos="85714">
                  <a:srgbClr val="9CB7D4">
                    <a:alpha val="1015"/>
                  </a:srgbClr>
                </a:gs>
                <a:gs pos="100000">
                  <a:srgbClr val="9CB7D4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10158148">
              <a:off x="897134" y="131923"/>
              <a:ext cx="67713" cy="16928"/>
            </a:xfrm>
            <a:prstGeom prst="ellipse">
              <a:avLst/>
            </a:prstGeom>
            <a:gradFill>
              <a:gsLst>
                <a:gs pos="0">
                  <a:srgbClr val="5E6171">
                    <a:alpha val="16994"/>
                  </a:srgbClr>
                </a:gs>
                <a:gs pos="14286">
                  <a:srgbClr val="5E6171">
                    <a:alpha val="15734"/>
                  </a:srgbClr>
                </a:gs>
                <a:gs pos="28571">
                  <a:srgbClr val="5E6171">
                    <a:alpha val="12447"/>
                  </a:srgbClr>
                </a:gs>
                <a:gs pos="42857">
                  <a:srgbClr val="5E6171">
                    <a:alpha val="8349"/>
                  </a:srgbClr>
                </a:gs>
                <a:gs pos="57143">
                  <a:srgbClr val="5E6171">
                    <a:alpha val="4716"/>
                  </a:srgbClr>
                </a:gs>
                <a:gs pos="71429">
                  <a:srgbClr val="5E6171">
                    <a:alpha val="2236"/>
                  </a:srgbClr>
                </a:gs>
                <a:gs pos="85714">
                  <a:srgbClr val="5E6171">
                    <a:alpha val="890"/>
                  </a:srgbClr>
                </a:gs>
                <a:gs pos="100000">
                  <a:srgbClr val="5E6171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2788208">
              <a:off x="2040770" y="581906"/>
              <a:ext cx="47409" cy="350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9328004">
              <a:off x="1598353" y="574181"/>
              <a:ext cx="141689" cy="36101"/>
            </a:xfrm>
            <a:prstGeom prst="ellipse">
              <a:avLst/>
            </a:prstGeom>
            <a:gradFill>
              <a:gsLst>
                <a:gs pos="0">
                  <a:srgbClr val="FFAB9E">
                    <a:alpha val="32968"/>
                  </a:srgbClr>
                </a:gs>
                <a:gs pos="14286">
                  <a:srgbClr val="FFAB9E">
                    <a:alpha val="30764"/>
                  </a:srgbClr>
                </a:gs>
                <a:gs pos="28571">
                  <a:srgbClr val="FFAB9E">
                    <a:alpha val="24833"/>
                  </a:srgbClr>
                </a:gs>
                <a:gs pos="42857">
                  <a:srgbClr val="FFAB9E">
                    <a:alpha val="17075"/>
                  </a:srgbClr>
                </a:gs>
                <a:gs pos="57143">
                  <a:srgbClr val="FFAB9E">
                    <a:alpha val="9855"/>
                  </a:srgbClr>
                </a:gs>
                <a:gs pos="71429">
                  <a:srgbClr val="FFAB9E">
                    <a:alpha val="4740"/>
                  </a:srgbClr>
                </a:gs>
                <a:gs pos="85714">
                  <a:srgbClr val="FFAB9E">
                    <a:alpha val="1902"/>
                  </a:srgbClr>
                </a:gs>
                <a:gs pos="100000">
                  <a:srgbClr val="FFAB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5400000">
              <a:off x="2696400" y="2543445"/>
              <a:ext cx="37008" cy="37008"/>
            </a:xfrm>
            <a:prstGeom prst="ellipse">
              <a:avLst/>
            </a:prstGeom>
            <a:gradFill>
              <a:gsLst>
                <a:gs pos="0">
                  <a:srgbClr val="FF7C94">
                    <a:alpha val="19793"/>
                  </a:srgbClr>
                </a:gs>
                <a:gs pos="14286">
                  <a:srgbClr val="FF7C94">
                    <a:alpha val="18349"/>
                  </a:srgbClr>
                </a:gs>
                <a:gs pos="28571">
                  <a:srgbClr val="FF7C94">
                    <a:alpha val="14564"/>
                  </a:srgbClr>
                </a:gs>
                <a:gs pos="42857">
                  <a:srgbClr val="FF7C94">
                    <a:alpha val="9809"/>
                  </a:srgbClr>
                </a:gs>
                <a:gs pos="57143">
                  <a:srgbClr val="FF7C94">
                    <a:alpha val="5560"/>
                  </a:srgbClr>
                </a:gs>
                <a:gs pos="71429">
                  <a:srgbClr val="FF7C94">
                    <a:alpha val="2642"/>
                  </a:srgbClr>
                </a:gs>
                <a:gs pos="85714">
                  <a:srgbClr val="FF7C94">
                    <a:alpha val="1053"/>
                  </a:srgbClr>
                </a:gs>
                <a:gs pos="100000">
                  <a:srgbClr val="FF7C94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3344141">
              <a:off x="1234220" y="1070067"/>
              <a:ext cx="71882" cy="66629"/>
            </a:xfrm>
            <a:prstGeom prst="ellipse">
              <a:avLst/>
            </a:prstGeom>
            <a:gradFill>
              <a:gsLst>
                <a:gs pos="0">
                  <a:srgbClr val="FFFFD1">
                    <a:alpha val="32968"/>
                  </a:srgbClr>
                </a:gs>
                <a:gs pos="14286">
                  <a:srgbClr val="FFFFD1">
                    <a:alpha val="30764"/>
                  </a:srgbClr>
                </a:gs>
                <a:gs pos="28571">
                  <a:srgbClr val="FFFFD1">
                    <a:alpha val="24833"/>
                  </a:srgbClr>
                </a:gs>
                <a:gs pos="42857">
                  <a:srgbClr val="FFFFD1">
                    <a:alpha val="17075"/>
                  </a:srgbClr>
                </a:gs>
                <a:gs pos="57143">
                  <a:srgbClr val="FFFFD1">
                    <a:alpha val="9855"/>
                  </a:srgbClr>
                </a:gs>
                <a:gs pos="71429">
                  <a:srgbClr val="FFFFD1">
                    <a:alpha val="4740"/>
                  </a:srgbClr>
                </a:gs>
                <a:gs pos="85714">
                  <a:srgbClr val="FFFFD1">
                    <a:alpha val="1902"/>
                  </a:srgbClr>
                </a:gs>
                <a:gs pos="100000">
                  <a:srgbClr val="FFFF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3317902">
              <a:off x="3528472" y="630465"/>
              <a:ext cx="68461" cy="17202"/>
            </a:xfrm>
            <a:prstGeom prst="ellipse">
              <a:avLst/>
            </a:prstGeom>
            <a:gradFill>
              <a:gsLst>
                <a:gs pos="0">
                  <a:srgbClr val="53545D">
                    <a:alpha val="16792"/>
                  </a:srgbClr>
                </a:gs>
                <a:gs pos="14286">
                  <a:srgbClr val="53545D">
                    <a:alpha val="15546"/>
                  </a:srgbClr>
                </a:gs>
                <a:gs pos="28571">
                  <a:srgbClr val="53545D">
                    <a:alpha val="12295"/>
                  </a:srgbClr>
                </a:gs>
                <a:gs pos="42857">
                  <a:srgbClr val="53545D">
                    <a:alpha val="8245"/>
                  </a:srgbClr>
                </a:gs>
                <a:gs pos="57143">
                  <a:srgbClr val="53545D">
                    <a:alpha val="4656"/>
                  </a:srgbClr>
                </a:gs>
                <a:gs pos="71429">
                  <a:srgbClr val="53545D">
                    <a:alpha val="2207"/>
                  </a:srgbClr>
                </a:gs>
                <a:gs pos="85714">
                  <a:srgbClr val="53545D">
                    <a:alpha val="879"/>
                  </a:srgbClr>
                </a:gs>
                <a:gs pos="100000">
                  <a:srgbClr val="53545D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-9979393">
              <a:off x="1027496" y="1108348"/>
              <a:ext cx="59639" cy="39592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5865910">
              <a:off x="1945668" y="2602725"/>
              <a:ext cx="64554" cy="16139"/>
            </a:xfrm>
            <a:prstGeom prst="ellipse">
              <a:avLst/>
            </a:prstGeom>
            <a:gradFill>
              <a:gsLst>
                <a:gs pos="0">
                  <a:srgbClr val="ABB6BF">
                    <a:alpha val="17573"/>
                  </a:srgbClr>
                </a:gs>
                <a:gs pos="14286">
                  <a:srgbClr val="ABB6BF">
                    <a:alpha val="16274"/>
                  </a:srgbClr>
                </a:gs>
                <a:gs pos="28571">
                  <a:srgbClr val="ABB6BF">
                    <a:alpha val="12883"/>
                  </a:srgbClr>
                </a:gs>
                <a:gs pos="42857">
                  <a:srgbClr val="ABB6BF">
                    <a:alpha val="8649"/>
                  </a:srgbClr>
                </a:gs>
                <a:gs pos="57143">
                  <a:srgbClr val="ABB6BF">
                    <a:alpha val="4889"/>
                  </a:srgbClr>
                </a:gs>
                <a:gs pos="71429">
                  <a:srgbClr val="ABB6BF">
                    <a:alpha val="2319"/>
                  </a:srgbClr>
                </a:gs>
                <a:gs pos="85714">
                  <a:srgbClr val="ABB6BF">
                    <a:alpha val="924"/>
                  </a:srgbClr>
                </a:gs>
                <a:gs pos="100000">
                  <a:srgbClr val="ABB6BF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-10061762">
              <a:off x="1241701" y="491618"/>
              <a:ext cx="51989" cy="32328"/>
            </a:xfrm>
            <a:prstGeom prst="ellipse">
              <a:avLst/>
            </a:prstGeom>
            <a:gradFill>
              <a:gsLst>
                <a:gs pos="0">
                  <a:srgbClr val="FFF7FF">
                    <a:alpha val="32968"/>
                  </a:srgbClr>
                </a:gs>
                <a:gs pos="14286">
                  <a:srgbClr val="FFF7FF">
                    <a:alpha val="30764"/>
                  </a:srgbClr>
                </a:gs>
                <a:gs pos="28571">
                  <a:srgbClr val="FFF7FF">
                    <a:alpha val="24833"/>
                  </a:srgbClr>
                </a:gs>
                <a:gs pos="42857">
                  <a:srgbClr val="FFF7FF">
                    <a:alpha val="17075"/>
                  </a:srgbClr>
                </a:gs>
                <a:gs pos="57143">
                  <a:srgbClr val="FFF7FF">
                    <a:alpha val="9855"/>
                  </a:srgbClr>
                </a:gs>
                <a:gs pos="71429">
                  <a:srgbClr val="FFF7FF">
                    <a:alpha val="4740"/>
                  </a:srgbClr>
                </a:gs>
                <a:gs pos="85714">
                  <a:srgbClr val="FFF7FF">
                    <a:alpha val="1902"/>
                  </a:srgbClr>
                </a:gs>
                <a:gs pos="100000">
                  <a:srgbClr val="FFF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4336532">
              <a:off x="1028620" y="1106506"/>
              <a:ext cx="81616" cy="45866"/>
            </a:xfrm>
            <a:prstGeom prst="ellipse">
              <a:avLst/>
            </a:prstGeom>
            <a:gradFill>
              <a:gsLst>
                <a:gs pos="0">
                  <a:srgbClr val="B4DFFF">
                    <a:alpha val="32968"/>
                  </a:srgbClr>
                </a:gs>
                <a:gs pos="14286">
                  <a:srgbClr val="B4DFFF">
                    <a:alpha val="30764"/>
                  </a:srgbClr>
                </a:gs>
                <a:gs pos="28571">
                  <a:srgbClr val="B4DFFF">
                    <a:alpha val="24833"/>
                  </a:srgbClr>
                </a:gs>
                <a:gs pos="42857">
                  <a:srgbClr val="B4DFFF">
                    <a:alpha val="17075"/>
                  </a:srgbClr>
                </a:gs>
                <a:gs pos="57143">
                  <a:srgbClr val="B4DFFF">
                    <a:alpha val="9855"/>
                  </a:srgbClr>
                </a:gs>
                <a:gs pos="71429">
                  <a:srgbClr val="B4DFFF">
                    <a:alpha val="4740"/>
                  </a:srgbClr>
                </a:gs>
                <a:gs pos="85714">
                  <a:srgbClr val="B4DFFF">
                    <a:alpha val="1902"/>
                  </a:srgbClr>
                </a:gs>
                <a:gs pos="100000">
                  <a:srgbClr val="B4D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4358849">
              <a:off x="3585549" y="2962320"/>
              <a:ext cx="54031" cy="22546"/>
            </a:xfrm>
            <a:prstGeom prst="ellipse">
              <a:avLst/>
            </a:prstGeom>
            <a:gradFill>
              <a:gsLst>
                <a:gs pos="0">
                  <a:srgbClr val="FFD5FF">
                    <a:alpha val="32968"/>
                  </a:srgbClr>
                </a:gs>
                <a:gs pos="14286">
                  <a:srgbClr val="FFD5FF">
                    <a:alpha val="30764"/>
                  </a:srgbClr>
                </a:gs>
                <a:gs pos="28571">
                  <a:srgbClr val="FFD5FF">
                    <a:alpha val="24833"/>
                  </a:srgbClr>
                </a:gs>
                <a:gs pos="42857">
                  <a:srgbClr val="FFD5FF">
                    <a:alpha val="17075"/>
                  </a:srgbClr>
                </a:gs>
                <a:gs pos="57143">
                  <a:srgbClr val="FFD5FF">
                    <a:alpha val="9855"/>
                  </a:srgbClr>
                </a:gs>
                <a:gs pos="71429">
                  <a:srgbClr val="FFD5FF">
                    <a:alpha val="4740"/>
                  </a:srgbClr>
                </a:gs>
                <a:gs pos="85714">
                  <a:srgbClr val="FFD5FF">
                    <a:alpha val="1902"/>
                  </a:srgbClr>
                </a:gs>
                <a:gs pos="100000">
                  <a:srgbClr val="FFD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6772344">
              <a:off x="2843824" y="1944576"/>
              <a:ext cx="64826" cy="16206"/>
            </a:xfrm>
            <a:prstGeom prst="ellipse">
              <a:avLst/>
            </a:prstGeom>
            <a:gradFill>
              <a:gsLst>
                <a:gs pos="0">
                  <a:srgbClr val="92B7BC">
                    <a:alpha val="17523"/>
                  </a:srgbClr>
                </a:gs>
                <a:gs pos="14286">
                  <a:srgbClr val="92B7BC">
                    <a:alpha val="16228"/>
                  </a:srgbClr>
                </a:gs>
                <a:gs pos="28571">
                  <a:srgbClr val="92B7BC">
                    <a:alpha val="12845"/>
                  </a:srgbClr>
                </a:gs>
                <a:gs pos="42857">
                  <a:srgbClr val="92B7BC">
                    <a:alpha val="8623"/>
                  </a:srgbClr>
                </a:gs>
                <a:gs pos="57143">
                  <a:srgbClr val="92B7BC">
                    <a:alpha val="4874"/>
                  </a:srgbClr>
                </a:gs>
                <a:gs pos="71429">
                  <a:srgbClr val="92B7BC">
                    <a:alpha val="2312"/>
                  </a:srgbClr>
                </a:gs>
                <a:gs pos="85714">
                  <a:srgbClr val="92B7BC">
                    <a:alpha val="921"/>
                  </a:srgbClr>
                </a:gs>
                <a:gs pos="100000">
                  <a:srgbClr val="92B7BC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6723411">
              <a:off x="1576212" y="601541"/>
              <a:ext cx="104924" cy="50789"/>
            </a:xfrm>
            <a:prstGeom prst="ellipse">
              <a:avLst/>
            </a:prstGeom>
            <a:gradFill>
              <a:gsLst>
                <a:gs pos="0">
                  <a:srgbClr val="FFFFE6">
                    <a:alpha val="32968"/>
                  </a:srgbClr>
                </a:gs>
                <a:gs pos="14286">
                  <a:srgbClr val="FFFFE6">
                    <a:alpha val="30764"/>
                  </a:srgbClr>
                </a:gs>
                <a:gs pos="28571">
                  <a:srgbClr val="FFFFE6">
                    <a:alpha val="24833"/>
                  </a:srgbClr>
                </a:gs>
                <a:gs pos="42857">
                  <a:srgbClr val="FFFFE6">
                    <a:alpha val="17075"/>
                  </a:srgbClr>
                </a:gs>
                <a:gs pos="57143">
                  <a:srgbClr val="FFFFE6">
                    <a:alpha val="9855"/>
                  </a:srgbClr>
                </a:gs>
                <a:gs pos="71429">
                  <a:srgbClr val="FFFFE6">
                    <a:alpha val="4740"/>
                  </a:srgbClr>
                </a:gs>
                <a:gs pos="85714">
                  <a:srgbClr val="FFFFE6">
                    <a:alpha val="1902"/>
                  </a:srgbClr>
                </a:gs>
                <a:gs pos="100000">
                  <a:srgbClr val="FFFF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5400000">
              <a:off x="924282" y="2536703"/>
              <a:ext cx="34442" cy="34442"/>
            </a:xfrm>
            <a:prstGeom prst="ellipse">
              <a:avLst/>
            </a:prstGeom>
            <a:gradFill>
              <a:gsLst>
                <a:gs pos="0">
                  <a:srgbClr val="005374">
                    <a:alpha val="16778"/>
                  </a:srgbClr>
                </a:gs>
                <a:gs pos="14286">
                  <a:srgbClr val="005374">
                    <a:alpha val="15533"/>
                  </a:srgbClr>
                </a:gs>
                <a:gs pos="28571">
                  <a:srgbClr val="005374">
                    <a:alpha val="12284"/>
                  </a:srgbClr>
                </a:gs>
                <a:gs pos="42857">
                  <a:srgbClr val="005374">
                    <a:alpha val="8238"/>
                  </a:srgbClr>
                </a:gs>
                <a:gs pos="57143">
                  <a:srgbClr val="005374">
                    <a:alpha val="4652"/>
                  </a:srgbClr>
                </a:gs>
                <a:gs pos="71429">
                  <a:srgbClr val="005374">
                    <a:alpha val="2205"/>
                  </a:srgbClr>
                </a:gs>
                <a:gs pos="85714">
                  <a:srgbClr val="005374">
                    <a:alpha val="878"/>
                  </a:srgbClr>
                </a:gs>
                <a:gs pos="100000">
                  <a:srgbClr val="005374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5400000">
              <a:off x="3240646" y="1812719"/>
              <a:ext cx="47318" cy="47318"/>
            </a:xfrm>
            <a:prstGeom prst="ellipse">
              <a:avLst/>
            </a:prstGeom>
            <a:gradFill>
              <a:gsLst>
                <a:gs pos="0">
                  <a:srgbClr val="ADF1F7">
                    <a:alpha val="17178"/>
                  </a:srgbClr>
                </a:gs>
                <a:gs pos="14286">
                  <a:srgbClr val="ADF1F7">
                    <a:alpha val="15906"/>
                  </a:srgbClr>
                </a:gs>
                <a:gs pos="28571">
                  <a:srgbClr val="ADF1F7">
                    <a:alpha val="12585"/>
                  </a:srgbClr>
                </a:gs>
                <a:gs pos="42857">
                  <a:srgbClr val="ADF1F7">
                    <a:alpha val="8444"/>
                  </a:srgbClr>
                </a:gs>
                <a:gs pos="57143">
                  <a:srgbClr val="ADF1F7">
                    <a:alpha val="4771"/>
                  </a:srgbClr>
                </a:gs>
                <a:gs pos="71429">
                  <a:srgbClr val="ADF1F7">
                    <a:alpha val="2262"/>
                  </a:srgbClr>
                </a:gs>
                <a:gs pos="85714">
                  <a:srgbClr val="ADF1F7">
                    <a:alpha val="901"/>
                  </a:srgbClr>
                </a:gs>
                <a:gs pos="100000">
                  <a:srgbClr val="ADF1F7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5400000">
              <a:off x="1738932" y="2002311"/>
              <a:ext cx="31856" cy="31856"/>
            </a:xfrm>
            <a:prstGeom prst="ellipse">
              <a:avLst/>
            </a:prstGeom>
            <a:gradFill>
              <a:gsLst>
                <a:gs pos="0">
                  <a:srgbClr val="F9A6A9">
                    <a:alpha val="17726"/>
                  </a:srgbClr>
                </a:gs>
                <a:gs pos="14286">
                  <a:srgbClr val="F9A6A9">
                    <a:alpha val="16418"/>
                  </a:srgbClr>
                </a:gs>
                <a:gs pos="28571">
                  <a:srgbClr val="F9A6A9">
                    <a:alpha val="12999"/>
                  </a:srgbClr>
                </a:gs>
                <a:gs pos="42857">
                  <a:srgbClr val="F9A6A9">
                    <a:alpha val="8729"/>
                  </a:srgbClr>
                </a:gs>
                <a:gs pos="57143">
                  <a:srgbClr val="F9A6A9">
                    <a:alpha val="4935"/>
                  </a:srgbClr>
                </a:gs>
                <a:gs pos="71429">
                  <a:srgbClr val="F9A6A9">
                    <a:alpha val="2341"/>
                  </a:srgbClr>
                </a:gs>
                <a:gs pos="85714">
                  <a:srgbClr val="F9A6A9">
                    <a:alpha val="932"/>
                  </a:srgbClr>
                </a:gs>
                <a:gs pos="100000">
                  <a:srgbClr val="F9A6A9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4274425">
              <a:off x="2278545" y="2954044"/>
              <a:ext cx="68461" cy="17384"/>
            </a:xfrm>
            <a:prstGeom prst="ellipse">
              <a:avLst/>
            </a:prstGeom>
            <a:gradFill>
              <a:gsLst>
                <a:gs pos="0">
                  <a:srgbClr val="663243">
                    <a:alpha val="16658"/>
                  </a:srgbClr>
                </a:gs>
                <a:gs pos="14286">
                  <a:srgbClr val="663243">
                    <a:alpha val="15421"/>
                  </a:srgbClr>
                </a:gs>
                <a:gs pos="28571">
                  <a:srgbClr val="663243">
                    <a:alpha val="12194"/>
                  </a:srgbClr>
                </a:gs>
                <a:gs pos="42857">
                  <a:srgbClr val="663243">
                    <a:alpha val="8176"/>
                  </a:srgbClr>
                </a:gs>
                <a:gs pos="57143">
                  <a:srgbClr val="663243">
                    <a:alpha val="4616"/>
                  </a:srgbClr>
                </a:gs>
                <a:gs pos="71429">
                  <a:srgbClr val="663243">
                    <a:alpha val="2188"/>
                  </a:srgbClr>
                </a:gs>
                <a:gs pos="85714">
                  <a:srgbClr val="663243">
                    <a:alpha val="871"/>
                  </a:srgbClr>
                </a:gs>
                <a:gs pos="100000">
                  <a:srgbClr val="663243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9364967">
              <a:off x="1250584" y="1140208"/>
              <a:ext cx="136304" cy="28338"/>
            </a:xfrm>
            <a:prstGeom prst="ellipse">
              <a:avLst/>
            </a:prstGeom>
            <a:gradFill>
              <a:gsLst>
                <a:gs pos="0">
                  <a:srgbClr val="CDC5E8">
                    <a:alpha val="31259"/>
                  </a:srgbClr>
                </a:gs>
                <a:gs pos="14286">
                  <a:srgbClr val="CDC5E8">
                    <a:alpha val="29143"/>
                  </a:srgbClr>
                </a:gs>
                <a:gs pos="28571">
                  <a:srgbClr val="CDC5E8">
                    <a:alpha val="23470"/>
                  </a:srgbClr>
                </a:gs>
                <a:gs pos="42857">
                  <a:srgbClr val="CDC5E8">
                    <a:alpha val="16092"/>
                  </a:srgbClr>
                </a:gs>
                <a:gs pos="57143">
                  <a:srgbClr val="CDC5E8">
                    <a:alpha val="9264"/>
                  </a:srgbClr>
                </a:gs>
                <a:gs pos="71429">
                  <a:srgbClr val="CDC5E8">
                    <a:alpha val="4449"/>
                  </a:srgbClr>
                </a:gs>
                <a:gs pos="85714">
                  <a:srgbClr val="CDC5E8">
                    <a:alpha val="1783"/>
                  </a:srgbClr>
                </a:gs>
                <a:gs pos="100000">
                  <a:srgbClr val="CDC5E8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5636343">
              <a:off x="529664" y="1091398"/>
              <a:ext cx="104046" cy="53206"/>
            </a:xfrm>
            <a:prstGeom prst="ellipse">
              <a:avLst/>
            </a:prstGeom>
            <a:gradFill>
              <a:gsLst>
                <a:gs pos="0">
                  <a:srgbClr val="FFAAB0">
                    <a:alpha val="32968"/>
                  </a:srgbClr>
                </a:gs>
                <a:gs pos="14286">
                  <a:srgbClr val="FFAAB0">
                    <a:alpha val="30764"/>
                  </a:srgbClr>
                </a:gs>
                <a:gs pos="28571">
                  <a:srgbClr val="FFAAB0">
                    <a:alpha val="24833"/>
                  </a:srgbClr>
                </a:gs>
                <a:gs pos="42857">
                  <a:srgbClr val="FFAAB0">
                    <a:alpha val="17075"/>
                  </a:srgbClr>
                </a:gs>
                <a:gs pos="57143">
                  <a:srgbClr val="FFAAB0">
                    <a:alpha val="9855"/>
                  </a:srgbClr>
                </a:gs>
                <a:gs pos="71429">
                  <a:srgbClr val="FFAAB0">
                    <a:alpha val="4740"/>
                  </a:srgbClr>
                </a:gs>
                <a:gs pos="85714">
                  <a:srgbClr val="FFAAB0">
                    <a:alpha val="1902"/>
                  </a:srgbClr>
                </a:gs>
                <a:gs pos="100000">
                  <a:srgbClr val="FFAA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7216038">
              <a:off x="1853392" y="376026"/>
              <a:ext cx="61920" cy="15480"/>
            </a:xfrm>
            <a:prstGeom prst="ellipse">
              <a:avLst/>
            </a:prstGeom>
            <a:gradFill>
              <a:gsLst>
                <a:gs pos="0">
                  <a:srgbClr val="A9D6D3">
                    <a:alpha val="18052"/>
                  </a:srgbClr>
                </a:gs>
                <a:gs pos="14286">
                  <a:srgbClr val="A9D6D3">
                    <a:alpha val="16722"/>
                  </a:srgbClr>
                </a:gs>
                <a:gs pos="28571">
                  <a:srgbClr val="A9D6D3">
                    <a:alpha val="13245"/>
                  </a:srgbClr>
                </a:gs>
                <a:gs pos="42857">
                  <a:srgbClr val="A9D6D3">
                    <a:alpha val="8898"/>
                  </a:srgbClr>
                </a:gs>
                <a:gs pos="57143">
                  <a:srgbClr val="A9D6D3">
                    <a:alpha val="5033"/>
                  </a:srgbClr>
                </a:gs>
                <a:gs pos="71429">
                  <a:srgbClr val="A9D6D3">
                    <a:alpha val="2388"/>
                  </a:srgbClr>
                </a:gs>
                <a:gs pos="85714">
                  <a:srgbClr val="A9D6D3">
                    <a:alpha val="951"/>
                  </a:srgbClr>
                </a:gs>
                <a:gs pos="100000">
                  <a:srgbClr val="A9D6D3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-9847573">
              <a:off x="2622289" y="471812"/>
              <a:ext cx="105138" cy="37035"/>
            </a:xfrm>
            <a:prstGeom prst="ellipse">
              <a:avLst/>
            </a:prstGeom>
            <a:gradFill>
              <a:gsLst>
                <a:gs pos="0">
                  <a:srgbClr val="FF8D84">
                    <a:alpha val="32968"/>
                  </a:srgbClr>
                </a:gs>
                <a:gs pos="14286">
                  <a:srgbClr val="FF8D84">
                    <a:alpha val="30764"/>
                  </a:srgbClr>
                </a:gs>
                <a:gs pos="28571">
                  <a:srgbClr val="FF8D84">
                    <a:alpha val="24833"/>
                  </a:srgbClr>
                </a:gs>
                <a:gs pos="42857">
                  <a:srgbClr val="FF8D84">
                    <a:alpha val="17075"/>
                  </a:srgbClr>
                </a:gs>
                <a:gs pos="57143">
                  <a:srgbClr val="FF8D84">
                    <a:alpha val="9855"/>
                  </a:srgbClr>
                </a:gs>
                <a:gs pos="71429">
                  <a:srgbClr val="FF8D84">
                    <a:alpha val="4740"/>
                  </a:srgbClr>
                </a:gs>
                <a:gs pos="85714">
                  <a:srgbClr val="FF8D84">
                    <a:alpha val="1902"/>
                  </a:srgbClr>
                </a:gs>
                <a:gs pos="100000">
                  <a:srgbClr val="FF8D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6136649">
              <a:off x="1260313" y="265964"/>
              <a:ext cx="68461" cy="17420"/>
            </a:xfrm>
            <a:prstGeom prst="ellipse">
              <a:avLst/>
            </a:prstGeom>
            <a:gradFill>
              <a:gsLst>
                <a:gs pos="0">
                  <a:srgbClr val="5A5161">
                    <a:alpha val="16631"/>
                  </a:srgbClr>
                </a:gs>
                <a:gs pos="14286">
                  <a:srgbClr val="5A5161">
                    <a:alpha val="15396"/>
                  </a:srgbClr>
                </a:gs>
                <a:gs pos="28571">
                  <a:srgbClr val="5A5161">
                    <a:alpha val="12174"/>
                  </a:srgbClr>
                </a:gs>
                <a:gs pos="42857">
                  <a:srgbClr val="5A5161">
                    <a:alpha val="8162"/>
                  </a:srgbClr>
                </a:gs>
                <a:gs pos="57143">
                  <a:srgbClr val="5A5161">
                    <a:alpha val="4608"/>
                  </a:srgbClr>
                </a:gs>
                <a:gs pos="71429">
                  <a:srgbClr val="5A5161">
                    <a:alpha val="2184"/>
                  </a:srgbClr>
                </a:gs>
                <a:gs pos="85714">
                  <a:srgbClr val="5A5161">
                    <a:alpha val="869"/>
                  </a:srgbClr>
                </a:gs>
                <a:gs pos="100000">
                  <a:srgbClr val="5A5161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2718340">
              <a:off x="1640387" y="421721"/>
              <a:ext cx="51148" cy="34059"/>
            </a:xfrm>
            <a:prstGeom prst="ellipse">
              <a:avLst/>
            </a:prstGeom>
            <a:gradFill>
              <a:gsLst>
                <a:gs pos="0">
                  <a:srgbClr val="FFC7EA">
                    <a:alpha val="32968"/>
                  </a:srgbClr>
                </a:gs>
                <a:gs pos="14286">
                  <a:srgbClr val="FFC7EA">
                    <a:alpha val="30764"/>
                  </a:srgbClr>
                </a:gs>
                <a:gs pos="28571">
                  <a:srgbClr val="FFC7EA">
                    <a:alpha val="24833"/>
                  </a:srgbClr>
                </a:gs>
                <a:gs pos="42857">
                  <a:srgbClr val="FFC7EA">
                    <a:alpha val="17075"/>
                  </a:srgbClr>
                </a:gs>
                <a:gs pos="57143">
                  <a:srgbClr val="FFC7EA">
                    <a:alpha val="9855"/>
                  </a:srgbClr>
                </a:gs>
                <a:gs pos="71429">
                  <a:srgbClr val="FFC7EA">
                    <a:alpha val="4740"/>
                  </a:srgbClr>
                </a:gs>
                <a:gs pos="85714">
                  <a:srgbClr val="FFC7EA">
                    <a:alpha val="1902"/>
                  </a:srgbClr>
                </a:gs>
                <a:gs pos="100000">
                  <a:srgbClr val="FFC7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9454637">
              <a:off x="1810836" y="1576650"/>
              <a:ext cx="103925" cy="74305"/>
            </a:xfrm>
            <a:prstGeom prst="ellipse">
              <a:avLst/>
            </a:prstGeom>
            <a:gradFill>
              <a:gsLst>
                <a:gs pos="0">
                  <a:srgbClr val="FFFFCD">
                    <a:alpha val="32968"/>
                  </a:srgbClr>
                </a:gs>
                <a:gs pos="14286">
                  <a:srgbClr val="FFFFCD">
                    <a:alpha val="30764"/>
                  </a:srgbClr>
                </a:gs>
                <a:gs pos="28571">
                  <a:srgbClr val="FFFFCD">
                    <a:alpha val="24833"/>
                  </a:srgbClr>
                </a:gs>
                <a:gs pos="42857">
                  <a:srgbClr val="FFFFCD">
                    <a:alpha val="17075"/>
                  </a:srgbClr>
                </a:gs>
                <a:gs pos="57143">
                  <a:srgbClr val="FFFFCD">
                    <a:alpha val="9855"/>
                  </a:srgbClr>
                </a:gs>
                <a:gs pos="71429">
                  <a:srgbClr val="FFFFCD">
                    <a:alpha val="4740"/>
                  </a:srgbClr>
                </a:gs>
                <a:gs pos="85714">
                  <a:srgbClr val="FFFFCD">
                    <a:alpha val="1902"/>
                  </a:srgbClr>
                </a:gs>
                <a:gs pos="100000">
                  <a:srgbClr val="FFFF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7098801">
              <a:off x="1646949" y="541741"/>
              <a:ext cx="91193" cy="425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5400000">
              <a:off x="2013602" y="1729956"/>
              <a:ext cx="29820" cy="29820"/>
            </a:xfrm>
            <a:prstGeom prst="ellipse">
              <a:avLst/>
            </a:prstGeom>
            <a:gradFill>
              <a:gsLst>
                <a:gs pos="0">
                  <a:srgbClr val="ADB6B4">
                    <a:alpha val="18465"/>
                  </a:srgbClr>
                </a:gs>
                <a:gs pos="14286">
                  <a:srgbClr val="ADB6B4">
                    <a:alpha val="17108"/>
                  </a:srgbClr>
                </a:gs>
                <a:gs pos="28571">
                  <a:srgbClr val="ADB6B4">
                    <a:alpha val="13557"/>
                  </a:srgbClr>
                </a:gs>
                <a:gs pos="42857">
                  <a:srgbClr val="ADB6B4">
                    <a:alpha val="9113"/>
                  </a:srgbClr>
                </a:gs>
                <a:gs pos="57143">
                  <a:srgbClr val="ADB6B4">
                    <a:alpha val="5157"/>
                  </a:srgbClr>
                </a:gs>
                <a:gs pos="71429">
                  <a:srgbClr val="ADB6B4">
                    <a:alpha val="2448"/>
                  </a:srgbClr>
                </a:gs>
                <a:gs pos="85714">
                  <a:srgbClr val="ADB6B4">
                    <a:alpha val="975"/>
                  </a:srgbClr>
                </a:gs>
                <a:gs pos="100000">
                  <a:srgbClr val="ADB6B4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-10554241">
              <a:off x="3029958" y="1398103"/>
              <a:ext cx="68461" cy="17483"/>
            </a:xfrm>
            <a:prstGeom prst="ellipse">
              <a:avLst/>
            </a:prstGeom>
            <a:gradFill>
              <a:gsLst>
                <a:gs pos="0">
                  <a:srgbClr val="81002E">
                    <a:alpha val="16585"/>
                  </a:srgbClr>
                </a:gs>
                <a:gs pos="14286">
                  <a:srgbClr val="81002E">
                    <a:alpha val="15352"/>
                  </a:srgbClr>
                </a:gs>
                <a:gs pos="28571">
                  <a:srgbClr val="81002E">
                    <a:alpha val="12139"/>
                  </a:srgbClr>
                </a:gs>
                <a:gs pos="42857">
                  <a:srgbClr val="81002E">
                    <a:alpha val="8138"/>
                  </a:srgbClr>
                </a:gs>
                <a:gs pos="57143">
                  <a:srgbClr val="81002E">
                    <a:alpha val="4595"/>
                  </a:srgbClr>
                </a:gs>
                <a:gs pos="71429">
                  <a:srgbClr val="81002E">
                    <a:alpha val="2178"/>
                  </a:srgbClr>
                </a:gs>
                <a:gs pos="85714">
                  <a:srgbClr val="81002E">
                    <a:alpha val="867"/>
                  </a:srgbClr>
                </a:gs>
                <a:gs pos="100000">
                  <a:srgbClr val="81002E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-8704587">
              <a:off x="1393678" y="229700"/>
              <a:ext cx="149216" cy="82090"/>
            </a:xfrm>
            <a:prstGeom prst="ellipse">
              <a:avLst/>
            </a:prstGeom>
            <a:gradFill>
              <a:gsLst>
                <a:gs pos="0">
                  <a:srgbClr val="E2FFFF">
                    <a:alpha val="32968"/>
                  </a:srgbClr>
                </a:gs>
                <a:gs pos="14286">
                  <a:srgbClr val="E2FFFF">
                    <a:alpha val="30764"/>
                  </a:srgbClr>
                </a:gs>
                <a:gs pos="28571">
                  <a:srgbClr val="E2FFFF">
                    <a:alpha val="24833"/>
                  </a:srgbClr>
                </a:gs>
                <a:gs pos="42857">
                  <a:srgbClr val="E2FFFF">
                    <a:alpha val="17075"/>
                  </a:srgbClr>
                </a:gs>
                <a:gs pos="57143">
                  <a:srgbClr val="E2FFFF">
                    <a:alpha val="9855"/>
                  </a:srgbClr>
                </a:gs>
                <a:gs pos="71429">
                  <a:srgbClr val="E2FFFF">
                    <a:alpha val="4740"/>
                  </a:srgbClr>
                </a:gs>
                <a:gs pos="85714">
                  <a:srgbClr val="E2FFFF">
                    <a:alpha val="1902"/>
                  </a:srgbClr>
                </a:gs>
                <a:gs pos="100000">
                  <a:srgbClr val="E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10446143">
              <a:off x="2369251" y="2080511"/>
              <a:ext cx="68461" cy="17564"/>
            </a:xfrm>
            <a:prstGeom prst="ellipse">
              <a:avLst/>
            </a:prstGeom>
            <a:gradFill>
              <a:gsLst>
                <a:gs pos="0">
                  <a:srgbClr val="514A60">
                    <a:alpha val="16525"/>
                  </a:srgbClr>
                </a:gs>
                <a:gs pos="14286">
                  <a:srgbClr val="514A60">
                    <a:alpha val="15296"/>
                  </a:srgbClr>
                </a:gs>
                <a:gs pos="28571">
                  <a:srgbClr val="514A60">
                    <a:alpha val="12094"/>
                  </a:srgbClr>
                </a:gs>
                <a:gs pos="42857">
                  <a:srgbClr val="514A60">
                    <a:alpha val="8107"/>
                  </a:srgbClr>
                </a:gs>
                <a:gs pos="57143">
                  <a:srgbClr val="514A60">
                    <a:alpha val="4577"/>
                  </a:srgbClr>
                </a:gs>
                <a:gs pos="71429">
                  <a:srgbClr val="514A60">
                    <a:alpha val="2169"/>
                  </a:srgbClr>
                </a:gs>
                <a:gs pos="85714">
                  <a:srgbClr val="514A60">
                    <a:alpha val="863"/>
                  </a:srgbClr>
                </a:gs>
                <a:gs pos="100000">
                  <a:srgbClr val="514A60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8171564">
              <a:off x="1755506" y="209340"/>
              <a:ext cx="88274" cy="628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5950421">
              <a:off x="3063870" y="2303919"/>
              <a:ext cx="68461" cy="17577"/>
            </a:xfrm>
            <a:prstGeom prst="ellipse">
              <a:avLst/>
            </a:prstGeom>
            <a:gradFill>
              <a:gsLst>
                <a:gs pos="0">
                  <a:srgbClr val="534D68">
                    <a:alpha val="16516"/>
                  </a:srgbClr>
                </a:gs>
                <a:gs pos="14286">
                  <a:srgbClr val="534D68">
                    <a:alpha val="15288"/>
                  </a:srgbClr>
                </a:gs>
                <a:gs pos="28571">
                  <a:srgbClr val="534D68">
                    <a:alpha val="12087"/>
                  </a:srgbClr>
                </a:gs>
                <a:gs pos="42857">
                  <a:srgbClr val="534D68">
                    <a:alpha val="8102"/>
                  </a:srgbClr>
                </a:gs>
                <a:gs pos="57143">
                  <a:srgbClr val="534D68">
                    <a:alpha val="4574"/>
                  </a:srgbClr>
                </a:gs>
                <a:gs pos="71429">
                  <a:srgbClr val="534D68">
                    <a:alpha val="2168"/>
                  </a:srgbClr>
                </a:gs>
                <a:gs pos="85714">
                  <a:srgbClr val="534D68">
                    <a:alpha val="863"/>
                  </a:srgbClr>
                </a:gs>
                <a:gs pos="100000">
                  <a:srgbClr val="534D68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7741411">
              <a:off x="2074031" y="3057552"/>
              <a:ext cx="68461" cy="17514"/>
            </a:xfrm>
            <a:prstGeom prst="ellipse">
              <a:avLst/>
            </a:prstGeom>
            <a:gradFill>
              <a:gsLst>
                <a:gs pos="0">
                  <a:srgbClr val="5E72A5">
                    <a:alpha val="16562"/>
                  </a:srgbClr>
                </a:gs>
                <a:gs pos="14286">
                  <a:srgbClr val="5E72A5">
                    <a:alpha val="15331"/>
                  </a:srgbClr>
                </a:gs>
                <a:gs pos="28571">
                  <a:srgbClr val="5E72A5">
                    <a:alpha val="12121"/>
                  </a:srgbClr>
                </a:gs>
                <a:gs pos="42857">
                  <a:srgbClr val="5E72A5">
                    <a:alpha val="8126"/>
                  </a:srgbClr>
                </a:gs>
                <a:gs pos="57143">
                  <a:srgbClr val="5E72A5">
                    <a:alpha val="4588"/>
                  </a:srgbClr>
                </a:gs>
                <a:gs pos="71429">
                  <a:srgbClr val="5E72A5">
                    <a:alpha val="2174"/>
                  </a:srgbClr>
                </a:gs>
                <a:gs pos="85714">
                  <a:srgbClr val="5E72A5">
                    <a:alpha val="866"/>
                  </a:srgbClr>
                </a:gs>
                <a:gs pos="100000">
                  <a:srgbClr val="5E72A5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7774045">
              <a:off x="1928357" y="2788672"/>
              <a:ext cx="68461" cy="17677"/>
            </a:xfrm>
            <a:prstGeom prst="ellipse">
              <a:avLst/>
            </a:prstGeom>
            <a:gradFill>
              <a:gsLst>
                <a:gs pos="0">
                  <a:srgbClr val="454B5C">
                    <a:alpha val="16441"/>
                  </a:srgbClr>
                </a:gs>
                <a:gs pos="14286">
                  <a:srgbClr val="454B5C">
                    <a:alpha val="15218"/>
                  </a:srgbClr>
                </a:gs>
                <a:gs pos="28571">
                  <a:srgbClr val="454B5C">
                    <a:alpha val="12031"/>
                  </a:srgbClr>
                </a:gs>
                <a:gs pos="42857">
                  <a:srgbClr val="454B5C">
                    <a:alpha val="8064"/>
                  </a:srgbClr>
                </a:gs>
                <a:gs pos="57143">
                  <a:srgbClr val="454B5C">
                    <a:alpha val="4552"/>
                  </a:srgbClr>
                </a:gs>
                <a:gs pos="71429">
                  <a:srgbClr val="454B5C">
                    <a:alpha val="2157"/>
                  </a:srgbClr>
                </a:gs>
                <a:gs pos="85714">
                  <a:srgbClr val="454B5C">
                    <a:alpha val="859"/>
                  </a:srgbClr>
                </a:gs>
                <a:gs pos="100000">
                  <a:srgbClr val="454B5C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7204168">
              <a:off x="2041639" y="391165"/>
              <a:ext cx="57889" cy="44592"/>
            </a:xfrm>
            <a:prstGeom prst="ellipse">
              <a:avLst/>
            </a:prstGeom>
            <a:gradFill>
              <a:gsLst>
                <a:gs pos="0">
                  <a:srgbClr val="FFB2CA">
                    <a:alpha val="32968"/>
                  </a:srgbClr>
                </a:gs>
                <a:gs pos="14286">
                  <a:srgbClr val="FFB2CA">
                    <a:alpha val="30764"/>
                  </a:srgbClr>
                </a:gs>
                <a:gs pos="28571">
                  <a:srgbClr val="FFB2CA">
                    <a:alpha val="24833"/>
                  </a:srgbClr>
                </a:gs>
                <a:gs pos="42857">
                  <a:srgbClr val="FFB2CA">
                    <a:alpha val="17075"/>
                  </a:srgbClr>
                </a:gs>
                <a:gs pos="57143">
                  <a:srgbClr val="FFB2CA">
                    <a:alpha val="9855"/>
                  </a:srgbClr>
                </a:gs>
                <a:gs pos="71429">
                  <a:srgbClr val="FFB2CA">
                    <a:alpha val="4740"/>
                  </a:srgbClr>
                </a:gs>
                <a:gs pos="85714">
                  <a:srgbClr val="FFB2CA">
                    <a:alpha val="1902"/>
                  </a:srgbClr>
                </a:gs>
                <a:gs pos="100000">
                  <a:srgbClr val="FFB2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3417662">
              <a:off x="3002665" y="943020"/>
              <a:ext cx="68461" cy="17232"/>
            </a:xfrm>
            <a:prstGeom prst="ellipse">
              <a:avLst/>
            </a:prstGeom>
            <a:gradFill>
              <a:gsLst>
                <a:gs pos="0">
                  <a:srgbClr val="7595BA">
                    <a:alpha val="16770"/>
                  </a:srgbClr>
                </a:gs>
                <a:gs pos="14286">
                  <a:srgbClr val="7595BA">
                    <a:alpha val="15525"/>
                  </a:srgbClr>
                </a:gs>
                <a:gs pos="28571">
                  <a:srgbClr val="7595BA">
                    <a:alpha val="12278"/>
                  </a:srgbClr>
                </a:gs>
                <a:gs pos="42857">
                  <a:srgbClr val="7595BA">
                    <a:alpha val="8234"/>
                  </a:srgbClr>
                </a:gs>
                <a:gs pos="57143">
                  <a:srgbClr val="7595BA">
                    <a:alpha val="4650"/>
                  </a:srgbClr>
                </a:gs>
                <a:gs pos="71429">
                  <a:srgbClr val="7595BA">
                    <a:alpha val="2204"/>
                  </a:srgbClr>
                </a:gs>
                <a:gs pos="85714">
                  <a:srgbClr val="7595BA">
                    <a:alpha val="877"/>
                  </a:srgbClr>
                </a:gs>
                <a:gs pos="100000">
                  <a:srgbClr val="7595BA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-8896370">
              <a:off x="1482983" y="1432143"/>
              <a:ext cx="101495" cy="77328"/>
            </a:xfrm>
            <a:prstGeom prst="ellipse">
              <a:avLst/>
            </a:prstGeom>
            <a:gradFill>
              <a:gsLst>
                <a:gs pos="0">
                  <a:srgbClr val="FFFFC6">
                    <a:alpha val="32968"/>
                  </a:srgbClr>
                </a:gs>
                <a:gs pos="14286">
                  <a:srgbClr val="FFFFC6">
                    <a:alpha val="30764"/>
                  </a:srgbClr>
                </a:gs>
                <a:gs pos="28571">
                  <a:srgbClr val="FFFFC6">
                    <a:alpha val="24833"/>
                  </a:srgbClr>
                </a:gs>
                <a:gs pos="42857">
                  <a:srgbClr val="FFFFC6">
                    <a:alpha val="17075"/>
                  </a:srgbClr>
                </a:gs>
                <a:gs pos="57143">
                  <a:srgbClr val="FFFFC6">
                    <a:alpha val="9855"/>
                  </a:srgbClr>
                </a:gs>
                <a:gs pos="71429">
                  <a:srgbClr val="FFFFC6">
                    <a:alpha val="4740"/>
                  </a:srgbClr>
                </a:gs>
                <a:gs pos="85714">
                  <a:srgbClr val="FFFFC6">
                    <a:alpha val="1902"/>
                  </a:srgbClr>
                </a:gs>
                <a:gs pos="100000">
                  <a:srgbClr val="FFFF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-9324511">
              <a:off x="1088931" y="2727934"/>
              <a:ext cx="68461" cy="17381"/>
            </a:xfrm>
            <a:prstGeom prst="ellipse">
              <a:avLst/>
            </a:prstGeom>
            <a:gradFill>
              <a:gsLst>
                <a:gs pos="0">
                  <a:srgbClr val="C11E3B">
                    <a:alpha val="16661"/>
                  </a:srgbClr>
                </a:gs>
                <a:gs pos="14286">
                  <a:srgbClr val="C11E3B">
                    <a:alpha val="15423"/>
                  </a:srgbClr>
                </a:gs>
                <a:gs pos="28571">
                  <a:srgbClr val="C11E3B">
                    <a:alpha val="12196"/>
                  </a:srgbClr>
                </a:gs>
                <a:gs pos="42857">
                  <a:srgbClr val="C11E3B">
                    <a:alpha val="8177"/>
                  </a:srgbClr>
                </a:gs>
                <a:gs pos="57143">
                  <a:srgbClr val="C11E3B">
                    <a:alpha val="4617"/>
                  </a:srgbClr>
                </a:gs>
                <a:gs pos="71429">
                  <a:srgbClr val="C11E3B">
                    <a:alpha val="2188"/>
                  </a:srgbClr>
                </a:gs>
                <a:gs pos="85714">
                  <a:srgbClr val="C11E3B">
                    <a:alpha val="871"/>
                  </a:srgbClr>
                </a:gs>
                <a:gs pos="100000">
                  <a:srgbClr val="C11E3B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-10254589">
              <a:off x="1737773" y="1283768"/>
              <a:ext cx="68444" cy="17111"/>
            </a:xfrm>
            <a:prstGeom prst="ellipse">
              <a:avLst/>
            </a:prstGeom>
            <a:gradFill>
              <a:gsLst>
                <a:gs pos="0">
                  <a:srgbClr val="90E3E2">
                    <a:alpha val="16860"/>
                  </a:srgbClr>
                </a:gs>
                <a:gs pos="14286">
                  <a:srgbClr val="90E3E2">
                    <a:alpha val="15609"/>
                  </a:srgbClr>
                </a:gs>
                <a:gs pos="28571">
                  <a:srgbClr val="90E3E2">
                    <a:alpha val="12345"/>
                  </a:srgbClr>
                </a:gs>
                <a:gs pos="42857">
                  <a:srgbClr val="90E3E2">
                    <a:alpha val="8280"/>
                  </a:srgbClr>
                </a:gs>
                <a:gs pos="57143">
                  <a:srgbClr val="90E3E2">
                    <a:alpha val="4676"/>
                  </a:srgbClr>
                </a:gs>
                <a:gs pos="71429">
                  <a:srgbClr val="90E3E2">
                    <a:alpha val="2217"/>
                  </a:srgbClr>
                </a:gs>
                <a:gs pos="85714">
                  <a:srgbClr val="90E3E2">
                    <a:alpha val="883"/>
                  </a:srgbClr>
                </a:gs>
                <a:gs pos="100000">
                  <a:srgbClr val="90E3E2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8765569">
              <a:off x="1613513" y="582857"/>
              <a:ext cx="68461" cy="17524"/>
            </a:xfrm>
            <a:prstGeom prst="ellipse">
              <a:avLst/>
            </a:prstGeom>
            <a:gradFill>
              <a:gsLst>
                <a:gs pos="0">
                  <a:srgbClr val="8D3828">
                    <a:alpha val="16555"/>
                  </a:srgbClr>
                </a:gs>
                <a:gs pos="14286">
                  <a:srgbClr val="8D3828">
                    <a:alpha val="15324"/>
                  </a:srgbClr>
                </a:gs>
                <a:gs pos="28571">
                  <a:srgbClr val="8D3828">
                    <a:alpha val="12116"/>
                  </a:srgbClr>
                </a:gs>
                <a:gs pos="42857">
                  <a:srgbClr val="8D3828">
                    <a:alpha val="8123"/>
                  </a:srgbClr>
                </a:gs>
                <a:gs pos="57143">
                  <a:srgbClr val="8D3828">
                    <a:alpha val="4586"/>
                  </a:srgbClr>
                </a:gs>
                <a:gs pos="71429">
                  <a:srgbClr val="8D3828">
                    <a:alpha val="2173"/>
                  </a:srgbClr>
                </a:gs>
                <a:gs pos="85714">
                  <a:srgbClr val="8D3828">
                    <a:alpha val="865"/>
                  </a:srgbClr>
                </a:gs>
                <a:gs pos="100000">
                  <a:srgbClr val="8D3828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5253535">
              <a:off x="1988843" y="399573"/>
              <a:ext cx="194266" cy="12675"/>
            </a:xfrm>
            <a:prstGeom prst="ellipse">
              <a:avLst/>
            </a:prstGeom>
            <a:gradFill>
              <a:gsLst>
                <a:gs pos="0">
                  <a:srgbClr val="040400">
                    <a:alpha val="32968"/>
                  </a:srgbClr>
                </a:gs>
                <a:gs pos="14286">
                  <a:srgbClr val="040400">
                    <a:alpha val="30764"/>
                  </a:srgbClr>
                </a:gs>
                <a:gs pos="28571">
                  <a:srgbClr val="040400">
                    <a:alpha val="24833"/>
                  </a:srgbClr>
                </a:gs>
                <a:gs pos="42857">
                  <a:srgbClr val="040400">
                    <a:alpha val="17075"/>
                  </a:srgbClr>
                </a:gs>
                <a:gs pos="57143">
                  <a:srgbClr val="040400">
                    <a:alpha val="9855"/>
                  </a:srgbClr>
                </a:gs>
                <a:gs pos="71429">
                  <a:srgbClr val="040400">
                    <a:alpha val="4740"/>
                  </a:srgbClr>
                </a:gs>
                <a:gs pos="85714">
                  <a:srgbClr val="040400">
                    <a:alpha val="1902"/>
                  </a:srgbClr>
                </a:gs>
                <a:gs pos="100000">
                  <a:srgbClr val="04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-10351904">
              <a:off x="1173382" y="1036679"/>
              <a:ext cx="68461" cy="17486"/>
            </a:xfrm>
            <a:prstGeom prst="ellipse">
              <a:avLst/>
            </a:prstGeom>
            <a:gradFill>
              <a:gsLst>
                <a:gs pos="0">
                  <a:srgbClr val="606792">
                    <a:alpha val="16583"/>
                  </a:srgbClr>
                </a:gs>
                <a:gs pos="14286">
                  <a:srgbClr val="606792">
                    <a:alpha val="15350"/>
                  </a:srgbClr>
                </a:gs>
                <a:gs pos="28571">
                  <a:srgbClr val="606792">
                    <a:alpha val="12137"/>
                  </a:srgbClr>
                </a:gs>
                <a:gs pos="42857">
                  <a:srgbClr val="606792">
                    <a:alpha val="8137"/>
                  </a:srgbClr>
                </a:gs>
                <a:gs pos="57143">
                  <a:srgbClr val="606792">
                    <a:alpha val="4594"/>
                  </a:srgbClr>
                </a:gs>
                <a:gs pos="71429">
                  <a:srgbClr val="606792">
                    <a:alpha val="2177"/>
                  </a:srgbClr>
                </a:gs>
                <a:gs pos="85714">
                  <a:srgbClr val="606792">
                    <a:alpha val="867"/>
                  </a:srgbClr>
                </a:gs>
                <a:gs pos="100000">
                  <a:srgbClr val="606792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-10114459">
              <a:off x="2872056" y="2496389"/>
              <a:ext cx="68461" cy="17586"/>
            </a:xfrm>
            <a:prstGeom prst="ellipse">
              <a:avLst/>
            </a:prstGeom>
            <a:gradFill>
              <a:gsLst>
                <a:gs pos="0">
                  <a:srgbClr val="5F6081">
                    <a:alpha val="16508"/>
                  </a:srgbClr>
                </a:gs>
                <a:gs pos="14286">
                  <a:srgbClr val="5F6081">
                    <a:alpha val="15281"/>
                  </a:srgbClr>
                </a:gs>
                <a:gs pos="28571">
                  <a:srgbClr val="5F6081">
                    <a:alpha val="12081"/>
                  </a:srgbClr>
                </a:gs>
                <a:gs pos="42857">
                  <a:srgbClr val="5F6081">
                    <a:alpha val="8099"/>
                  </a:srgbClr>
                </a:gs>
                <a:gs pos="57143">
                  <a:srgbClr val="5F6081">
                    <a:alpha val="4572"/>
                  </a:srgbClr>
                </a:gs>
                <a:gs pos="71429">
                  <a:srgbClr val="5F6081">
                    <a:alpha val="2167"/>
                  </a:srgbClr>
                </a:gs>
                <a:gs pos="85714">
                  <a:srgbClr val="5F6081">
                    <a:alpha val="862"/>
                  </a:srgbClr>
                </a:gs>
                <a:gs pos="100000">
                  <a:srgbClr val="5F6081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5862667">
              <a:off x="2073173" y="2534645"/>
              <a:ext cx="73919" cy="511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-9481296">
              <a:off x="1727957" y="1325206"/>
              <a:ext cx="68461" cy="17574"/>
            </a:xfrm>
            <a:prstGeom prst="ellipse">
              <a:avLst/>
            </a:prstGeom>
            <a:gradFill>
              <a:gsLst>
                <a:gs pos="0">
                  <a:srgbClr val="4A7DA5">
                    <a:alpha val="16518"/>
                  </a:srgbClr>
                </a:gs>
                <a:gs pos="14286">
                  <a:srgbClr val="4A7DA5">
                    <a:alpha val="15290"/>
                  </a:srgbClr>
                </a:gs>
                <a:gs pos="28571">
                  <a:srgbClr val="4A7DA5">
                    <a:alpha val="12089"/>
                  </a:srgbClr>
                </a:gs>
                <a:gs pos="42857">
                  <a:srgbClr val="4A7DA5">
                    <a:alpha val="8104"/>
                  </a:srgbClr>
                </a:gs>
                <a:gs pos="57143">
                  <a:srgbClr val="4A7DA5">
                    <a:alpha val="4575"/>
                  </a:srgbClr>
                </a:gs>
                <a:gs pos="71429">
                  <a:srgbClr val="4A7DA5">
                    <a:alpha val="2168"/>
                  </a:srgbClr>
                </a:gs>
                <a:gs pos="85714">
                  <a:srgbClr val="4A7DA5">
                    <a:alpha val="863"/>
                  </a:srgbClr>
                </a:gs>
                <a:gs pos="100000">
                  <a:srgbClr val="4A7DA5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-10148066">
              <a:off x="914768" y="2096815"/>
              <a:ext cx="56929" cy="14232"/>
            </a:xfrm>
            <a:prstGeom prst="ellipse">
              <a:avLst/>
            </a:prstGeom>
            <a:gradFill>
              <a:gsLst>
                <a:gs pos="0">
                  <a:srgbClr val="92C0D4">
                    <a:alpha val="18954"/>
                  </a:srgbClr>
                </a:gs>
                <a:gs pos="14286">
                  <a:srgbClr val="92C0D4">
                    <a:alpha val="17564"/>
                  </a:srgbClr>
                </a:gs>
                <a:gs pos="28571">
                  <a:srgbClr val="92C0D4">
                    <a:alpha val="13927"/>
                  </a:srgbClr>
                </a:gs>
                <a:gs pos="42857">
                  <a:srgbClr val="92C0D4">
                    <a:alpha val="9369"/>
                  </a:srgbClr>
                </a:gs>
                <a:gs pos="57143">
                  <a:srgbClr val="92C0D4">
                    <a:alpha val="5305"/>
                  </a:srgbClr>
                </a:gs>
                <a:gs pos="71429">
                  <a:srgbClr val="92C0D4">
                    <a:alpha val="2519"/>
                  </a:srgbClr>
                </a:gs>
                <a:gs pos="85714">
                  <a:srgbClr val="92C0D4">
                    <a:alpha val="1004"/>
                  </a:srgbClr>
                </a:gs>
                <a:gs pos="100000">
                  <a:srgbClr val="92C0D4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5293295">
              <a:off x="1479904" y="2582574"/>
              <a:ext cx="124701" cy="65343"/>
            </a:xfrm>
            <a:prstGeom prst="ellipse">
              <a:avLst/>
            </a:prstGeom>
            <a:gradFill>
              <a:gsLst>
                <a:gs pos="0">
                  <a:srgbClr val="FFFFC6">
                    <a:alpha val="32968"/>
                  </a:srgbClr>
                </a:gs>
                <a:gs pos="14286">
                  <a:srgbClr val="FFFFC6">
                    <a:alpha val="30764"/>
                  </a:srgbClr>
                </a:gs>
                <a:gs pos="28571">
                  <a:srgbClr val="FFFFC6">
                    <a:alpha val="24833"/>
                  </a:srgbClr>
                </a:gs>
                <a:gs pos="42857">
                  <a:srgbClr val="FFFFC6">
                    <a:alpha val="17075"/>
                  </a:srgbClr>
                </a:gs>
                <a:gs pos="57143">
                  <a:srgbClr val="FFFFC6">
                    <a:alpha val="9855"/>
                  </a:srgbClr>
                </a:gs>
                <a:gs pos="71429">
                  <a:srgbClr val="FFFFC6">
                    <a:alpha val="4740"/>
                  </a:srgbClr>
                </a:gs>
                <a:gs pos="85714">
                  <a:srgbClr val="FFFFC6">
                    <a:alpha val="1902"/>
                  </a:srgbClr>
                </a:gs>
                <a:gs pos="100000">
                  <a:srgbClr val="FFFF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-8508078">
              <a:off x="155018" y="2815459"/>
              <a:ext cx="74121" cy="672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6230718">
              <a:off x="874611" y="2306364"/>
              <a:ext cx="96895" cy="252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4936924">
              <a:off x="2088897" y="2700351"/>
              <a:ext cx="788020" cy="384386"/>
            </a:xfrm>
            <a:prstGeom prst="ellipse">
              <a:avLst/>
            </a:prstGeom>
            <a:gradFill>
              <a:gsLst>
                <a:gs pos="0">
                  <a:srgbClr val="000004">
                    <a:alpha val="8130"/>
                  </a:srgbClr>
                </a:gs>
                <a:gs pos="14286">
                  <a:srgbClr val="000004">
                    <a:alpha val="7498"/>
                  </a:srgbClr>
                </a:gs>
                <a:gs pos="28571">
                  <a:srgbClr val="000004">
                    <a:alpha val="5872"/>
                  </a:srgbClr>
                </a:gs>
                <a:gs pos="42857">
                  <a:srgbClr val="000004">
                    <a:alpha val="3892"/>
                  </a:srgbClr>
                </a:gs>
                <a:gs pos="57143">
                  <a:srgbClr val="000004">
                    <a:alpha val="2175"/>
                  </a:srgbClr>
                </a:gs>
                <a:gs pos="71429">
                  <a:srgbClr val="000004">
                    <a:alpha val="1024"/>
                  </a:srgbClr>
                </a:gs>
                <a:gs pos="85714">
                  <a:srgbClr val="000004">
                    <a:alpha val="406"/>
                  </a:srgbClr>
                </a:gs>
                <a:gs pos="100000">
                  <a:srgbClr val="000004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-10096566">
              <a:off x="1478378" y="2618756"/>
              <a:ext cx="118843" cy="58225"/>
            </a:xfrm>
            <a:prstGeom prst="ellipse">
              <a:avLst/>
            </a:prstGeom>
            <a:gradFill>
              <a:gsLst>
                <a:gs pos="0">
                  <a:srgbClr val="FF4340">
                    <a:alpha val="14024"/>
                  </a:srgbClr>
                </a:gs>
                <a:gs pos="14286">
                  <a:srgbClr val="FF4340">
                    <a:alpha val="12967"/>
                  </a:srgbClr>
                </a:gs>
                <a:gs pos="28571">
                  <a:srgbClr val="FF4340">
                    <a:alpha val="10222"/>
                  </a:srgbClr>
                </a:gs>
                <a:gs pos="42857">
                  <a:srgbClr val="FF4340">
                    <a:alpha val="6829"/>
                  </a:srgbClr>
                </a:gs>
                <a:gs pos="57143">
                  <a:srgbClr val="FF4340">
                    <a:alpha val="3843"/>
                  </a:srgbClr>
                </a:gs>
                <a:gs pos="71429">
                  <a:srgbClr val="FF4340">
                    <a:alpha val="1818"/>
                  </a:srgbClr>
                </a:gs>
                <a:gs pos="85714">
                  <a:srgbClr val="FF4340">
                    <a:alpha val="723"/>
                  </a:srgbClr>
                </a:gs>
                <a:gs pos="100000">
                  <a:srgbClr val="FF4340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4371810">
              <a:off x="1070780" y="363574"/>
              <a:ext cx="68461" cy="17857"/>
            </a:xfrm>
            <a:prstGeom prst="ellipse">
              <a:avLst/>
            </a:prstGeom>
            <a:gradFill>
              <a:gsLst>
                <a:gs pos="0">
                  <a:srgbClr val="A70000">
                    <a:alpha val="16308"/>
                  </a:srgbClr>
                </a:gs>
                <a:gs pos="14286">
                  <a:srgbClr val="A70000">
                    <a:alpha val="15094"/>
                  </a:srgbClr>
                </a:gs>
                <a:gs pos="28571">
                  <a:srgbClr val="A70000">
                    <a:alpha val="11931"/>
                  </a:srgbClr>
                </a:gs>
                <a:gs pos="42857">
                  <a:srgbClr val="A70000">
                    <a:alpha val="7995"/>
                  </a:srgbClr>
                </a:gs>
                <a:gs pos="57143">
                  <a:srgbClr val="A70000">
                    <a:alpha val="4512"/>
                  </a:srgbClr>
                </a:gs>
                <a:gs pos="71429">
                  <a:srgbClr val="A70000">
                    <a:alpha val="2138"/>
                  </a:srgbClr>
                </a:gs>
                <a:gs pos="85714">
                  <a:srgbClr val="A70000">
                    <a:alpha val="851"/>
                  </a:srgbClr>
                </a:gs>
                <a:gs pos="100000">
                  <a:srgbClr val="A7000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7556274">
              <a:off x="1612347" y="592131"/>
              <a:ext cx="68461" cy="17512"/>
            </a:xfrm>
            <a:prstGeom prst="ellipse">
              <a:avLst/>
            </a:prstGeom>
            <a:gradFill>
              <a:gsLst>
                <a:gs pos="0">
                  <a:srgbClr val="840100">
                    <a:alpha val="16563"/>
                  </a:srgbClr>
                </a:gs>
                <a:gs pos="14286">
                  <a:srgbClr val="840100">
                    <a:alpha val="15332"/>
                  </a:srgbClr>
                </a:gs>
                <a:gs pos="28571">
                  <a:srgbClr val="840100">
                    <a:alpha val="12123"/>
                  </a:srgbClr>
                </a:gs>
                <a:gs pos="42857">
                  <a:srgbClr val="840100">
                    <a:alpha val="8127"/>
                  </a:srgbClr>
                </a:gs>
                <a:gs pos="57143">
                  <a:srgbClr val="840100">
                    <a:alpha val="4588"/>
                  </a:srgbClr>
                </a:gs>
                <a:gs pos="71429">
                  <a:srgbClr val="840100">
                    <a:alpha val="2175"/>
                  </a:srgbClr>
                </a:gs>
                <a:gs pos="85714">
                  <a:srgbClr val="840100">
                    <a:alpha val="866"/>
                  </a:srgbClr>
                </a:gs>
                <a:gs pos="100000">
                  <a:srgbClr val="84010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3795415">
              <a:off x="372565" y="1407545"/>
              <a:ext cx="161496" cy="1157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7512531">
              <a:off x="1794635" y="250785"/>
              <a:ext cx="68461" cy="17975"/>
            </a:xfrm>
            <a:prstGeom prst="ellipse">
              <a:avLst/>
            </a:prstGeom>
            <a:gradFill>
              <a:gsLst>
                <a:gs pos="0">
                  <a:srgbClr val="5F6168">
                    <a:alpha val="16221"/>
                  </a:srgbClr>
                </a:gs>
                <a:gs pos="14286">
                  <a:srgbClr val="5F6168">
                    <a:alpha val="15013"/>
                  </a:srgbClr>
                </a:gs>
                <a:gs pos="28571">
                  <a:srgbClr val="5F6168">
                    <a:alpha val="11865"/>
                  </a:srgbClr>
                </a:gs>
                <a:gs pos="42857">
                  <a:srgbClr val="5F6168">
                    <a:alpha val="7951"/>
                  </a:srgbClr>
                </a:gs>
                <a:gs pos="57143">
                  <a:srgbClr val="5F6168">
                    <a:alpha val="4487"/>
                  </a:srgbClr>
                </a:gs>
                <a:gs pos="71429">
                  <a:srgbClr val="5F6168">
                    <a:alpha val="2126"/>
                  </a:srgbClr>
                </a:gs>
                <a:gs pos="85714">
                  <a:srgbClr val="5F6168">
                    <a:alpha val="846"/>
                  </a:srgbClr>
                </a:gs>
                <a:gs pos="100000">
                  <a:srgbClr val="5F6168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8914791">
              <a:off x="1796268" y="2555566"/>
              <a:ext cx="68461" cy="17977"/>
            </a:xfrm>
            <a:prstGeom prst="ellipse">
              <a:avLst/>
            </a:prstGeom>
            <a:gradFill>
              <a:gsLst>
                <a:gs pos="0">
                  <a:srgbClr val="3B302D">
                    <a:alpha val="16219"/>
                  </a:srgbClr>
                </a:gs>
                <a:gs pos="14286">
                  <a:srgbClr val="3B302D">
                    <a:alpha val="15011"/>
                  </a:srgbClr>
                </a:gs>
                <a:gs pos="28571">
                  <a:srgbClr val="3B302D">
                    <a:alpha val="11864"/>
                  </a:srgbClr>
                </a:gs>
                <a:gs pos="42857">
                  <a:srgbClr val="3B302D">
                    <a:alpha val="7950"/>
                  </a:srgbClr>
                </a:gs>
                <a:gs pos="57143">
                  <a:srgbClr val="3B302D">
                    <a:alpha val="4486"/>
                  </a:srgbClr>
                </a:gs>
                <a:gs pos="71429">
                  <a:srgbClr val="3B302D">
                    <a:alpha val="2126"/>
                  </a:srgbClr>
                </a:gs>
                <a:gs pos="85714">
                  <a:srgbClr val="3B302D">
                    <a:alpha val="846"/>
                  </a:srgbClr>
                </a:gs>
                <a:gs pos="100000">
                  <a:srgbClr val="3B302D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8592530">
              <a:off x="1279764" y="672050"/>
              <a:ext cx="38501" cy="28634"/>
            </a:xfrm>
            <a:prstGeom prst="ellipse">
              <a:avLst/>
            </a:prstGeom>
            <a:gradFill>
              <a:gsLst>
                <a:gs pos="0">
                  <a:srgbClr val="FFFDFF">
                    <a:alpha val="32968"/>
                  </a:srgbClr>
                </a:gs>
                <a:gs pos="14286">
                  <a:srgbClr val="FFFDFF">
                    <a:alpha val="30764"/>
                  </a:srgbClr>
                </a:gs>
                <a:gs pos="28571">
                  <a:srgbClr val="FFFDFF">
                    <a:alpha val="24833"/>
                  </a:srgbClr>
                </a:gs>
                <a:gs pos="42857">
                  <a:srgbClr val="FFFDFF">
                    <a:alpha val="17075"/>
                  </a:srgbClr>
                </a:gs>
                <a:gs pos="57143">
                  <a:srgbClr val="FFFDFF">
                    <a:alpha val="9855"/>
                  </a:srgbClr>
                </a:gs>
                <a:gs pos="71429">
                  <a:srgbClr val="FFFDFF">
                    <a:alpha val="4740"/>
                  </a:srgbClr>
                </a:gs>
                <a:gs pos="85714">
                  <a:srgbClr val="FFFDFF">
                    <a:alpha val="1902"/>
                  </a:srgbClr>
                </a:gs>
                <a:gs pos="100000">
                  <a:srgbClr val="FF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5400000">
              <a:off x="361526" y="2248552"/>
              <a:ext cx="34186" cy="34186"/>
            </a:xfrm>
            <a:prstGeom prst="ellipse">
              <a:avLst/>
            </a:prstGeom>
            <a:gradFill>
              <a:gsLst>
                <a:gs pos="0">
                  <a:srgbClr val="638EA2">
                    <a:alpha val="16873"/>
                  </a:srgbClr>
                </a:gs>
                <a:gs pos="14286">
                  <a:srgbClr val="638EA2">
                    <a:alpha val="15621"/>
                  </a:srgbClr>
                </a:gs>
                <a:gs pos="28571">
                  <a:srgbClr val="638EA2">
                    <a:alpha val="12355"/>
                  </a:srgbClr>
                </a:gs>
                <a:gs pos="42857">
                  <a:srgbClr val="638EA2">
                    <a:alpha val="8287"/>
                  </a:srgbClr>
                </a:gs>
                <a:gs pos="57143">
                  <a:srgbClr val="638EA2">
                    <a:alpha val="4680"/>
                  </a:srgbClr>
                </a:gs>
                <a:gs pos="71429">
                  <a:srgbClr val="638EA2">
                    <a:alpha val="2219"/>
                  </a:srgbClr>
                </a:gs>
                <a:gs pos="85714">
                  <a:srgbClr val="638EA2">
                    <a:alpha val="883"/>
                  </a:srgbClr>
                </a:gs>
                <a:gs pos="100000">
                  <a:srgbClr val="638EA2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6963650">
              <a:off x="3162323" y="993472"/>
              <a:ext cx="54909" cy="297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-9724064">
              <a:off x="1226266" y="514378"/>
              <a:ext cx="68461" cy="18023"/>
            </a:xfrm>
            <a:prstGeom prst="ellipse">
              <a:avLst/>
            </a:prstGeom>
            <a:gradFill>
              <a:gsLst>
                <a:gs pos="0">
                  <a:srgbClr val="696275">
                    <a:alpha val="16185"/>
                  </a:srgbClr>
                </a:gs>
                <a:gs pos="14286">
                  <a:srgbClr val="696275">
                    <a:alpha val="14979"/>
                  </a:srgbClr>
                </a:gs>
                <a:gs pos="28571">
                  <a:srgbClr val="696275">
                    <a:alpha val="11838"/>
                  </a:srgbClr>
                </a:gs>
                <a:gs pos="42857">
                  <a:srgbClr val="696275">
                    <a:alpha val="7932"/>
                  </a:srgbClr>
                </a:gs>
                <a:gs pos="57143">
                  <a:srgbClr val="696275">
                    <a:alpha val="4476"/>
                  </a:srgbClr>
                </a:gs>
                <a:gs pos="71429">
                  <a:srgbClr val="696275">
                    <a:alpha val="2121"/>
                  </a:srgbClr>
                </a:gs>
                <a:gs pos="85714">
                  <a:srgbClr val="696275">
                    <a:alpha val="844"/>
                  </a:srgbClr>
                </a:gs>
                <a:gs pos="100000">
                  <a:srgbClr val="696275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3393991">
              <a:off x="1571305" y="491431"/>
              <a:ext cx="112993" cy="1087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9119711">
              <a:off x="1152442" y="1104066"/>
              <a:ext cx="156182" cy="55972"/>
            </a:xfrm>
            <a:prstGeom prst="ellipse">
              <a:avLst/>
            </a:prstGeom>
            <a:gradFill>
              <a:gsLst>
                <a:gs pos="0">
                  <a:srgbClr val="FFFFF9">
                    <a:alpha val="32968"/>
                  </a:srgbClr>
                </a:gs>
                <a:gs pos="14286">
                  <a:srgbClr val="FFFFF9">
                    <a:alpha val="30764"/>
                  </a:srgbClr>
                </a:gs>
                <a:gs pos="28571">
                  <a:srgbClr val="FFFFF9">
                    <a:alpha val="24833"/>
                  </a:srgbClr>
                </a:gs>
                <a:gs pos="42857">
                  <a:srgbClr val="FFFFF9">
                    <a:alpha val="17075"/>
                  </a:srgbClr>
                </a:gs>
                <a:gs pos="57143">
                  <a:srgbClr val="FFFFF9">
                    <a:alpha val="9855"/>
                  </a:srgbClr>
                </a:gs>
                <a:gs pos="71429">
                  <a:srgbClr val="FFFFF9">
                    <a:alpha val="4740"/>
                  </a:srgbClr>
                </a:gs>
                <a:gs pos="85714">
                  <a:srgbClr val="FFFFF9">
                    <a:alpha val="1902"/>
                  </a:srgbClr>
                </a:gs>
                <a:gs pos="100000">
                  <a:srgbClr val="FF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5400000">
              <a:off x="1150612" y="314718"/>
              <a:ext cx="42242" cy="42242"/>
            </a:xfrm>
            <a:prstGeom prst="ellipse">
              <a:avLst/>
            </a:prstGeom>
            <a:gradFill>
              <a:gsLst>
                <a:gs pos="0">
                  <a:srgbClr val="B7CED1">
                    <a:alpha val="18476"/>
                  </a:srgbClr>
                </a:gs>
                <a:gs pos="14286">
                  <a:srgbClr val="B7CED1">
                    <a:alpha val="17117"/>
                  </a:srgbClr>
                </a:gs>
                <a:gs pos="28571">
                  <a:srgbClr val="B7CED1">
                    <a:alpha val="13565"/>
                  </a:srgbClr>
                </a:gs>
                <a:gs pos="42857">
                  <a:srgbClr val="B7CED1">
                    <a:alpha val="9119"/>
                  </a:srgbClr>
                </a:gs>
                <a:gs pos="57143">
                  <a:srgbClr val="B7CED1">
                    <a:alpha val="5160"/>
                  </a:srgbClr>
                </a:gs>
                <a:gs pos="71429">
                  <a:srgbClr val="B7CED1">
                    <a:alpha val="2450"/>
                  </a:srgbClr>
                </a:gs>
                <a:gs pos="85714">
                  <a:srgbClr val="B7CED1">
                    <a:alpha val="976"/>
                  </a:srgbClr>
                </a:gs>
                <a:gs pos="100000">
                  <a:srgbClr val="B7CED1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5400000">
              <a:off x="1967195" y="2541341"/>
              <a:ext cx="40622" cy="40622"/>
            </a:xfrm>
            <a:prstGeom prst="ellipse">
              <a:avLst/>
            </a:prstGeom>
            <a:gradFill>
              <a:gsLst>
                <a:gs pos="0">
                  <a:srgbClr val="A8C9D9">
                    <a:alpha val="18886"/>
                  </a:srgbClr>
                </a:gs>
                <a:gs pos="14286">
                  <a:srgbClr val="A8C9D9">
                    <a:alpha val="17501"/>
                  </a:srgbClr>
                </a:gs>
                <a:gs pos="28571">
                  <a:srgbClr val="A8C9D9">
                    <a:alpha val="13875"/>
                  </a:srgbClr>
                </a:gs>
                <a:gs pos="42857">
                  <a:srgbClr val="A8C9D9">
                    <a:alpha val="9333"/>
                  </a:srgbClr>
                </a:gs>
                <a:gs pos="57143">
                  <a:srgbClr val="A8C9D9">
                    <a:alpha val="5284"/>
                  </a:srgbClr>
                </a:gs>
                <a:gs pos="71429">
                  <a:srgbClr val="A8C9D9">
                    <a:alpha val="2509"/>
                  </a:srgbClr>
                </a:gs>
                <a:gs pos="85714">
                  <a:srgbClr val="A8C9D9">
                    <a:alpha val="1000"/>
                  </a:srgbClr>
                </a:gs>
                <a:gs pos="100000">
                  <a:srgbClr val="A8C9D9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10347885">
              <a:off x="2842981" y="1560628"/>
              <a:ext cx="68461" cy="18073"/>
            </a:xfrm>
            <a:prstGeom prst="ellipse">
              <a:avLst/>
            </a:prstGeom>
            <a:gradFill>
              <a:gsLst>
                <a:gs pos="0">
                  <a:srgbClr val="4C3D4C">
                    <a:alpha val="16148"/>
                  </a:srgbClr>
                </a:gs>
                <a:gs pos="14286">
                  <a:srgbClr val="4C3D4C">
                    <a:alpha val="14945"/>
                  </a:srgbClr>
                </a:gs>
                <a:gs pos="28571">
                  <a:srgbClr val="4C3D4C">
                    <a:alpha val="11810"/>
                  </a:srgbClr>
                </a:gs>
                <a:gs pos="42857">
                  <a:srgbClr val="4C3D4C">
                    <a:alpha val="7913"/>
                  </a:srgbClr>
                </a:gs>
                <a:gs pos="57143">
                  <a:srgbClr val="4C3D4C">
                    <a:alpha val="4465"/>
                  </a:srgbClr>
                </a:gs>
                <a:gs pos="71429">
                  <a:srgbClr val="4C3D4C">
                    <a:alpha val="2115"/>
                  </a:srgbClr>
                </a:gs>
                <a:gs pos="85714">
                  <a:srgbClr val="4C3D4C">
                    <a:alpha val="842"/>
                  </a:srgbClr>
                </a:gs>
                <a:gs pos="100000">
                  <a:srgbClr val="4C3D4C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9316555">
              <a:off x="3520950" y="1739720"/>
              <a:ext cx="113599" cy="99484"/>
            </a:xfrm>
            <a:prstGeom prst="ellipse">
              <a:avLst/>
            </a:prstGeom>
            <a:gradFill>
              <a:gsLst>
                <a:gs pos="0">
                  <a:srgbClr val="FFFFE5">
                    <a:alpha val="32968"/>
                  </a:srgbClr>
                </a:gs>
                <a:gs pos="14286">
                  <a:srgbClr val="FFFFE5">
                    <a:alpha val="30764"/>
                  </a:srgbClr>
                </a:gs>
                <a:gs pos="28571">
                  <a:srgbClr val="FFFFE5">
                    <a:alpha val="24833"/>
                  </a:srgbClr>
                </a:gs>
                <a:gs pos="42857">
                  <a:srgbClr val="FFFFE5">
                    <a:alpha val="17075"/>
                  </a:srgbClr>
                </a:gs>
                <a:gs pos="57143">
                  <a:srgbClr val="FFFFE5">
                    <a:alpha val="9855"/>
                  </a:srgbClr>
                </a:gs>
                <a:gs pos="71429">
                  <a:srgbClr val="FFFFE5">
                    <a:alpha val="4740"/>
                  </a:srgbClr>
                </a:gs>
                <a:gs pos="85714">
                  <a:srgbClr val="FFFFE5">
                    <a:alpha val="1902"/>
                  </a:srgbClr>
                </a:gs>
                <a:gs pos="100000">
                  <a:srgbClr val="FF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3261812">
              <a:off x="1007972" y="1099929"/>
              <a:ext cx="100309" cy="36867"/>
            </a:xfrm>
            <a:prstGeom prst="ellipse">
              <a:avLst/>
            </a:prstGeom>
            <a:gradFill>
              <a:gsLst>
                <a:gs pos="0">
                  <a:srgbClr val="C6FFFF">
                    <a:alpha val="32968"/>
                  </a:srgbClr>
                </a:gs>
                <a:gs pos="14286">
                  <a:srgbClr val="C6FFFF">
                    <a:alpha val="30764"/>
                  </a:srgbClr>
                </a:gs>
                <a:gs pos="28571">
                  <a:srgbClr val="C6FFFF">
                    <a:alpha val="24833"/>
                  </a:srgbClr>
                </a:gs>
                <a:gs pos="42857">
                  <a:srgbClr val="C6FFFF">
                    <a:alpha val="17075"/>
                  </a:srgbClr>
                </a:gs>
                <a:gs pos="57143">
                  <a:srgbClr val="C6FFFF">
                    <a:alpha val="9855"/>
                  </a:srgbClr>
                </a:gs>
                <a:gs pos="71429">
                  <a:srgbClr val="C6FFFF">
                    <a:alpha val="4740"/>
                  </a:srgbClr>
                </a:gs>
                <a:gs pos="85714">
                  <a:srgbClr val="C6FFFF">
                    <a:alpha val="1902"/>
                  </a:srgbClr>
                </a:gs>
                <a:gs pos="100000">
                  <a:srgbClr val="C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3520683">
              <a:off x="2509602" y="1622804"/>
              <a:ext cx="256048" cy="208096"/>
            </a:xfrm>
            <a:prstGeom prst="ellipse">
              <a:avLst/>
            </a:prstGeom>
            <a:gradFill>
              <a:gsLst>
                <a:gs pos="0">
                  <a:srgbClr val="F89891">
                    <a:alpha val="8381"/>
                  </a:srgbClr>
                </a:gs>
                <a:gs pos="14286">
                  <a:srgbClr val="F89891">
                    <a:alpha val="7730"/>
                  </a:srgbClr>
                </a:gs>
                <a:gs pos="28571">
                  <a:srgbClr val="F89891">
                    <a:alpha val="6055"/>
                  </a:srgbClr>
                </a:gs>
                <a:gs pos="42857">
                  <a:srgbClr val="F89891">
                    <a:alpha val="4014"/>
                  </a:srgbClr>
                </a:gs>
                <a:gs pos="57143">
                  <a:srgbClr val="F89891">
                    <a:alpha val="2245"/>
                  </a:srgbClr>
                </a:gs>
                <a:gs pos="71429">
                  <a:srgbClr val="F89891">
                    <a:alpha val="1057"/>
                  </a:srgbClr>
                </a:gs>
                <a:gs pos="85714">
                  <a:srgbClr val="F89891">
                    <a:alpha val="419"/>
                  </a:srgbClr>
                </a:gs>
                <a:gs pos="100000">
                  <a:srgbClr val="F89891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10386220">
              <a:off x="309805" y="281106"/>
              <a:ext cx="65867" cy="58100"/>
            </a:xfrm>
            <a:prstGeom prst="ellipse">
              <a:avLst/>
            </a:prstGeom>
            <a:gradFill>
              <a:gsLst>
                <a:gs pos="0">
                  <a:srgbClr val="E5B7FF">
                    <a:alpha val="22572"/>
                  </a:srgbClr>
                </a:gs>
                <a:gs pos="14286">
                  <a:srgbClr val="E5B7FF">
                    <a:alpha val="20953"/>
                  </a:srgbClr>
                </a:gs>
                <a:gs pos="28571">
                  <a:srgbClr val="E5B7FF">
                    <a:alpha val="16687"/>
                  </a:srgbClr>
                </a:gs>
                <a:gs pos="42857">
                  <a:srgbClr val="E5B7FF">
                    <a:alpha val="11286"/>
                  </a:srgbClr>
                </a:gs>
                <a:gs pos="57143">
                  <a:srgbClr val="E5B7FF">
                    <a:alpha val="6420"/>
                  </a:srgbClr>
                </a:gs>
                <a:gs pos="71429">
                  <a:srgbClr val="E5B7FF">
                    <a:alpha val="3058"/>
                  </a:srgbClr>
                </a:gs>
                <a:gs pos="85714">
                  <a:srgbClr val="E5B7FF">
                    <a:alpha val="1221"/>
                  </a:srgbClr>
                </a:gs>
                <a:gs pos="100000">
                  <a:srgbClr val="E5B7FF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5912127">
              <a:off x="3297074" y="2944822"/>
              <a:ext cx="68461" cy="18186"/>
            </a:xfrm>
            <a:prstGeom prst="ellipse">
              <a:avLst/>
            </a:prstGeom>
            <a:gradFill>
              <a:gsLst>
                <a:gs pos="0">
                  <a:srgbClr val="5E717A">
                    <a:alpha val="16063"/>
                  </a:srgbClr>
                </a:gs>
                <a:gs pos="14286">
                  <a:srgbClr val="5E717A">
                    <a:alpha val="14866"/>
                  </a:srgbClr>
                </a:gs>
                <a:gs pos="28571">
                  <a:srgbClr val="5E717A">
                    <a:alpha val="11747"/>
                  </a:srgbClr>
                </a:gs>
                <a:gs pos="42857">
                  <a:srgbClr val="5E717A">
                    <a:alpha val="7870"/>
                  </a:srgbClr>
                </a:gs>
                <a:gs pos="57143">
                  <a:srgbClr val="5E717A">
                    <a:alpha val="4440"/>
                  </a:srgbClr>
                </a:gs>
                <a:gs pos="71429">
                  <a:srgbClr val="5E717A">
                    <a:alpha val="2104"/>
                  </a:srgbClr>
                </a:gs>
                <a:gs pos="85714">
                  <a:srgbClr val="5E717A">
                    <a:alpha val="837"/>
                  </a:srgbClr>
                </a:gs>
                <a:gs pos="100000">
                  <a:srgbClr val="5E717A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6041889">
              <a:off x="1127914" y="579121"/>
              <a:ext cx="68461" cy="18187"/>
            </a:xfrm>
            <a:prstGeom prst="ellipse">
              <a:avLst/>
            </a:prstGeom>
            <a:gradFill>
              <a:gsLst>
                <a:gs pos="0">
                  <a:srgbClr val="2E2938">
                    <a:alpha val="16063"/>
                  </a:srgbClr>
                </a:gs>
                <a:gs pos="14286">
                  <a:srgbClr val="2E2938">
                    <a:alpha val="14866"/>
                  </a:srgbClr>
                </a:gs>
                <a:gs pos="28571">
                  <a:srgbClr val="2E2938">
                    <a:alpha val="11747"/>
                  </a:srgbClr>
                </a:gs>
                <a:gs pos="42857">
                  <a:srgbClr val="2E2938">
                    <a:alpha val="7869"/>
                  </a:srgbClr>
                </a:gs>
                <a:gs pos="57143">
                  <a:srgbClr val="2E2938">
                    <a:alpha val="4440"/>
                  </a:srgbClr>
                </a:gs>
                <a:gs pos="71429">
                  <a:srgbClr val="2E2938">
                    <a:alpha val="2103"/>
                  </a:srgbClr>
                </a:gs>
                <a:gs pos="85714">
                  <a:srgbClr val="2E2938">
                    <a:alpha val="837"/>
                  </a:srgbClr>
                </a:gs>
                <a:gs pos="100000">
                  <a:srgbClr val="2E2938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-10567819">
              <a:off x="2353478" y="2129359"/>
              <a:ext cx="86506" cy="581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5616065">
              <a:off x="881748" y="563419"/>
              <a:ext cx="85520" cy="832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3397383">
              <a:off x="615193" y="2056675"/>
              <a:ext cx="68461" cy="18215"/>
            </a:xfrm>
            <a:prstGeom prst="ellipse">
              <a:avLst/>
            </a:prstGeom>
            <a:gradFill>
              <a:gsLst>
                <a:gs pos="0">
                  <a:srgbClr val="262D35">
                    <a:alpha val="16042"/>
                  </a:srgbClr>
                </a:gs>
                <a:gs pos="14286">
                  <a:srgbClr val="262D35">
                    <a:alpha val="14846"/>
                  </a:srgbClr>
                </a:gs>
                <a:gs pos="28571">
                  <a:srgbClr val="262D35">
                    <a:alpha val="11731"/>
                  </a:srgbClr>
                </a:gs>
                <a:gs pos="42857">
                  <a:srgbClr val="262D35">
                    <a:alpha val="7859"/>
                  </a:srgbClr>
                </a:gs>
                <a:gs pos="57143">
                  <a:srgbClr val="262D35">
                    <a:alpha val="4434"/>
                  </a:srgbClr>
                </a:gs>
                <a:gs pos="71429">
                  <a:srgbClr val="262D35">
                    <a:alpha val="2101"/>
                  </a:srgbClr>
                </a:gs>
                <a:gs pos="85714">
                  <a:srgbClr val="262D35">
                    <a:alpha val="836"/>
                  </a:srgbClr>
                </a:gs>
                <a:gs pos="100000">
                  <a:srgbClr val="262D35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10530564">
              <a:off x="54632" y="1607588"/>
              <a:ext cx="68461" cy="18197"/>
            </a:xfrm>
            <a:prstGeom prst="ellipse">
              <a:avLst/>
            </a:prstGeom>
            <a:gradFill>
              <a:gsLst>
                <a:gs pos="0">
                  <a:srgbClr val="374851">
                    <a:alpha val="16055"/>
                  </a:srgbClr>
                </a:gs>
                <a:gs pos="14286">
                  <a:srgbClr val="374851">
                    <a:alpha val="14859"/>
                  </a:srgbClr>
                </a:gs>
                <a:gs pos="28571">
                  <a:srgbClr val="374851">
                    <a:alpha val="11741"/>
                  </a:srgbClr>
                </a:gs>
                <a:gs pos="42857">
                  <a:srgbClr val="374851">
                    <a:alpha val="7866"/>
                  </a:srgbClr>
                </a:gs>
                <a:gs pos="57143">
                  <a:srgbClr val="374851">
                    <a:alpha val="4438"/>
                  </a:srgbClr>
                </a:gs>
                <a:gs pos="71429">
                  <a:srgbClr val="374851">
                    <a:alpha val="2102"/>
                  </a:srgbClr>
                </a:gs>
                <a:gs pos="85714">
                  <a:srgbClr val="374851">
                    <a:alpha val="837"/>
                  </a:srgbClr>
                </a:gs>
                <a:gs pos="100000">
                  <a:srgbClr val="374851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2806361">
              <a:off x="1033841" y="247945"/>
              <a:ext cx="68461" cy="18219"/>
            </a:xfrm>
            <a:prstGeom prst="ellipse">
              <a:avLst/>
            </a:prstGeom>
            <a:gradFill>
              <a:gsLst>
                <a:gs pos="0">
                  <a:srgbClr val="2B3841">
                    <a:alpha val="16039"/>
                  </a:srgbClr>
                </a:gs>
                <a:gs pos="14286">
                  <a:srgbClr val="2B3841">
                    <a:alpha val="14843"/>
                  </a:srgbClr>
                </a:gs>
                <a:gs pos="28571">
                  <a:srgbClr val="2B3841">
                    <a:alpha val="11729"/>
                  </a:srgbClr>
                </a:gs>
                <a:gs pos="42857">
                  <a:srgbClr val="2B3841">
                    <a:alpha val="7857"/>
                  </a:srgbClr>
                </a:gs>
                <a:gs pos="57143">
                  <a:srgbClr val="2B3841">
                    <a:alpha val="4433"/>
                  </a:srgbClr>
                </a:gs>
                <a:gs pos="71429">
                  <a:srgbClr val="2B3841">
                    <a:alpha val="2100"/>
                  </a:srgbClr>
                </a:gs>
                <a:gs pos="85714">
                  <a:srgbClr val="2B3841">
                    <a:alpha val="836"/>
                  </a:srgbClr>
                </a:gs>
                <a:gs pos="100000">
                  <a:srgbClr val="2B3841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8022965">
              <a:off x="1063339" y="1199916"/>
              <a:ext cx="109589" cy="671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6574110">
              <a:off x="81003" y="2765773"/>
              <a:ext cx="135768" cy="298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-8801540">
              <a:off x="2739281" y="682433"/>
              <a:ext cx="70615" cy="340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5400000">
              <a:off x="2546589" y="1682350"/>
              <a:ext cx="32254" cy="32254"/>
            </a:xfrm>
            <a:prstGeom prst="ellipse">
              <a:avLst/>
            </a:prstGeom>
            <a:gradFill>
              <a:gsLst>
                <a:gs pos="0">
                  <a:srgbClr val="B7B7B6">
                    <a:alpha val="17581"/>
                  </a:srgbClr>
                </a:gs>
                <a:gs pos="14286">
                  <a:srgbClr val="B7B7B6">
                    <a:alpha val="16282"/>
                  </a:srgbClr>
                </a:gs>
                <a:gs pos="28571">
                  <a:srgbClr val="B7B7B6">
                    <a:alpha val="12889"/>
                  </a:srgbClr>
                </a:gs>
                <a:gs pos="42857">
                  <a:srgbClr val="B7B7B6">
                    <a:alpha val="8653"/>
                  </a:srgbClr>
                </a:gs>
                <a:gs pos="57143">
                  <a:srgbClr val="B7B7B6">
                    <a:alpha val="4891"/>
                  </a:srgbClr>
                </a:gs>
                <a:gs pos="71429">
                  <a:srgbClr val="B7B7B6">
                    <a:alpha val="2320"/>
                  </a:srgbClr>
                </a:gs>
                <a:gs pos="85714">
                  <a:srgbClr val="B7B7B6">
                    <a:alpha val="924"/>
                  </a:srgbClr>
                </a:gs>
                <a:gs pos="100000">
                  <a:srgbClr val="B7B7B6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4482823">
              <a:off x="888317" y="2246294"/>
              <a:ext cx="68852" cy="6668"/>
            </a:xfrm>
            <a:prstGeom prst="ellipse">
              <a:avLst/>
            </a:prstGeom>
            <a:gradFill>
              <a:gsLst>
                <a:gs pos="0">
                  <a:srgbClr val="FDFEFF">
                    <a:alpha val="32968"/>
                  </a:srgbClr>
                </a:gs>
                <a:gs pos="14286">
                  <a:srgbClr val="FDFEFF">
                    <a:alpha val="30764"/>
                  </a:srgbClr>
                </a:gs>
                <a:gs pos="28571">
                  <a:srgbClr val="FDFEFF">
                    <a:alpha val="24833"/>
                  </a:srgbClr>
                </a:gs>
                <a:gs pos="42857">
                  <a:srgbClr val="FDFEFF">
                    <a:alpha val="17075"/>
                  </a:srgbClr>
                </a:gs>
                <a:gs pos="57143">
                  <a:srgbClr val="FDFEFF">
                    <a:alpha val="9855"/>
                  </a:srgbClr>
                </a:gs>
                <a:gs pos="71429">
                  <a:srgbClr val="FDFEFF">
                    <a:alpha val="4740"/>
                  </a:srgbClr>
                </a:gs>
                <a:gs pos="85714">
                  <a:srgbClr val="FDFEFF">
                    <a:alpha val="1902"/>
                  </a:srgbClr>
                </a:gs>
                <a:gs pos="100000">
                  <a:srgbClr val="FD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-10323222">
              <a:off x="2363814" y="2113322"/>
              <a:ext cx="68461" cy="18233"/>
            </a:xfrm>
            <a:prstGeom prst="ellipse">
              <a:avLst/>
            </a:prstGeom>
            <a:gradFill>
              <a:gsLst>
                <a:gs pos="0">
                  <a:srgbClr val="4D3870">
                    <a:alpha val="16029"/>
                  </a:srgbClr>
                </a:gs>
                <a:gs pos="14286">
                  <a:srgbClr val="4D3870">
                    <a:alpha val="14834"/>
                  </a:srgbClr>
                </a:gs>
                <a:gs pos="28571">
                  <a:srgbClr val="4D3870">
                    <a:alpha val="11721"/>
                  </a:srgbClr>
                </a:gs>
                <a:gs pos="42857">
                  <a:srgbClr val="4D3870">
                    <a:alpha val="7852"/>
                  </a:srgbClr>
                </a:gs>
                <a:gs pos="57143">
                  <a:srgbClr val="4D3870">
                    <a:alpha val="4430"/>
                  </a:srgbClr>
                </a:gs>
                <a:gs pos="71429">
                  <a:srgbClr val="4D3870">
                    <a:alpha val="2099"/>
                  </a:srgbClr>
                </a:gs>
                <a:gs pos="85714">
                  <a:srgbClr val="4D3870">
                    <a:alpha val="835"/>
                  </a:srgbClr>
                </a:gs>
                <a:gs pos="100000">
                  <a:srgbClr val="4D3870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2852896">
              <a:off x="2600033" y="2318878"/>
              <a:ext cx="98234" cy="329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7484902">
              <a:off x="1898603" y="2022346"/>
              <a:ext cx="29392" cy="259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5400000">
              <a:off x="3116436" y="2208363"/>
              <a:ext cx="36687" cy="36687"/>
            </a:xfrm>
            <a:prstGeom prst="ellipse">
              <a:avLst/>
            </a:prstGeom>
            <a:gradFill>
              <a:gsLst>
                <a:gs pos="0">
                  <a:srgbClr val="3F3D4C">
                    <a:alpha val="15947"/>
                  </a:srgbClr>
                </a:gs>
                <a:gs pos="14286">
                  <a:srgbClr val="3F3D4C">
                    <a:alpha val="14757"/>
                  </a:srgbClr>
                </a:gs>
                <a:gs pos="28571">
                  <a:srgbClr val="3F3D4C">
                    <a:alpha val="11660"/>
                  </a:srgbClr>
                </a:gs>
                <a:gs pos="42857">
                  <a:srgbClr val="3F3D4C">
                    <a:alpha val="7810"/>
                  </a:srgbClr>
                </a:gs>
                <a:gs pos="57143">
                  <a:srgbClr val="3F3D4C">
                    <a:alpha val="4406"/>
                  </a:srgbClr>
                </a:gs>
                <a:gs pos="71429">
                  <a:srgbClr val="3F3D4C">
                    <a:alpha val="2087"/>
                  </a:srgbClr>
                </a:gs>
                <a:gs pos="85714">
                  <a:srgbClr val="3F3D4C">
                    <a:alpha val="831"/>
                  </a:srgbClr>
                </a:gs>
                <a:gs pos="100000">
                  <a:srgbClr val="3F3D4C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5400000">
              <a:off x="1027855" y="2321445"/>
              <a:ext cx="42092" cy="42092"/>
            </a:xfrm>
            <a:prstGeom prst="ellipse">
              <a:avLst/>
            </a:prstGeom>
            <a:gradFill>
              <a:gsLst>
                <a:gs pos="0">
                  <a:srgbClr val="FC5573">
                    <a:alpha val="18514"/>
                  </a:srgbClr>
                </a:gs>
                <a:gs pos="14286">
                  <a:srgbClr val="FC5573">
                    <a:alpha val="17153"/>
                  </a:srgbClr>
                </a:gs>
                <a:gs pos="28571">
                  <a:srgbClr val="FC5573">
                    <a:alpha val="13594"/>
                  </a:srgbClr>
                </a:gs>
                <a:gs pos="42857">
                  <a:srgbClr val="FC5573">
                    <a:alpha val="9139"/>
                  </a:srgbClr>
                </a:gs>
                <a:gs pos="57143">
                  <a:srgbClr val="FC5573">
                    <a:alpha val="5172"/>
                  </a:srgbClr>
                </a:gs>
                <a:gs pos="71429">
                  <a:srgbClr val="FC5573">
                    <a:alpha val="2455"/>
                  </a:srgbClr>
                </a:gs>
                <a:gs pos="85714">
                  <a:srgbClr val="FC5573">
                    <a:alpha val="978"/>
                  </a:srgbClr>
                </a:gs>
                <a:gs pos="100000">
                  <a:srgbClr val="FC5573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3798405">
              <a:off x="372723" y="1407712"/>
              <a:ext cx="161559" cy="115504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7255603">
              <a:off x="813768" y="265787"/>
              <a:ext cx="68461" cy="18391"/>
            </a:xfrm>
            <a:prstGeom prst="ellipse">
              <a:avLst/>
            </a:prstGeom>
            <a:gradFill>
              <a:gsLst>
                <a:gs pos="0">
                  <a:srgbClr val="655351">
                    <a:alpha val="15911"/>
                  </a:srgbClr>
                </a:gs>
                <a:gs pos="14286">
                  <a:srgbClr val="655351">
                    <a:alpha val="14724"/>
                  </a:srgbClr>
                </a:gs>
                <a:gs pos="28571">
                  <a:srgbClr val="655351">
                    <a:alpha val="11633"/>
                  </a:srgbClr>
                </a:gs>
                <a:gs pos="42857">
                  <a:srgbClr val="655351">
                    <a:alpha val="7791"/>
                  </a:srgbClr>
                </a:gs>
                <a:gs pos="57143">
                  <a:srgbClr val="655351">
                    <a:alpha val="4395"/>
                  </a:srgbClr>
                </a:gs>
                <a:gs pos="71429">
                  <a:srgbClr val="655351">
                    <a:alpha val="2082"/>
                  </a:srgbClr>
                </a:gs>
                <a:gs pos="85714">
                  <a:srgbClr val="655351">
                    <a:alpha val="829"/>
                  </a:srgbClr>
                </a:gs>
                <a:gs pos="100000">
                  <a:srgbClr val="655351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3010233">
              <a:off x="55483" y="2584178"/>
              <a:ext cx="135247" cy="38917"/>
            </a:xfrm>
            <a:prstGeom prst="ellipse">
              <a:avLst/>
            </a:prstGeom>
            <a:gradFill>
              <a:gsLst>
                <a:gs pos="0">
                  <a:srgbClr val="FAE0FF">
                    <a:alpha val="32968"/>
                  </a:srgbClr>
                </a:gs>
                <a:gs pos="14286">
                  <a:srgbClr val="FAE0FF">
                    <a:alpha val="30764"/>
                  </a:srgbClr>
                </a:gs>
                <a:gs pos="28571">
                  <a:srgbClr val="FAE0FF">
                    <a:alpha val="24833"/>
                  </a:srgbClr>
                </a:gs>
                <a:gs pos="42857">
                  <a:srgbClr val="FAE0FF">
                    <a:alpha val="17075"/>
                  </a:srgbClr>
                </a:gs>
                <a:gs pos="57143">
                  <a:srgbClr val="FAE0FF">
                    <a:alpha val="9855"/>
                  </a:srgbClr>
                </a:gs>
                <a:gs pos="71429">
                  <a:srgbClr val="FAE0FF">
                    <a:alpha val="4740"/>
                  </a:srgbClr>
                </a:gs>
                <a:gs pos="85714">
                  <a:srgbClr val="FAE0FF">
                    <a:alpha val="1902"/>
                  </a:srgbClr>
                </a:gs>
                <a:gs pos="100000">
                  <a:srgbClr val="FAE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8627972">
              <a:off x="467684" y="943449"/>
              <a:ext cx="68461" cy="17629"/>
            </a:xfrm>
            <a:prstGeom prst="ellipse">
              <a:avLst/>
            </a:prstGeom>
            <a:gradFill>
              <a:gsLst>
                <a:gs pos="0">
                  <a:srgbClr val="7C8C8D">
                    <a:alpha val="16477"/>
                  </a:srgbClr>
                </a:gs>
                <a:gs pos="14286">
                  <a:srgbClr val="7C8C8D">
                    <a:alpha val="15252"/>
                  </a:srgbClr>
                </a:gs>
                <a:gs pos="28571">
                  <a:srgbClr val="7C8C8D">
                    <a:alpha val="12058"/>
                  </a:srgbClr>
                </a:gs>
                <a:gs pos="42857">
                  <a:srgbClr val="7C8C8D">
                    <a:alpha val="8082"/>
                  </a:srgbClr>
                </a:gs>
                <a:gs pos="57143">
                  <a:srgbClr val="7C8C8D">
                    <a:alpha val="4563"/>
                  </a:srgbClr>
                </a:gs>
                <a:gs pos="71429">
                  <a:srgbClr val="7C8C8D">
                    <a:alpha val="2162"/>
                  </a:srgbClr>
                </a:gs>
                <a:gs pos="85714">
                  <a:srgbClr val="7C8C8D">
                    <a:alpha val="861"/>
                  </a:srgbClr>
                </a:gs>
                <a:gs pos="100000">
                  <a:srgbClr val="7C8C8D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8127153">
              <a:off x="3002778" y="878013"/>
              <a:ext cx="68461" cy="18420"/>
            </a:xfrm>
            <a:prstGeom prst="ellipse">
              <a:avLst/>
            </a:prstGeom>
            <a:gradFill>
              <a:gsLst>
                <a:gs pos="0">
                  <a:srgbClr val="5B2A2D">
                    <a:alpha val="15889"/>
                  </a:srgbClr>
                </a:gs>
                <a:gs pos="14286">
                  <a:srgbClr val="5B2A2D">
                    <a:alpha val="14704"/>
                  </a:srgbClr>
                </a:gs>
                <a:gs pos="28571">
                  <a:srgbClr val="5B2A2D">
                    <a:alpha val="11616"/>
                  </a:srgbClr>
                </a:gs>
                <a:gs pos="42857">
                  <a:srgbClr val="5B2A2D">
                    <a:alpha val="7780"/>
                  </a:srgbClr>
                </a:gs>
                <a:gs pos="57143">
                  <a:srgbClr val="5B2A2D">
                    <a:alpha val="4389"/>
                  </a:srgbClr>
                </a:gs>
                <a:gs pos="71429">
                  <a:srgbClr val="5B2A2D">
                    <a:alpha val="2079"/>
                  </a:srgbClr>
                </a:gs>
                <a:gs pos="85714">
                  <a:srgbClr val="5B2A2D">
                    <a:alpha val="827"/>
                  </a:srgbClr>
                </a:gs>
                <a:gs pos="100000">
                  <a:srgbClr val="5B2A2D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3208394">
              <a:off x="3313345" y="1887283"/>
              <a:ext cx="192268" cy="31626"/>
            </a:xfrm>
            <a:prstGeom prst="ellipse">
              <a:avLst/>
            </a:prstGeom>
            <a:gradFill>
              <a:gsLst>
                <a:gs pos="0">
                  <a:srgbClr val="FAF7FF">
                    <a:alpha val="32968"/>
                  </a:srgbClr>
                </a:gs>
                <a:gs pos="14286">
                  <a:srgbClr val="FAF7FF">
                    <a:alpha val="30764"/>
                  </a:srgbClr>
                </a:gs>
                <a:gs pos="28571">
                  <a:srgbClr val="FAF7FF">
                    <a:alpha val="24833"/>
                  </a:srgbClr>
                </a:gs>
                <a:gs pos="42857">
                  <a:srgbClr val="FAF7FF">
                    <a:alpha val="17075"/>
                  </a:srgbClr>
                </a:gs>
                <a:gs pos="57143">
                  <a:srgbClr val="FAF7FF">
                    <a:alpha val="9855"/>
                  </a:srgbClr>
                </a:gs>
                <a:gs pos="71429">
                  <a:srgbClr val="FAF7FF">
                    <a:alpha val="4740"/>
                  </a:srgbClr>
                </a:gs>
                <a:gs pos="85714">
                  <a:srgbClr val="FAF7FF">
                    <a:alpha val="1902"/>
                  </a:srgbClr>
                </a:gs>
                <a:gs pos="100000">
                  <a:srgbClr val="FAF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9619357">
              <a:off x="2214126" y="903755"/>
              <a:ext cx="85164" cy="21117"/>
            </a:xfrm>
            <a:prstGeom prst="ellipse">
              <a:avLst/>
            </a:prstGeom>
            <a:gradFill>
              <a:gsLst>
                <a:gs pos="0">
                  <a:srgbClr val="FFCFF5">
                    <a:alpha val="32968"/>
                  </a:srgbClr>
                </a:gs>
                <a:gs pos="14286">
                  <a:srgbClr val="FFCFF5">
                    <a:alpha val="30764"/>
                  </a:srgbClr>
                </a:gs>
                <a:gs pos="28571">
                  <a:srgbClr val="FFCFF5">
                    <a:alpha val="24833"/>
                  </a:srgbClr>
                </a:gs>
                <a:gs pos="42857">
                  <a:srgbClr val="FFCFF5">
                    <a:alpha val="17075"/>
                  </a:srgbClr>
                </a:gs>
                <a:gs pos="57143">
                  <a:srgbClr val="FFCFF5">
                    <a:alpha val="9855"/>
                  </a:srgbClr>
                </a:gs>
                <a:gs pos="71429">
                  <a:srgbClr val="FFCFF5">
                    <a:alpha val="4740"/>
                  </a:srgbClr>
                </a:gs>
                <a:gs pos="85714">
                  <a:srgbClr val="FFCFF5">
                    <a:alpha val="1902"/>
                  </a:srgbClr>
                </a:gs>
                <a:gs pos="100000">
                  <a:srgbClr val="FFCF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3464644">
              <a:off x="2310413" y="398197"/>
              <a:ext cx="33548" cy="22900"/>
            </a:xfrm>
            <a:prstGeom prst="ellipse">
              <a:avLst/>
            </a:prstGeom>
            <a:gradFill>
              <a:gsLst>
                <a:gs pos="0">
                  <a:srgbClr val="E9C4FF">
                    <a:alpha val="32968"/>
                  </a:srgbClr>
                </a:gs>
                <a:gs pos="14286">
                  <a:srgbClr val="E9C4FF">
                    <a:alpha val="30764"/>
                  </a:srgbClr>
                </a:gs>
                <a:gs pos="28571">
                  <a:srgbClr val="E9C4FF">
                    <a:alpha val="24833"/>
                  </a:srgbClr>
                </a:gs>
                <a:gs pos="42857">
                  <a:srgbClr val="E9C4FF">
                    <a:alpha val="17075"/>
                  </a:srgbClr>
                </a:gs>
                <a:gs pos="57143">
                  <a:srgbClr val="E9C4FF">
                    <a:alpha val="9855"/>
                  </a:srgbClr>
                </a:gs>
                <a:gs pos="71429">
                  <a:srgbClr val="E9C4FF">
                    <a:alpha val="4740"/>
                  </a:srgbClr>
                </a:gs>
                <a:gs pos="85714">
                  <a:srgbClr val="E9C4FF">
                    <a:alpha val="1902"/>
                  </a:srgbClr>
                </a:gs>
                <a:gs pos="100000">
                  <a:srgbClr val="E9C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5937727">
              <a:off x="567268" y="1131926"/>
              <a:ext cx="68461" cy="18475"/>
            </a:xfrm>
            <a:prstGeom prst="ellipse">
              <a:avLst/>
            </a:prstGeom>
            <a:gradFill>
              <a:gsLst>
                <a:gs pos="0">
                  <a:srgbClr val="6B2530">
                    <a:alpha val="15848"/>
                  </a:srgbClr>
                </a:gs>
                <a:gs pos="14286">
                  <a:srgbClr val="6B2530">
                    <a:alpha val="14666"/>
                  </a:srgbClr>
                </a:gs>
                <a:gs pos="28571">
                  <a:srgbClr val="6B2530">
                    <a:alpha val="11586"/>
                  </a:srgbClr>
                </a:gs>
                <a:gs pos="42857">
                  <a:srgbClr val="6B2530">
                    <a:alpha val="7759"/>
                  </a:srgbClr>
                </a:gs>
                <a:gs pos="57143">
                  <a:srgbClr val="6B2530">
                    <a:alpha val="4377"/>
                  </a:srgbClr>
                </a:gs>
                <a:gs pos="71429">
                  <a:srgbClr val="6B2530">
                    <a:alpha val="2073"/>
                  </a:srgbClr>
                </a:gs>
                <a:gs pos="85714">
                  <a:srgbClr val="6B2530">
                    <a:alpha val="825"/>
                  </a:srgbClr>
                </a:gs>
                <a:gs pos="100000">
                  <a:srgbClr val="6B2530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-8649729">
              <a:off x="2775042" y="2517419"/>
              <a:ext cx="28805" cy="15497"/>
            </a:xfrm>
            <a:prstGeom prst="ellipse">
              <a:avLst/>
            </a:prstGeom>
            <a:gradFill>
              <a:gsLst>
                <a:gs pos="0">
                  <a:srgbClr val="D6DEF8">
                    <a:alpha val="30937"/>
                  </a:srgbClr>
                </a:gs>
                <a:gs pos="14286">
                  <a:srgbClr val="D6DEF8">
                    <a:alpha val="28838"/>
                  </a:srgbClr>
                </a:gs>
                <a:gs pos="28571">
                  <a:srgbClr val="D6DEF8">
                    <a:alpha val="23215"/>
                  </a:srgbClr>
                </a:gs>
                <a:gs pos="42857">
                  <a:srgbClr val="D6DEF8">
                    <a:alpha val="15909"/>
                  </a:srgbClr>
                </a:gs>
                <a:gs pos="57143">
                  <a:srgbClr val="D6DEF8">
                    <a:alpha val="9154"/>
                  </a:srgbClr>
                </a:gs>
                <a:gs pos="71429">
                  <a:srgbClr val="D6DEF8">
                    <a:alpha val="4395"/>
                  </a:srgbClr>
                </a:gs>
                <a:gs pos="85714">
                  <a:srgbClr val="D6DEF8">
                    <a:alpha val="1761"/>
                  </a:srgbClr>
                </a:gs>
                <a:gs pos="100000">
                  <a:srgbClr val="D6DEF8">
                    <a:alpha val="5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3491885">
              <a:off x="2306586" y="2453535"/>
              <a:ext cx="27065" cy="23041"/>
            </a:xfrm>
            <a:prstGeom prst="ellipse">
              <a:avLst/>
            </a:prstGeom>
            <a:gradFill>
              <a:gsLst>
                <a:gs pos="0">
                  <a:srgbClr val="FFEEFF">
                    <a:alpha val="32968"/>
                  </a:srgbClr>
                </a:gs>
                <a:gs pos="14286">
                  <a:srgbClr val="FFEEFF">
                    <a:alpha val="30764"/>
                  </a:srgbClr>
                </a:gs>
                <a:gs pos="28571">
                  <a:srgbClr val="FFEEFF">
                    <a:alpha val="24833"/>
                  </a:srgbClr>
                </a:gs>
                <a:gs pos="42857">
                  <a:srgbClr val="FFEEFF">
                    <a:alpha val="17075"/>
                  </a:srgbClr>
                </a:gs>
                <a:gs pos="57143">
                  <a:srgbClr val="FFEEFF">
                    <a:alpha val="9855"/>
                  </a:srgbClr>
                </a:gs>
                <a:gs pos="71429">
                  <a:srgbClr val="FFEEFF">
                    <a:alpha val="4740"/>
                  </a:srgbClr>
                </a:gs>
                <a:gs pos="85714">
                  <a:srgbClr val="FFEEFF">
                    <a:alpha val="1902"/>
                  </a:srgbClr>
                </a:gs>
                <a:gs pos="100000">
                  <a:srgbClr val="FFE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10427695">
              <a:off x="2650932" y="647596"/>
              <a:ext cx="68461" cy="18519"/>
            </a:xfrm>
            <a:prstGeom prst="ellipse">
              <a:avLst/>
            </a:prstGeom>
            <a:gradFill>
              <a:gsLst>
                <a:gs pos="0">
                  <a:srgbClr val="302427">
                    <a:alpha val="15816"/>
                  </a:srgbClr>
                </a:gs>
                <a:gs pos="14286">
                  <a:srgbClr val="302427">
                    <a:alpha val="14635"/>
                  </a:srgbClr>
                </a:gs>
                <a:gs pos="28571">
                  <a:srgbClr val="302427">
                    <a:alpha val="11562"/>
                  </a:srgbClr>
                </a:gs>
                <a:gs pos="42857">
                  <a:srgbClr val="302427">
                    <a:alpha val="7743"/>
                  </a:srgbClr>
                </a:gs>
                <a:gs pos="57143">
                  <a:srgbClr val="302427">
                    <a:alpha val="4367"/>
                  </a:srgbClr>
                </a:gs>
                <a:gs pos="71429">
                  <a:srgbClr val="302427">
                    <a:alpha val="2069"/>
                  </a:srgbClr>
                </a:gs>
                <a:gs pos="85714">
                  <a:srgbClr val="302427">
                    <a:alpha val="823"/>
                  </a:srgbClr>
                </a:gs>
                <a:gs pos="100000">
                  <a:srgbClr val="302427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5248982">
              <a:off x="314795" y="295327"/>
              <a:ext cx="56643" cy="33800"/>
            </a:xfrm>
            <a:prstGeom prst="ellipse">
              <a:avLst/>
            </a:prstGeom>
            <a:gradFill>
              <a:gsLst>
                <a:gs pos="0">
                  <a:srgbClr val="FFF3FF">
                    <a:alpha val="32968"/>
                  </a:srgbClr>
                </a:gs>
                <a:gs pos="14286">
                  <a:srgbClr val="FFF3FF">
                    <a:alpha val="30764"/>
                  </a:srgbClr>
                </a:gs>
                <a:gs pos="28571">
                  <a:srgbClr val="FFF3FF">
                    <a:alpha val="24833"/>
                  </a:srgbClr>
                </a:gs>
                <a:gs pos="42857">
                  <a:srgbClr val="FFF3FF">
                    <a:alpha val="17075"/>
                  </a:srgbClr>
                </a:gs>
                <a:gs pos="57143">
                  <a:srgbClr val="FFF3FF">
                    <a:alpha val="9855"/>
                  </a:srgbClr>
                </a:gs>
                <a:gs pos="71429">
                  <a:srgbClr val="FFF3FF">
                    <a:alpha val="4740"/>
                  </a:srgbClr>
                </a:gs>
                <a:gs pos="85714">
                  <a:srgbClr val="FFF3FF">
                    <a:alpha val="1902"/>
                  </a:srgbClr>
                </a:gs>
                <a:gs pos="100000">
                  <a:srgbClr val="FFF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-10765523">
              <a:off x="1036164" y="3086835"/>
              <a:ext cx="51677" cy="24093"/>
            </a:xfrm>
            <a:prstGeom prst="ellipse">
              <a:avLst/>
            </a:prstGeom>
            <a:gradFill>
              <a:gsLst>
                <a:gs pos="0">
                  <a:srgbClr val="E5C3FF">
                    <a:alpha val="32968"/>
                  </a:srgbClr>
                </a:gs>
                <a:gs pos="14286">
                  <a:srgbClr val="E5C3FF">
                    <a:alpha val="30764"/>
                  </a:srgbClr>
                </a:gs>
                <a:gs pos="28571">
                  <a:srgbClr val="E5C3FF">
                    <a:alpha val="24833"/>
                  </a:srgbClr>
                </a:gs>
                <a:gs pos="42857">
                  <a:srgbClr val="E5C3FF">
                    <a:alpha val="17075"/>
                  </a:srgbClr>
                </a:gs>
                <a:gs pos="57143">
                  <a:srgbClr val="E5C3FF">
                    <a:alpha val="9855"/>
                  </a:srgbClr>
                </a:gs>
                <a:gs pos="71429">
                  <a:srgbClr val="E5C3FF">
                    <a:alpha val="4740"/>
                  </a:srgbClr>
                </a:gs>
                <a:gs pos="85714">
                  <a:srgbClr val="E5C3FF">
                    <a:alpha val="1902"/>
                  </a:srgbClr>
                </a:gs>
                <a:gs pos="100000">
                  <a:srgbClr val="E5C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-10341039">
              <a:off x="3503997" y="2892236"/>
              <a:ext cx="84086" cy="33156"/>
            </a:xfrm>
            <a:prstGeom prst="ellipse">
              <a:avLst/>
            </a:prstGeom>
            <a:gradFill>
              <a:gsLst>
                <a:gs pos="0">
                  <a:srgbClr val="A79FC3">
                    <a:alpha val="32923"/>
                  </a:srgbClr>
                </a:gs>
                <a:gs pos="14286">
                  <a:srgbClr val="A79FC3">
                    <a:alpha val="30721"/>
                  </a:srgbClr>
                </a:gs>
                <a:gs pos="28571">
                  <a:srgbClr val="A79FC3">
                    <a:alpha val="24797"/>
                  </a:srgbClr>
                </a:gs>
                <a:gs pos="42857">
                  <a:srgbClr val="A79FC3">
                    <a:alpha val="17049"/>
                  </a:srgbClr>
                </a:gs>
                <a:gs pos="57143">
                  <a:srgbClr val="A79FC3">
                    <a:alpha val="9839"/>
                  </a:srgbClr>
                </a:gs>
                <a:gs pos="71429">
                  <a:srgbClr val="A79FC3">
                    <a:alpha val="4733"/>
                  </a:srgbClr>
                </a:gs>
                <a:gs pos="85714">
                  <a:srgbClr val="A79FC3">
                    <a:alpha val="1899"/>
                  </a:srgbClr>
                </a:gs>
                <a:gs pos="100000">
                  <a:srgbClr val="A79FC3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9873251">
              <a:off x="1698258" y="180304"/>
              <a:ext cx="139370" cy="1039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-10115188">
              <a:off x="1171878" y="2871682"/>
              <a:ext cx="37990" cy="227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-9820659">
              <a:off x="976598" y="3066143"/>
              <a:ext cx="70332" cy="50969"/>
            </a:xfrm>
            <a:prstGeom prst="ellipse">
              <a:avLst/>
            </a:prstGeom>
            <a:gradFill>
              <a:gsLst>
                <a:gs pos="0">
                  <a:srgbClr val="FFF6FF">
                    <a:alpha val="32968"/>
                  </a:srgbClr>
                </a:gs>
                <a:gs pos="14286">
                  <a:srgbClr val="FFF6FF">
                    <a:alpha val="30764"/>
                  </a:srgbClr>
                </a:gs>
                <a:gs pos="28571">
                  <a:srgbClr val="FFF6FF">
                    <a:alpha val="24833"/>
                  </a:srgbClr>
                </a:gs>
                <a:gs pos="42857">
                  <a:srgbClr val="FFF6FF">
                    <a:alpha val="17075"/>
                  </a:srgbClr>
                </a:gs>
                <a:gs pos="57143">
                  <a:srgbClr val="FFF6FF">
                    <a:alpha val="9855"/>
                  </a:srgbClr>
                </a:gs>
                <a:gs pos="71429">
                  <a:srgbClr val="FFF6FF">
                    <a:alpha val="4740"/>
                  </a:srgbClr>
                </a:gs>
                <a:gs pos="85714">
                  <a:srgbClr val="FFF6FF">
                    <a:alpha val="1902"/>
                  </a:srgbClr>
                </a:gs>
                <a:gs pos="100000">
                  <a:srgbClr val="FFF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9151764">
              <a:off x="2680242" y="2050360"/>
              <a:ext cx="149582" cy="1202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7751943">
              <a:off x="3624995" y="1913135"/>
              <a:ext cx="40960" cy="23470"/>
            </a:xfrm>
            <a:prstGeom prst="ellipse">
              <a:avLst/>
            </a:prstGeom>
            <a:gradFill>
              <a:gsLst>
                <a:gs pos="0">
                  <a:srgbClr val="FFE7FA">
                    <a:alpha val="32968"/>
                  </a:srgbClr>
                </a:gs>
                <a:gs pos="14286">
                  <a:srgbClr val="FFE7FA">
                    <a:alpha val="30764"/>
                  </a:srgbClr>
                </a:gs>
                <a:gs pos="28571">
                  <a:srgbClr val="FFE7FA">
                    <a:alpha val="24833"/>
                  </a:srgbClr>
                </a:gs>
                <a:gs pos="42857">
                  <a:srgbClr val="FFE7FA">
                    <a:alpha val="17075"/>
                  </a:srgbClr>
                </a:gs>
                <a:gs pos="57143">
                  <a:srgbClr val="FFE7FA">
                    <a:alpha val="9855"/>
                  </a:srgbClr>
                </a:gs>
                <a:gs pos="71429">
                  <a:srgbClr val="FFE7FA">
                    <a:alpha val="4740"/>
                  </a:srgbClr>
                </a:gs>
                <a:gs pos="85714">
                  <a:srgbClr val="FFE7FA">
                    <a:alpha val="1902"/>
                  </a:srgbClr>
                </a:gs>
                <a:gs pos="100000">
                  <a:srgbClr val="FFE7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6088314">
              <a:off x="2410601" y="2934701"/>
              <a:ext cx="68461" cy="18673"/>
            </a:xfrm>
            <a:prstGeom prst="ellipse">
              <a:avLst/>
            </a:prstGeom>
            <a:gradFill>
              <a:gsLst>
                <a:gs pos="0">
                  <a:srgbClr val="4C4949">
                    <a:alpha val="15700"/>
                  </a:srgbClr>
                </a:gs>
                <a:gs pos="14286">
                  <a:srgbClr val="4C4949">
                    <a:alpha val="14528"/>
                  </a:srgbClr>
                </a:gs>
                <a:gs pos="28571">
                  <a:srgbClr val="4C4949">
                    <a:alpha val="11475"/>
                  </a:srgbClr>
                </a:gs>
                <a:gs pos="42857">
                  <a:srgbClr val="4C4949">
                    <a:alpha val="7683"/>
                  </a:srgbClr>
                </a:gs>
                <a:gs pos="57143">
                  <a:srgbClr val="4C4949">
                    <a:alpha val="4333"/>
                  </a:srgbClr>
                </a:gs>
                <a:gs pos="71429">
                  <a:srgbClr val="4C4949">
                    <a:alpha val="2052"/>
                  </a:srgbClr>
                </a:gs>
                <a:gs pos="85714">
                  <a:srgbClr val="4C4949">
                    <a:alpha val="817"/>
                  </a:srgbClr>
                </a:gs>
                <a:gs pos="100000">
                  <a:srgbClr val="4C4949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5400000">
              <a:off x="2274612" y="2142453"/>
              <a:ext cx="37393" cy="37393"/>
            </a:xfrm>
            <a:prstGeom prst="ellipse">
              <a:avLst/>
            </a:prstGeom>
            <a:gradFill>
              <a:gsLst>
                <a:gs pos="0">
                  <a:srgbClr val="222522">
                    <a:alpha val="15683"/>
                  </a:srgbClr>
                </a:gs>
                <a:gs pos="14286">
                  <a:srgbClr val="222522">
                    <a:alpha val="14512"/>
                  </a:srgbClr>
                </a:gs>
                <a:gs pos="28571">
                  <a:srgbClr val="222522">
                    <a:alpha val="11462"/>
                  </a:srgbClr>
                </a:gs>
                <a:gs pos="42857">
                  <a:srgbClr val="222522">
                    <a:alpha val="7675"/>
                  </a:srgbClr>
                </a:gs>
                <a:gs pos="57143">
                  <a:srgbClr val="222522">
                    <a:alpha val="4328"/>
                  </a:srgbClr>
                </a:gs>
                <a:gs pos="71429">
                  <a:srgbClr val="222522">
                    <a:alpha val="2050"/>
                  </a:srgbClr>
                </a:gs>
                <a:gs pos="85714">
                  <a:srgbClr val="222522">
                    <a:alpha val="816"/>
                  </a:srgbClr>
                </a:gs>
                <a:gs pos="100000">
                  <a:srgbClr val="222522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6916002">
              <a:off x="1237987" y="1576436"/>
              <a:ext cx="44853" cy="29760"/>
            </a:xfrm>
            <a:prstGeom prst="ellipse">
              <a:avLst/>
            </a:prstGeom>
            <a:gradFill>
              <a:gsLst>
                <a:gs pos="0">
                  <a:srgbClr val="E3EAFF">
                    <a:alpha val="32967"/>
                  </a:srgbClr>
                </a:gs>
                <a:gs pos="14286">
                  <a:srgbClr val="E3EAFF">
                    <a:alpha val="30763"/>
                  </a:srgbClr>
                </a:gs>
                <a:gs pos="28571">
                  <a:srgbClr val="E3EAFF">
                    <a:alpha val="24832"/>
                  </a:srgbClr>
                </a:gs>
                <a:gs pos="42857">
                  <a:srgbClr val="E3EAFF">
                    <a:alpha val="17075"/>
                  </a:srgbClr>
                </a:gs>
                <a:gs pos="57143">
                  <a:srgbClr val="E3EAFF">
                    <a:alpha val="9855"/>
                  </a:srgbClr>
                </a:gs>
                <a:gs pos="71429">
                  <a:srgbClr val="E3EAFF">
                    <a:alpha val="4740"/>
                  </a:srgbClr>
                </a:gs>
                <a:gs pos="85714">
                  <a:srgbClr val="E3EAFF">
                    <a:alpha val="1902"/>
                  </a:srgbClr>
                </a:gs>
                <a:gs pos="100000">
                  <a:srgbClr val="E3E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8659879">
              <a:off x="1477242" y="997062"/>
              <a:ext cx="68461" cy="18773"/>
            </a:xfrm>
            <a:prstGeom prst="ellipse">
              <a:avLst/>
            </a:prstGeom>
            <a:gradFill>
              <a:gsLst>
                <a:gs pos="0">
                  <a:srgbClr val="1E1824">
                    <a:alpha val="15626"/>
                  </a:srgbClr>
                </a:gs>
                <a:gs pos="14286">
                  <a:srgbClr val="1E1824">
                    <a:alpha val="14458"/>
                  </a:srgbClr>
                </a:gs>
                <a:gs pos="28571">
                  <a:srgbClr val="1E1824">
                    <a:alpha val="11419"/>
                  </a:srgbClr>
                </a:gs>
                <a:gs pos="42857">
                  <a:srgbClr val="1E1824">
                    <a:alpha val="7645"/>
                  </a:srgbClr>
                </a:gs>
                <a:gs pos="57143">
                  <a:srgbClr val="1E1824">
                    <a:alpha val="4311"/>
                  </a:srgbClr>
                </a:gs>
                <a:gs pos="71429">
                  <a:srgbClr val="1E1824">
                    <a:alpha val="2042"/>
                  </a:srgbClr>
                </a:gs>
                <a:gs pos="85714">
                  <a:srgbClr val="1E1824">
                    <a:alpha val="812"/>
                  </a:srgbClr>
                </a:gs>
                <a:gs pos="100000">
                  <a:srgbClr val="1E1824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-9188675">
              <a:off x="1702344" y="311083"/>
              <a:ext cx="88353" cy="39044"/>
            </a:xfrm>
            <a:prstGeom prst="ellipse">
              <a:avLst/>
            </a:prstGeom>
            <a:gradFill>
              <a:gsLst>
                <a:gs pos="0">
                  <a:srgbClr val="FFFFD4">
                    <a:alpha val="32968"/>
                  </a:srgbClr>
                </a:gs>
                <a:gs pos="14286">
                  <a:srgbClr val="FFFFD4">
                    <a:alpha val="30764"/>
                  </a:srgbClr>
                </a:gs>
                <a:gs pos="28571">
                  <a:srgbClr val="FFFFD4">
                    <a:alpha val="24833"/>
                  </a:srgbClr>
                </a:gs>
                <a:gs pos="42857">
                  <a:srgbClr val="FFFFD4">
                    <a:alpha val="17075"/>
                  </a:srgbClr>
                </a:gs>
                <a:gs pos="57143">
                  <a:srgbClr val="FFFFD4">
                    <a:alpha val="9855"/>
                  </a:srgbClr>
                </a:gs>
                <a:gs pos="71429">
                  <a:srgbClr val="FFFFD4">
                    <a:alpha val="4740"/>
                  </a:srgbClr>
                </a:gs>
                <a:gs pos="85714">
                  <a:srgbClr val="FFFFD4">
                    <a:alpha val="1902"/>
                  </a:srgbClr>
                </a:gs>
                <a:gs pos="100000">
                  <a:srgbClr val="FFFF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4608052">
              <a:off x="1391437" y="2624288"/>
              <a:ext cx="33162" cy="22842"/>
            </a:xfrm>
            <a:prstGeom prst="ellipse">
              <a:avLst/>
            </a:prstGeom>
            <a:gradFill>
              <a:gsLst>
                <a:gs pos="0">
                  <a:srgbClr val="FFEDFF">
                    <a:alpha val="32968"/>
                  </a:srgbClr>
                </a:gs>
                <a:gs pos="14286">
                  <a:srgbClr val="FFEDFF">
                    <a:alpha val="30764"/>
                  </a:srgbClr>
                </a:gs>
                <a:gs pos="28571">
                  <a:srgbClr val="FFEDFF">
                    <a:alpha val="24833"/>
                  </a:srgbClr>
                </a:gs>
                <a:gs pos="42857">
                  <a:srgbClr val="FFEDFF">
                    <a:alpha val="17075"/>
                  </a:srgbClr>
                </a:gs>
                <a:gs pos="57143">
                  <a:srgbClr val="FFEDFF">
                    <a:alpha val="9855"/>
                  </a:srgbClr>
                </a:gs>
                <a:gs pos="71429">
                  <a:srgbClr val="FFEDFF">
                    <a:alpha val="4740"/>
                  </a:srgbClr>
                </a:gs>
                <a:gs pos="85714">
                  <a:srgbClr val="FFEDFF">
                    <a:alpha val="1902"/>
                  </a:srgbClr>
                </a:gs>
                <a:gs pos="100000">
                  <a:srgbClr val="FFE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4650349">
              <a:off x="1899259" y="2656049"/>
              <a:ext cx="68461" cy="18841"/>
            </a:xfrm>
            <a:prstGeom prst="ellipse">
              <a:avLst/>
            </a:prstGeom>
            <a:gradFill>
              <a:gsLst>
                <a:gs pos="0">
                  <a:srgbClr val="55302A">
                    <a:alpha val="15575"/>
                  </a:srgbClr>
                </a:gs>
                <a:gs pos="14286">
                  <a:srgbClr val="55302A">
                    <a:alpha val="14411"/>
                  </a:srgbClr>
                </a:gs>
                <a:gs pos="28571">
                  <a:srgbClr val="55302A">
                    <a:alpha val="11381"/>
                  </a:srgbClr>
                </a:gs>
                <a:gs pos="42857">
                  <a:srgbClr val="55302A">
                    <a:alpha val="7619"/>
                  </a:srgbClr>
                </a:gs>
                <a:gs pos="57143">
                  <a:srgbClr val="55302A">
                    <a:alpha val="4296"/>
                  </a:srgbClr>
                </a:gs>
                <a:gs pos="71429">
                  <a:srgbClr val="55302A">
                    <a:alpha val="2035"/>
                  </a:srgbClr>
                </a:gs>
                <a:gs pos="85714">
                  <a:srgbClr val="55302A">
                    <a:alpha val="810"/>
                  </a:srgbClr>
                </a:gs>
                <a:gs pos="100000">
                  <a:srgbClr val="55302A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10281082">
              <a:off x="1578547" y="2067195"/>
              <a:ext cx="68461" cy="18831"/>
            </a:xfrm>
            <a:prstGeom prst="ellipse">
              <a:avLst/>
            </a:prstGeom>
            <a:gradFill>
              <a:gsLst>
                <a:gs pos="0">
                  <a:srgbClr val="413A57">
                    <a:alpha val="15583"/>
                  </a:srgbClr>
                </a:gs>
                <a:gs pos="14286">
                  <a:srgbClr val="413A57">
                    <a:alpha val="14418"/>
                  </a:srgbClr>
                </a:gs>
                <a:gs pos="28571">
                  <a:srgbClr val="413A57">
                    <a:alpha val="11387"/>
                  </a:srgbClr>
                </a:gs>
                <a:gs pos="42857">
                  <a:srgbClr val="413A57">
                    <a:alpha val="7623"/>
                  </a:srgbClr>
                </a:gs>
                <a:gs pos="57143">
                  <a:srgbClr val="413A57">
                    <a:alpha val="4299"/>
                  </a:srgbClr>
                </a:gs>
                <a:gs pos="71429">
                  <a:srgbClr val="413A57">
                    <a:alpha val="2036"/>
                  </a:srgbClr>
                </a:gs>
                <a:gs pos="85714">
                  <a:srgbClr val="413A57">
                    <a:alpha val="810"/>
                  </a:srgbClr>
                </a:gs>
                <a:gs pos="100000">
                  <a:srgbClr val="413A57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3146153">
              <a:off x="2081023" y="3054725"/>
              <a:ext cx="103228" cy="814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9600932">
              <a:off x="2783429" y="1755813"/>
              <a:ext cx="78847" cy="422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9689593">
              <a:off x="557746" y="3083857"/>
              <a:ext cx="81265" cy="29213"/>
            </a:xfrm>
            <a:prstGeom prst="ellipse">
              <a:avLst/>
            </a:prstGeom>
            <a:gradFill>
              <a:gsLst>
                <a:gs pos="0">
                  <a:srgbClr val="FFD8EE">
                    <a:alpha val="32968"/>
                  </a:srgbClr>
                </a:gs>
                <a:gs pos="14286">
                  <a:srgbClr val="FFD8EE">
                    <a:alpha val="30764"/>
                  </a:srgbClr>
                </a:gs>
                <a:gs pos="28571">
                  <a:srgbClr val="FFD8EE">
                    <a:alpha val="24833"/>
                  </a:srgbClr>
                </a:gs>
                <a:gs pos="42857">
                  <a:srgbClr val="FFD8EE">
                    <a:alpha val="17075"/>
                  </a:srgbClr>
                </a:gs>
                <a:gs pos="57143">
                  <a:srgbClr val="FFD8EE">
                    <a:alpha val="9855"/>
                  </a:srgbClr>
                </a:gs>
                <a:gs pos="71429">
                  <a:srgbClr val="FFD8EE">
                    <a:alpha val="4740"/>
                  </a:srgbClr>
                </a:gs>
                <a:gs pos="85714">
                  <a:srgbClr val="FFD8EE">
                    <a:alpha val="1902"/>
                  </a:srgbClr>
                </a:gs>
                <a:gs pos="100000">
                  <a:srgbClr val="FFD8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-8365052">
              <a:off x="1463102" y="2571079"/>
              <a:ext cx="141364" cy="81658"/>
            </a:xfrm>
            <a:prstGeom prst="ellipse">
              <a:avLst/>
            </a:prstGeom>
            <a:gradFill>
              <a:gsLst>
                <a:gs pos="0">
                  <a:srgbClr val="FFFFE6">
                    <a:alpha val="32968"/>
                  </a:srgbClr>
                </a:gs>
                <a:gs pos="14286">
                  <a:srgbClr val="FFFFE6">
                    <a:alpha val="30764"/>
                  </a:srgbClr>
                </a:gs>
                <a:gs pos="28571">
                  <a:srgbClr val="FFFFE6">
                    <a:alpha val="24833"/>
                  </a:srgbClr>
                </a:gs>
                <a:gs pos="42857">
                  <a:srgbClr val="FFFFE6">
                    <a:alpha val="17075"/>
                  </a:srgbClr>
                </a:gs>
                <a:gs pos="57143">
                  <a:srgbClr val="FFFFE6">
                    <a:alpha val="9855"/>
                  </a:srgbClr>
                </a:gs>
                <a:gs pos="71429">
                  <a:srgbClr val="FFFFE6">
                    <a:alpha val="4740"/>
                  </a:srgbClr>
                </a:gs>
                <a:gs pos="85714">
                  <a:srgbClr val="FFFFE6">
                    <a:alpha val="1902"/>
                  </a:srgbClr>
                </a:gs>
                <a:gs pos="100000">
                  <a:srgbClr val="FFFF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5400000">
              <a:off x="2292568" y="3067580"/>
              <a:ext cx="37758" cy="37758"/>
            </a:xfrm>
            <a:prstGeom prst="ellipse">
              <a:avLst/>
            </a:prstGeom>
            <a:gradFill>
              <a:gsLst>
                <a:gs pos="0">
                  <a:srgbClr val="333447">
                    <a:alpha val="15547"/>
                  </a:srgbClr>
                </a:gs>
                <a:gs pos="14286">
                  <a:srgbClr val="333447">
                    <a:alpha val="14384"/>
                  </a:srgbClr>
                </a:gs>
                <a:gs pos="28571">
                  <a:srgbClr val="333447">
                    <a:alpha val="11360"/>
                  </a:srgbClr>
                </a:gs>
                <a:gs pos="42857">
                  <a:srgbClr val="333447">
                    <a:alpha val="7605"/>
                  </a:srgbClr>
                </a:gs>
                <a:gs pos="57143">
                  <a:srgbClr val="333447">
                    <a:alpha val="4288"/>
                  </a:srgbClr>
                </a:gs>
                <a:gs pos="71429">
                  <a:srgbClr val="333447">
                    <a:alpha val="2031"/>
                  </a:srgbClr>
                </a:gs>
                <a:gs pos="85714">
                  <a:srgbClr val="333447">
                    <a:alpha val="808"/>
                  </a:srgbClr>
                </a:gs>
                <a:gs pos="100000">
                  <a:srgbClr val="333447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5920738">
              <a:off x="496685" y="2619090"/>
              <a:ext cx="68461" cy="18868"/>
            </a:xfrm>
            <a:prstGeom prst="ellipse">
              <a:avLst/>
            </a:prstGeom>
            <a:gradFill>
              <a:gsLst>
                <a:gs pos="0">
                  <a:srgbClr val="512835">
                    <a:alpha val="15555"/>
                  </a:srgbClr>
                </a:gs>
                <a:gs pos="14286">
                  <a:srgbClr val="512835">
                    <a:alpha val="14392"/>
                  </a:srgbClr>
                </a:gs>
                <a:gs pos="28571">
                  <a:srgbClr val="512835">
                    <a:alpha val="11366"/>
                  </a:srgbClr>
                </a:gs>
                <a:gs pos="42857">
                  <a:srgbClr val="512835">
                    <a:alpha val="7609"/>
                  </a:srgbClr>
                </a:gs>
                <a:gs pos="57143">
                  <a:srgbClr val="512835">
                    <a:alpha val="4290"/>
                  </a:srgbClr>
                </a:gs>
                <a:gs pos="71429">
                  <a:srgbClr val="512835">
                    <a:alpha val="2032"/>
                  </a:srgbClr>
                </a:gs>
                <a:gs pos="85714">
                  <a:srgbClr val="512835">
                    <a:alpha val="808"/>
                  </a:srgbClr>
                </a:gs>
                <a:gs pos="100000">
                  <a:srgbClr val="512835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5528109">
              <a:off x="3245482" y="1494940"/>
              <a:ext cx="68461" cy="18910"/>
            </a:xfrm>
            <a:prstGeom prst="ellipse">
              <a:avLst/>
            </a:prstGeom>
            <a:gradFill>
              <a:gsLst>
                <a:gs pos="0">
                  <a:srgbClr val="1C1A1F">
                    <a:alpha val="15523"/>
                  </a:srgbClr>
                </a:gs>
                <a:gs pos="14286">
                  <a:srgbClr val="1C1A1F">
                    <a:alpha val="14363"/>
                  </a:srgbClr>
                </a:gs>
                <a:gs pos="28571">
                  <a:srgbClr val="1C1A1F">
                    <a:alpha val="11342"/>
                  </a:srgbClr>
                </a:gs>
                <a:gs pos="42857">
                  <a:srgbClr val="1C1A1F">
                    <a:alpha val="7593"/>
                  </a:srgbClr>
                </a:gs>
                <a:gs pos="57143">
                  <a:srgbClr val="1C1A1F">
                    <a:alpha val="4281"/>
                  </a:srgbClr>
                </a:gs>
                <a:gs pos="71429">
                  <a:srgbClr val="1C1A1F">
                    <a:alpha val="2027"/>
                  </a:srgbClr>
                </a:gs>
                <a:gs pos="85714">
                  <a:srgbClr val="1C1A1F">
                    <a:alpha val="807"/>
                  </a:srgbClr>
                </a:gs>
                <a:gs pos="100000">
                  <a:srgbClr val="1C1A1F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7398250">
              <a:off x="1839806" y="357274"/>
              <a:ext cx="96865" cy="338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7447976">
              <a:off x="318978" y="1778079"/>
              <a:ext cx="68461" cy="18974"/>
            </a:xfrm>
            <a:prstGeom prst="ellipse">
              <a:avLst/>
            </a:prstGeom>
            <a:gradFill>
              <a:gsLst>
                <a:gs pos="0">
                  <a:srgbClr val="544547">
                    <a:alpha val="15476"/>
                  </a:srgbClr>
                </a:gs>
                <a:gs pos="14286">
                  <a:srgbClr val="544547">
                    <a:alpha val="14318"/>
                  </a:srgbClr>
                </a:gs>
                <a:gs pos="28571">
                  <a:srgbClr val="544547">
                    <a:alpha val="11307"/>
                  </a:srgbClr>
                </a:gs>
                <a:gs pos="42857">
                  <a:srgbClr val="544547">
                    <a:alpha val="7568"/>
                  </a:srgbClr>
                </a:gs>
                <a:gs pos="57143">
                  <a:srgbClr val="544547">
                    <a:alpha val="4267"/>
                  </a:srgbClr>
                </a:gs>
                <a:gs pos="71429">
                  <a:srgbClr val="544547">
                    <a:alpha val="2021"/>
                  </a:srgbClr>
                </a:gs>
                <a:gs pos="85714">
                  <a:srgbClr val="544547">
                    <a:alpha val="804"/>
                  </a:srgbClr>
                </a:gs>
                <a:gs pos="100000">
                  <a:srgbClr val="544547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8976078">
              <a:off x="2729469" y="1147125"/>
              <a:ext cx="56562" cy="411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3117032">
              <a:off x="566281" y="791704"/>
              <a:ext cx="42458" cy="24899"/>
            </a:xfrm>
            <a:prstGeom prst="ellipse">
              <a:avLst/>
            </a:prstGeom>
            <a:gradFill>
              <a:gsLst>
                <a:gs pos="0">
                  <a:srgbClr val="B9B9E1">
                    <a:alpha val="21563"/>
                  </a:srgbClr>
                </a:gs>
                <a:gs pos="14286">
                  <a:srgbClr val="B9B9E1">
                    <a:alpha val="20007"/>
                  </a:srgbClr>
                </a:gs>
                <a:gs pos="28571">
                  <a:srgbClr val="B9B9E1">
                    <a:alpha val="15913"/>
                  </a:srgbClr>
                </a:gs>
                <a:gs pos="42857">
                  <a:srgbClr val="B9B9E1">
                    <a:alpha val="10746"/>
                  </a:srgbClr>
                </a:gs>
                <a:gs pos="57143">
                  <a:srgbClr val="B9B9E1">
                    <a:alpha val="6105"/>
                  </a:srgbClr>
                </a:gs>
                <a:gs pos="71429">
                  <a:srgbClr val="B9B9E1">
                    <a:alpha val="2906"/>
                  </a:srgbClr>
                </a:gs>
                <a:gs pos="85714">
                  <a:srgbClr val="B9B9E1">
                    <a:alpha val="1159"/>
                  </a:srgbClr>
                </a:gs>
                <a:gs pos="100000">
                  <a:srgbClr val="B9B9E1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5038675">
              <a:off x="3586786" y="1103345"/>
              <a:ext cx="51780" cy="29684"/>
            </a:xfrm>
            <a:prstGeom prst="ellipse">
              <a:avLst/>
            </a:prstGeom>
            <a:gradFill>
              <a:gsLst>
                <a:gs pos="0">
                  <a:srgbClr val="FFF6FF">
                    <a:alpha val="32968"/>
                  </a:srgbClr>
                </a:gs>
                <a:gs pos="14286">
                  <a:srgbClr val="FFF6FF">
                    <a:alpha val="30764"/>
                  </a:srgbClr>
                </a:gs>
                <a:gs pos="28571">
                  <a:srgbClr val="FFF6FF">
                    <a:alpha val="24833"/>
                  </a:srgbClr>
                </a:gs>
                <a:gs pos="42857">
                  <a:srgbClr val="FFF6FF">
                    <a:alpha val="17075"/>
                  </a:srgbClr>
                </a:gs>
                <a:gs pos="57143">
                  <a:srgbClr val="FFF6FF">
                    <a:alpha val="9855"/>
                  </a:srgbClr>
                </a:gs>
                <a:gs pos="71429">
                  <a:srgbClr val="FFF6FF">
                    <a:alpha val="4740"/>
                  </a:srgbClr>
                </a:gs>
                <a:gs pos="85714">
                  <a:srgbClr val="FFF6FF">
                    <a:alpha val="1902"/>
                  </a:srgbClr>
                </a:gs>
                <a:gs pos="100000">
                  <a:srgbClr val="FFF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7664509">
              <a:off x="2379948" y="2643995"/>
              <a:ext cx="37848" cy="20710"/>
            </a:xfrm>
            <a:prstGeom prst="ellipse">
              <a:avLst/>
            </a:prstGeom>
            <a:gradFill>
              <a:gsLst>
                <a:gs pos="0">
                  <a:srgbClr val="C8FAFF">
                    <a:alpha val="32968"/>
                  </a:srgbClr>
                </a:gs>
                <a:gs pos="14286">
                  <a:srgbClr val="C8FAFF">
                    <a:alpha val="30764"/>
                  </a:srgbClr>
                </a:gs>
                <a:gs pos="28571">
                  <a:srgbClr val="C8FAFF">
                    <a:alpha val="24833"/>
                  </a:srgbClr>
                </a:gs>
                <a:gs pos="42857">
                  <a:srgbClr val="C8FAFF">
                    <a:alpha val="17075"/>
                  </a:srgbClr>
                </a:gs>
                <a:gs pos="57143">
                  <a:srgbClr val="C8FAFF">
                    <a:alpha val="9855"/>
                  </a:srgbClr>
                </a:gs>
                <a:gs pos="71429">
                  <a:srgbClr val="C8FAFF">
                    <a:alpha val="4740"/>
                  </a:srgbClr>
                </a:gs>
                <a:gs pos="85714">
                  <a:srgbClr val="C8FAFF">
                    <a:alpha val="1902"/>
                  </a:srgbClr>
                </a:gs>
                <a:gs pos="100000">
                  <a:srgbClr val="C8F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-8875881">
              <a:off x="1345159" y="1962700"/>
              <a:ext cx="68461" cy="19049"/>
            </a:xfrm>
            <a:prstGeom prst="ellipse">
              <a:avLst/>
            </a:prstGeom>
            <a:gradFill>
              <a:gsLst>
                <a:gs pos="0">
                  <a:srgbClr val="1B212F">
                    <a:alpha val="15419"/>
                  </a:srgbClr>
                </a:gs>
                <a:gs pos="14286">
                  <a:srgbClr val="1B212F">
                    <a:alpha val="14266"/>
                  </a:srgbClr>
                </a:gs>
                <a:gs pos="28571">
                  <a:srgbClr val="1B212F">
                    <a:alpha val="11265"/>
                  </a:srgbClr>
                </a:gs>
                <a:gs pos="42857">
                  <a:srgbClr val="1B212F">
                    <a:alpha val="7540"/>
                  </a:srgbClr>
                </a:gs>
                <a:gs pos="57143">
                  <a:srgbClr val="1B212F">
                    <a:alpha val="4251"/>
                  </a:srgbClr>
                </a:gs>
                <a:gs pos="71429">
                  <a:srgbClr val="1B212F">
                    <a:alpha val="2013"/>
                  </a:srgbClr>
                </a:gs>
                <a:gs pos="85714">
                  <a:srgbClr val="1B212F">
                    <a:alpha val="801"/>
                  </a:srgbClr>
                </a:gs>
                <a:gs pos="100000">
                  <a:srgbClr val="1B212F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4033693">
              <a:off x="1538223" y="96096"/>
              <a:ext cx="68461" cy="19100"/>
            </a:xfrm>
            <a:prstGeom prst="ellipse">
              <a:avLst/>
            </a:prstGeom>
            <a:gradFill>
              <a:gsLst>
                <a:gs pos="0">
                  <a:srgbClr val="0A232E">
                    <a:alpha val="15381"/>
                  </a:srgbClr>
                </a:gs>
                <a:gs pos="14286">
                  <a:srgbClr val="0A232E">
                    <a:alpha val="14230"/>
                  </a:srgbClr>
                </a:gs>
                <a:gs pos="28571">
                  <a:srgbClr val="0A232E">
                    <a:alpha val="11236"/>
                  </a:srgbClr>
                </a:gs>
                <a:gs pos="42857">
                  <a:srgbClr val="0A232E">
                    <a:alpha val="7520"/>
                  </a:srgbClr>
                </a:gs>
                <a:gs pos="57143">
                  <a:srgbClr val="0A232E">
                    <a:alpha val="4239"/>
                  </a:srgbClr>
                </a:gs>
                <a:gs pos="71429">
                  <a:srgbClr val="0A232E">
                    <a:alpha val="2007"/>
                  </a:srgbClr>
                </a:gs>
                <a:gs pos="85714">
                  <a:srgbClr val="0A232E">
                    <a:alpha val="799"/>
                  </a:srgbClr>
                </a:gs>
                <a:gs pos="100000">
                  <a:srgbClr val="0A232E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3003017">
              <a:off x="2545534" y="85067"/>
              <a:ext cx="419567" cy="24739"/>
            </a:xfrm>
            <a:prstGeom prst="ellipse">
              <a:avLst/>
            </a:prstGeom>
            <a:gradFill>
              <a:gsLst>
                <a:gs pos="0">
                  <a:srgbClr val="1A1B18">
                    <a:alpha val="32968"/>
                  </a:srgbClr>
                </a:gs>
                <a:gs pos="14286">
                  <a:srgbClr val="1A1B18">
                    <a:alpha val="30764"/>
                  </a:srgbClr>
                </a:gs>
                <a:gs pos="28571">
                  <a:srgbClr val="1A1B18">
                    <a:alpha val="24833"/>
                  </a:srgbClr>
                </a:gs>
                <a:gs pos="42857">
                  <a:srgbClr val="1A1B18">
                    <a:alpha val="17075"/>
                  </a:srgbClr>
                </a:gs>
                <a:gs pos="57143">
                  <a:srgbClr val="1A1B18">
                    <a:alpha val="9855"/>
                  </a:srgbClr>
                </a:gs>
                <a:gs pos="71429">
                  <a:srgbClr val="1A1B18">
                    <a:alpha val="4740"/>
                  </a:srgbClr>
                </a:gs>
                <a:gs pos="85714">
                  <a:srgbClr val="1A1B18">
                    <a:alpha val="1902"/>
                  </a:srgbClr>
                </a:gs>
                <a:gs pos="100000">
                  <a:srgbClr val="1A1B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9314085">
              <a:off x="1775060" y="1564270"/>
              <a:ext cx="187477" cy="71324"/>
            </a:xfrm>
            <a:prstGeom prst="ellipse">
              <a:avLst/>
            </a:prstGeom>
            <a:gradFill>
              <a:gsLst>
                <a:gs pos="0">
                  <a:srgbClr val="FFDDA3">
                    <a:alpha val="31963"/>
                  </a:srgbClr>
                </a:gs>
                <a:gs pos="14286">
                  <a:srgbClr val="FFDDA3">
                    <a:alpha val="29810"/>
                  </a:srgbClr>
                </a:gs>
                <a:gs pos="28571">
                  <a:srgbClr val="FFDDA3">
                    <a:alpha val="24030"/>
                  </a:srgbClr>
                </a:gs>
                <a:gs pos="42857">
                  <a:srgbClr val="FFDDA3">
                    <a:alpha val="16496"/>
                  </a:srgbClr>
                </a:gs>
                <a:gs pos="57143">
                  <a:srgbClr val="FFDDA3">
                    <a:alpha val="9506"/>
                  </a:srgbClr>
                </a:gs>
                <a:gs pos="71429">
                  <a:srgbClr val="FFDDA3">
                    <a:alpha val="4568"/>
                  </a:srgbClr>
                </a:gs>
                <a:gs pos="85714">
                  <a:srgbClr val="FFDDA3">
                    <a:alpha val="1832"/>
                  </a:srgbClr>
                </a:gs>
                <a:gs pos="100000">
                  <a:srgbClr val="FFDDA3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7693104">
              <a:off x="294455" y="1094991"/>
              <a:ext cx="43657" cy="19004"/>
            </a:xfrm>
            <a:prstGeom prst="ellipse">
              <a:avLst/>
            </a:prstGeom>
            <a:gradFill>
              <a:gsLst>
                <a:gs pos="0">
                  <a:srgbClr val="F8F1FF">
                    <a:alpha val="32968"/>
                  </a:srgbClr>
                </a:gs>
                <a:gs pos="14286">
                  <a:srgbClr val="F8F1FF">
                    <a:alpha val="30764"/>
                  </a:srgbClr>
                </a:gs>
                <a:gs pos="28571">
                  <a:srgbClr val="F8F1FF">
                    <a:alpha val="24833"/>
                  </a:srgbClr>
                </a:gs>
                <a:gs pos="42857">
                  <a:srgbClr val="F8F1FF">
                    <a:alpha val="17075"/>
                  </a:srgbClr>
                </a:gs>
                <a:gs pos="57143">
                  <a:srgbClr val="F8F1FF">
                    <a:alpha val="9855"/>
                  </a:srgbClr>
                </a:gs>
                <a:gs pos="71429">
                  <a:srgbClr val="F8F1FF">
                    <a:alpha val="4740"/>
                  </a:srgbClr>
                </a:gs>
                <a:gs pos="85714">
                  <a:srgbClr val="F8F1FF">
                    <a:alpha val="1902"/>
                  </a:srgbClr>
                </a:gs>
                <a:gs pos="100000">
                  <a:srgbClr val="F8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10596296">
              <a:off x="1297358" y="265596"/>
              <a:ext cx="279680" cy="35999"/>
            </a:xfrm>
            <a:prstGeom prst="ellipse">
              <a:avLst/>
            </a:prstGeom>
            <a:gradFill>
              <a:gsLst>
                <a:gs pos="0">
                  <a:srgbClr val="C1D1FF">
                    <a:alpha val="4344"/>
                  </a:srgbClr>
                </a:gs>
                <a:gs pos="14286">
                  <a:srgbClr val="C1D1FF">
                    <a:alpha val="3999"/>
                  </a:srgbClr>
                </a:gs>
                <a:gs pos="28571">
                  <a:srgbClr val="C1D1FF">
                    <a:alpha val="3120"/>
                  </a:srgbClr>
                </a:gs>
                <a:gs pos="42857">
                  <a:srgbClr val="C1D1FF">
                    <a:alpha val="2057"/>
                  </a:srgbClr>
                </a:gs>
                <a:gs pos="57143">
                  <a:srgbClr val="C1D1FF">
                    <a:alpha val="1145"/>
                  </a:srgbClr>
                </a:gs>
                <a:gs pos="71429">
                  <a:srgbClr val="C1D1FF">
                    <a:alpha val="538"/>
                  </a:srgbClr>
                </a:gs>
                <a:gs pos="85714">
                  <a:srgbClr val="C1D1FF">
                    <a:alpha val="213"/>
                  </a:srgbClr>
                </a:gs>
                <a:gs pos="100000">
                  <a:srgbClr val="C1D1FF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8685526">
              <a:off x="3120586" y="2751985"/>
              <a:ext cx="80934" cy="28177"/>
            </a:xfrm>
            <a:prstGeom prst="ellipse">
              <a:avLst/>
            </a:prstGeom>
            <a:gradFill>
              <a:gsLst>
                <a:gs pos="0">
                  <a:srgbClr val="FFC6D5">
                    <a:alpha val="32968"/>
                  </a:srgbClr>
                </a:gs>
                <a:gs pos="14286">
                  <a:srgbClr val="FFC6D5">
                    <a:alpha val="30764"/>
                  </a:srgbClr>
                </a:gs>
                <a:gs pos="28571">
                  <a:srgbClr val="FFC6D5">
                    <a:alpha val="24833"/>
                  </a:srgbClr>
                </a:gs>
                <a:gs pos="42857">
                  <a:srgbClr val="FFC6D5">
                    <a:alpha val="17075"/>
                  </a:srgbClr>
                </a:gs>
                <a:gs pos="57143">
                  <a:srgbClr val="FFC6D5">
                    <a:alpha val="9855"/>
                  </a:srgbClr>
                </a:gs>
                <a:gs pos="71429">
                  <a:srgbClr val="FFC6D5">
                    <a:alpha val="4740"/>
                  </a:srgbClr>
                </a:gs>
                <a:gs pos="85714">
                  <a:srgbClr val="FFC6D5">
                    <a:alpha val="1902"/>
                  </a:srgbClr>
                </a:gs>
                <a:gs pos="100000">
                  <a:srgbClr val="FFC6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-10771768">
              <a:off x="340595" y="1830663"/>
              <a:ext cx="54624" cy="22653"/>
            </a:xfrm>
            <a:prstGeom prst="ellipse">
              <a:avLst/>
            </a:prstGeom>
            <a:gradFill>
              <a:gsLst>
                <a:gs pos="0">
                  <a:srgbClr val="868194">
                    <a:alpha val="31608"/>
                  </a:srgbClr>
                </a:gs>
                <a:gs pos="14286">
                  <a:srgbClr val="868194">
                    <a:alpha val="29474"/>
                  </a:srgbClr>
                </a:gs>
                <a:gs pos="28571">
                  <a:srgbClr val="868194">
                    <a:alpha val="23748"/>
                  </a:srgbClr>
                </a:gs>
                <a:gs pos="42857">
                  <a:srgbClr val="868194">
                    <a:alpha val="16292"/>
                  </a:srgbClr>
                </a:gs>
                <a:gs pos="57143">
                  <a:srgbClr val="868194">
                    <a:alpha val="9384"/>
                  </a:srgbClr>
                </a:gs>
                <a:gs pos="71429">
                  <a:srgbClr val="868194">
                    <a:alpha val="4508"/>
                  </a:srgbClr>
                </a:gs>
                <a:gs pos="85714">
                  <a:srgbClr val="868194">
                    <a:alpha val="1807"/>
                  </a:srgbClr>
                </a:gs>
                <a:gs pos="100000">
                  <a:srgbClr val="868194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-8770431">
              <a:off x="3250679" y="1308356"/>
              <a:ext cx="29880" cy="24778"/>
            </a:xfrm>
            <a:prstGeom prst="ellipse">
              <a:avLst/>
            </a:prstGeom>
            <a:gradFill>
              <a:gsLst>
                <a:gs pos="0">
                  <a:srgbClr val="98B3F0">
                    <a:alpha val="20037"/>
                  </a:srgbClr>
                </a:gs>
                <a:gs pos="14286">
                  <a:srgbClr val="98B3F0">
                    <a:alpha val="18577"/>
                  </a:srgbClr>
                </a:gs>
                <a:gs pos="28571">
                  <a:srgbClr val="98B3F0">
                    <a:alpha val="14749"/>
                  </a:srgbClr>
                </a:gs>
                <a:gs pos="42857">
                  <a:srgbClr val="98B3F0">
                    <a:alpha val="9937"/>
                  </a:srgbClr>
                </a:gs>
                <a:gs pos="57143">
                  <a:srgbClr val="98B3F0">
                    <a:alpha val="5635"/>
                  </a:srgbClr>
                </a:gs>
                <a:gs pos="71429">
                  <a:srgbClr val="98B3F0">
                    <a:alpha val="2678"/>
                  </a:srgbClr>
                </a:gs>
                <a:gs pos="85714">
                  <a:srgbClr val="98B3F0">
                    <a:alpha val="1068"/>
                  </a:srgbClr>
                </a:gs>
                <a:gs pos="100000">
                  <a:srgbClr val="98B3F0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-9656963">
              <a:off x="2525354" y="3130305"/>
              <a:ext cx="29083" cy="23759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10475413">
              <a:off x="2041096" y="1486714"/>
              <a:ext cx="218655" cy="20250"/>
            </a:xfrm>
            <a:prstGeom prst="ellipse">
              <a:avLst/>
            </a:prstGeom>
            <a:gradFill>
              <a:gsLst>
                <a:gs pos="0">
                  <a:srgbClr val="222122">
                    <a:alpha val="32968"/>
                  </a:srgbClr>
                </a:gs>
                <a:gs pos="14286">
                  <a:srgbClr val="222122">
                    <a:alpha val="30764"/>
                  </a:srgbClr>
                </a:gs>
                <a:gs pos="28571">
                  <a:srgbClr val="222122">
                    <a:alpha val="24833"/>
                  </a:srgbClr>
                </a:gs>
                <a:gs pos="42857">
                  <a:srgbClr val="222122">
                    <a:alpha val="17075"/>
                  </a:srgbClr>
                </a:gs>
                <a:gs pos="57143">
                  <a:srgbClr val="222122">
                    <a:alpha val="9855"/>
                  </a:srgbClr>
                </a:gs>
                <a:gs pos="71429">
                  <a:srgbClr val="222122">
                    <a:alpha val="4740"/>
                  </a:srgbClr>
                </a:gs>
                <a:gs pos="85714">
                  <a:srgbClr val="222122">
                    <a:alpha val="1902"/>
                  </a:srgbClr>
                </a:gs>
                <a:gs pos="100000">
                  <a:srgbClr val="2221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10553495">
              <a:off x="2943003" y="577964"/>
              <a:ext cx="96710" cy="552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8513750">
              <a:off x="3413345" y="1610758"/>
              <a:ext cx="189840" cy="6668"/>
            </a:xfrm>
            <a:prstGeom prst="ellipse">
              <a:avLst/>
            </a:prstGeom>
            <a:gradFill>
              <a:gsLst>
                <a:gs pos="0">
                  <a:srgbClr val="FFFCFF">
                    <a:alpha val="32968"/>
                  </a:srgbClr>
                </a:gs>
                <a:gs pos="14286">
                  <a:srgbClr val="FFFCFF">
                    <a:alpha val="30764"/>
                  </a:srgbClr>
                </a:gs>
                <a:gs pos="28571">
                  <a:srgbClr val="FFFCFF">
                    <a:alpha val="24833"/>
                  </a:srgbClr>
                </a:gs>
                <a:gs pos="42857">
                  <a:srgbClr val="FFFCFF">
                    <a:alpha val="17075"/>
                  </a:srgbClr>
                </a:gs>
                <a:gs pos="57143">
                  <a:srgbClr val="FFFCFF">
                    <a:alpha val="9855"/>
                  </a:srgbClr>
                </a:gs>
                <a:gs pos="71429">
                  <a:srgbClr val="FFFCFF">
                    <a:alpha val="4740"/>
                  </a:srgbClr>
                </a:gs>
                <a:gs pos="85714">
                  <a:srgbClr val="FFFCFF">
                    <a:alpha val="1902"/>
                  </a:srgbClr>
                </a:gs>
                <a:gs pos="100000">
                  <a:srgbClr val="FF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7079571">
              <a:off x="2841004" y="1937061"/>
              <a:ext cx="77177" cy="285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3372501">
              <a:off x="1221754" y="437772"/>
              <a:ext cx="76123" cy="246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-8206435">
              <a:off x="2078092" y="567496"/>
              <a:ext cx="30340" cy="22515"/>
            </a:xfrm>
            <a:prstGeom prst="ellipse">
              <a:avLst/>
            </a:prstGeom>
            <a:gradFill>
              <a:gsLst>
                <a:gs pos="0">
                  <a:srgbClr val="9A85CD">
                    <a:alpha val="18391"/>
                  </a:srgbClr>
                </a:gs>
                <a:gs pos="14286">
                  <a:srgbClr val="9A85CD">
                    <a:alpha val="17039"/>
                  </a:srgbClr>
                </a:gs>
                <a:gs pos="28571">
                  <a:srgbClr val="9A85CD">
                    <a:alpha val="13501"/>
                  </a:srgbClr>
                </a:gs>
                <a:gs pos="42857">
                  <a:srgbClr val="9A85CD">
                    <a:alpha val="9075"/>
                  </a:srgbClr>
                </a:gs>
                <a:gs pos="57143">
                  <a:srgbClr val="9A85CD">
                    <a:alpha val="5135"/>
                  </a:srgbClr>
                </a:gs>
                <a:gs pos="71429">
                  <a:srgbClr val="9A85CD">
                    <a:alpha val="2437"/>
                  </a:srgbClr>
                </a:gs>
                <a:gs pos="85714">
                  <a:srgbClr val="9A85CD">
                    <a:alpha val="971"/>
                  </a:srgbClr>
                </a:gs>
                <a:gs pos="100000">
                  <a:srgbClr val="9A85CD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3915185">
              <a:off x="1222804" y="891507"/>
              <a:ext cx="44166" cy="25672"/>
            </a:xfrm>
            <a:prstGeom prst="ellipse">
              <a:avLst/>
            </a:prstGeom>
            <a:gradFill>
              <a:gsLst>
                <a:gs pos="0">
                  <a:srgbClr val="FF9EA8">
                    <a:alpha val="24462"/>
                  </a:srgbClr>
                </a:gs>
                <a:gs pos="14286">
                  <a:srgbClr val="FF9EA8">
                    <a:alpha val="22728"/>
                  </a:srgbClr>
                </a:gs>
                <a:gs pos="28571">
                  <a:srgbClr val="FF9EA8">
                    <a:alpha val="18143"/>
                  </a:srgbClr>
                </a:gs>
                <a:gs pos="42857">
                  <a:srgbClr val="FF9EA8">
                    <a:alpha val="12306"/>
                  </a:srgbClr>
                </a:gs>
                <a:gs pos="57143">
                  <a:srgbClr val="FF9EA8">
                    <a:alpha val="7018"/>
                  </a:srgbClr>
                </a:gs>
                <a:gs pos="71429">
                  <a:srgbClr val="FF9EA8">
                    <a:alpha val="3349"/>
                  </a:srgbClr>
                </a:gs>
                <a:gs pos="85714">
                  <a:srgbClr val="FF9EA8">
                    <a:alpha val="1338"/>
                  </a:srgbClr>
                </a:gs>
                <a:gs pos="100000">
                  <a:srgbClr val="FF9EA8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3170110">
              <a:off x="1425580" y="1382918"/>
              <a:ext cx="213635" cy="193450"/>
            </a:xfrm>
            <a:prstGeom prst="ellipse">
              <a:avLst/>
            </a:prstGeom>
            <a:gradFill>
              <a:gsLst>
                <a:gs pos="0">
                  <a:srgbClr val="FFC5B9">
                    <a:alpha val="2719"/>
                  </a:srgbClr>
                </a:gs>
                <a:gs pos="14286">
                  <a:srgbClr val="FFC5B9">
                    <a:alpha val="2502"/>
                  </a:srgbClr>
                </a:gs>
                <a:gs pos="28571">
                  <a:srgbClr val="FFC5B9">
                    <a:alpha val="1948"/>
                  </a:srgbClr>
                </a:gs>
                <a:gs pos="42857">
                  <a:srgbClr val="FFC5B9">
                    <a:alpha val="1282"/>
                  </a:srgbClr>
                </a:gs>
                <a:gs pos="57143">
                  <a:srgbClr val="FFC5B9">
                    <a:alpha val="712"/>
                  </a:srgbClr>
                </a:gs>
                <a:gs pos="71429">
                  <a:srgbClr val="FFC5B9">
                    <a:alpha val="334"/>
                  </a:srgbClr>
                </a:gs>
                <a:gs pos="85714">
                  <a:srgbClr val="FFC5B9">
                    <a:alpha val="132"/>
                  </a:srgbClr>
                </a:gs>
                <a:gs pos="100000">
                  <a:srgbClr val="FFC5B9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-10307373">
              <a:off x="3593791" y="2377885"/>
              <a:ext cx="26519" cy="23599"/>
            </a:xfrm>
            <a:prstGeom prst="ellipse">
              <a:avLst/>
            </a:prstGeom>
            <a:gradFill>
              <a:gsLst>
                <a:gs pos="0">
                  <a:srgbClr val="FFF1FF">
                    <a:alpha val="32968"/>
                  </a:srgbClr>
                </a:gs>
                <a:gs pos="14286">
                  <a:srgbClr val="FFF1FF">
                    <a:alpha val="30764"/>
                  </a:srgbClr>
                </a:gs>
                <a:gs pos="28571">
                  <a:srgbClr val="FFF1FF">
                    <a:alpha val="24833"/>
                  </a:srgbClr>
                </a:gs>
                <a:gs pos="42857">
                  <a:srgbClr val="FFF1FF">
                    <a:alpha val="17075"/>
                  </a:srgbClr>
                </a:gs>
                <a:gs pos="57143">
                  <a:srgbClr val="FFF1FF">
                    <a:alpha val="9855"/>
                  </a:srgbClr>
                </a:gs>
                <a:gs pos="71429">
                  <a:srgbClr val="FFF1FF">
                    <a:alpha val="4740"/>
                  </a:srgbClr>
                </a:gs>
                <a:gs pos="85714">
                  <a:srgbClr val="FFF1FF">
                    <a:alpha val="1902"/>
                  </a:srgbClr>
                </a:gs>
                <a:gs pos="100000">
                  <a:srgbClr val="FF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8733972">
              <a:off x="1183073" y="207589"/>
              <a:ext cx="465756" cy="50419"/>
            </a:xfrm>
            <a:prstGeom prst="ellipse">
              <a:avLst/>
            </a:prstGeom>
            <a:gradFill>
              <a:gsLst>
                <a:gs pos="0">
                  <a:srgbClr val="010404">
                    <a:alpha val="32968"/>
                  </a:srgbClr>
                </a:gs>
                <a:gs pos="14286">
                  <a:srgbClr val="010404">
                    <a:alpha val="30764"/>
                  </a:srgbClr>
                </a:gs>
                <a:gs pos="28571">
                  <a:srgbClr val="010404">
                    <a:alpha val="24833"/>
                  </a:srgbClr>
                </a:gs>
                <a:gs pos="42857">
                  <a:srgbClr val="010404">
                    <a:alpha val="17075"/>
                  </a:srgbClr>
                </a:gs>
                <a:gs pos="57143">
                  <a:srgbClr val="010404">
                    <a:alpha val="9855"/>
                  </a:srgbClr>
                </a:gs>
                <a:gs pos="71429">
                  <a:srgbClr val="010404">
                    <a:alpha val="4740"/>
                  </a:srgbClr>
                </a:gs>
                <a:gs pos="85714">
                  <a:srgbClr val="010404">
                    <a:alpha val="1902"/>
                  </a:srgbClr>
                </a:gs>
                <a:gs pos="100000">
                  <a:srgbClr val="0104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9083981">
              <a:off x="1184857" y="1011456"/>
              <a:ext cx="127056" cy="61245"/>
            </a:xfrm>
            <a:prstGeom prst="ellipse">
              <a:avLst/>
            </a:prstGeom>
            <a:gradFill>
              <a:gsLst>
                <a:gs pos="0">
                  <a:srgbClr val="BFA4AC">
                    <a:alpha val="32968"/>
                  </a:srgbClr>
                </a:gs>
                <a:gs pos="14286">
                  <a:srgbClr val="BFA4AC">
                    <a:alpha val="30764"/>
                  </a:srgbClr>
                </a:gs>
                <a:gs pos="28571">
                  <a:srgbClr val="BFA4AC">
                    <a:alpha val="24833"/>
                  </a:srgbClr>
                </a:gs>
                <a:gs pos="42857">
                  <a:srgbClr val="BFA4AC">
                    <a:alpha val="17075"/>
                  </a:srgbClr>
                </a:gs>
                <a:gs pos="57143">
                  <a:srgbClr val="BFA4AC">
                    <a:alpha val="9855"/>
                  </a:srgbClr>
                </a:gs>
                <a:gs pos="71429">
                  <a:srgbClr val="BFA4AC">
                    <a:alpha val="4740"/>
                  </a:srgbClr>
                </a:gs>
                <a:gs pos="85714">
                  <a:srgbClr val="BFA4AC">
                    <a:alpha val="1902"/>
                  </a:srgbClr>
                </a:gs>
                <a:gs pos="100000">
                  <a:srgbClr val="BFA4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10305968">
              <a:off x="2752595" y="777331"/>
              <a:ext cx="50703" cy="25015"/>
            </a:xfrm>
            <a:prstGeom prst="ellipse">
              <a:avLst/>
            </a:prstGeom>
            <a:gradFill>
              <a:gsLst>
                <a:gs pos="0">
                  <a:srgbClr val="AEB3E9">
                    <a:alpha val="32968"/>
                  </a:srgbClr>
                </a:gs>
                <a:gs pos="14286">
                  <a:srgbClr val="AEB3E9">
                    <a:alpha val="30764"/>
                  </a:srgbClr>
                </a:gs>
                <a:gs pos="28571">
                  <a:srgbClr val="AEB3E9">
                    <a:alpha val="24833"/>
                  </a:srgbClr>
                </a:gs>
                <a:gs pos="42857">
                  <a:srgbClr val="AEB3E9">
                    <a:alpha val="17075"/>
                  </a:srgbClr>
                </a:gs>
                <a:gs pos="57143">
                  <a:srgbClr val="AEB3E9">
                    <a:alpha val="9855"/>
                  </a:srgbClr>
                </a:gs>
                <a:gs pos="71429">
                  <a:srgbClr val="AEB3E9">
                    <a:alpha val="4740"/>
                  </a:srgbClr>
                </a:gs>
                <a:gs pos="85714">
                  <a:srgbClr val="AEB3E9">
                    <a:alpha val="1902"/>
                  </a:srgbClr>
                </a:gs>
                <a:gs pos="100000">
                  <a:srgbClr val="AEB3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9118902">
              <a:off x="2922044" y="1672939"/>
              <a:ext cx="81732" cy="27164"/>
            </a:xfrm>
            <a:prstGeom prst="ellipse">
              <a:avLst/>
            </a:prstGeom>
            <a:gradFill>
              <a:gsLst>
                <a:gs pos="0">
                  <a:srgbClr val="D7D7F0">
                    <a:alpha val="32815"/>
                  </a:srgbClr>
                </a:gs>
                <a:gs pos="14286">
                  <a:srgbClr val="D7D7F0">
                    <a:alpha val="30619"/>
                  </a:srgbClr>
                </a:gs>
                <a:gs pos="28571">
                  <a:srgbClr val="D7D7F0">
                    <a:alpha val="24711"/>
                  </a:srgbClr>
                </a:gs>
                <a:gs pos="42857">
                  <a:srgbClr val="D7D7F0">
                    <a:alpha val="16987"/>
                  </a:srgbClr>
                </a:gs>
                <a:gs pos="57143">
                  <a:srgbClr val="D7D7F0">
                    <a:alpha val="9802"/>
                  </a:srgbClr>
                </a:gs>
                <a:gs pos="71429">
                  <a:srgbClr val="D7D7F0">
                    <a:alpha val="4714"/>
                  </a:srgbClr>
                </a:gs>
                <a:gs pos="85714">
                  <a:srgbClr val="D7D7F0">
                    <a:alpha val="1891"/>
                  </a:srgbClr>
                </a:gs>
                <a:gs pos="100000">
                  <a:srgbClr val="D7D7F0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-8525110">
              <a:off x="1629041" y="39804"/>
              <a:ext cx="22240" cy="20659"/>
            </a:xfrm>
            <a:prstGeom prst="ellipse">
              <a:avLst/>
            </a:prstGeom>
            <a:gradFill>
              <a:gsLst>
                <a:gs pos="0">
                  <a:srgbClr val="FFE5DA">
                    <a:alpha val="32968"/>
                  </a:srgbClr>
                </a:gs>
                <a:gs pos="14286">
                  <a:srgbClr val="FFE5DA">
                    <a:alpha val="30764"/>
                  </a:srgbClr>
                </a:gs>
                <a:gs pos="28571">
                  <a:srgbClr val="FFE5DA">
                    <a:alpha val="24833"/>
                  </a:srgbClr>
                </a:gs>
                <a:gs pos="42857">
                  <a:srgbClr val="FFE5DA">
                    <a:alpha val="17075"/>
                  </a:srgbClr>
                </a:gs>
                <a:gs pos="57143">
                  <a:srgbClr val="FFE5DA">
                    <a:alpha val="9855"/>
                  </a:srgbClr>
                </a:gs>
                <a:gs pos="71429">
                  <a:srgbClr val="FFE5DA">
                    <a:alpha val="4740"/>
                  </a:srgbClr>
                </a:gs>
                <a:gs pos="85714">
                  <a:srgbClr val="FFE5DA">
                    <a:alpha val="1902"/>
                  </a:srgbClr>
                </a:gs>
                <a:gs pos="100000">
                  <a:srgbClr val="FFE5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6045212">
              <a:off x="3045370" y="2282210"/>
              <a:ext cx="75171" cy="38821"/>
            </a:xfrm>
            <a:prstGeom prst="ellipse">
              <a:avLst/>
            </a:prstGeom>
            <a:gradFill>
              <a:gsLst>
                <a:gs pos="0">
                  <a:srgbClr val="FFDCFF">
                    <a:alpha val="32968"/>
                  </a:srgbClr>
                </a:gs>
                <a:gs pos="14286">
                  <a:srgbClr val="FFDCFF">
                    <a:alpha val="30764"/>
                  </a:srgbClr>
                </a:gs>
                <a:gs pos="28571">
                  <a:srgbClr val="FFDCFF">
                    <a:alpha val="24833"/>
                  </a:srgbClr>
                </a:gs>
                <a:gs pos="42857">
                  <a:srgbClr val="FFDCFF">
                    <a:alpha val="17075"/>
                  </a:srgbClr>
                </a:gs>
                <a:gs pos="57143">
                  <a:srgbClr val="FFDCFF">
                    <a:alpha val="9855"/>
                  </a:srgbClr>
                </a:gs>
                <a:gs pos="71429">
                  <a:srgbClr val="FFDCFF">
                    <a:alpha val="4740"/>
                  </a:srgbClr>
                </a:gs>
                <a:gs pos="85714">
                  <a:srgbClr val="FFDCFF">
                    <a:alpha val="1902"/>
                  </a:srgbClr>
                </a:gs>
                <a:gs pos="100000">
                  <a:srgbClr val="FFD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-8568861">
              <a:off x="993900" y="2669098"/>
              <a:ext cx="42717" cy="19901"/>
            </a:xfrm>
            <a:prstGeom prst="ellipse">
              <a:avLst/>
            </a:prstGeom>
            <a:gradFill>
              <a:gsLst>
                <a:gs pos="0">
                  <a:srgbClr val="FDEDFF">
                    <a:alpha val="32968"/>
                  </a:srgbClr>
                </a:gs>
                <a:gs pos="14286">
                  <a:srgbClr val="FDEDFF">
                    <a:alpha val="30764"/>
                  </a:srgbClr>
                </a:gs>
                <a:gs pos="28571">
                  <a:srgbClr val="FDEDFF">
                    <a:alpha val="24833"/>
                  </a:srgbClr>
                </a:gs>
                <a:gs pos="42857">
                  <a:srgbClr val="FDEDFF">
                    <a:alpha val="17075"/>
                  </a:srgbClr>
                </a:gs>
                <a:gs pos="57143">
                  <a:srgbClr val="FDEDFF">
                    <a:alpha val="9855"/>
                  </a:srgbClr>
                </a:gs>
                <a:gs pos="71429">
                  <a:srgbClr val="FDEDFF">
                    <a:alpha val="4740"/>
                  </a:srgbClr>
                </a:gs>
                <a:gs pos="85714">
                  <a:srgbClr val="FDEDFF">
                    <a:alpha val="1902"/>
                  </a:srgbClr>
                </a:gs>
                <a:gs pos="100000">
                  <a:srgbClr val="FDE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10156485">
              <a:off x="1010029" y="2893939"/>
              <a:ext cx="85130" cy="47008"/>
            </a:xfrm>
            <a:prstGeom prst="ellipse">
              <a:avLst/>
            </a:prstGeom>
            <a:gradFill>
              <a:gsLst>
                <a:gs pos="0">
                  <a:srgbClr val="D4E9FF">
                    <a:alpha val="32968"/>
                  </a:srgbClr>
                </a:gs>
                <a:gs pos="14286">
                  <a:srgbClr val="D4E9FF">
                    <a:alpha val="30764"/>
                  </a:srgbClr>
                </a:gs>
                <a:gs pos="28571">
                  <a:srgbClr val="D4E9FF">
                    <a:alpha val="24833"/>
                  </a:srgbClr>
                </a:gs>
                <a:gs pos="42857">
                  <a:srgbClr val="D4E9FF">
                    <a:alpha val="17075"/>
                  </a:srgbClr>
                </a:gs>
                <a:gs pos="57143">
                  <a:srgbClr val="D4E9FF">
                    <a:alpha val="9855"/>
                  </a:srgbClr>
                </a:gs>
                <a:gs pos="71429">
                  <a:srgbClr val="D4E9FF">
                    <a:alpha val="4740"/>
                  </a:srgbClr>
                </a:gs>
                <a:gs pos="85714">
                  <a:srgbClr val="D4E9FF">
                    <a:alpha val="1902"/>
                  </a:srgbClr>
                </a:gs>
                <a:gs pos="100000">
                  <a:srgbClr val="D4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-10163749">
              <a:off x="1319975" y="9904"/>
              <a:ext cx="426315" cy="121175"/>
            </a:xfrm>
            <a:prstGeom prst="ellipse">
              <a:avLst/>
            </a:prstGeom>
            <a:gradFill>
              <a:gsLst>
                <a:gs pos="0">
                  <a:srgbClr val="222924">
                    <a:alpha val="9678"/>
                  </a:srgbClr>
                </a:gs>
                <a:gs pos="14286">
                  <a:srgbClr val="222924">
                    <a:alpha val="8932"/>
                  </a:srgbClr>
                </a:gs>
                <a:gs pos="28571">
                  <a:srgbClr val="222924">
                    <a:alpha val="7007"/>
                  </a:srgbClr>
                </a:gs>
                <a:gs pos="42857">
                  <a:srgbClr val="222924">
                    <a:alpha val="4653"/>
                  </a:srgbClr>
                </a:gs>
                <a:gs pos="57143">
                  <a:srgbClr val="222924">
                    <a:alpha val="2606"/>
                  </a:srgbClr>
                </a:gs>
                <a:gs pos="71429">
                  <a:srgbClr val="222924">
                    <a:alpha val="1228"/>
                  </a:srgbClr>
                </a:gs>
                <a:gs pos="85714">
                  <a:srgbClr val="222924">
                    <a:alpha val="488"/>
                  </a:srgbClr>
                </a:gs>
                <a:gs pos="100000">
                  <a:srgbClr val="222924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10066699">
              <a:off x="767859" y="1096056"/>
              <a:ext cx="538376" cy="20001"/>
            </a:xfrm>
            <a:prstGeom prst="ellipse">
              <a:avLst/>
            </a:prstGeom>
            <a:gradFill>
              <a:gsLst>
                <a:gs pos="0">
                  <a:srgbClr val="030500">
                    <a:alpha val="32968"/>
                  </a:srgbClr>
                </a:gs>
                <a:gs pos="14286">
                  <a:srgbClr val="030500">
                    <a:alpha val="30764"/>
                  </a:srgbClr>
                </a:gs>
                <a:gs pos="28571">
                  <a:srgbClr val="030500">
                    <a:alpha val="24833"/>
                  </a:srgbClr>
                </a:gs>
                <a:gs pos="42857">
                  <a:srgbClr val="030500">
                    <a:alpha val="17075"/>
                  </a:srgbClr>
                </a:gs>
                <a:gs pos="57143">
                  <a:srgbClr val="030500">
                    <a:alpha val="9855"/>
                  </a:srgbClr>
                </a:gs>
                <a:gs pos="71429">
                  <a:srgbClr val="030500">
                    <a:alpha val="4740"/>
                  </a:srgbClr>
                </a:gs>
                <a:gs pos="85714">
                  <a:srgbClr val="030500">
                    <a:alpha val="1902"/>
                  </a:srgbClr>
                </a:gs>
                <a:gs pos="100000">
                  <a:srgbClr val="030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8463494">
              <a:off x="938510" y="2258446"/>
              <a:ext cx="243978" cy="522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-8402825">
              <a:off x="233084" y="1299314"/>
              <a:ext cx="39680" cy="21282"/>
            </a:xfrm>
            <a:prstGeom prst="ellipse">
              <a:avLst/>
            </a:prstGeom>
            <a:gradFill>
              <a:gsLst>
                <a:gs pos="0">
                  <a:srgbClr val="CCFFFF">
                    <a:alpha val="32968"/>
                  </a:srgbClr>
                </a:gs>
                <a:gs pos="14286">
                  <a:srgbClr val="CCFFFF">
                    <a:alpha val="30764"/>
                  </a:srgbClr>
                </a:gs>
                <a:gs pos="28571">
                  <a:srgbClr val="CCFFFF">
                    <a:alpha val="24833"/>
                  </a:srgbClr>
                </a:gs>
                <a:gs pos="42857">
                  <a:srgbClr val="CCFFFF">
                    <a:alpha val="17075"/>
                  </a:srgbClr>
                </a:gs>
                <a:gs pos="57143">
                  <a:srgbClr val="CCFFFF">
                    <a:alpha val="9855"/>
                  </a:srgbClr>
                </a:gs>
                <a:gs pos="71429">
                  <a:srgbClr val="CCFFFF">
                    <a:alpha val="4740"/>
                  </a:srgbClr>
                </a:gs>
                <a:gs pos="85714">
                  <a:srgbClr val="CCFFFF">
                    <a:alpha val="1902"/>
                  </a:srgbClr>
                </a:gs>
                <a:gs pos="100000">
                  <a:srgbClr val="C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6572313">
              <a:off x="3301464" y="1330696"/>
              <a:ext cx="208265" cy="38986"/>
            </a:xfrm>
            <a:prstGeom prst="ellipse">
              <a:avLst/>
            </a:prstGeom>
            <a:gradFill>
              <a:gsLst>
                <a:gs pos="0">
                  <a:srgbClr val="404747">
                    <a:alpha val="32968"/>
                  </a:srgbClr>
                </a:gs>
                <a:gs pos="14286">
                  <a:srgbClr val="404747">
                    <a:alpha val="30764"/>
                  </a:srgbClr>
                </a:gs>
                <a:gs pos="28571">
                  <a:srgbClr val="404747">
                    <a:alpha val="24833"/>
                  </a:srgbClr>
                </a:gs>
                <a:gs pos="42857">
                  <a:srgbClr val="404747">
                    <a:alpha val="17075"/>
                  </a:srgbClr>
                </a:gs>
                <a:gs pos="57143">
                  <a:srgbClr val="404747">
                    <a:alpha val="9855"/>
                  </a:srgbClr>
                </a:gs>
                <a:gs pos="71429">
                  <a:srgbClr val="404747">
                    <a:alpha val="4740"/>
                  </a:srgbClr>
                </a:gs>
                <a:gs pos="85714">
                  <a:srgbClr val="404747">
                    <a:alpha val="1902"/>
                  </a:srgbClr>
                </a:gs>
                <a:gs pos="100000">
                  <a:srgbClr val="4047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5373303">
              <a:off x="2751719" y="2162647"/>
              <a:ext cx="341820" cy="800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8033008">
              <a:off x="3134480" y="2204375"/>
              <a:ext cx="25783" cy="24892"/>
            </a:xfrm>
            <a:prstGeom prst="ellipse">
              <a:avLst/>
            </a:prstGeom>
            <a:gradFill>
              <a:gsLst>
                <a:gs pos="0">
                  <a:srgbClr val="F9EBFF">
                    <a:alpha val="32968"/>
                  </a:srgbClr>
                </a:gs>
                <a:gs pos="14286">
                  <a:srgbClr val="F9EBFF">
                    <a:alpha val="30764"/>
                  </a:srgbClr>
                </a:gs>
                <a:gs pos="28571">
                  <a:srgbClr val="F9EBFF">
                    <a:alpha val="24833"/>
                  </a:srgbClr>
                </a:gs>
                <a:gs pos="42857">
                  <a:srgbClr val="F9EBFF">
                    <a:alpha val="17075"/>
                  </a:srgbClr>
                </a:gs>
                <a:gs pos="57143">
                  <a:srgbClr val="F9EBFF">
                    <a:alpha val="9855"/>
                  </a:srgbClr>
                </a:gs>
                <a:gs pos="71429">
                  <a:srgbClr val="F9EBFF">
                    <a:alpha val="4740"/>
                  </a:srgbClr>
                </a:gs>
                <a:gs pos="85714">
                  <a:srgbClr val="F9EBFF">
                    <a:alpha val="1902"/>
                  </a:srgbClr>
                </a:gs>
                <a:gs pos="100000">
                  <a:srgbClr val="F9E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-9161206">
              <a:off x="898989" y="1101587"/>
              <a:ext cx="18501" cy="17705"/>
            </a:xfrm>
            <a:prstGeom prst="ellipse">
              <a:avLst/>
            </a:prstGeom>
            <a:gradFill>
              <a:gsLst>
                <a:gs pos="0">
                  <a:srgbClr val="6AB4E4">
                    <a:alpha val="32968"/>
                  </a:srgbClr>
                </a:gs>
                <a:gs pos="14286">
                  <a:srgbClr val="6AB4E4">
                    <a:alpha val="30764"/>
                  </a:srgbClr>
                </a:gs>
                <a:gs pos="28571">
                  <a:srgbClr val="6AB4E4">
                    <a:alpha val="24833"/>
                  </a:srgbClr>
                </a:gs>
                <a:gs pos="42857">
                  <a:srgbClr val="6AB4E4">
                    <a:alpha val="17075"/>
                  </a:srgbClr>
                </a:gs>
                <a:gs pos="57143">
                  <a:srgbClr val="6AB4E4">
                    <a:alpha val="9855"/>
                  </a:srgbClr>
                </a:gs>
                <a:gs pos="71429">
                  <a:srgbClr val="6AB4E4">
                    <a:alpha val="4740"/>
                  </a:srgbClr>
                </a:gs>
                <a:gs pos="85714">
                  <a:srgbClr val="6AB4E4">
                    <a:alpha val="1902"/>
                  </a:srgbClr>
                </a:gs>
                <a:gs pos="100000">
                  <a:srgbClr val="6AB4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5135257">
              <a:off x="1610296" y="2534890"/>
              <a:ext cx="702172" cy="185261"/>
            </a:xfrm>
            <a:prstGeom prst="ellipse">
              <a:avLst/>
            </a:prstGeom>
            <a:gradFill>
              <a:gsLst>
                <a:gs pos="0">
                  <a:srgbClr val="2C3D4A">
                    <a:alpha val="1205"/>
                  </a:srgbClr>
                </a:gs>
                <a:gs pos="14286">
                  <a:srgbClr val="2C3D4A">
                    <a:alpha val="1108"/>
                  </a:srgbClr>
                </a:gs>
                <a:gs pos="28571">
                  <a:srgbClr val="2C3D4A">
                    <a:alpha val="861"/>
                  </a:srgbClr>
                </a:gs>
                <a:gs pos="42857">
                  <a:srgbClr val="2C3D4A">
                    <a:alpha val="566"/>
                  </a:srgbClr>
                </a:gs>
                <a:gs pos="57143">
                  <a:srgbClr val="2C3D4A">
                    <a:alpha val="314"/>
                  </a:srgbClr>
                </a:gs>
                <a:gs pos="71429">
                  <a:srgbClr val="2C3D4A">
                    <a:alpha val="147"/>
                  </a:srgbClr>
                </a:gs>
                <a:gs pos="85714">
                  <a:srgbClr val="2C3D4A">
                    <a:alpha val="58"/>
                  </a:srgbClr>
                </a:gs>
                <a:gs pos="100000">
                  <a:srgbClr val="2C3D4A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2959689">
              <a:off x="3112328" y="1782414"/>
              <a:ext cx="252957" cy="47296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7774020">
              <a:off x="356133" y="2175566"/>
              <a:ext cx="622494" cy="278468"/>
            </a:xfrm>
            <a:prstGeom prst="ellipse">
              <a:avLst/>
            </a:prstGeom>
            <a:gradFill>
              <a:gsLst>
                <a:gs pos="0">
                  <a:srgbClr val="353D3C">
                    <a:alpha val="3501"/>
                  </a:srgbClr>
                </a:gs>
                <a:gs pos="14286">
                  <a:srgbClr val="353D3C">
                    <a:alpha val="3222"/>
                  </a:srgbClr>
                </a:gs>
                <a:gs pos="28571">
                  <a:srgbClr val="353D3C">
                    <a:alpha val="2511"/>
                  </a:srgbClr>
                </a:gs>
                <a:gs pos="42857">
                  <a:srgbClr val="353D3C">
                    <a:alpha val="1654"/>
                  </a:srgbClr>
                </a:gs>
                <a:gs pos="57143">
                  <a:srgbClr val="353D3C">
                    <a:alpha val="920"/>
                  </a:srgbClr>
                </a:gs>
                <a:gs pos="71429">
                  <a:srgbClr val="353D3C">
                    <a:alpha val="432"/>
                  </a:srgbClr>
                </a:gs>
                <a:gs pos="85714">
                  <a:srgbClr val="353D3C">
                    <a:alpha val="171"/>
                  </a:srgbClr>
                </a:gs>
                <a:gs pos="100000">
                  <a:srgbClr val="353D3C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-9277579">
              <a:off x="2134957" y="2021764"/>
              <a:ext cx="492212" cy="285299"/>
            </a:xfrm>
            <a:prstGeom prst="ellipse">
              <a:avLst/>
            </a:prstGeom>
            <a:gradFill>
              <a:gsLst>
                <a:gs pos="0">
                  <a:srgbClr val="736A7A">
                    <a:alpha val="1411"/>
                  </a:srgbClr>
                </a:gs>
                <a:gs pos="14286">
                  <a:srgbClr val="736A7A">
                    <a:alpha val="1298"/>
                  </a:srgbClr>
                </a:gs>
                <a:gs pos="28571">
                  <a:srgbClr val="736A7A">
                    <a:alpha val="1009"/>
                  </a:srgbClr>
                </a:gs>
                <a:gs pos="42857">
                  <a:srgbClr val="736A7A">
                    <a:alpha val="663"/>
                  </a:srgbClr>
                </a:gs>
                <a:gs pos="57143">
                  <a:srgbClr val="736A7A">
                    <a:alpha val="368"/>
                  </a:srgbClr>
                </a:gs>
                <a:gs pos="71429">
                  <a:srgbClr val="736A7A">
                    <a:alpha val="172"/>
                  </a:srgbClr>
                </a:gs>
                <a:gs pos="85714">
                  <a:srgbClr val="736A7A">
                    <a:alpha val="68"/>
                  </a:srgbClr>
                </a:gs>
                <a:gs pos="100000">
                  <a:srgbClr val="736A7A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10362268">
              <a:off x="1919747" y="1834483"/>
              <a:ext cx="486013" cy="485590"/>
            </a:xfrm>
            <a:prstGeom prst="ellipse">
              <a:avLst/>
            </a:prstGeom>
            <a:gradFill>
              <a:gsLst>
                <a:gs pos="0">
                  <a:srgbClr val="000001">
                    <a:alpha val="8300"/>
                  </a:srgbClr>
                </a:gs>
                <a:gs pos="14286">
                  <a:srgbClr val="000001">
                    <a:alpha val="7655"/>
                  </a:srgbClr>
                </a:gs>
                <a:gs pos="28571">
                  <a:srgbClr val="000001">
                    <a:alpha val="5996"/>
                  </a:srgbClr>
                </a:gs>
                <a:gs pos="42857">
                  <a:srgbClr val="000001">
                    <a:alpha val="3975"/>
                  </a:srgbClr>
                </a:gs>
                <a:gs pos="57143">
                  <a:srgbClr val="000001">
                    <a:alpha val="2222"/>
                  </a:srgbClr>
                </a:gs>
                <a:gs pos="71429">
                  <a:srgbClr val="000001">
                    <a:alpha val="1046"/>
                  </a:srgbClr>
                </a:gs>
                <a:gs pos="85714">
                  <a:srgbClr val="000001">
                    <a:alpha val="415"/>
                  </a:srgbClr>
                </a:gs>
                <a:gs pos="100000">
                  <a:srgbClr val="000001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-10316712">
              <a:off x="744243" y="-191435"/>
              <a:ext cx="692133" cy="476466"/>
            </a:xfrm>
            <a:prstGeom prst="ellipse">
              <a:avLst/>
            </a:prstGeom>
            <a:gradFill>
              <a:gsLst>
                <a:gs pos="0">
                  <a:srgbClr val="000000">
                    <a:alpha val="6810"/>
                  </a:srgbClr>
                </a:gs>
                <a:gs pos="14286">
                  <a:srgbClr val="000000">
                    <a:alpha val="6277"/>
                  </a:srgbClr>
                </a:gs>
                <a:gs pos="28571">
                  <a:srgbClr val="000000">
                    <a:alpha val="4909"/>
                  </a:srgbClr>
                </a:gs>
                <a:gs pos="42857">
                  <a:srgbClr val="000000">
                    <a:alpha val="3248"/>
                  </a:srgbClr>
                </a:gs>
                <a:gs pos="57143">
                  <a:srgbClr val="000000">
                    <a:alpha val="1813"/>
                  </a:srgbClr>
                </a:gs>
                <a:gs pos="71429">
                  <a:srgbClr val="000000">
                    <a:alpha val="853"/>
                  </a:srgbClr>
                </a:gs>
                <a:gs pos="85714">
                  <a:srgbClr val="000000">
                    <a:alpha val="338"/>
                  </a:srgbClr>
                </a:gs>
                <a:gs pos="100000">
                  <a:srgbClr val="000000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5838756">
              <a:off x="3256511" y="2942766"/>
              <a:ext cx="112298" cy="369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5400000">
              <a:off x="577042" y="220425"/>
              <a:ext cx="52319" cy="52319"/>
            </a:xfrm>
            <a:prstGeom prst="ellipse">
              <a:avLst/>
            </a:prstGeom>
            <a:gradFill>
              <a:gsLst>
                <a:gs pos="0">
                  <a:srgbClr val="87B1CA">
                    <a:alpha val="15879"/>
                  </a:srgbClr>
                </a:gs>
                <a:gs pos="14286">
                  <a:srgbClr val="87B1CA">
                    <a:alpha val="14694"/>
                  </a:srgbClr>
                </a:gs>
                <a:gs pos="28571">
                  <a:srgbClr val="87B1CA">
                    <a:alpha val="11609"/>
                  </a:srgbClr>
                </a:gs>
                <a:gs pos="42857">
                  <a:srgbClr val="87B1CA">
                    <a:alpha val="7775"/>
                  </a:srgbClr>
                </a:gs>
                <a:gs pos="57143">
                  <a:srgbClr val="87B1CA">
                    <a:alpha val="4386"/>
                  </a:srgbClr>
                </a:gs>
                <a:gs pos="71429">
                  <a:srgbClr val="87B1CA">
                    <a:alpha val="2077"/>
                  </a:srgbClr>
                </a:gs>
                <a:gs pos="85714">
                  <a:srgbClr val="87B1CA">
                    <a:alpha val="827"/>
                  </a:srgbClr>
                </a:gs>
                <a:gs pos="100000">
                  <a:srgbClr val="87B1CA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3946807">
              <a:off x="391560" y="1417257"/>
              <a:ext cx="156445" cy="87934"/>
            </a:xfrm>
            <a:prstGeom prst="ellipse">
              <a:avLst/>
            </a:prstGeom>
            <a:gradFill>
              <a:gsLst>
                <a:gs pos="0">
                  <a:srgbClr val="FBFFFE">
                    <a:alpha val="32968"/>
                  </a:srgbClr>
                </a:gs>
                <a:gs pos="14286">
                  <a:srgbClr val="FBFFFE">
                    <a:alpha val="30764"/>
                  </a:srgbClr>
                </a:gs>
                <a:gs pos="28571">
                  <a:srgbClr val="FBFFFE">
                    <a:alpha val="24833"/>
                  </a:srgbClr>
                </a:gs>
                <a:gs pos="42857">
                  <a:srgbClr val="FBFFFE">
                    <a:alpha val="17075"/>
                  </a:srgbClr>
                </a:gs>
                <a:gs pos="57143">
                  <a:srgbClr val="FBFFFE">
                    <a:alpha val="9855"/>
                  </a:srgbClr>
                </a:gs>
                <a:gs pos="71429">
                  <a:srgbClr val="FBFFFE">
                    <a:alpha val="4740"/>
                  </a:srgbClr>
                </a:gs>
                <a:gs pos="85714">
                  <a:srgbClr val="FBFFFE">
                    <a:alpha val="1902"/>
                  </a:srgbClr>
                </a:gs>
                <a:gs pos="100000">
                  <a:srgbClr val="FB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5898630">
              <a:off x="379079" y="1848066"/>
              <a:ext cx="834456" cy="427326"/>
            </a:xfrm>
            <a:prstGeom prst="ellipse">
              <a:avLst/>
            </a:prstGeom>
            <a:gradFill>
              <a:gsLst>
                <a:gs pos="0">
                  <a:srgbClr val="000003">
                    <a:alpha val="11800"/>
                  </a:srgbClr>
                </a:gs>
                <a:gs pos="14286">
                  <a:srgbClr val="000003">
                    <a:alpha val="10900"/>
                  </a:srgbClr>
                </a:gs>
                <a:gs pos="28571">
                  <a:srgbClr val="000003">
                    <a:alpha val="8571"/>
                  </a:srgbClr>
                </a:gs>
                <a:gs pos="42857">
                  <a:srgbClr val="000003">
                    <a:alpha val="5708"/>
                  </a:srgbClr>
                </a:gs>
                <a:gs pos="57143">
                  <a:srgbClr val="000003">
                    <a:alpha val="3204"/>
                  </a:srgbClr>
                </a:gs>
                <a:gs pos="71429">
                  <a:srgbClr val="000003">
                    <a:alpha val="1513"/>
                  </a:srgbClr>
                </a:gs>
                <a:gs pos="85714">
                  <a:srgbClr val="000003">
                    <a:alpha val="601"/>
                  </a:srgbClr>
                </a:gs>
                <a:gs pos="100000">
                  <a:srgbClr val="000003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-10340946">
              <a:off x="2361364" y="1201000"/>
              <a:ext cx="560677" cy="559959"/>
            </a:xfrm>
            <a:prstGeom prst="ellipse">
              <a:avLst/>
            </a:prstGeom>
            <a:gradFill>
              <a:gsLst>
                <a:gs pos="0">
                  <a:srgbClr val="1D1709">
                    <a:alpha val="11815"/>
                  </a:srgbClr>
                </a:gs>
                <a:gs pos="14286">
                  <a:srgbClr val="1D1709">
                    <a:alpha val="10913"/>
                  </a:srgbClr>
                </a:gs>
                <a:gs pos="28571">
                  <a:srgbClr val="1D1709">
                    <a:alpha val="8582"/>
                  </a:srgbClr>
                </a:gs>
                <a:gs pos="42857">
                  <a:srgbClr val="1D1709">
                    <a:alpha val="5716"/>
                  </a:srgbClr>
                </a:gs>
                <a:gs pos="57143">
                  <a:srgbClr val="1D1709">
                    <a:alpha val="3209"/>
                  </a:srgbClr>
                </a:gs>
                <a:gs pos="71429">
                  <a:srgbClr val="1D1709">
                    <a:alpha val="1515"/>
                  </a:srgbClr>
                </a:gs>
                <a:gs pos="85714">
                  <a:srgbClr val="1D1709">
                    <a:alpha val="602"/>
                  </a:srgbClr>
                </a:gs>
                <a:gs pos="100000">
                  <a:srgbClr val="1D1709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5400000">
              <a:off x="2250810" y="1213699"/>
              <a:ext cx="53971" cy="53971"/>
            </a:xfrm>
            <a:prstGeom prst="ellipse">
              <a:avLst/>
            </a:prstGeom>
            <a:gradFill>
              <a:gsLst>
                <a:gs pos="0">
                  <a:srgbClr val="5A9AD3">
                    <a:alpha val="15445"/>
                  </a:srgbClr>
                </a:gs>
                <a:gs pos="14286">
                  <a:srgbClr val="5A9AD3">
                    <a:alpha val="14290"/>
                  </a:srgbClr>
                </a:gs>
                <a:gs pos="28571">
                  <a:srgbClr val="5A9AD3">
                    <a:alpha val="11284"/>
                  </a:srgbClr>
                </a:gs>
                <a:gs pos="42857">
                  <a:srgbClr val="5A9AD3">
                    <a:alpha val="7553"/>
                  </a:srgbClr>
                </a:gs>
                <a:gs pos="57143">
                  <a:srgbClr val="5A9AD3">
                    <a:alpha val="4258"/>
                  </a:srgbClr>
                </a:gs>
                <a:gs pos="71429">
                  <a:srgbClr val="5A9AD3">
                    <a:alpha val="2016"/>
                  </a:srgbClr>
                </a:gs>
                <a:gs pos="85714">
                  <a:srgbClr val="5A9AD3">
                    <a:alpha val="802"/>
                  </a:srgbClr>
                </a:gs>
                <a:gs pos="100000">
                  <a:srgbClr val="5A9AD3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5400000">
              <a:off x="3189355" y="1628015"/>
              <a:ext cx="54253" cy="54253"/>
            </a:xfrm>
            <a:prstGeom prst="ellipse">
              <a:avLst/>
            </a:prstGeom>
            <a:gradFill>
              <a:gsLst>
                <a:gs pos="0">
                  <a:srgbClr val="7F94CE">
                    <a:alpha val="15371"/>
                  </a:srgbClr>
                </a:gs>
                <a:gs pos="14286">
                  <a:srgbClr val="7F94CE">
                    <a:alpha val="14221"/>
                  </a:srgbClr>
                </a:gs>
                <a:gs pos="28571">
                  <a:srgbClr val="7F94CE">
                    <a:alpha val="11228"/>
                  </a:srgbClr>
                </a:gs>
                <a:gs pos="42857">
                  <a:srgbClr val="7F94CE">
                    <a:alpha val="7515"/>
                  </a:srgbClr>
                </a:gs>
                <a:gs pos="57143">
                  <a:srgbClr val="7F94CE">
                    <a:alpha val="4236"/>
                  </a:srgbClr>
                </a:gs>
                <a:gs pos="71429">
                  <a:srgbClr val="7F94CE">
                    <a:alpha val="2006"/>
                  </a:srgbClr>
                </a:gs>
                <a:gs pos="85714">
                  <a:srgbClr val="7F94CE">
                    <a:alpha val="798"/>
                  </a:srgbClr>
                </a:gs>
                <a:gs pos="100000">
                  <a:srgbClr val="7F94CE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5400000">
              <a:off x="3496075" y="2875192"/>
              <a:ext cx="54902" cy="54902"/>
            </a:xfrm>
            <a:prstGeom prst="ellipse">
              <a:avLst/>
            </a:prstGeom>
            <a:gradFill>
              <a:gsLst>
                <a:gs pos="0">
                  <a:srgbClr val="93A9B4">
                    <a:alpha val="15200"/>
                  </a:srgbClr>
                </a:gs>
                <a:gs pos="14286">
                  <a:srgbClr val="93A9B4">
                    <a:alpha val="14061"/>
                  </a:srgbClr>
                </a:gs>
                <a:gs pos="28571">
                  <a:srgbClr val="93A9B4">
                    <a:alpha val="11100"/>
                  </a:srgbClr>
                </a:gs>
                <a:gs pos="42857">
                  <a:srgbClr val="93A9B4">
                    <a:alpha val="7427"/>
                  </a:srgbClr>
                </a:gs>
                <a:gs pos="57143">
                  <a:srgbClr val="93A9B4">
                    <a:alpha val="4186"/>
                  </a:srgbClr>
                </a:gs>
                <a:gs pos="71429">
                  <a:srgbClr val="93A9B4">
                    <a:alpha val="1982"/>
                  </a:srgbClr>
                </a:gs>
                <a:gs pos="85714">
                  <a:srgbClr val="93A9B4">
                    <a:alpha val="788"/>
                  </a:srgbClr>
                </a:gs>
                <a:gs pos="100000">
                  <a:srgbClr val="93A9B4">
                    <a:alpha val="2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7356732">
              <a:off x="14164" y="670800"/>
              <a:ext cx="562002" cy="258381"/>
            </a:xfrm>
            <a:prstGeom prst="ellipse">
              <a:avLst/>
            </a:prstGeom>
            <a:gradFill>
              <a:gsLst>
                <a:gs pos="0">
                  <a:srgbClr val="3A363E">
                    <a:alpha val="2653"/>
                  </a:srgbClr>
                </a:gs>
                <a:gs pos="14286">
                  <a:srgbClr val="3A363E">
                    <a:alpha val="2441"/>
                  </a:srgbClr>
                </a:gs>
                <a:gs pos="28571">
                  <a:srgbClr val="3A363E">
                    <a:alpha val="1900"/>
                  </a:srgbClr>
                </a:gs>
                <a:gs pos="42857">
                  <a:srgbClr val="3A363E">
                    <a:alpha val="1251"/>
                  </a:srgbClr>
                </a:gs>
                <a:gs pos="57143">
                  <a:srgbClr val="3A363E">
                    <a:alpha val="695"/>
                  </a:srgbClr>
                </a:gs>
                <a:gs pos="71429">
                  <a:srgbClr val="3A363E">
                    <a:alpha val="326"/>
                  </a:srgbClr>
                </a:gs>
                <a:gs pos="85714">
                  <a:srgbClr val="3A363E">
                    <a:alpha val="129"/>
                  </a:srgbClr>
                </a:gs>
                <a:gs pos="100000">
                  <a:srgbClr val="3A363E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-9556752">
              <a:off x="1747608" y="920159"/>
              <a:ext cx="869737" cy="560514"/>
            </a:xfrm>
            <a:prstGeom prst="ellipse">
              <a:avLst/>
            </a:prstGeom>
            <a:gradFill>
              <a:gsLst>
                <a:gs pos="0">
                  <a:srgbClr val="000005">
                    <a:alpha val="2021"/>
                  </a:srgbClr>
                </a:gs>
                <a:gs pos="14286">
                  <a:srgbClr val="000005">
                    <a:alpha val="1859"/>
                  </a:srgbClr>
                </a:gs>
                <a:gs pos="28571">
                  <a:srgbClr val="000005">
                    <a:alpha val="1446"/>
                  </a:srgbClr>
                </a:gs>
                <a:gs pos="42857">
                  <a:srgbClr val="000005">
                    <a:alpha val="951"/>
                  </a:srgbClr>
                </a:gs>
                <a:gs pos="57143">
                  <a:srgbClr val="000005">
                    <a:alpha val="528"/>
                  </a:srgbClr>
                </a:gs>
                <a:gs pos="71429">
                  <a:srgbClr val="000005">
                    <a:alpha val="248"/>
                  </a:srgbClr>
                </a:gs>
                <a:gs pos="85714">
                  <a:srgbClr val="000005">
                    <a:alpha val="98"/>
                  </a:srgbClr>
                </a:gs>
                <a:gs pos="100000">
                  <a:srgbClr val="000005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-8661101">
              <a:off x="1670744" y="243193"/>
              <a:ext cx="237742" cy="24607"/>
            </a:xfrm>
            <a:prstGeom prst="ellipse">
              <a:avLst/>
            </a:prstGeom>
            <a:gradFill>
              <a:gsLst>
                <a:gs pos="0">
                  <a:srgbClr val="FFEDFF">
                    <a:alpha val="11650"/>
                  </a:srgbClr>
                </a:gs>
                <a:gs pos="14286">
                  <a:srgbClr val="FFEDFF">
                    <a:alpha val="10760"/>
                  </a:srgbClr>
                </a:gs>
                <a:gs pos="28571">
                  <a:srgbClr val="FFEDFF">
                    <a:alpha val="8460"/>
                  </a:srgbClr>
                </a:gs>
                <a:gs pos="42857">
                  <a:srgbClr val="FFEDFF">
                    <a:alpha val="5633"/>
                  </a:srgbClr>
                </a:gs>
                <a:gs pos="57143">
                  <a:srgbClr val="FFEDFF">
                    <a:alpha val="3162"/>
                  </a:srgbClr>
                </a:gs>
                <a:gs pos="71429">
                  <a:srgbClr val="FFEDFF">
                    <a:alpha val="1493"/>
                  </a:srgbClr>
                </a:gs>
                <a:gs pos="85714">
                  <a:srgbClr val="FFEDFF">
                    <a:alpha val="593"/>
                  </a:srgbClr>
                </a:gs>
                <a:gs pos="100000">
                  <a:srgbClr val="FFEDFF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5400000">
              <a:off x="1505843" y="349981"/>
              <a:ext cx="59125" cy="59125"/>
            </a:xfrm>
            <a:prstGeom prst="ellipse">
              <a:avLst/>
            </a:prstGeom>
            <a:gradFill>
              <a:gsLst>
                <a:gs pos="0">
                  <a:srgbClr val="4AABB2">
                    <a:alpha val="14078"/>
                  </a:srgbClr>
                </a:gs>
                <a:gs pos="14286">
                  <a:srgbClr val="4AABB2">
                    <a:alpha val="13017"/>
                  </a:srgbClr>
                </a:gs>
                <a:gs pos="28571">
                  <a:srgbClr val="4AABB2">
                    <a:alpha val="10262"/>
                  </a:srgbClr>
                </a:gs>
                <a:gs pos="42857">
                  <a:srgbClr val="4AABB2">
                    <a:alpha val="6856"/>
                  </a:srgbClr>
                </a:gs>
                <a:gs pos="57143">
                  <a:srgbClr val="4AABB2">
                    <a:alpha val="3859"/>
                  </a:srgbClr>
                </a:gs>
                <a:gs pos="71429">
                  <a:srgbClr val="4AABB2">
                    <a:alpha val="1825"/>
                  </a:srgbClr>
                </a:gs>
                <a:gs pos="85714">
                  <a:srgbClr val="4AABB2">
                    <a:alpha val="726"/>
                  </a:srgbClr>
                </a:gs>
                <a:gs pos="100000">
                  <a:srgbClr val="4AABB2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7299636">
              <a:off x="2321416" y="1353372"/>
              <a:ext cx="582774" cy="565162"/>
            </a:xfrm>
            <a:prstGeom prst="ellipse">
              <a:avLst/>
            </a:prstGeom>
            <a:gradFill>
              <a:gsLst>
                <a:gs pos="0">
                  <a:srgbClr val="002023">
                    <a:alpha val="5816"/>
                  </a:srgbClr>
                </a:gs>
                <a:gs pos="14286">
                  <a:srgbClr val="002023">
                    <a:alpha val="5359"/>
                  </a:srgbClr>
                </a:gs>
                <a:gs pos="28571">
                  <a:srgbClr val="002023">
                    <a:alpha val="4186"/>
                  </a:srgbClr>
                </a:gs>
                <a:gs pos="42857">
                  <a:srgbClr val="002023">
                    <a:alpha val="2766"/>
                  </a:srgbClr>
                </a:gs>
                <a:gs pos="57143">
                  <a:srgbClr val="002023">
                    <a:alpha val="1542"/>
                  </a:srgbClr>
                </a:gs>
                <a:gs pos="71429">
                  <a:srgbClr val="002023">
                    <a:alpha val="725"/>
                  </a:srgbClr>
                </a:gs>
                <a:gs pos="85714">
                  <a:srgbClr val="002023">
                    <a:alpha val="287"/>
                  </a:srgbClr>
                </a:gs>
                <a:gs pos="100000">
                  <a:srgbClr val="002023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5400000">
              <a:off x="53547" y="1598074"/>
              <a:ext cx="60684" cy="60684"/>
            </a:xfrm>
            <a:prstGeom prst="ellipse">
              <a:avLst/>
            </a:prstGeom>
            <a:gradFill>
              <a:gsLst>
                <a:gs pos="0">
                  <a:srgbClr val="6383A5">
                    <a:alpha val="13660"/>
                  </a:srgbClr>
                </a:gs>
                <a:gs pos="14286">
                  <a:srgbClr val="6383A5">
                    <a:alpha val="12628"/>
                  </a:srgbClr>
                </a:gs>
                <a:gs pos="28571">
                  <a:srgbClr val="6383A5">
                    <a:alpha val="9951"/>
                  </a:srgbClr>
                </a:gs>
                <a:gs pos="42857">
                  <a:srgbClr val="6383A5">
                    <a:alpha val="6644"/>
                  </a:srgbClr>
                </a:gs>
                <a:gs pos="57143">
                  <a:srgbClr val="6383A5">
                    <a:alpha val="3738"/>
                  </a:srgbClr>
                </a:gs>
                <a:gs pos="71429">
                  <a:srgbClr val="6383A5">
                    <a:alpha val="1767"/>
                  </a:srgbClr>
                </a:gs>
                <a:gs pos="85714">
                  <a:srgbClr val="6383A5">
                    <a:alpha val="703"/>
                  </a:srgbClr>
                </a:gs>
                <a:gs pos="100000">
                  <a:srgbClr val="6383A5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-10008090">
              <a:off x="2827905" y="586542"/>
              <a:ext cx="774562" cy="514202"/>
            </a:xfrm>
            <a:prstGeom prst="ellipse">
              <a:avLst/>
            </a:prstGeom>
            <a:gradFill>
              <a:gsLst>
                <a:gs pos="0">
                  <a:srgbClr val="000702">
                    <a:alpha val="7384"/>
                  </a:srgbClr>
                </a:gs>
                <a:gs pos="14286">
                  <a:srgbClr val="000702">
                    <a:alpha val="6808"/>
                  </a:srgbClr>
                </a:gs>
                <a:gs pos="28571">
                  <a:srgbClr val="000702">
                    <a:alpha val="5327"/>
                  </a:srgbClr>
                </a:gs>
                <a:gs pos="42857">
                  <a:srgbClr val="000702">
                    <a:alpha val="3527"/>
                  </a:srgbClr>
                </a:gs>
                <a:gs pos="57143">
                  <a:srgbClr val="000702">
                    <a:alpha val="1970"/>
                  </a:srgbClr>
                </a:gs>
                <a:gs pos="71429">
                  <a:srgbClr val="000702">
                    <a:alpha val="927"/>
                  </a:srgbClr>
                </a:gs>
                <a:gs pos="85714">
                  <a:srgbClr val="000702">
                    <a:alpha val="368"/>
                  </a:srgbClr>
                </a:gs>
                <a:gs pos="100000">
                  <a:srgbClr val="000702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5400000">
              <a:off x="425451" y="1814242"/>
              <a:ext cx="61471" cy="61471"/>
            </a:xfrm>
            <a:prstGeom prst="ellipse">
              <a:avLst/>
            </a:prstGeom>
            <a:gradFill>
              <a:gsLst>
                <a:gs pos="0">
                  <a:srgbClr val="857695">
                    <a:alpha val="13448"/>
                  </a:srgbClr>
                </a:gs>
                <a:gs pos="14286">
                  <a:srgbClr val="857695">
                    <a:alpha val="12431"/>
                  </a:srgbClr>
                </a:gs>
                <a:gs pos="28571">
                  <a:srgbClr val="857695">
                    <a:alpha val="9794"/>
                  </a:srgbClr>
                </a:gs>
                <a:gs pos="42857">
                  <a:srgbClr val="857695">
                    <a:alpha val="6537"/>
                  </a:srgbClr>
                </a:gs>
                <a:gs pos="57143">
                  <a:srgbClr val="857695">
                    <a:alpha val="3677"/>
                  </a:srgbClr>
                </a:gs>
                <a:gs pos="71429">
                  <a:srgbClr val="857695">
                    <a:alpha val="1738"/>
                  </a:srgbClr>
                </a:gs>
                <a:gs pos="85714">
                  <a:srgbClr val="857695">
                    <a:alpha val="691"/>
                  </a:srgbClr>
                </a:gs>
                <a:gs pos="100000">
                  <a:srgbClr val="857695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8745746">
              <a:off x="2559218" y="1646740"/>
              <a:ext cx="198902" cy="171293"/>
            </a:xfrm>
            <a:prstGeom prst="ellipse">
              <a:avLst/>
            </a:prstGeom>
            <a:gradFill>
              <a:gsLst>
                <a:gs pos="0">
                  <a:srgbClr val="FF0400">
                    <a:alpha val="32968"/>
                  </a:srgbClr>
                </a:gs>
                <a:gs pos="14286">
                  <a:srgbClr val="FF0400">
                    <a:alpha val="30764"/>
                  </a:srgbClr>
                </a:gs>
                <a:gs pos="28571">
                  <a:srgbClr val="FF0400">
                    <a:alpha val="24833"/>
                  </a:srgbClr>
                </a:gs>
                <a:gs pos="42857">
                  <a:srgbClr val="FF0400">
                    <a:alpha val="17075"/>
                  </a:srgbClr>
                </a:gs>
                <a:gs pos="57143">
                  <a:srgbClr val="FF0400">
                    <a:alpha val="9855"/>
                  </a:srgbClr>
                </a:gs>
                <a:gs pos="71429">
                  <a:srgbClr val="FF0400">
                    <a:alpha val="4740"/>
                  </a:srgbClr>
                </a:gs>
                <a:gs pos="85714">
                  <a:srgbClr val="FF0400">
                    <a:alpha val="1902"/>
                  </a:srgbClr>
                </a:gs>
                <a:gs pos="100000">
                  <a:srgbClr val="FF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5400000">
              <a:off x="922137" y="128311"/>
              <a:ext cx="61709" cy="61709"/>
            </a:xfrm>
            <a:prstGeom prst="ellipse">
              <a:avLst/>
            </a:prstGeom>
            <a:gradFill>
              <a:gsLst>
                <a:gs pos="0">
                  <a:srgbClr val="807B95">
                    <a:alpha val="13384"/>
                  </a:srgbClr>
                </a:gs>
                <a:gs pos="14286">
                  <a:srgbClr val="807B95">
                    <a:alpha val="12372"/>
                  </a:srgbClr>
                </a:gs>
                <a:gs pos="28571">
                  <a:srgbClr val="807B95">
                    <a:alpha val="9746"/>
                  </a:srgbClr>
                </a:gs>
                <a:gs pos="42857">
                  <a:srgbClr val="807B95">
                    <a:alpha val="6505"/>
                  </a:srgbClr>
                </a:gs>
                <a:gs pos="57143">
                  <a:srgbClr val="807B95">
                    <a:alpha val="3658"/>
                  </a:srgbClr>
                </a:gs>
                <a:gs pos="71429">
                  <a:srgbClr val="807B95">
                    <a:alpha val="1729"/>
                  </a:srgbClr>
                </a:gs>
                <a:gs pos="85714">
                  <a:srgbClr val="807B95">
                    <a:alpha val="687"/>
                  </a:srgbClr>
                </a:gs>
                <a:gs pos="100000">
                  <a:srgbClr val="807B95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5724697">
              <a:off x="148819" y="1923587"/>
              <a:ext cx="341128" cy="158437"/>
            </a:xfrm>
            <a:prstGeom prst="ellipse">
              <a:avLst/>
            </a:prstGeom>
            <a:gradFill>
              <a:gsLst>
                <a:gs pos="0">
                  <a:srgbClr val="5C5355">
                    <a:alpha val="1755"/>
                  </a:srgbClr>
                </a:gs>
                <a:gs pos="14286">
                  <a:srgbClr val="5C5355">
                    <a:alpha val="1614"/>
                  </a:srgbClr>
                </a:gs>
                <a:gs pos="28571">
                  <a:srgbClr val="5C5355">
                    <a:alpha val="1256"/>
                  </a:srgbClr>
                </a:gs>
                <a:gs pos="42857">
                  <a:srgbClr val="5C5355">
                    <a:alpha val="825"/>
                  </a:srgbClr>
                </a:gs>
                <a:gs pos="57143">
                  <a:srgbClr val="5C5355">
                    <a:alpha val="458"/>
                  </a:srgbClr>
                </a:gs>
                <a:gs pos="71429">
                  <a:srgbClr val="5C5355">
                    <a:alpha val="215"/>
                  </a:srgbClr>
                </a:gs>
                <a:gs pos="85714">
                  <a:srgbClr val="5C5355">
                    <a:alpha val="85"/>
                  </a:srgbClr>
                </a:gs>
                <a:gs pos="100000">
                  <a:srgbClr val="5C5355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5400000">
              <a:off x="3576010" y="2271398"/>
              <a:ext cx="61882" cy="61882"/>
            </a:xfrm>
            <a:prstGeom prst="ellipse">
              <a:avLst/>
            </a:prstGeom>
            <a:gradFill>
              <a:gsLst>
                <a:gs pos="0">
                  <a:srgbClr val="000000">
                    <a:alpha val="13338"/>
                  </a:srgbClr>
                </a:gs>
                <a:gs pos="14286">
                  <a:srgbClr val="000000">
                    <a:alpha val="12329"/>
                  </a:srgbClr>
                </a:gs>
                <a:gs pos="28571">
                  <a:srgbClr val="000000">
                    <a:alpha val="9711"/>
                  </a:srgbClr>
                </a:gs>
                <a:gs pos="42857">
                  <a:srgbClr val="000000">
                    <a:alpha val="6481"/>
                  </a:srgbClr>
                </a:gs>
                <a:gs pos="57143">
                  <a:srgbClr val="000000">
                    <a:alpha val="3645"/>
                  </a:srgbClr>
                </a:gs>
                <a:gs pos="71429">
                  <a:srgbClr val="000000">
                    <a:alpha val="1723"/>
                  </a:srgbClr>
                </a:gs>
                <a:gs pos="85714">
                  <a:srgbClr val="000000">
                    <a:alpha val="685"/>
                  </a:srgbClr>
                </a:gs>
                <a:gs pos="100000">
                  <a:srgbClr val="000000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2753551">
              <a:off x="893188" y="165976"/>
              <a:ext cx="648373" cy="235506"/>
            </a:xfrm>
            <a:prstGeom prst="ellipse">
              <a:avLst/>
            </a:prstGeom>
            <a:gradFill>
              <a:gsLst>
                <a:gs pos="0">
                  <a:srgbClr val="000000">
                    <a:alpha val="13647"/>
                  </a:srgbClr>
                </a:gs>
                <a:gs pos="14286">
                  <a:srgbClr val="000000">
                    <a:alpha val="12616"/>
                  </a:srgbClr>
                </a:gs>
                <a:gs pos="28571">
                  <a:srgbClr val="000000">
                    <a:alpha val="9941"/>
                  </a:srgbClr>
                </a:gs>
                <a:gs pos="42857">
                  <a:srgbClr val="000000">
                    <a:alpha val="6637"/>
                  </a:srgbClr>
                </a:gs>
                <a:gs pos="57143">
                  <a:srgbClr val="000000">
                    <a:alpha val="3734"/>
                  </a:srgbClr>
                </a:gs>
                <a:gs pos="71429">
                  <a:srgbClr val="000000">
                    <a:alpha val="1766"/>
                  </a:srgbClr>
                </a:gs>
                <a:gs pos="85714">
                  <a:srgbClr val="000000">
                    <a:alpha val="702"/>
                  </a:srgbClr>
                </a:gs>
                <a:gs pos="100000">
                  <a:srgbClr val="000000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6536345">
              <a:off x="1908318" y="2599279"/>
              <a:ext cx="128716" cy="74276"/>
            </a:xfrm>
            <a:prstGeom prst="ellipse">
              <a:avLst/>
            </a:prstGeom>
            <a:gradFill>
              <a:gsLst>
                <a:gs pos="0">
                  <a:srgbClr val="FFFFEF">
                    <a:alpha val="32968"/>
                  </a:srgbClr>
                </a:gs>
                <a:gs pos="14286">
                  <a:srgbClr val="FFFFEF">
                    <a:alpha val="30764"/>
                  </a:srgbClr>
                </a:gs>
                <a:gs pos="28571">
                  <a:srgbClr val="FFFFEF">
                    <a:alpha val="24833"/>
                  </a:srgbClr>
                </a:gs>
                <a:gs pos="42857">
                  <a:srgbClr val="FFFFEF">
                    <a:alpha val="17075"/>
                  </a:srgbClr>
                </a:gs>
                <a:gs pos="57143">
                  <a:srgbClr val="FFFFEF">
                    <a:alpha val="9855"/>
                  </a:srgbClr>
                </a:gs>
                <a:gs pos="71429">
                  <a:srgbClr val="FFFFEF">
                    <a:alpha val="4740"/>
                  </a:srgbClr>
                </a:gs>
                <a:gs pos="85714">
                  <a:srgbClr val="FFFFEF">
                    <a:alpha val="1902"/>
                  </a:srgbClr>
                </a:gs>
                <a:gs pos="100000">
                  <a:srgbClr val="FFFF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9564815">
              <a:off x="1569334" y="1677590"/>
              <a:ext cx="877711" cy="205334"/>
            </a:xfrm>
            <a:prstGeom prst="ellipse">
              <a:avLst/>
            </a:prstGeom>
            <a:gradFill>
              <a:gsLst>
                <a:gs pos="0">
                  <a:srgbClr val="000104">
                    <a:alpha val="11816"/>
                  </a:srgbClr>
                </a:gs>
                <a:gs pos="14286">
                  <a:srgbClr val="000104">
                    <a:alpha val="10914"/>
                  </a:srgbClr>
                </a:gs>
                <a:gs pos="28571">
                  <a:srgbClr val="000104">
                    <a:alpha val="8583"/>
                  </a:srgbClr>
                </a:gs>
                <a:gs pos="42857">
                  <a:srgbClr val="000104">
                    <a:alpha val="5716"/>
                  </a:srgbClr>
                </a:gs>
                <a:gs pos="57143">
                  <a:srgbClr val="000104">
                    <a:alpha val="3209"/>
                  </a:srgbClr>
                </a:gs>
                <a:gs pos="71429">
                  <a:srgbClr val="000104">
                    <a:alpha val="1515"/>
                  </a:srgbClr>
                </a:gs>
                <a:gs pos="85714">
                  <a:srgbClr val="000104">
                    <a:alpha val="602"/>
                  </a:srgbClr>
                </a:gs>
                <a:gs pos="100000">
                  <a:srgbClr val="000104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5400000">
              <a:off x="957825" y="2197566"/>
              <a:ext cx="63150" cy="63150"/>
            </a:xfrm>
            <a:prstGeom prst="ellipse">
              <a:avLst/>
            </a:prstGeom>
            <a:gradFill>
              <a:gsLst>
                <a:gs pos="0">
                  <a:srgbClr val="000000">
                    <a:alpha val="12995"/>
                  </a:srgbClr>
                </a:gs>
                <a:gs pos="14286">
                  <a:srgbClr val="000000">
                    <a:alpha val="12010"/>
                  </a:srgbClr>
                </a:gs>
                <a:gs pos="28571">
                  <a:srgbClr val="000000">
                    <a:alpha val="9457"/>
                  </a:srgbClr>
                </a:gs>
                <a:gs pos="42857">
                  <a:srgbClr val="000000">
                    <a:alpha val="6308"/>
                  </a:srgbClr>
                </a:gs>
                <a:gs pos="57143">
                  <a:srgbClr val="000000">
                    <a:alpha val="3546"/>
                  </a:srgbClr>
                </a:gs>
                <a:gs pos="71429">
                  <a:srgbClr val="000000">
                    <a:alpha val="1676"/>
                  </a:srgbClr>
                </a:gs>
                <a:gs pos="85714">
                  <a:srgbClr val="000000">
                    <a:alpha val="666"/>
                  </a:srgbClr>
                </a:gs>
                <a:gs pos="100000">
                  <a:srgbClr val="000000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6438398">
              <a:off x="796727" y="-201451"/>
              <a:ext cx="539620" cy="492530"/>
            </a:xfrm>
            <a:prstGeom prst="ellipse">
              <a:avLst/>
            </a:prstGeom>
            <a:gradFill>
              <a:gsLst>
                <a:gs pos="0">
                  <a:srgbClr val="2A271E">
                    <a:alpha val="4175"/>
                  </a:srgbClr>
                </a:gs>
                <a:gs pos="14286">
                  <a:srgbClr val="2A271E">
                    <a:alpha val="3844"/>
                  </a:srgbClr>
                </a:gs>
                <a:gs pos="28571">
                  <a:srgbClr val="2A271E">
                    <a:alpha val="2997"/>
                  </a:srgbClr>
                </a:gs>
                <a:gs pos="42857">
                  <a:srgbClr val="2A271E">
                    <a:alpha val="1976"/>
                  </a:srgbClr>
                </a:gs>
                <a:gs pos="57143">
                  <a:srgbClr val="2A271E">
                    <a:alpha val="1100"/>
                  </a:srgbClr>
                </a:gs>
                <a:gs pos="71429">
                  <a:srgbClr val="2A271E">
                    <a:alpha val="516"/>
                  </a:srgbClr>
                </a:gs>
                <a:gs pos="85714">
                  <a:srgbClr val="2A271E">
                    <a:alpha val="205"/>
                  </a:srgbClr>
                </a:gs>
                <a:gs pos="100000">
                  <a:srgbClr val="2A271E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5400000">
              <a:off x="92770" y="2579232"/>
              <a:ext cx="63942" cy="63942"/>
            </a:xfrm>
            <a:prstGeom prst="ellipse">
              <a:avLst/>
            </a:prstGeom>
            <a:gradFill>
              <a:gsLst>
                <a:gs pos="0">
                  <a:srgbClr val="837CA6">
                    <a:alpha val="12780"/>
                  </a:srgbClr>
                </a:gs>
                <a:gs pos="14286">
                  <a:srgbClr val="837CA6">
                    <a:alpha val="11810"/>
                  </a:srgbClr>
                </a:gs>
                <a:gs pos="28571">
                  <a:srgbClr val="837CA6">
                    <a:alpha val="9297"/>
                  </a:srgbClr>
                </a:gs>
                <a:gs pos="42857">
                  <a:srgbClr val="837CA6">
                    <a:alpha val="6200"/>
                  </a:srgbClr>
                </a:gs>
                <a:gs pos="57143">
                  <a:srgbClr val="837CA6">
                    <a:alpha val="3485"/>
                  </a:srgbClr>
                </a:gs>
                <a:gs pos="71429">
                  <a:srgbClr val="837CA6">
                    <a:alpha val="1646"/>
                  </a:srgbClr>
                </a:gs>
                <a:gs pos="85714">
                  <a:srgbClr val="837CA6">
                    <a:alpha val="654"/>
                  </a:srgbClr>
                </a:gs>
                <a:gs pos="100000">
                  <a:srgbClr val="837CA6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6439660">
              <a:off x="2003985" y="1841759"/>
              <a:ext cx="588513" cy="578277"/>
            </a:xfrm>
            <a:prstGeom prst="ellipse">
              <a:avLst/>
            </a:prstGeom>
            <a:gradFill>
              <a:gsLst>
                <a:gs pos="0">
                  <a:srgbClr val="001113">
                    <a:alpha val="16504"/>
                  </a:srgbClr>
                </a:gs>
                <a:gs pos="14286">
                  <a:srgbClr val="001113">
                    <a:alpha val="15277"/>
                  </a:srgbClr>
                </a:gs>
                <a:gs pos="28571">
                  <a:srgbClr val="001113">
                    <a:alpha val="12078"/>
                  </a:srgbClr>
                </a:gs>
                <a:gs pos="42857">
                  <a:srgbClr val="001113">
                    <a:alpha val="8097"/>
                  </a:srgbClr>
                </a:gs>
                <a:gs pos="57143">
                  <a:srgbClr val="001113">
                    <a:alpha val="4571"/>
                  </a:srgbClr>
                </a:gs>
                <a:gs pos="71429">
                  <a:srgbClr val="001113">
                    <a:alpha val="2166"/>
                  </a:srgbClr>
                </a:gs>
                <a:gs pos="85714">
                  <a:srgbClr val="001113">
                    <a:alpha val="862"/>
                  </a:srgbClr>
                </a:gs>
                <a:gs pos="100000">
                  <a:srgbClr val="001113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9424114">
              <a:off x="1700962" y="304671"/>
              <a:ext cx="122228" cy="48016"/>
            </a:xfrm>
            <a:prstGeom prst="ellipse">
              <a:avLst/>
            </a:prstGeom>
            <a:gradFill>
              <a:gsLst>
                <a:gs pos="0">
                  <a:srgbClr val="FFE1D1">
                    <a:alpha val="7699"/>
                  </a:srgbClr>
                </a:gs>
                <a:gs pos="14286">
                  <a:srgbClr val="FFE1D1">
                    <a:alpha val="7099"/>
                  </a:srgbClr>
                </a:gs>
                <a:gs pos="28571">
                  <a:srgbClr val="FFE1D1">
                    <a:alpha val="5557"/>
                  </a:srgbClr>
                </a:gs>
                <a:gs pos="42857">
                  <a:srgbClr val="FFE1D1">
                    <a:alpha val="3681"/>
                  </a:srgbClr>
                </a:gs>
                <a:gs pos="57143">
                  <a:srgbClr val="FFE1D1">
                    <a:alpha val="2057"/>
                  </a:srgbClr>
                </a:gs>
                <a:gs pos="71429">
                  <a:srgbClr val="FFE1D1">
                    <a:alpha val="968"/>
                  </a:srgbClr>
                </a:gs>
                <a:gs pos="85714">
                  <a:srgbClr val="FFE1D1">
                    <a:alpha val="384"/>
                  </a:srgbClr>
                </a:gs>
                <a:gs pos="100000">
                  <a:srgbClr val="FFE1D1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5400000">
              <a:off x="1846783" y="3022825"/>
              <a:ext cx="63945" cy="63945"/>
            </a:xfrm>
            <a:prstGeom prst="ellipse">
              <a:avLst/>
            </a:prstGeom>
            <a:gradFill>
              <a:gsLst>
                <a:gs pos="0">
                  <a:srgbClr val="8D4561">
                    <a:alpha val="12780"/>
                  </a:srgbClr>
                </a:gs>
                <a:gs pos="14286">
                  <a:srgbClr val="8D4561">
                    <a:alpha val="11810"/>
                  </a:srgbClr>
                </a:gs>
                <a:gs pos="28571">
                  <a:srgbClr val="8D4561">
                    <a:alpha val="9297"/>
                  </a:srgbClr>
                </a:gs>
                <a:gs pos="42857">
                  <a:srgbClr val="8D4561">
                    <a:alpha val="6200"/>
                  </a:srgbClr>
                </a:gs>
                <a:gs pos="57143">
                  <a:srgbClr val="8D4561">
                    <a:alpha val="3484"/>
                  </a:srgbClr>
                </a:gs>
                <a:gs pos="71429">
                  <a:srgbClr val="8D4561">
                    <a:alpha val="1646"/>
                  </a:srgbClr>
                </a:gs>
                <a:gs pos="85714">
                  <a:srgbClr val="8D4561">
                    <a:alpha val="654"/>
                  </a:srgbClr>
                </a:gs>
                <a:gs pos="100000">
                  <a:srgbClr val="8D4561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5400000">
              <a:off x="3438419" y="1263307"/>
              <a:ext cx="58680" cy="58680"/>
            </a:xfrm>
            <a:prstGeom prst="ellipse">
              <a:avLst/>
            </a:prstGeom>
            <a:gradFill>
              <a:gsLst>
                <a:gs pos="0">
                  <a:srgbClr val="728CAF">
                    <a:alpha val="14197"/>
                  </a:srgbClr>
                </a:gs>
                <a:gs pos="14286">
                  <a:srgbClr val="728CAF">
                    <a:alpha val="13128"/>
                  </a:srgbClr>
                </a:gs>
                <a:gs pos="28571">
                  <a:srgbClr val="728CAF">
                    <a:alpha val="10351"/>
                  </a:srgbClr>
                </a:gs>
                <a:gs pos="42857">
                  <a:srgbClr val="728CAF">
                    <a:alpha val="6916"/>
                  </a:srgbClr>
                </a:gs>
                <a:gs pos="57143">
                  <a:srgbClr val="728CAF">
                    <a:alpha val="3894"/>
                  </a:srgbClr>
                </a:gs>
                <a:gs pos="71429">
                  <a:srgbClr val="728CAF">
                    <a:alpha val="1842"/>
                  </a:srgbClr>
                </a:gs>
                <a:gs pos="85714">
                  <a:srgbClr val="728CAF">
                    <a:alpha val="732"/>
                  </a:srgbClr>
                </a:gs>
                <a:gs pos="100000">
                  <a:srgbClr val="728CAF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8581886">
              <a:off x="601201" y="1784299"/>
              <a:ext cx="596622" cy="564133"/>
            </a:xfrm>
            <a:prstGeom prst="ellipse">
              <a:avLst/>
            </a:prstGeom>
            <a:gradFill>
              <a:gsLst>
                <a:gs pos="0">
                  <a:srgbClr val="050A09">
                    <a:alpha val="6873"/>
                  </a:srgbClr>
                </a:gs>
                <a:gs pos="14286">
                  <a:srgbClr val="050A09">
                    <a:alpha val="6335"/>
                  </a:srgbClr>
                </a:gs>
                <a:gs pos="28571">
                  <a:srgbClr val="050A09">
                    <a:alpha val="4955"/>
                  </a:srgbClr>
                </a:gs>
                <a:gs pos="42857">
                  <a:srgbClr val="050A09">
                    <a:alpha val="3278"/>
                  </a:srgbClr>
                </a:gs>
                <a:gs pos="57143">
                  <a:srgbClr val="050A09">
                    <a:alpha val="1830"/>
                  </a:srgbClr>
                </a:gs>
                <a:gs pos="71429">
                  <a:srgbClr val="050A09">
                    <a:alpha val="861"/>
                  </a:srgbClr>
                </a:gs>
                <a:gs pos="85714">
                  <a:srgbClr val="050A09">
                    <a:alpha val="341"/>
                  </a:srgbClr>
                </a:gs>
                <a:gs pos="100000">
                  <a:srgbClr val="050A09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5400000">
              <a:off x="1007352" y="2889312"/>
              <a:ext cx="64538" cy="64538"/>
            </a:xfrm>
            <a:prstGeom prst="ellipse">
              <a:avLst/>
            </a:prstGeom>
            <a:gradFill>
              <a:gsLst>
                <a:gs pos="0">
                  <a:srgbClr val="476799">
                    <a:alpha val="12618"/>
                  </a:srgbClr>
                </a:gs>
                <a:gs pos="14286">
                  <a:srgbClr val="476799">
                    <a:alpha val="11660"/>
                  </a:srgbClr>
                </a:gs>
                <a:gs pos="28571">
                  <a:srgbClr val="476799">
                    <a:alpha val="9177"/>
                  </a:srgbClr>
                </a:gs>
                <a:gs pos="42857">
                  <a:srgbClr val="476799">
                    <a:alpha val="6119"/>
                  </a:srgbClr>
                </a:gs>
                <a:gs pos="57143">
                  <a:srgbClr val="476799">
                    <a:alpha val="3438"/>
                  </a:srgbClr>
                </a:gs>
                <a:gs pos="71429">
                  <a:srgbClr val="476799">
                    <a:alpha val="1624"/>
                  </a:srgbClr>
                </a:gs>
                <a:gs pos="85714">
                  <a:srgbClr val="476799">
                    <a:alpha val="645"/>
                  </a:srgbClr>
                </a:gs>
                <a:gs pos="100000">
                  <a:srgbClr val="476799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3915290">
              <a:off x="1498145" y="966709"/>
              <a:ext cx="593381" cy="163593"/>
            </a:xfrm>
            <a:prstGeom prst="ellipse">
              <a:avLst/>
            </a:prstGeom>
            <a:gradFill>
              <a:gsLst>
                <a:gs pos="0">
                  <a:srgbClr val="000000">
                    <a:alpha val="20892"/>
                  </a:srgbClr>
                </a:gs>
                <a:gs pos="14286">
                  <a:srgbClr val="000000">
                    <a:alpha val="19378"/>
                  </a:srgbClr>
                </a:gs>
                <a:gs pos="28571">
                  <a:srgbClr val="000000">
                    <a:alpha val="15401"/>
                  </a:srgbClr>
                </a:gs>
                <a:gs pos="42857">
                  <a:srgbClr val="000000">
                    <a:alpha val="10390"/>
                  </a:srgbClr>
                </a:gs>
                <a:gs pos="57143">
                  <a:srgbClr val="000000">
                    <a:alpha val="5897"/>
                  </a:srgbClr>
                </a:gs>
                <a:gs pos="71429">
                  <a:srgbClr val="000000">
                    <a:alpha val="2805"/>
                  </a:srgbClr>
                </a:gs>
                <a:gs pos="85714">
                  <a:srgbClr val="000000">
                    <a:alpha val="1119"/>
                  </a:srgbClr>
                </a:gs>
                <a:gs pos="100000">
                  <a:srgbClr val="000000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5400000">
              <a:off x="1074281" y="1083674"/>
              <a:ext cx="64737" cy="64737"/>
            </a:xfrm>
            <a:prstGeom prst="ellipse">
              <a:avLst/>
            </a:prstGeom>
            <a:gradFill>
              <a:gsLst>
                <a:gs pos="0">
                  <a:srgbClr val="486276">
                    <a:alpha val="12564"/>
                  </a:srgbClr>
                </a:gs>
                <a:gs pos="14286">
                  <a:srgbClr val="486276">
                    <a:alpha val="11610"/>
                  </a:srgbClr>
                </a:gs>
                <a:gs pos="28571">
                  <a:srgbClr val="486276">
                    <a:alpha val="9137"/>
                  </a:srgbClr>
                </a:gs>
                <a:gs pos="42857">
                  <a:srgbClr val="486276">
                    <a:alpha val="6091"/>
                  </a:srgbClr>
                </a:gs>
                <a:gs pos="57143">
                  <a:srgbClr val="486276">
                    <a:alpha val="3423"/>
                  </a:srgbClr>
                </a:gs>
                <a:gs pos="71429">
                  <a:srgbClr val="486276">
                    <a:alpha val="1617"/>
                  </a:srgbClr>
                </a:gs>
                <a:gs pos="85714">
                  <a:srgbClr val="486276">
                    <a:alpha val="643"/>
                  </a:srgbClr>
                </a:gs>
                <a:gs pos="100000">
                  <a:srgbClr val="486276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5400000">
              <a:off x="2794353" y="2542560"/>
              <a:ext cx="64865" cy="64865"/>
            </a:xfrm>
            <a:prstGeom prst="ellipse">
              <a:avLst/>
            </a:prstGeom>
            <a:gradFill>
              <a:gsLst>
                <a:gs pos="0">
                  <a:srgbClr val="644B78">
                    <a:alpha val="12529"/>
                  </a:srgbClr>
                </a:gs>
                <a:gs pos="14286">
                  <a:srgbClr val="644B78">
                    <a:alpha val="11577"/>
                  </a:srgbClr>
                </a:gs>
                <a:gs pos="28571">
                  <a:srgbClr val="644B78">
                    <a:alpha val="9111"/>
                  </a:srgbClr>
                </a:gs>
                <a:gs pos="42857">
                  <a:srgbClr val="644B78">
                    <a:alpha val="6074"/>
                  </a:srgbClr>
                </a:gs>
                <a:gs pos="57143">
                  <a:srgbClr val="644B78">
                    <a:alpha val="3413"/>
                  </a:srgbClr>
                </a:gs>
                <a:gs pos="71429">
                  <a:srgbClr val="644B78">
                    <a:alpha val="1612"/>
                  </a:srgbClr>
                </a:gs>
                <a:gs pos="85714">
                  <a:srgbClr val="644B78">
                    <a:alpha val="641"/>
                  </a:srgbClr>
                </a:gs>
                <a:gs pos="100000">
                  <a:srgbClr val="644B78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8231933">
              <a:off x="1350096" y="942297"/>
              <a:ext cx="307108" cy="304052"/>
            </a:xfrm>
            <a:prstGeom prst="ellipse">
              <a:avLst/>
            </a:prstGeom>
            <a:gradFill>
              <a:gsLst>
                <a:gs pos="0">
                  <a:srgbClr val="2F4638">
                    <a:alpha val="6360"/>
                  </a:srgbClr>
                </a:gs>
                <a:gs pos="14286">
                  <a:srgbClr val="2F4638">
                    <a:alpha val="5861"/>
                  </a:srgbClr>
                </a:gs>
                <a:gs pos="28571">
                  <a:srgbClr val="2F4638">
                    <a:alpha val="4582"/>
                  </a:srgbClr>
                </a:gs>
                <a:gs pos="42857">
                  <a:srgbClr val="2F4638">
                    <a:alpha val="3029"/>
                  </a:srgbClr>
                </a:gs>
                <a:gs pos="57143">
                  <a:srgbClr val="2F4638">
                    <a:alpha val="1690"/>
                  </a:srgbClr>
                </a:gs>
                <a:gs pos="71429">
                  <a:srgbClr val="2F4638">
                    <a:alpha val="795"/>
                  </a:srgbClr>
                </a:gs>
                <a:gs pos="85714">
                  <a:srgbClr val="2F4638">
                    <a:alpha val="315"/>
                  </a:srgbClr>
                </a:gs>
                <a:gs pos="100000">
                  <a:srgbClr val="2F4638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-8106823">
              <a:off x="1131786" y="2052937"/>
              <a:ext cx="587915" cy="551423"/>
            </a:xfrm>
            <a:prstGeom prst="ellipse">
              <a:avLst/>
            </a:prstGeom>
            <a:gradFill>
              <a:gsLst>
                <a:gs pos="0">
                  <a:srgbClr val="203333">
                    <a:alpha val="6324"/>
                  </a:srgbClr>
                </a:gs>
                <a:gs pos="14286">
                  <a:srgbClr val="203333">
                    <a:alpha val="5828"/>
                  </a:srgbClr>
                </a:gs>
                <a:gs pos="28571">
                  <a:srgbClr val="203333">
                    <a:alpha val="4555"/>
                  </a:srgbClr>
                </a:gs>
                <a:gs pos="42857">
                  <a:srgbClr val="203333">
                    <a:alpha val="3012"/>
                  </a:srgbClr>
                </a:gs>
                <a:gs pos="57143">
                  <a:srgbClr val="203333">
                    <a:alpha val="1680"/>
                  </a:srgbClr>
                </a:gs>
                <a:gs pos="71429">
                  <a:srgbClr val="203333">
                    <a:alpha val="790"/>
                  </a:srgbClr>
                </a:gs>
                <a:gs pos="85714">
                  <a:srgbClr val="203333">
                    <a:alpha val="313"/>
                  </a:srgbClr>
                </a:gs>
                <a:gs pos="100000">
                  <a:srgbClr val="203333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4916072">
              <a:off x="983994" y="2886998"/>
              <a:ext cx="595223" cy="588560"/>
            </a:xfrm>
            <a:prstGeom prst="ellipse">
              <a:avLst/>
            </a:prstGeom>
            <a:gradFill>
              <a:gsLst>
                <a:gs pos="0">
                  <a:srgbClr val="000001">
                    <a:alpha val="9011"/>
                  </a:srgbClr>
                </a:gs>
                <a:gs pos="14286">
                  <a:srgbClr val="000001">
                    <a:alpha val="8314"/>
                  </a:srgbClr>
                </a:gs>
                <a:gs pos="28571">
                  <a:srgbClr val="000001">
                    <a:alpha val="6517"/>
                  </a:srgbClr>
                </a:gs>
                <a:gs pos="42857">
                  <a:srgbClr val="000001">
                    <a:alpha val="4324"/>
                  </a:srgbClr>
                </a:gs>
                <a:gs pos="57143">
                  <a:srgbClr val="000001">
                    <a:alpha val="2420"/>
                  </a:srgbClr>
                </a:gs>
                <a:gs pos="71429">
                  <a:srgbClr val="000001">
                    <a:alpha val="1140"/>
                  </a:srgbClr>
                </a:gs>
                <a:gs pos="85714">
                  <a:srgbClr val="000001">
                    <a:alpha val="452"/>
                  </a:srgbClr>
                </a:gs>
                <a:gs pos="100000">
                  <a:srgbClr val="000001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6866638">
              <a:off x="974421" y="2887597"/>
              <a:ext cx="591936" cy="587505"/>
            </a:xfrm>
            <a:prstGeom prst="ellipse">
              <a:avLst/>
            </a:prstGeom>
            <a:gradFill>
              <a:gsLst>
                <a:gs pos="0">
                  <a:srgbClr val="101513">
                    <a:alpha val="8390"/>
                  </a:srgbClr>
                </a:gs>
                <a:gs pos="14286">
                  <a:srgbClr val="101513">
                    <a:alpha val="7738"/>
                  </a:srgbClr>
                </a:gs>
                <a:gs pos="28571">
                  <a:srgbClr val="101513">
                    <a:alpha val="6062"/>
                  </a:srgbClr>
                </a:gs>
                <a:gs pos="42857">
                  <a:srgbClr val="101513">
                    <a:alpha val="4019"/>
                  </a:srgbClr>
                </a:gs>
                <a:gs pos="57143">
                  <a:srgbClr val="101513">
                    <a:alpha val="2247"/>
                  </a:srgbClr>
                </a:gs>
                <a:gs pos="71429">
                  <a:srgbClr val="101513">
                    <a:alpha val="1058"/>
                  </a:srgbClr>
                </a:gs>
                <a:gs pos="85714">
                  <a:srgbClr val="101513">
                    <a:alpha val="420"/>
                  </a:srgbClr>
                </a:gs>
                <a:gs pos="100000">
                  <a:srgbClr val="101513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5400000">
              <a:off x="1738917" y="2089537"/>
              <a:ext cx="65520" cy="65520"/>
            </a:xfrm>
            <a:prstGeom prst="ellipse">
              <a:avLst/>
            </a:prstGeom>
            <a:gradFill>
              <a:gsLst>
                <a:gs pos="0">
                  <a:srgbClr val="5B4F65">
                    <a:alpha val="12351"/>
                  </a:srgbClr>
                </a:gs>
                <a:gs pos="14286">
                  <a:srgbClr val="5B4F65">
                    <a:alpha val="11411"/>
                  </a:srgbClr>
                </a:gs>
                <a:gs pos="28571">
                  <a:srgbClr val="5B4F65">
                    <a:alpha val="8979"/>
                  </a:srgbClr>
                </a:gs>
                <a:gs pos="42857">
                  <a:srgbClr val="5B4F65">
                    <a:alpha val="5984"/>
                  </a:srgbClr>
                </a:gs>
                <a:gs pos="57143">
                  <a:srgbClr val="5B4F65">
                    <a:alpha val="3362"/>
                  </a:srgbClr>
                </a:gs>
                <a:gs pos="71429">
                  <a:srgbClr val="5B4F65">
                    <a:alpha val="1588"/>
                  </a:srgbClr>
                </a:gs>
                <a:gs pos="85714">
                  <a:srgbClr val="5B4F65">
                    <a:alpha val="631"/>
                  </a:srgbClr>
                </a:gs>
                <a:gs pos="100000">
                  <a:srgbClr val="5B4F65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5400000">
              <a:off x="2888203" y="1293969"/>
              <a:ext cx="65547" cy="65547"/>
            </a:xfrm>
            <a:prstGeom prst="ellipse">
              <a:avLst/>
            </a:prstGeom>
            <a:gradFill>
              <a:gsLst>
                <a:gs pos="0">
                  <a:srgbClr val="003953">
                    <a:alpha val="12344"/>
                  </a:srgbClr>
                </a:gs>
                <a:gs pos="14286">
                  <a:srgbClr val="003953">
                    <a:alpha val="11405"/>
                  </a:srgbClr>
                </a:gs>
                <a:gs pos="28571">
                  <a:srgbClr val="003953">
                    <a:alpha val="8973"/>
                  </a:srgbClr>
                </a:gs>
                <a:gs pos="42857">
                  <a:srgbClr val="003953">
                    <a:alpha val="5981"/>
                  </a:srgbClr>
                </a:gs>
                <a:gs pos="57143">
                  <a:srgbClr val="003953">
                    <a:alpha val="3359"/>
                  </a:srgbClr>
                </a:gs>
                <a:gs pos="71429">
                  <a:srgbClr val="003953">
                    <a:alpha val="1587"/>
                  </a:srgbClr>
                </a:gs>
                <a:gs pos="85714">
                  <a:srgbClr val="003953">
                    <a:alpha val="631"/>
                  </a:srgbClr>
                </a:gs>
                <a:gs pos="100000">
                  <a:srgbClr val="003953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5400000">
              <a:off x="2338880" y="2148323"/>
              <a:ext cx="65661" cy="65661"/>
            </a:xfrm>
            <a:prstGeom prst="ellipse">
              <a:avLst/>
            </a:prstGeom>
            <a:gradFill>
              <a:gsLst>
                <a:gs pos="0">
                  <a:srgbClr val="7B6376">
                    <a:alpha val="12312"/>
                  </a:srgbClr>
                </a:gs>
                <a:gs pos="14286">
                  <a:srgbClr val="7B6376">
                    <a:alpha val="11376"/>
                  </a:srgbClr>
                </a:gs>
                <a:gs pos="28571">
                  <a:srgbClr val="7B6376">
                    <a:alpha val="8950"/>
                  </a:srgbClr>
                </a:gs>
                <a:gs pos="42857">
                  <a:srgbClr val="7B6376">
                    <a:alpha val="5965"/>
                  </a:srgbClr>
                </a:gs>
                <a:gs pos="57143">
                  <a:srgbClr val="7B6376">
                    <a:alpha val="3350"/>
                  </a:srgbClr>
                </a:gs>
                <a:gs pos="71429">
                  <a:srgbClr val="7B6376">
                    <a:alpha val="1583"/>
                  </a:srgbClr>
                </a:gs>
                <a:gs pos="85714">
                  <a:srgbClr val="7B6376">
                    <a:alpha val="629"/>
                  </a:srgbClr>
                </a:gs>
                <a:gs pos="100000">
                  <a:srgbClr val="7B6376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7189870">
              <a:off x="473930" y="1821588"/>
              <a:ext cx="577805" cy="559357"/>
            </a:xfrm>
            <a:prstGeom prst="ellipse">
              <a:avLst/>
            </a:prstGeom>
            <a:gradFill>
              <a:gsLst>
                <a:gs pos="0">
                  <a:srgbClr val="010001">
                    <a:alpha val="16641"/>
                  </a:srgbClr>
                </a:gs>
                <a:gs pos="14286">
                  <a:srgbClr val="010001">
                    <a:alpha val="15405"/>
                  </a:srgbClr>
                </a:gs>
                <a:gs pos="28571">
                  <a:srgbClr val="010001">
                    <a:alpha val="12181"/>
                  </a:srgbClr>
                </a:gs>
                <a:gs pos="42857">
                  <a:srgbClr val="010001">
                    <a:alpha val="8167"/>
                  </a:srgbClr>
                </a:gs>
                <a:gs pos="57143">
                  <a:srgbClr val="010001">
                    <a:alpha val="4611"/>
                  </a:srgbClr>
                </a:gs>
                <a:gs pos="71429">
                  <a:srgbClr val="010001">
                    <a:alpha val="2186"/>
                  </a:srgbClr>
                </a:gs>
                <a:gs pos="85714">
                  <a:srgbClr val="010001">
                    <a:alpha val="870"/>
                  </a:srgbClr>
                </a:gs>
                <a:gs pos="100000">
                  <a:srgbClr val="010001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6392316">
              <a:off x="1991741" y="1843674"/>
              <a:ext cx="581560" cy="569365"/>
            </a:xfrm>
            <a:prstGeom prst="ellipse">
              <a:avLst/>
            </a:prstGeom>
            <a:gradFill>
              <a:gsLst>
                <a:gs pos="0">
                  <a:srgbClr val="0C0B0B">
                    <a:alpha val="18334"/>
                  </a:srgbClr>
                </a:gs>
                <a:gs pos="14286">
                  <a:srgbClr val="0C0B0B">
                    <a:alpha val="16985"/>
                  </a:srgbClr>
                </a:gs>
                <a:gs pos="28571">
                  <a:srgbClr val="0C0B0B">
                    <a:alpha val="13457"/>
                  </a:srgbClr>
                </a:gs>
                <a:gs pos="42857">
                  <a:srgbClr val="0C0B0B">
                    <a:alpha val="9045"/>
                  </a:srgbClr>
                </a:gs>
                <a:gs pos="57143">
                  <a:srgbClr val="0C0B0B">
                    <a:alpha val="5117"/>
                  </a:srgbClr>
                </a:gs>
                <a:gs pos="71429">
                  <a:srgbClr val="0C0B0B">
                    <a:alpha val="2429"/>
                  </a:srgbClr>
                </a:gs>
                <a:gs pos="85714">
                  <a:srgbClr val="0C0B0B">
                    <a:alpha val="968"/>
                  </a:srgbClr>
                </a:gs>
                <a:gs pos="100000">
                  <a:srgbClr val="0C0B0B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7490085">
              <a:off x="-281805" y="608237"/>
              <a:ext cx="748759" cy="221375"/>
            </a:xfrm>
            <a:prstGeom prst="ellipse">
              <a:avLst/>
            </a:prstGeom>
            <a:gradFill>
              <a:gsLst>
                <a:gs pos="0">
                  <a:srgbClr val="34332D">
                    <a:alpha val="5253"/>
                  </a:srgbClr>
                </a:gs>
                <a:gs pos="14286">
                  <a:srgbClr val="34332D">
                    <a:alpha val="4839"/>
                  </a:srgbClr>
                </a:gs>
                <a:gs pos="28571">
                  <a:srgbClr val="34332D">
                    <a:alpha val="3778"/>
                  </a:srgbClr>
                </a:gs>
                <a:gs pos="42857">
                  <a:srgbClr val="34332D">
                    <a:alpha val="2494"/>
                  </a:srgbClr>
                </a:gs>
                <a:gs pos="57143">
                  <a:srgbClr val="34332D">
                    <a:alpha val="1390"/>
                  </a:srgbClr>
                </a:gs>
                <a:gs pos="71429">
                  <a:srgbClr val="34332D">
                    <a:alpha val="653"/>
                  </a:srgbClr>
                </a:gs>
                <a:gs pos="85714">
                  <a:srgbClr val="34332D">
                    <a:alpha val="259"/>
                  </a:srgbClr>
                </a:gs>
                <a:gs pos="100000">
                  <a:srgbClr val="34332D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7726667">
              <a:off x="3244579" y="754144"/>
              <a:ext cx="585198" cy="568970"/>
            </a:xfrm>
            <a:prstGeom prst="ellipse">
              <a:avLst/>
            </a:prstGeom>
            <a:gradFill>
              <a:gsLst>
                <a:gs pos="0">
                  <a:srgbClr val="000F03">
                    <a:alpha val="2168"/>
                  </a:srgbClr>
                </a:gs>
                <a:gs pos="14286">
                  <a:srgbClr val="000F03">
                    <a:alpha val="1995"/>
                  </a:srgbClr>
                </a:gs>
                <a:gs pos="28571">
                  <a:srgbClr val="000F03">
                    <a:alpha val="1552"/>
                  </a:srgbClr>
                </a:gs>
                <a:gs pos="42857">
                  <a:srgbClr val="000F03">
                    <a:alpha val="1021"/>
                  </a:srgbClr>
                </a:gs>
                <a:gs pos="57143">
                  <a:srgbClr val="000F03">
                    <a:alpha val="567"/>
                  </a:srgbClr>
                </a:gs>
                <a:gs pos="71429">
                  <a:srgbClr val="000F03">
                    <a:alpha val="266"/>
                  </a:srgbClr>
                </a:gs>
                <a:gs pos="85714">
                  <a:srgbClr val="000F03">
                    <a:alpha val="105"/>
                  </a:srgbClr>
                </a:gs>
                <a:gs pos="100000">
                  <a:srgbClr val="000F03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-9697000">
              <a:off x="1886553" y="943472"/>
              <a:ext cx="627701" cy="484748"/>
            </a:xfrm>
            <a:prstGeom prst="ellipse">
              <a:avLst/>
            </a:prstGeom>
            <a:gradFill>
              <a:gsLst>
                <a:gs pos="0">
                  <a:srgbClr val="000000">
                    <a:alpha val="11098"/>
                  </a:srgbClr>
                </a:gs>
                <a:gs pos="14286">
                  <a:srgbClr val="000000">
                    <a:alpha val="10248"/>
                  </a:srgbClr>
                </a:gs>
                <a:gs pos="28571">
                  <a:srgbClr val="000000">
                    <a:alpha val="8052"/>
                  </a:srgbClr>
                </a:gs>
                <a:gs pos="42857">
                  <a:srgbClr val="000000">
                    <a:alpha val="5357"/>
                  </a:srgbClr>
                </a:gs>
                <a:gs pos="57143">
                  <a:srgbClr val="000000">
                    <a:alpha val="3005"/>
                  </a:srgbClr>
                </a:gs>
                <a:gs pos="71429">
                  <a:srgbClr val="000000">
                    <a:alpha val="1418"/>
                  </a:srgbClr>
                </a:gs>
                <a:gs pos="85714">
                  <a:srgbClr val="000000">
                    <a:alpha val="563"/>
                  </a:srgbClr>
                </a:gs>
                <a:gs pos="100000">
                  <a:srgbClr val="000000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6707903">
              <a:off x="468649" y="1796047"/>
              <a:ext cx="570873" cy="561438"/>
            </a:xfrm>
            <a:prstGeom prst="ellipse">
              <a:avLst/>
            </a:prstGeom>
            <a:gradFill>
              <a:gsLst>
                <a:gs pos="0">
                  <a:srgbClr val="161818">
                    <a:alpha val="16775"/>
                  </a:srgbClr>
                </a:gs>
                <a:gs pos="14286">
                  <a:srgbClr val="161818">
                    <a:alpha val="15529"/>
                  </a:srgbClr>
                </a:gs>
                <a:gs pos="28571">
                  <a:srgbClr val="161818">
                    <a:alpha val="12281"/>
                  </a:srgbClr>
                </a:gs>
                <a:gs pos="42857">
                  <a:srgbClr val="161818">
                    <a:alpha val="8236"/>
                  </a:srgbClr>
                </a:gs>
                <a:gs pos="57143">
                  <a:srgbClr val="161818">
                    <a:alpha val="4651"/>
                  </a:srgbClr>
                </a:gs>
                <a:gs pos="71429">
                  <a:srgbClr val="161818">
                    <a:alpha val="2205"/>
                  </a:srgbClr>
                </a:gs>
                <a:gs pos="85714">
                  <a:srgbClr val="161818">
                    <a:alpha val="878"/>
                  </a:srgbClr>
                </a:gs>
                <a:gs pos="100000">
                  <a:srgbClr val="161818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-9971581">
              <a:off x="-58437" y="1898799"/>
              <a:ext cx="591338" cy="540328"/>
            </a:xfrm>
            <a:prstGeom prst="ellipse">
              <a:avLst/>
            </a:prstGeom>
            <a:gradFill>
              <a:gsLst>
                <a:gs pos="0">
                  <a:srgbClr val="000002">
                    <a:alpha val="14867"/>
                  </a:srgbClr>
                </a:gs>
                <a:gs pos="14286">
                  <a:srgbClr val="000002">
                    <a:alpha val="13751"/>
                  </a:srgbClr>
                </a:gs>
                <a:gs pos="28571">
                  <a:srgbClr val="000002">
                    <a:alpha val="10851"/>
                  </a:srgbClr>
                </a:gs>
                <a:gs pos="42857">
                  <a:srgbClr val="000002">
                    <a:alpha val="7257"/>
                  </a:srgbClr>
                </a:gs>
                <a:gs pos="57143">
                  <a:srgbClr val="000002">
                    <a:alpha val="4089"/>
                  </a:srgbClr>
                </a:gs>
                <a:gs pos="71429">
                  <a:srgbClr val="000002">
                    <a:alpha val="1935"/>
                  </a:srgbClr>
                </a:gs>
                <a:gs pos="85714">
                  <a:srgbClr val="000002">
                    <a:alpha val="770"/>
                  </a:srgbClr>
                </a:gs>
                <a:gs pos="100000">
                  <a:srgbClr val="000002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-9920875">
              <a:off x="167018" y="2438678"/>
              <a:ext cx="539892" cy="536456"/>
            </a:xfrm>
            <a:prstGeom prst="ellipse">
              <a:avLst/>
            </a:prstGeom>
            <a:gradFill>
              <a:gsLst>
                <a:gs pos="0">
                  <a:srgbClr val="000000">
                    <a:alpha val="10768"/>
                  </a:srgbClr>
                </a:gs>
                <a:gs pos="14286">
                  <a:srgbClr val="000000">
                    <a:alpha val="9942"/>
                  </a:srgbClr>
                </a:gs>
                <a:gs pos="28571">
                  <a:srgbClr val="000000">
                    <a:alpha val="7809"/>
                  </a:srgbClr>
                </a:gs>
                <a:gs pos="42857">
                  <a:srgbClr val="000000">
                    <a:alpha val="5193"/>
                  </a:srgbClr>
                </a:gs>
                <a:gs pos="57143">
                  <a:srgbClr val="000000">
                    <a:alpha val="2912"/>
                  </a:srgbClr>
                </a:gs>
                <a:gs pos="71429">
                  <a:srgbClr val="000000">
                    <a:alpha val="1374"/>
                  </a:srgbClr>
                </a:gs>
                <a:gs pos="85714">
                  <a:srgbClr val="000000">
                    <a:alpha val="545"/>
                  </a:srgbClr>
                </a:gs>
                <a:gs pos="100000">
                  <a:srgbClr val="000000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10138784">
              <a:off x="1715085" y="2621107"/>
              <a:ext cx="609067" cy="508422"/>
            </a:xfrm>
            <a:prstGeom prst="ellipse">
              <a:avLst/>
            </a:prstGeom>
            <a:gradFill>
              <a:gsLst>
                <a:gs pos="0">
                  <a:srgbClr val="000000">
                    <a:alpha val="9741"/>
                  </a:srgbClr>
                </a:gs>
                <a:gs pos="14286">
                  <a:srgbClr val="000000">
                    <a:alpha val="8990"/>
                  </a:srgbClr>
                </a:gs>
                <a:gs pos="28571">
                  <a:srgbClr val="000000">
                    <a:alpha val="7053"/>
                  </a:srgbClr>
                </a:gs>
                <a:gs pos="42857">
                  <a:srgbClr val="000000">
                    <a:alpha val="4684"/>
                  </a:srgbClr>
                </a:gs>
                <a:gs pos="57143">
                  <a:srgbClr val="000000">
                    <a:alpha val="2623"/>
                  </a:srgbClr>
                </a:gs>
                <a:gs pos="71429">
                  <a:srgbClr val="000000">
                    <a:alpha val="1237"/>
                  </a:srgbClr>
                </a:gs>
                <a:gs pos="85714">
                  <a:srgbClr val="000000">
                    <a:alpha val="491"/>
                  </a:srgbClr>
                </a:gs>
                <a:gs pos="100000">
                  <a:srgbClr val="000000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4096296">
              <a:off x="746279" y="2033799"/>
              <a:ext cx="68492" cy="422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5930893">
              <a:off x="3111614" y="-146671"/>
              <a:ext cx="599734" cy="558117"/>
            </a:xfrm>
            <a:prstGeom prst="ellipse">
              <a:avLst/>
            </a:prstGeom>
            <a:gradFill>
              <a:gsLst>
                <a:gs pos="0">
                  <a:srgbClr val="0E3724">
                    <a:alpha val="2197"/>
                  </a:srgbClr>
                </a:gs>
                <a:gs pos="14286">
                  <a:srgbClr val="0E3724">
                    <a:alpha val="2021"/>
                  </a:srgbClr>
                </a:gs>
                <a:gs pos="28571">
                  <a:srgbClr val="0E3724">
                    <a:alpha val="1573"/>
                  </a:srgbClr>
                </a:gs>
                <a:gs pos="42857">
                  <a:srgbClr val="0E3724">
                    <a:alpha val="1035"/>
                  </a:srgbClr>
                </a:gs>
                <a:gs pos="57143">
                  <a:srgbClr val="0E3724">
                    <a:alpha val="575"/>
                  </a:srgbClr>
                </a:gs>
                <a:gs pos="71429">
                  <a:srgbClr val="0E3724">
                    <a:alpha val="269"/>
                  </a:srgbClr>
                </a:gs>
                <a:gs pos="85714">
                  <a:srgbClr val="0E3724">
                    <a:alpha val="107"/>
                  </a:srgbClr>
                </a:gs>
                <a:gs pos="100000">
                  <a:srgbClr val="0E3724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-9816962">
              <a:off x="1968012" y="-283176"/>
              <a:ext cx="591222" cy="566351"/>
            </a:xfrm>
            <a:prstGeom prst="ellipse">
              <a:avLst/>
            </a:prstGeom>
            <a:gradFill>
              <a:gsLst>
                <a:gs pos="0">
                  <a:srgbClr val="171C19">
                    <a:alpha val="7916"/>
                  </a:srgbClr>
                </a:gs>
                <a:gs pos="14286">
                  <a:srgbClr val="171C19">
                    <a:alpha val="7300"/>
                  </a:srgbClr>
                </a:gs>
                <a:gs pos="28571">
                  <a:srgbClr val="171C19">
                    <a:alpha val="5716"/>
                  </a:srgbClr>
                </a:gs>
                <a:gs pos="42857">
                  <a:srgbClr val="171C19">
                    <a:alpha val="3787"/>
                  </a:srgbClr>
                </a:gs>
                <a:gs pos="57143">
                  <a:srgbClr val="171C19">
                    <a:alpha val="2116"/>
                  </a:srgbClr>
                </a:gs>
                <a:gs pos="71429">
                  <a:srgbClr val="171C19">
                    <a:alpha val="996"/>
                  </a:srgbClr>
                </a:gs>
                <a:gs pos="85714">
                  <a:srgbClr val="171C19">
                    <a:alpha val="395"/>
                  </a:srgbClr>
                </a:gs>
                <a:gs pos="100000">
                  <a:srgbClr val="171C19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10194479">
              <a:off x="679717" y="-155057"/>
              <a:ext cx="591647" cy="550311"/>
            </a:xfrm>
            <a:prstGeom prst="ellipse">
              <a:avLst/>
            </a:prstGeom>
            <a:gradFill>
              <a:gsLst>
                <a:gs pos="0">
                  <a:srgbClr val="000000">
                    <a:alpha val="13687"/>
                  </a:srgbClr>
                </a:gs>
                <a:gs pos="14286">
                  <a:srgbClr val="000000">
                    <a:alpha val="12654"/>
                  </a:srgbClr>
                </a:gs>
                <a:gs pos="28571">
                  <a:srgbClr val="000000">
                    <a:alpha val="9972"/>
                  </a:srgbClr>
                </a:gs>
                <a:gs pos="42857">
                  <a:srgbClr val="000000">
                    <a:alpha val="6658"/>
                  </a:srgbClr>
                </a:gs>
                <a:gs pos="57143">
                  <a:srgbClr val="000000">
                    <a:alpha val="3746"/>
                  </a:srgbClr>
                </a:gs>
                <a:gs pos="71429">
                  <a:srgbClr val="000000">
                    <a:alpha val="1771"/>
                  </a:srgbClr>
                </a:gs>
                <a:gs pos="85714">
                  <a:srgbClr val="000000">
                    <a:alpha val="704"/>
                  </a:srgbClr>
                </a:gs>
                <a:gs pos="100000">
                  <a:srgbClr val="000000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-8321624">
              <a:off x="1171800" y="225489"/>
              <a:ext cx="135523" cy="103591"/>
            </a:xfrm>
            <a:prstGeom prst="ellipse">
              <a:avLst/>
            </a:prstGeom>
            <a:gradFill>
              <a:gsLst>
                <a:gs pos="0">
                  <a:srgbClr val="FCFDFF">
                    <a:alpha val="32968"/>
                  </a:srgbClr>
                </a:gs>
                <a:gs pos="14286">
                  <a:srgbClr val="FCFDFF">
                    <a:alpha val="30764"/>
                  </a:srgbClr>
                </a:gs>
                <a:gs pos="28571">
                  <a:srgbClr val="FCFDFF">
                    <a:alpha val="24833"/>
                  </a:srgbClr>
                </a:gs>
                <a:gs pos="42857">
                  <a:srgbClr val="FCFDFF">
                    <a:alpha val="17075"/>
                  </a:srgbClr>
                </a:gs>
                <a:gs pos="57143">
                  <a:srgbClr val="FCFDFF">
                    <a:alpha val="9855"/>
                  </a:srgbClr>
                </a:gs>
                <a:gs pos="71429">
                  <a:srgbClr val="FCFDFF">
                    <a:alpha val="4740"/>
                  </a:srgbClr>
                </a:gs>
                <a:gs pos="85714">
                  <a:srgbClr val="FCFDFF">
                    <a:alpha val="1902"/>
                  </a:srgbClr>
                </a:gs>
                <a:gs pos="100000">
                  <a:srgbClr val="FC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9855228">
              <a:off x="1187906" y="1664733"/>
              <a:ext cx="359380" cy="316452"/>
            </a:xfrm>
            <a:prstGeom prst="ellipse">
              <a:avLst/>
            </a:prstGeom>
            <a:gradFill>
              <a:gsLst>
                <a:gs pos="0">
                  <a:srgbClr val="060D05">
                    <a:alpha val="23809"/>
                  </a:srgbClr>
                </a:gs>
                <a:gs pos="14286">
                  <a:srgbClr val="060D05">
                    <a:alpha val="22115"/>
                  </a:srgbClr>
                </a:gs>
                <a:gs pos="28571">
                  <a:srgbClr val="060D05">
                    <a:alpha val="17639"/>
                  </a:srgbClr>
                </a:gs>
                <a:gs pos="42857">
                  <a:srgbClr val="060D05">
                    <a:alpha val="11952"/>
                  </a:srgbClr>
                </a:gs>
                <a:gs pos="57143">
                  <a:srgbClr val="060D05">
                    <a:alpha val="6810"/>
                  </a:srgbClr>
                </a:gs>
                <a:gs pos="71429">
                  <a:srgbClr val="060D05">
                    <a:alpha val="3248"/>
                  </a:srgbClr>
                </a:gs>
                <a:gs pos="85714">
                  <a:srgbClr val="060D05">
                    <a:alpha val="1297"/>
                  </a:srgbClr>
                </a:gs>
                <a:gs pos="100000">
                  <a:srgbClr val="060D05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9483861">
              <a:off x="2914767" y="2482195"/>
              <a:ext cx="534002" cy="525922"/>
            </a:xfrm>
            <a:prstGeom prst="ellipse">
              <a:avLst/>
            </a:prstGeom>
            <a:gradFill>
              <a:gsLst>
                <a:gs pos="0">
                  <a:srgbClr val="000000">
                    <a:alpha val="4514"/>
                  </a:srgbClr>
                </a:gs>
                <a:gs pos="14286">
                  <a:srgbClr val="000000">
                    <a:alpha val="4156"/>
                  </a:srgbClr>
                </a:gs>
                <a:gs pos="28571">
                  <a:srgbClr val="000000">
                    <a:alpha val="3242"/>
                  </a:srgbClr>
                </a:gs>
                <a:gs pos="42857">
                  <a:srgbClr val="000000">
                    <a:alpha val="2139"/>
                  </a:srgbClr>
                </a:gs>
                <a:gs pos="57143">
                  <a:srgbClr val="000000">
                    <a:alpha val="1191"/>
                  </a:srgbClr>
                </a:gs>
                <a:gs pos="71429">
                  <a:srgbClr val="000000">
                    <a:alpha val="559"/>
                  </a:srgbClr>
                </a:gs>
                <a:gs pos="85714">
                  <a:srgbClr val="000000">
                    <a:alpha val="222"/>
                  </a:srgbClr>
                </a:gs>
                <a:gs pos="100000">
                  <a:srgbClr val="00000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9461916">
              <a:off x="1066131" y="1684619"/>
              <a:ext cx="614960" cy="544006"/>
            </a:xfrm>
            <a:prstGeom prst="ellipse">
              <a:avLst/>
            </a:prstGeom>
            <a:gradFill>
              <a:gsLst>
                <a:gs pos="0">
                  <a:srgbClr val="000000">
                    <a:alpha val="25684"/>
                  </a:srgbClr>
                </a:gs>
                <a:gs pos="14286">
                  <a:srgbClr val="000000">
                    <a:alpha val="23878"/>
                  </a:srgbClr>
                </a:gs>
                <a:gs pos="28571">
                  <a:srgbClr val="000000">
                    <a:alpha val="19090"/>
                  </a:srgbClr>
                </a:gs>
                <a:gs pos="42857">
                  <a:srgbClr val="000000">
                    <a:alpha val="12973"/>
                  </a:srgbClr>
                </a:gs>
                <a:gs pos="57143">
                  <a:srgbClr val="000000">
                    <a:alpha val="7410"/>
                  </a:srgbClr>
                </a:gs>
                <a:gs pos="71429">
                  <a:srgbClr val="000000">
                    <a:alpha val="3540"/>
                  </a:srgbClr>
                </a:gs>
                <a:gs pos="85714">
                  <a:srgbClr val="000000">
                    <a:alpha val="1415"/>
                  </a:srgbClr>
                </a:gs>
                <a:gs pos="100000">
                  <a:srgbClr val="000000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-8435619">
              <a:off x="1241890" y="710606"/>
              <a:ext cx="549210" cy="515596"/>
            </a:xfrm>
            <a:prstGeom prst="ellipse">
              <a:avLst/>
            </a:prstGeom>
            <a:gradFill>
              <a:gsLst>
                <a:gs pos="0">
                  <a:srgbClr val="000705">
                    <a:alpha val="21444"/>
                  </a:srgbClr>
                </a:gs>
                <a:gs pos="14286">
                  <a:srgbClr val="000705">
                    <a:alpha val="19895"/>
                  </a:srgbClr>
                </a:gs>
                <a:gs pos="28571">
                  <a:srgbClr val="000705">
                    <a:alpha val="15822"/>
                  </a:srgbClr>
                </a:gs>
                <a:gs pos="42857">
                  <a:srgbClr val="000705">
                    <a:alpha val="10683"/>
                  </a:srgbClr>
                </a:gs>
                <a:gs pos="57143">
                  <a:srgbClr val="000705">
                    <a:alpha val="6068"/>
                  </a:srgbClr>
                </a:gs>
                <a:gs pos="71429">
                  <a:srgbClr val="000705">
                    <a:alpha val="2888"/>
                  </a:srgbClr>
                </a:gs>
                <a:gs pos="85714">
                  <a:srgbClr val="000705">
                    <a:alpha val="1152"/>
                  </a:srgbClr>
                </a:gs>
                <a:gs pos="100000">
                  <a:srgbClr val="000705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5296697">
              <a:off x="3297251" y="2660880"/>
              <a:ext cx="535770" cy="530496"/>
            </a:xfrm>
            <a:prstGeom prst="ellipse">
              <a:avLst/>
            </a:prstGeom>
            <a:gradFill>
              <a:gsLst>
                <a:gs pos="0">
                  <a:srgbClr val="000300">
                    <a:alpha val="3344"/>
                  </a:srgbClr>
                </a:gs>
                <a:gs pos="14286">
                  <a:srgbClr val="000300">
                    <a:alpha val="3078"/>
                  </a:srgbClr>
                </a:gs>
                <a:gs pos="28571">
                  <a:srgbClr val="000300">
                    <a:alpha val="2398"/>
                  </a:srgbClr>
                </a:gs>
                <a:gs pos="42857">
                  <a:srgbClr val="000300">
                    <a:alpha val="1580"/>
                  </a:srgbClr>
                </a:gs>
                <a:gs pos="57143">
                  <a:srgbClr val="000300">
                    <a:alpha val="878"/>
                  </a:srgbClr>
                </a:gs>
                <a:gs pos="71429">
                  <a:srgbClr val="000300">
                    <a:alpha val="412"/>
                  </a:srgbClr>
                </a:gs>
                <a:gs pos="85714">
                  <a:srgbClr val="000300">
                    <a:alpha val="163"/>
                  </a:srgbClr>
                </a:gs>
                <a:gs pos="100000">
                  <a:srgbClr val="000300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8235971">
              <a:off x="2832508" y="1236472"/>
              <a:ext cx="590997" cy="563508"/>
            </a:xfrm>
            <a:prstGeom prst="ellipse">
              <a:avLst/>
            </a:prstGeom>
            <a:gradFill>
              <a:gsLst>
                <a:gs pos="0">
                  <a:srgbClr val="000000">
                    <a:alpha val="5033"/>
                  </a:srgbClr>
                </a:gs>
                <a:gs pos="14286">
                  <a:srgbClr val="000000">
                    <a:alpha val="4635"/>
                  </a:srgbClr>
                </a:gs>
                <a:gs pos="28571">
                  <a:srgbClr val="000000">
                    <a:alpha val="3618"/>
                  </a:srgbClr>
                </a:gs>
                <a:gs pos="42857">
                  <a:srgbClr val="000000">
                    <a:alpha val="2388"/>
                  </a:srgbClr>
                </a:gs>
                <a:gs pos="57143">
                  <a:srgbClr val="000000">
                    <a:alpha val="1330"/>
                  </a:srgbClr>
                </a:gs>
                <a:gs pos="71429">
                  <a:srgbClr val="000000">
                    <a:alpha val="625"/>
                  </a:srgbClr>
                </a:gs>
                <a:gs pos="85714">
                  <a:srgbClr val="000000">
                    <a:alpha val="248"/>
                  </a:srgbClr>
                </a:gs>
                <a:gs pos="100000">
                  <a:srgbClr val="00000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5504064">
              <a:off x="258883" y="1499719"/>
              <a:ext cx="337422" cy="42967"/>
            </a:xfrm>
            <a:prstGeom prst="ellipse">
              <a:avLst/>
            </a:prstGeom>
            <a:gradFill>
              <a:gsLst>
                <a:gs pos="0">
                  <a:srgbClr val="FFF6EB">
                    <a:alpha val="2602"/>
                  </a:srgbClr>
                </a:gs>
                <a:gs pos="14286">
                  <a:srgbClr val="FFF6EB">
                    <a:alpha val="2394"/>
                  </a:srgbClr>
                </a:gs>
                <a:gs pos="28571">
                  <a:srgbClr val="FFF6EB">
                    <a:alpha val="1864"/>
                  </a:srgbClr>
                </a:gs>
                <a:gs pos="42857">
                  <a:srgbClr val="FFF6EB">
                    <a:alpha val="1226"/>
                  </a:srgbClr>
                </a:gs>
                <a:gs pos="57143">
                  <a:srgbClr val="FFF6EB">
                    <a:alpha val="681"/>
                  </a:srgbClr>
                </a:gs>
                <a:gs pos="71429">
                  <a:srgbClr val="FFF6EB">
                    <a:alpha val="320"/>
                  </a:srgbClr>
                </a:gs>
                <a:gs pos="85714">
                  <a:srgbClr val="FFF6EB">
                    <a:alpha val="126"/>
                  </a:srgbClr>
                </a:gs>
                <a:gs pos="100000">
                  <a:srgbClr val="FFF6EB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8276723">
              <a:off x="2281907" y="1639075"/>
              <a:ext cx="563031" cy="547109"/>
            </a:xfrm>
            <a:prstGeom prst="ellipse">
              <a:avLst/>
            </a:prstGeom>
            <a:gradFill>
              <a:gsLst>
                <a:gs pos="0">
                  <a:srgbClr val="000F13">
                    <a:alpha val="12121"/>
                  </a:srgbClr>
                </a:gs>
                <a:gs pos="14286">
                  <a:srgbClr val="000F13">
                    <a:alpha val="11197"/>
                  </a:srgbClr>
                </a:gs>
                <a:gs pos="28571">
                  <a:srgbClr val="000F13">
                    <a:alpha val="8808"/>
                  </a:srgbClr>
                </a:gs>
                <a:gs pos="42857">
                  <a:srgbClr val="000F13">
                    <a:alpha val="5869"/>
                  </a:srgbClr>
                </a:gs>
                <a:gs pos="57143">
                  <a:srgbClr val="000F13">
                    <a:alpha val="3296"/>
                  </a:srgbClr>
                </a:gs>
                <a:gs pos="71429">
                  <a:srgbClr val="000F13">
                    <a:alpha val="1556"/>
                  </a:srgbClr>
                </a:gs>
                <a:gs pos="85714">
                  <a:srgbClr val="000F13">
                    <a:alpha val="618"/>
                  </a:srgbClr>
                </a:gs>
                <a:gs pos="100000">
                  <a:srgbClr val="000F13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7813283">
              <a:off x="2289688" y="1674094"/>
              <a:ext cx="557624" cy="537782"/>
            </a:xfrm>
            <a:prstGeom prst="ellipse">
              <a:avLst/>
            </a:prstGeom>
            <a:gradFill>
              <a:gsLst>
                <a:gs pos="0">
                  <a:srgbClr val="080904">
                    <a:alpha val="14907"/>
                  </a:srgbClr>
                </a:gs>
                <a:gs pos="14286">
                  <a:srgbClr val="080904">
                    <a:alpha val="13789"/>
                  </a:srgbClr>
                </a:gs>
                <a:gs pos="28571">
                  <a:srgbClr val="080904">
                    <a:alpha val="10881"/>
                  </a:srgbClr>
                </a:gs>
                <a:gs pos="42857">
                  <a:srgbClr val="080904">
                    <a:alpha val="7278"/>
                  </a:srgbClr>
                </a:gs>
                <a:gs pos="57143">
                  <a:srgbClr val="080904">
                    <a:alpha val="4101"/>
                  </a:srgbClr>
                </a:gs>
                <a:gs pos="71429">
                  <a:srgbClr val="080904">
                    <a:alpha val="1941"/>
                  </a:srgbClr>
                </a:gs>
                <a:gs pos="85714">
                  <a:srgbClr val="080904">
                    <a:alpha val="772"/>
                  </a:srgbClr>
                </a:gs>
                <a:gs pos="100000">
                  <a:srgbClr val="080904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-10590366">
              <a:off x="1063145" y="1689645"/>
              <a:ext cx="564627" cy="525067"/>
            </a:xfrm>
            <a:prstGeom prst="ellipse">
              <a:avLst/>
            </a:prstGeom>
            <a:gradFill>
              <a:gsLst>
                <a:gs pos="0">
                  <a:srgbClr val="000100">
                    <a:alpha val="7813"/>
                  </a:srgbClr>
                </a:gs>
                <a:gs pos="14286">
                  <a:srgbClr val="000100">
                    <a:alpha val="7204"/>
                  </a:srgbClr>
                </a:gs>
                <a:gs pos="28571">
                  <a:srgbClr val="000100">
                    <a:alpha val="5640"/>
                  </a:srgbClr>
                </a:gs>
                <a:gs pos="42857">
                  <a:srgbClr val="000100">
                    <a:alpha val="3736"/>
                  </a:srgbClr>
                </a:gs>
                <a:gs pos="57143">
                  <a:srgbClr val="000100">
                    <a:alpha val="2088"/>
                  </a:srgbClr>
                </a:gs>
                <a:gs pos="71429">
                  <a:srgbClr val="000100">
                    <a:alpha val="983"/>
                  </a:srgbClr>
                </a:gs>
                <a:gs pos="85714">
                  <a:srgbClr val="000100">
                    <a:alpha val="390"/>
                  </a:srgbClr>
                </a:gs>
                <a:gs pos="100000">
                  <a:srgbClr val="000100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5163748">
              <a:off x="1517241" y="2589588"/>
              <a:ext cx="528081" cy="450071"/>
            </a:xfrm>
            <a:prstGeom prst="ellipse">
              <a:avLst/>
            </a:prstGeom>
            <a:gradFill>
              <a:gsLst>
                <a:gs pos="0">
                  <a:srgbClr val="000000">
                    <a:alpha val="5403"/>
                  </a:srgbClr>
                </a:gs>
                <a:gs pos="14286">
                  <a:srgbClr val="000000">
                    <a:alpha val="4977"/>
                  </a:srgbClr>
                </a:gs>
                <a:gs pos="28571">
                  <a:srgbClr val="000000">
                    <a:alpha val="3886"/>
                  </a:srgbClr>
                </a:gs>
                <a:gs pos="42857">
                  <a:srgbClr val="000000">
                    <a:alpha val="2566"/>
                  </a:srgbClr>
                </a:gs>
                <a:gs pos="57143">
                  <a:srgbClr val="000000">
                    <a:alpha val="1430"/>
                  </a:srgbClr>
                </a:gs>
                <a:gs pos="71429">
                  <a:srgbClr val="000000">
                    <a:alpha val="672"/>
                  </a:srgbClr>
                </a:gs>
                <a:gs pos="85714">
                  <a:srgbClr val="000000">
                    <a:alpha val="266"/>
                  </a:srgbClr>
                </a:gs>
                <a:gs pos="100000">
                  <a:srgbClr val="000000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3205494">
              <a:off x="1365576" y="2121232"/>
              <a:ext cx="569247" cy="545568"/>
            </a:xfrm>
            <a:prstGeom prst="ellipse">
              <a:avLst/>
            </a:prstGeom>
            <a:gradFill>
              <a:gsLst>
                <a:gs pos="0">
                  <a:srgbClr val="000008">
                    <a:alpha val="2407"/>
                  </a:srgbClr>
                </a:gs>
                <a:gs pos="14286">
                  <a:srgbClr val="000008">
                    <a:alpha val="2215"/>
                  </a:srgbClr>
                </a:gs>
                <a:gs pos="28571">
                  <a:srgbClr val="000008">
                    <a:alpha val="1724"/>
                  </a:srgbClr>
                </a:gs>
                <a:gs pos="42857">
                  <a:srgbClr val="000008">
                    <a:alpha val="1134"/>
                  </a:srgbClr>
                </a:gs>
                <a:gs pos="57143">
                  <a:srgbClr val="000008">
                    <a:alpha val="630"/>
                  </a:srgbClr>
                </a:gs>
                <a:gs pos="71429">
                  <a:srgbClr val="000008">
                    <a:alpha val="295"/>
                  </a:srgbClr>
                </a:gs>
                <a:gs pos="85714">
                  <a:srgbClr val="000008">
                    <a:alpha val="117"/>
                  </a:srgbClr>
                </a:gs>
                <a:gs pos="100000">
                  <a:srgbClr val="000008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4047373">
              <a:off x="187815" y="2490226"/>
              <a:ext cx="546470" cy="540478"/>
            </a:xfrm>
            <a:prstGeom prst="ellipse">
              <a:avLst/>
            </a:prstGeom>
            <a:gradFill>
              <a:gsLst>
                <a:gs pos="0">
                  <a:srgbClr val="00110D">
                    <a:alpha val="4294"/>
                  </a:srgbClr>
                </a:gs>
                <a:gs pos="14286">
                  <a:srgbClr val="00110D">
                    <a:alpha val="3954"/>
                  </a:srgbClr>
                </a:gs>
                <a:gs pos="28571">
                  <a:srgbClr val="00110D">
                    <a:alpha val="3084"/>
                  </a:srgbClr>
                </a:gs>
                <a:gs pos="42857">
                  <a:srgbClr val="00110D">
                    <a:alpha val="2034"/>
                  </a:srgbClr>
                </a:gs>
                <a:gs pos="57143">
                  <a:srgbClr val="00110D">
                    <a:alpha val="1132"/>
                  </a:srgbClr>
                </a:gs>
                <a:gs pos="71429">
                  <a:srgbClr val="00110D">
                    <a:alpha val="531"/>
                  </a:srgbClr>
                </a:gs>
                <a:gs pos="85714">
                  <a:srgbClr val="00110D">
                    <a:alpha val="211"/>
                  </a:srgbClr>
                </a:gs>
                <a:gs pos="100000">
                  <a:srgbClr val="00110D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3030942">
              <a:off x="2585433" y="1663455"/>
              <a:ext cx="129706" cy="116648"/>
            </a:xfrm>
            <a:prstGeom prst="ellipse">
              <a:avLst/>
            </a:prstGeom>
            <a:gradFill>
              <a:gsLst>
                <a:gs pos="0">
                  <a:srgbClr val="FFFFEB">
                    <a:alpha val="32968"/>
                  </a:srgbClr>
                </a:gs>
                <a:gs pos="14286">
                  <a:srgbClr val="FFFFEB">
                    <a:alpha val="30764"/>
                  </a:srgbClr>
                </a:gs>
                <a:gs pos="28571">
                  <a:srgbClr val="FFFFEB">
                    <a:alpha val="24833"/>
                  </a:srgbClr>
                </a:gs>
                <a:gs pos="42857">
                  <a:srgbClr val="FFFFEB">
                    <a:alpha val="17075"/>
                  </a:srgbClr>
                </a:gs>
                <a:gs pos="57143">
                  <a:srgbClr val="FFFFEB">
                    <a:alpha val="9855"/>
                  </a:srgbClr>
                </a:gs>
                <a:gs pos="71429">
                  <a:srgbClr val="FFFFEB">
                    <a:alpha val="4740"/>
                  </a:srgbClr>
                </a:gs>
                <a:gs pos="85714">
                  <a:srgbClr val="FFFFEB">
                    <a:alpha val="1902"/>
                  </a:srgbClr>
                </a:gs>
                <a:gs pos="100000">
                  <a:srgbClr val="FFF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6134510">
              <a:off x="2142003" y="2614813"/>
              <a:ext cx="537191" cy="504230"/>
            </a:xfrm>
            <a:prstGeom prst="ellipse">
              <a:avLst/>
            </a:prstGeom>
            <a:gradFill>
              <a:gsLst>
                <a:gs pos="0">
                  <a:srgbClr val="101413">
                    <a:alpha val="12669"/>
                  </a:srgbClr>
                </a:gs>
                <a:gs pos="14286">
                  <a:srgbClr val="101413">
                    <a:alpha val="11707"/>
                  </a:srgbClr>
                </a:gs>
                <a:gs pos="28571">
                  <a:srgbClr val="101413">
                    <a:alpha val="9215"/>
                  </a:srgbClr>
                </a:gs>
                <a:gs pos="42857">
                  <a:srgbClr val="101413">
                    <a:alpha val="6144"/>
                  </a:srgbClr>
                </a:gs>
                <a:gs pos="57143">
                  <a:srgbClr val="101413">
                    <a:alpha val="3453"/>
                  </a:srgbClr>
                </a:gs>
                <a:gs pos="71429">
                  <a:srgbClr val="101413">
                    <a:alpha val="1631"/>
                  </a:srgbClr>
                </a:gs>
                <a:gs pos="85714">
                  <a:srgbClr val="101413">
                    <a:alpha val="648"/>
                  </a:srgbClr>
                </a:gs>
                <a:gs pos="100000">
                  <a:srgbClr val="101413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10649936">
              <a:off x="1043886" y="2036442"/>
              <a:ext cx="680953" cy="524786"/>
            </a:xfrm>
            <a:prstGeom prst="ellipse">
              <a:avLst/>
            </a:prstGeom>
            <a:gradFill>
              <a:gsLst>
                <a:gs pos="0">
                  <a:srgbClr val="000000">
                    <a:alpha val="27713"/>
                  </a:srgbClr>
                </a:gs>
                <a:gs pos="14286">
                  <a:srgbClr val="000000">
                    <a:alpha val="25790"/>
                  </a:srgbClr>
                </a:gs>
                <a:gs pos="28571">
                  <a:srgbClr val="000000">
                    <a:alpha val="20673"/>
                  </a:srgbClr>
                </a:gs>
                <a:gs pos="42857">
                  <a:srgbClr val="000000">
                    <a:alpha val="14093"/>
                  </a:srgbClr>
                </a:gs>
                <a:gs pos="57143">
                  <a:srgbClr val="000000">
                    <a:alpha val="8073"/>
                  </a:srgbClr>
                </a:gs>
                <a:gs pos="71429">
                  <a:srgbClr val="000000">
                    <a:alpha val="3863"/>
                  </a:srgbClr>
                </a:gs>
                <a:gs pos="85714">
                  <a:srgbClr val="000000">
                    <a:alpha val="1546"/>
                  </a:srgbClr>
                </a:gs>
                <a:gs pos="100000">
                  <a:srgbClr val="000000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10051654">
              <a:off x="1074525" y="2047547"/>
              <a:ext cx="645953" cy="540552"/>
            </a:xfrm>
            <a:prstGeom prst="ellipse">
              <a:avLst/>
            </a:prstGeom>
            <a:gradFill>
              <a:gsLst>
                <a:gs pos="0">
                  <a:srgbClr val="130500">
                    <a:alpha val="6910"/>
                  </a:srgbClr>
                </a:gs>
                <a:gs pos="14286">
                  <a:srgbClr val="130500">
                    <a:alpha val="6369"/>
                  </a:srgbClr>
                </a:gs>
                <a:gs pos="28571">
                  <a:srgbClr val="130500">
                    <a:alpha val="4981"/>
                  </a:srgbClr>
                </a:gs>
                <a:gs pos="42857">
                  <a:srgbClr val="130500">
                    <a:alpha val="3296"/>
                  </a:srgbClr>
                </a:gs>
                <a:gs pos="57143">
                  <a:srgbClr val="130500">
                    <a:alpha val="1840"/>
                  </a:srgbClr>
                </a:gs>
                <a:gs pos="71429">
                  <a:srgbClr val="130500">
                    <a:alpha val="866"/>
                  </a:srgbClr>
                </a:gs>
                <a:gs pos="85714">
                  <a:srgbClr val="130500">
                    <a:alpha val="343"/>
                  </a:srgbClr>
                </a:gs>
                <a:gs pos="100000">
                  <a:srgbClr val="130500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-8144519">
              <a:off x="1060525" y="1720792"/>
              <a:ext cx="553208" cy="523126"/>
            </a:xfrm>
            <a:prstGeom prst="ellipse">
              <a:avLst/>
            </a:prstGeom>
            <a:gradFill>
              <a:gsLst>
                <a:gs pos="0">
                  <a:srgbClr val="000800">
                    <a:alpha val="3098"/>
                  </a:srgbClr>
                </a:gs>
                <a:gs pos="14286">
                  <a:srgbClr val="000800">
                    <a:alpha val="2851"/>
                  </a:srgbClr>
                </a:gs>
                <a:gs pos="28571">
                  <a:srgbClr val="000800">
                    <a:alpha val="2221"/>
                  </a:srgbClr>
                </a:gs>
                <a:gs pos="42857">
                  <a:srgbClr val="000800">
                    <a:alpha val="1462"/>
                  </a:srgbClr>
                </a:gs>
                <a:gs pos="57143">
                  <a:srgbClr val="000800">
                    <a:alpha val="813"/>
                  </a:srgbClr>
                </a:gs>
                <a:gs pos="71429">
                  <a:srgbClr val="000800">
                    <a:alpha val="381"/>
                  </a:srgbClr>
                </a:gs>
                <a:gs pos="85714">
                  <a:srgbClr val="000800">
                    <a:alpha val="151"/>
                  </a:srgbClr>
                </a:gs>
                <a:gs pos="100000">
                  <a:srgbClr val="000800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9075949">
              <a:off x="238929" y="2759863"/>
              <a:ext cx="549032" cy="536723"/>
            </a:xfrm>
            <a:prstGeom prst="ellipse">
              <a:avLst/>
            </a:prstGeom>
            <a:gradFill>
              <a:gsLst>
                <a:gs pos="0">
                  <a:srgbClr val="000807">
                    <a:alpha val="7529"/>
                  </a:srgbClr>
                </a:gs>
                <a:gs pos="14286">
                  <a:srgbClr val="000807">
                    <a:alpha val="6941"/>
                  </a:srgbClr>
                </a:gs>
                <a:gs pos="28571">
                  <a:srgbClr val="000807">
                    <a:alpha val="5433"/>
                  </a:srgbClr>
                </a:gs>
                <a:gs pos="42857">
                  <a:srgbClr val="000807">
                    <a:alpha val="3598"/>
                  </a:srgbClr>
                </a:gs>
                <a:gs pos="57143">
                  <a:srgbClr val="000807">
                    <a:alpha val="2010"/>
                  </a:srgbClr>
                </a:gs>
                <a:gs pos="71429">
                  <a:srgbClr val="000807">
                    <a:alpha val="946"/>
                  </a:srgbClr>
                </a:gs>
                <a:gs pos="85714">
                  <a:srgbClr val="000807">
                    <a:alpha val="375"/>
                  </a:srgbClr>
                </a:gs>
                <a:gs pos="100000">
                  <a:srgbClr val="000807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4072913">
              <a:off x="105737" y="603582"/>
              <a:ext cx="529248" cy="496093"/>
            </a:xfrm>
            <a:prstGeom prst="ellipse">
              <a:avLst/>
            </a:prstGeom>
            <a:gradFill>
              <a:gsLst>
                <a:gs pos="0">
                  <a:srgbClr val="000000">
                    <a:alpha val="4529"/>
                  </a:srgbClr>
                </a:gs>
                <a:gs pos="14286">
                  <a:srgbClr val="000000">
                    <a:alpha val="4171"/>
                  </a:srgbClr>
                </a:gs>
                <a:gs pos="28571">
                  <a:srgbClr val="000000">
                    <a:alpha val="3254"/>
                  </a:srgbClr>
                </a:gs>
                <a:gs pos="42857">
                  <a:srgbClr val="000000">
                    <a:alpha val="2146"/>
                  </a:srgbClr>
                </a:gs>
                <a:gs pos="57143">
                  <a:srgbClr val="000000">
                    <a:alpha val="1195"/>
                  </a:srgbClr>
                </a:gs>
                <a:gs pos="71429">
                  <a:srgbClr val="000000">
                    <a:alpha val="561"/>
                  </a:srgbClr>
                </a:gs>
                <a:gs pos="85714">
                  <a:srgbClr val="000000">
                    <a:alpha val="222"/>
                  </a:srgbClr>
                </a:gs>
                <a:gs pos="100000">
                  <a:srgbClr val="00000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5353998">
              <a:off x="2263916" y="798277"/>
              <a:ext cx="402927" cy="390736"/>
            </a:xfrm>
            <a:prstGeom prst="ellipse">
              <a:avLst/>
            </a:prstGeom>
            <a:gradFill>
              <a:gsLst>
                <a:gs pos="0">
                  <a:srgbClr val="000000">
                    <a:alpha val="17129"/>
                  </a:srgbClr>
                </a:gs>
                <a:gs pos="14286">
                  <a:srgbClr val="000000">
                    <a:alpha val="15860"/>
                  </a:srgbClr>
                </a:gs>
                <a:gs pos="28571">
                  <a:srgbClr val="000000">
                    <a:alpha val="12548"/>
                  </a:srgbClr>
                </a:gs>
                <a:gs pos="42857">
                  <a:srgbClr val="000000">
                    <a:alpha val="8419"/>
                  </a:srgbClr>
                </a:gs>
                <a:gs pos="57143">
                  <a:srgbClr val="000000">
                    <a:alpha val="4756"/>
                  </a:srgbClr>
                </a:gs>
                <a:gs pos="71429">
                  <a:srgbClr val="000000">
                    <a:alpha val="2255"/>
                  </a:srgbClr>
                </a:gs>
                <a:gs pos="85714">
                  <a:srgbClr val="000000">
                    <a:alpha val="898"/>
                  </a:srgbClr>
                </a:gs>
                <a:gs pos="100000">
                  <a:srgbClr val="00000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9966037">
              <a:off x="-55921" y="1872352"/>
              <a:ext cx="559036" cy="549472"/>
            </a:xfrm>
            <a:prstGeom prst="ellipse">
              <a:avLst/>
            </a:prstGeom>
            <a:gradFill>
              <a:gsLst>
                <a:gs pos="0">
                  <a:srgbClr val="00110C">
                    <a:alpha val="7692"/>
                  </a:srgbClr>
                </a:gs>
                <a:gs pos="14286">
                  <a:srgbClr val="00110C">
                    <a:alpha val="7092"/>
                  </a:srgbClr>
                </a:gs>
                <a:gs pos="28571">
                  <a:srgbClr val="00110C">
                    <a:alpha val="5552"/>
                  </a:srgbClr>
                </a:gs>
                <a:gs pos="42857">
                  <a:srgbClr val="00110C">
                    <a:alpha val="3677"/>
                  </a:srgbClr>
                </a:gs>
                <a:gs pos="57143">
                  <a:srgbClr val="00110C">
                    <a:alpha val="2055"/>
                  </a:srgbClr>
                </a:gs>
                <a:gs pos="71429">
                  <a:srgbClr val="00110C">
                    <a:alpha val="967"/>
                  </a:srgbClr>
                </a:gs>
                <a:gs pos="85714">
                  <a:srgbClr val="00110C">
                    <a:alpha val="384"/>
                  </a:srgbClr>
                </a:gs>
                <a:gs pos="100000">
                  <a:srgbClr val="00110C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-8863314">
              <a:off x="1527636" y="2596816"/>
              <a:ext cx="547333" cy="477911"/>
            </a:xfrm>
            <a:prstGeom prst="ellipse">
              <a:avLst/>
            </a:prstGeom>
            <a:gradFill>
              <a:gsLst>
                <a:gs pos="0">
                  <a:srgbClr val="011617">
                    <a:alpha val="2372"/>
                  </a:srgbClr>
                </a:gs>
                <a:gs pos="14286">
                  <a:srgbClr val="011617">
                    <a:alpha val="2182"/>
                  </a:srgbClr>
                </a:gs>
                <a:gs pos="28571">
                  <a:srgbClr val="011617">
                    <a:alpha val="1699"/>
                  </a:srgbClr>
                </a:gs>
                <a:gs pos="42857">
                  <a:srgbClr val="011617">
                    <a:alpha val="1117"/>
                  </a:srgbClr>
                </a:gs>
                <a:gs pos="57143">
                  <a:srgbClr val="011617">
                    <a:alpha val="621"/>
                  </a:srgbClr>
                </a:gs>
                <a:gs pos="71429">
                  <a:srgbClr val="011617">
                    <a:alpha val="291"/>
                  </a:srgbClr>
                </a:gs>
                <a:gs pos="85714">
                  <a:srgbClr val="011617">
                    <a:alpha val="115"/>
                  </a:srgbClr>
                </a:gs>
                <a:gs pos="100000">
                  <a:srgbClr val="011617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8877893">
              <a:off x="945581" y="345859"/>
              <a:ext cx="363346" cy="31113"/>
            </a:xfrm>
            <a:prstGeom prst="ellipse">
              <a:avLst/>
            </a:prstGeom>
            <a:gradFill>
              <a:gsLst>
                <a:gs pos="0">
                  <a:srgbClr val="FFD9D2">
                    <a:alpha val="9065"/>
                  </a:srgbClr>
                </a:gs>
                <a:gs pos="14286">
                  <a:srgbClr val="FFD9D2">
                    <a:alpha val="8364"/>
                  </a:srgbClr>
                </a:gs>
                <a:gs pos="28571">
                  <a:srgbClr val="FFD9D2">
                    <a:alpha val="6557"/>
                  </a:srgbClr>
                </a:gs>
                <a:gs pos="42857">
                  <a:srgbClr val="FFD9D2">
                    <a:alpha val="4351"/>
                  </a:srgbClr>
                </a:gs>
                <a:gs pos="57143">
                  <a:srgbClr val="FFD9D2">
                    <a:alpha val="2435"/>
                  </a:srgbClr>
                </a:gs>
                <a:gs pos="71429">
                  <a:srgbClr val="FFD9D2">
                    <a:alpha val="1147"/>
                  </a:srgbClr>
                </a:gs>
                <a:gs pos="85714">
                  <a:srgbClr val="FFD9D2">
                    <a:alpha val="455"/>
                  </a:srgbClr>
                </a:gs>
                <a:gs pos="100000">
                  <a:srgbClr val="FFD9D2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8767151">
              <a:off x="2573169" y="1664665"/>
              <a:ext cx="170232" cy="134423"/>
            </a:xfrm>
            <a:prstGeom prst="ellipse">
              <a:avLst/>
            </a:prstGeom>
            <a:gradFill>
              <a:gsLst>
                <a:gs pos="0">
                  <a:srgbClr val="FFFFCD">
                    <a:alpha val="32968"/>
                  </a:srgbClr>
                </a:gs>
                <a:gs pos="14286">
                  <a:srgbClr val="FFFFCD">
                    <a:alpha val="30764"/>
                  </a:srgbClr>
                </a:gs>
                <a:gs pos="28571">
                  <a:srgbClr val="FFFFCD">
                    <a:alpha val="24833"/>
                  </a:srgbClr>
                </a:gs>
                <a:gs pos="42857">
                  <a:srgbClr val="FFFFCD">
                    <a:alpha val="17075"/>
                  </a:srgbClr>
                </a:gs>
                <a:gs pos="57143">
                  <a:srgbClr val="FFFFCD">
                    <a:alpha val="9855"/>
                  </a:srgbClr>
                </a:gs>
                <a:gs pos="71429">
                  <a:srgbClr val="FFFFCD">
                    <a:alpha val="4740"/>
                  </a:srgbClr>
                </a:gs>
                <a:gs pos="85714">
                  <a:srgbClr val="FFFFCD">
                    <a:alpha val="1902"/>
                  </a:srgbClr>
                </a:gs>
                <a:gs pos="100000">
                  <a:srgbClr val="FFFF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5711364">
              <a:off x="-4381" y="835789"/>
              <a:ext cx="553307" cy="549470"/>
            </a:xfrm>
            <a:prstGeom prst="ellipse">
              <a:avLst/>
            </a:prstGeom>
            <a:gradFill>
              <a:gsLst>
                <a:gs pos="0">
                  <a:srgbClr val="001210">
                    <a:alpha val="3777"/>
                  </a:srgbClr>
                </a:gs>
                <a:gs pos="14286">
                  <a:srgbClr val="001210">
                    <a:alpha val="3477"/>
                  </a:srgbClr>
                </a:gs>
                <a:gs pos="28571">
                  <a:srgbClr val="001210">
                    <a:alpha val="2710"/>
                  </a:srgbClr>
                </a:gs>
                <a:gs pos="42857">
                  <a:srgbClr val="001210">
                    <a:alpha val="1786"/>
                  </a:srgbClr>
                </a:gs>
                <a:gs pos="57143">
                  <a:srgbClr val="001210">
                    <a:alpha val="994"/>
                  </a:srgbClr>
                </a:gs>
                <a:gs pos="71429">
                  <a:srgbClr val="001210">
                    <a:alpha val="466"/>
                  </a:srgbClr>
                </a:gs>
                <a:gs pos="85714">
                  <a:srgbClr val="001210">
                    <a:alpha val="185"/>
                  </a:srgbClr>
                </a:gs>
                <a:gs pos="100000">
                  <a:srgbClr val="001210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9188781">
              <a:off x="1845511" y="1821520"/>
              <a:ext cx="565257" cy="529520"/>
            </a:xfrm>
            <a:prstGeom prst="ellipse">
              <a:avLst/>
            </a:prstGeom>
            <a:gradFill>
              <a:gsLst>
                <a:gs pos="0">
                  <a:srgbClr val="000208">
                    <a:alpha val="17029"/>
                  </a:srgbClr>
                </a:gs>
                <a:gs pos="14286">
                  <a:srgbClr val="000208">
                    <a:alpha val="15766"/>
                  </a:srgbClr>
                </a:gs>
                <a:gs pos="28571">
                  <a:srgbClr val="000208">
                    <a:alpha val="12473"/>
                  </a:srgbClr>
                </a:gs>
                <a:gs pos="42857">
                  <a:srgbClr val="000208">
                    <a:alpha val="8367"/>
                  </a:srgbClr>
                </a:gs>
                <a:gs pos="57143">
                  <a:srgbClr val="000208">
                    <a:alpha val="4727"/>
                  </a:srgbClr>
                </a:gs>
                <a:gs pos="71429">
                  <a:srgbClr val="000208">
                    <a:alpha val="2241"/>
                  </a:srgbClr>
                </a:gs>
                <a:gs pos="85714">
                  <a:srgbClr val="000208">
                    <a:alpha val="892"/>
                  </a:srgbClr>
                </a:gs>
                <a:gs pos="100000">
                  <a:srgbClr val="000208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-10266037">
              <a:off x="23677" y="1961571"/>
              <a:ext cx="591815" cy="510862"/>
            </a:xfrm>
            <a:prstGeom prst="ellipse">
              <a:avLst/>
            </a:prstGeom>
            <a:gradFill>
              <a:gsLst>
                <a:gs pos="0">
                  <a:srgbClr val="000000">
                    <a:alpha val="16586"/>
                  </a:srgbClr>
                </a:gs>
                <a:gs pos="14286">
                  <a:srgbClr val="000000">
                    <a:alpha val="15354"/>
                  </a:srgbClr>
                </a:gs>
                <a:gs pos="28571">
                  <a:srgbClr val="000000">
                    <a:alpha val="12140"/>
                  </a:srgbClr>
                </a:gs>
                <a:gs pos="42857">
                  <a:srgbClr val="000000">
                    <a:alpha val="8139"/>
                  </a:srgbClr>
                </a:gs>
                <a:gs pos="57143">
                  <a:srgbClr val="000000">
                    <a:alpha val="4595"/>
                  </a:srgbClr>
                </a:gs>
                <a:gs pos="71429">
                  <a:srgbClr val="000000">
                    <a:alpha val="2178"/>
                  </a:srgbClr>
                </a:gs>
                <a:gs pos="85714">
                  <a:srgbClr val="000000">
                    <a:alpha val="867"/>
                  </a:srgbClr>
                </a:gs>
                <a:gs pos="100000">
                  <a:srgbClr val="00000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-10571635">
              <a:off x="-17650" y="1941690"/>
              <a:ext cx="582349" cy="521931"/>
            </a:xfrm>
            <a:prstGeom prst="ellipse">
              <a:avLst/>
            </a:prstGeom>
            <a:gradFill>
              <a:gsLst>
                <a:gs pos="0">
                  <a:srgbClr val="000000">
                    <a:alpha val="6593"/>
                  </a:srgbClr>
                </a:gs>
                <a:gs pos="14286">
                  <a:srgbClr val="000000">
                    <a:alpha val="6076"/>
                  </a:srgbClr>
                </a:gs>
                <a:gs pos="28571">
                  <a:srgbClr val="000000">
                    <a:alpha val="4750"/>
                  </a:srgbClr>
                </a:gs>
                <a:gs pos="42857">
                  <a:srgbClr val="000000">
                    <a:alpha val="3142"/>
                  </a:srgbClr>
                </a:gs>
                <a:gs pos="57143">
                  <a:srgbClr val="000000">
                    <a:alpha val="1753"/>
                  </a:srgbClr>
                </a:gs>
                <a:gs pos="71429">
                  <a:srgbClr val="000000">
                    <a:alpha val="825"/>
                  </a:srgbClr>
                </a:gs>
                <a:gs pos="85714">
                  <a:srgbClr val="000000">
                    <a:alpha val="327"/>
                  </a:srgbClr>
                </a:gs>
                <a:gs pos="100000">
                  <a:srgbClr val="000000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-9062916">
              <a:off x="-39779" y="1982631"/>
              <a:ext cx="613572" cy="428320"/>
            </a:xfrm>
            <a:prstGeom prst="ellipse">
              <a:avLst/>
            </a:prstGeom>
            <a:gradFill>
              <a:gsLst>
                <a:gs pos="0">
                  <a:srgbClr val="393638">
                    <a:alpha val="2412"/>
                  </a:srgbClr>
                </a:gs>
                <a:gs pos="14286">
                  <a:srgbClr val="393638">
                    <a:alpha val="2219"/>
                  </a:srgbClr>
                </a:gs>
                <a:gs pos="28571">
                  <a:srgbClr val="393638">
                    <a:alpha val="1727"/>
                  </a:srgbClr>
                </a:gs>
                <a:gs pos="42857">
                  <a:srgbClr val="393638">
                    <a:alpha val="1136"/>
                  </a:srgbClr>
                </a:gs>
                <a:gs pos="57143">
                  <a:srgbClr val="393638">
                    <a:alpha val="631"/>
                  </a:srgbClr>
                </a:gs>
                <a:gs pos="71429">
                  <a:srgbClr val="393638">
                    <a:alpha val="296"/>
                  </a:srgbClr>
                </a:gs>
                <a:gs pos="85714">
                  <a:srgbClr val="393638">
                    <a:alpha val="117"/>
                  </a:srgbClr>
                </a:gs>
                <a:gs pos="100000">
                  <a:srgbClr val="393638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2987977">
              <a:off x="1280972" y="786262"/>
              <a:ext cx="498307" cy="486665"/>
            </a:xfrm>
            <a:prstGeom prst="ellipse">
              <a:avLst/>
            </a:prstGeom>
            <a:gradFill>
              <a:gsLst>
                <a:gs pos="0">
                  <a:srgbClr val="000000">
                    <a:alpha val="23068"/>
                  </a:srgbClr>
                </a:gs>
                <a:gs pos="14286">
                  <a:srgbClr val="000000">
                    <a:alpha val="21419"/>
                  </a:srgbClr>
                </a:gs>
                <a:gs pos="28571">
                  <a:srgbClr val="000000">
                    <a:alpha val="17068"/>
                  </a:srgbClr>
                </a:gs>
                <a:gs pos="42857">
                  <a:srgbClr val="000000">
                    <a:alpha val="11552"/>
                  </a:srgbClr>
                </a:gs>
                <a:gs pos="57143">
                  <a:srgbClr val="000000">
                    <a:alpha val="6576"/>
                  </a:srgbClr>
                </a:gs>
                <a:gs pos="71429">
                  <a:srgbClr val="000000">
                    <a:alpha val="3134"/>
                  </a:srgbClr>
                </a:gs>
                <a:gs pos="85714">
                  <a:srgbClr val="000000">
                    <a:alpha val="1251"/>
                  </a:srgbClr>
                </a:gs>
                <a:gs pos="100000">
                  <a:srgbClr val="000000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5782837">
              <a:off x="223462" y="-274839"/>
              <a:ext cx="555497" cy="553490"/>
            </a:xfrm>
            <a:prstGeom prst="ellipse">
              <a:avLst/>
            </a:prstGeom>
            <a:gradFill>
              <a:gsLst>
                <a:gs pos="0">
                  <a:srgbClr val="101312">
                    <a:alpha val="8910"/>
                  </a:srgbClr>
                </a:gs>
                <a:gs pos="14286">
                  <a:srgbClr val="101312">
                    <a:alpha val="8220"/>
                  </a:srgbClr>
                </a:gs>
                <a:gs pos="28571">
                  <a:srgbClr val="101312">
                    <a:alpha val="6443"/>
                  </a:srgbClr>
                </a:gs>
                <a:gs pos="42857">
                  <a:srgbClr val="101312">
                    <a:alpha val="4274"/>
                  </a:srgbClr>
                </a:gs>
                <a:gs pos="57143">
                  <a:srgbClr val="101312">
                    <a:alpha val="2391"/>
                  </a:srgbClr>
                </a:gs>
                <a:gs pos="71429">
                  <a:srgbClr val="101312">
                    <a:alpha val="1127"/>
                  </a:srgbClr>
                </a:gs>
                <a:gs pos="85714">
                  <a:srgbClr val="101312">
                    <a:alpha val="447"/>
                  </a:srgbClr>
                </a:gs>
                <a:gs pos="100000">
                  <a:srgbClr val="101312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4946308">
              <a:off x="1255487" y="828158"/>
              <a:ext cx="497946" cy="426400"/>
            </a:xfrm>
            <a:prstGeom prst="ellipse">
              <a:avLst/>
            </a:prstGeom>
            <a:gradFill>
              <a:gsLst>
                <a:gs pos="0">
                  <a:srgbClr val="2F312D">
                    <a:alpha val="9081"/>
                  </a:srgbClr>
                </a:gs>
                <a:gs pos="14286">
                  <a:srgbClr val="2F312D">
                    <a:alpha val="8379"/>
                  </a:srgbClr>
                </a:gs>
                <a:gs pos="28571">
                  <a:srgbClr val="2F312D">
                    <a:alpha val="6569"/>
                  </a:srgbClr>
                </a:gs>
                <a:gs pos="42857">
                  <a:srgbClr val="2F312D">
                    <a:alpha val="4359"/>
                  </a:srgbClr>
                </a:gs>
                <a:gs pos="57143">
                  <a:srgbClr val="2F312D">
                    <a:alpha val="2439"/>
                  </a:srgbClr>
                </a:gs>
                <a:gs pos="71429">
                  <a:srgbClr val="2F312D">
                    <a:alpha val="1149"/>
                  </a:srgbClr>
                </a:gs>
                <a:gs pos="85714">
                  <a:srgbClr val="2F312D">
                    <a:alpha val="456"/>
                  </a:srgbClr>
                </a:gs>
                <a:gs pos="100000">
                  <a:srgbClr val="2F312D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8831935">
              <a:off x="2177534" y="2393501"/>
              <a:ext cx="548854" cy="528246"/>
            </a:xfrm>
            <a:prstGeom prst="ellipse">
              <a:avLst/>
            </a:prstGeom>
            <a:gradFill>
              <a:gsLst>
                <a:gs pos="0">
                  <a:srgbClr val="000201">
                    <a:alpha val="17717"/>
                  </a:srgbClr>
                </a:gs>
                <a:gs pos="14286">
                  <a:srgbClr val="000201">
                    <a:alpha val="16409"/>
                  </a:srgbClr>
                </a:gs>
                <a:gs pos="28571">
                  <a:srgbClr val="000201">
                    <a:alpha val="12992"/>
                  </a:srgbClr>
                </a:gs>
                <a:gs pos="42857">
                  <a:srgbClr val="000201">
                    <a:alpha val="8724"/>
                  </a:srgbClr>
                </a:gs>
                <a:gs pos="57143">
                  <a:srgbClr val="000201">
                    <a:alpha val="4932"/>
                  </a:srgbClr>
                </a:gs>
                <a:gs pos="71429">
                  <a:srgbClr val="000201">
                    <a:alpha val="2340"/>
                  </a:srgbClr>
                </a:gs>
                <a:gs pos="85714">
                  <a:srgbClr val="000201">
                    <a:alpha val="932"/>
                  </a:srgbClr>
                </a:gs>
                <a:gs pos="100000">
                  <a:srgbClr val="000201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-8572814">
              <a:off x="1996622" y="1023100"/>
              <a:ext cx="581035" cy="464775"/>
            </a:xfrm>
            <a:prstGeom prst="ellipse">
              <a:avLst/>
            </a:prstGeom>
            <a:gradFill>
              <a:gsLst>
                <a:gs pos="0">
                  <a:srgbClr val="060E08">
                    <a:alpha val="10427"/>
                  </a:srgbClr>
                </a:gs>
                <a:gs pos="14286">
                  <a:srgbClr val="060E08">
                    <a:alpha val="9625"/>
                  </a:srgbClr>
                </a:gs>
                <a:gs pos="28571">
                  <a:srgbClr val="060E08">
                    <a:alpha val="7557"/>
                  </a:srgbClr>
                </a:gs>
                <a:gs pos="42857">
                  <a:srgbClr val="060E08">
                    <a:alpha val="5024"/>
                  </a:srgbClr>
                </a:gs>
                <a:gs pos="57143">
                  <a:srgbClr val="060E08">
                    <a:alpha val="2816"/>
                  </a:srgbClr>
                </a:gs>
                <a:gs pos="71429">
                  <a:srgbClr val="060E08">
                    <a:alpha val="1328"/>
                  </a:srgbClr>
                </a:gs>
                <a:gs pos="85714">
                  <a:srgbClr val="060E08">
                    <a:alpha val="527"/>
                  </a:srgbClr>
                </a:gs>
                <a:gs pos="100000">
                  <a:srgbClr val="060E08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4664630">
              <a:off x="1545426" y="2928575"/>
              <a:ext cx="577262" cy="486692"/>
            </a:xfrm>
            <a:prstGeom prst="ellipse">
              <a:avLst/>
            </a:prstGeom>
            <a:gradFill>
              <a:gsLst>
                <a:gs pos="0">
                  <a:srgbClr val="000100">
                    <a:alpha val="13035"/>
                  </a:srgbClr>
                </a:gs>
                <a:gs pos="14286">
                  <a:srgbClr val="000100">
                    <a:alpha val="12047"/>
                  </a:srgbClr>
                </a:gs>
                <a:gs pos="28571">
                  <a:srgbClr val="000100">
                    <a:alpha val="9486"/>
                  </a:srgbClr>
                </a:gs>
                <a:gs pos="42857">
                  <a:srgbClr val="000100">
                    <a:alpha val="6328"/>
                  </a:srgbClr>
                </a:gs>
                <a:gs pos="57143">
                  <a:srgbClr val="000100">
                    <a:alpha val="3558"/>
                  </a:srgbClr>
                </a:gs>
                <a:gs pos="71429">
                  <a:srgbClr val="000100">
                    <a:alpha val="1681"/>
                  </a:srgbClr>
                </a:gs>
                <a:gs pos="85714">
                  <a:srgbClr val="000100">
                    <a:alpha val="668"/>
                  </a:srgbClr>
                </a:gs>
                <a:gs pos="100000">
                  <a:srgbClr val="0001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8957844">
              <a:off x="2898188" y="1371199"/>
              <a:ext cx="541412" cy="513601"/>
            </a:xfrm>
            <a:prstGeom prst="ellipse">
              <a:avLst/>
            </a:prstGeom>
            <a:gradFill>
              <a:gsLst>
                <a:gs pos="0">
                  <a:srgbClr val="050C0C">
                    <a:alpha val="19605"/>
                  </a:srgbClr>
                </a:gs>
                <a:gs pos="14286">
                  <a:srgbClr val="050C0C">
                    <a:alpha val="18173"/>
                  </a:srgbClr>
                </a:gs>
                <a:gs pos="28571">
                  <a:srgbClr val="050C0C">
                    <a:alpha val="14421"/>
                  </a:srgbClr>
                </a:gs>
                <a:gs pos="42857">
                  <a:srgbClr val="050C0C">
                    <a:alpha val="9710"/>
                  </a:srgbClr>
                </a:gs>
                <a:gs pos="57143">
                  <a:srgbClr val="050C0C">
                    <a:alpha val="5503"/>
                  </a:srgbClr>
                </a:gs>
                <a:gs pos="71429">
                  <a:srgbClr val="050C0C">
                    <a:alpha val="2615"/>
                  </a:srgbClr>
                </a:gs>
                <a:gs pos="85714">
                  <a:srgbClr val="050C0C">
                    <a:alpha val="1042"/>
                  </a:srgbClr>
                </a:gs>
                <a:gs pos="100000">
                  <a:srgbClr val="050C0C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5618569">
              <a:off x="151955" y="2428881"/>
              <a:ext cx="524567" cy="524527"/>
            </a:xfrm>
            <a:prstGeom prst="ellipse">
              <a:avLst/>
            </a:prstGeom>
            <a:gradFill>
              <a:gsLst>
                <a:gs pos="0">
                  <a:srgbClr val="000000">
                    <a:alpha val="4423"/>
                  </a:srgbClr>
                </a:gs>
                <a:gs pos="14286">
                  <a:srgbClr val="000000">
                    <a:alpha val="4073"/>
                  </a:srgbClr>
                </a:gs>
                <a:gs pos="28571">
                  <a:srgbClr val="000000">
                    <a:alpha val="3177"/>
                  </a:srgbClr>
                </a:gs>
                <a:gs pos="42857">
                  <a:srgbClr val="000000">
                    <a:alpha val="2095"/>
                  </a:srgbClr>
                </a:gs>
                <a:gs pos="57143">
                  <a:srgbClr val="000000">
                    <a:alpha val="1167"/>
                  </a:srgbClr>
                </a:gs>
                <a:gs pos="71429">
                  <a:srgbClr val="000000">
                    <a:alpha val="548"/>
                  </a:srgbClr>
                </a:gs>
                <a:gs pos="85714">
                  <a:srgbClr val="000000">
                    <a:alpha val="217"/>
                  </a:srgbClr>
                </a:gs>
                <a:gs pos="100000">
                  <a:srgbClr val="0000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-9154285">
              <a:off x="716906" y="1227565"/>
              <a:ext cx="546952" cy="532488"/>
            </a:xfrm>
            <a:prstGeom prst="ellipse">
              <a:avLst/>
            </a:prstGeom>
            <a:gradFill>
              <a:gsLst>
                <a:gs pos="0">
                  <a:srgbClr val="080A11">
                    <a:alpha val="7223"/>
                  </a:srgbClr>
                </a:gs>
                <a:gs pos="14286">
                  <a:srgbClr val="080A11">
                    <a:alpha val="6659"/>
                  </a:srgbClr>
                </a:gs>
                <a:gs pos="28571">
                  <a:srgbClr val="080A11">
                    <a:alpha val="5210"/>
                  </a:srgbClr>
                </a:gs>
                <a:gs pos="42857">
                  <a:srgbClr val="080A11">
                    <a:alpha val="3448"/>
                  </a:srgbClr>
                </a:gs>
                <a:gs pos="57143">
                  <a:srgbClr val="080A11">
                    <a:alpha val="1926"/>
                  </a:srgbClr>
                </a:gs>
                <a:gs pos="71429">
                  <a:srgbClr val="080A11">
                    <a:alpha val="906"/>
                  </a:srgbClr>
                </a:gs>
                <a:gs pos="85714">
                  <a:srgbClr val="080A11">
                    <a:alpha val="359"/>
                  </a:srgbClr>
                </a:gs>
                <a:gs pos="100000">
                  <a:srgbClr val="080A11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3843321">
              <a:off x="2728048" y="1579596"/>
              <a:ext cx="531846" cy="496884"/>
            </a:xfrm>
            <a:prstGeom prst="ellipse">
              <a:avLst/>
            </a:prstGeom>
            <a:gradFill>
              <a:gsLst>
                <a:gs pos="0">
                  <a:srgbClr val="000000">
                    <a:alpha val="11520"/>
                  </a:srgbClr>
                </a:gs>
                <a:gs pos="14286">
                  <a:srgbClr val="000000">
                    <a:alpha val="10639"/>
                  </a:srgbClr>
                </a:gs>
                <a:gs pos="28571">
                  <a:srgbClr val="000000">
                    <a:alpha val="8364"/>
                  </a:srgbClr>
                </a:gs>
                <a:gs pos="42857">
                  <a:srgbClr val="000000">
                    <a:alpha val="5568"/>
                  </a:srgbClr>
                </a:gs>
                <a:gs pos="57143">
                  <a:srgbClr val="000000">
                    <a:alpha val="3125"/>
                  </a:srgbClr>
                </a:gs>
                <a:gs pos="71429">
                  <a:srgbClr val="000000">
                    <a:alpha val="1475"/>
                  </a:srgbClr>
                </a:gs>
                <a:gs pos="85714">
                  <a:srgbClr val="000000">
                    <a:alpha val="586"/>
                  </a:srgbClr>
                </a:gs>
                <a:gs pos="100000">
                  <a:srgbClr val="000000">
                    <a:alpha val="1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4281502">
              <a:off x="1200906" y="2012080"/>
              <a:ext cx="561620" cy="548441"/>
            </a:xfrm>
            <a:prstGeom prst="ellipse">
              <a:avLst/>
            </a:prstGeom>
            <a:gradFill>
              <a:gsLst>
                <a:gs pos="0">
                  <a:srgbClr val="070B0A">
                    <a:alpha val="5395"/>
                  </a:srgbClr>
                </a:gs>
                <a:gs pos="14286">
                  <a:srgbClr val="070B0A">
                    <a:alpha val="4970"/>
                  </a:srgbClr>
                </a:gs>
                <a:gs pos="28571">
                  <a:srgbClr val="070B0A">
                    <a:alpha val="3881"/>
                  </a:srgbClr>
                </a:gs>
                <a:gs pos="42857">
                  <a:srgbClr val="070B0A">
                    <a:alpha val="2563"/>
                  </a:srgbClr>
                </a:gs>
                <a:gs pos="57143">
                  <a:srgbClr val="070B0A">
                    <a:alpha val="1428"/>
                  </a:srgbClr>
                </a:gs>
                <a:gs pos="71429">
                  <a:srgbClr val="070B0A">
                    <a:alpha val="671"/>
                  </a:srgbClr>
                </a:gs>
                <a:gs pos="85714">
                  <a:srgbClr val="070B0A">
                    <a:alpha val="266"/>
                  </a:srgbClr>
                </a:gs>
                <a:gs pos="100000">
                  <a:srgbClr val="070B0A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5593492">
              <a:off x="623390" y="944925"/>
              <a:ext cx="522367" cy="509699"/>
            </a:xfrm>
            <a:prstGeom prst="ellipse">
              <a:avLst/>
            </a:prstGeom>
            <a:gradFill>
              <a:gsLst>
                <a:gs pos="0">
                  <a:srgbClr val="2D403A">
                    <a:alpha val="1499"/>
                  </a:srgbClr>
                </a:gs>
                <a:gs pos="14286">
                  <a:srgbClr val="2D403A">
                    <a:alpha val="1379"/>
                  </a:srgbClr>
                </a:gs>
                <a:gs pos="28571">
                  <a:srgbClr val="2D403A">
                    <a:alpha val="1072"/>
                  </a:srgbClr>
                </a:gs>
                <a:gs pos="42857">
                  <a:srgbClr val="2D403A">
                    <a:alpha val="705"/>
                  </a:srgbClr>
                </a:gs>
                <a:gs pos="57143">
                  <a:srgbClr val="2D403A">
                    <a:alpha val="391"/>
                  </a:srgbClr>
                </a:gs>
                <a:gs pos="71429">
                  <a:srgbClr val="2D403A">
                    <a:alpha val="183"/>
                  </a:srgbClr>
                </a:gs>
                <a:gs pos="85714">
                  <a:srgbClr val="2D403A">
                    <a:alpha val="73"/>
                  </a:srgbClr>
                </a:gs>
                <a:gs pos="100000">
                  <a:srgbClr val="2D403A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-9510924">
              <a:off x="660323" y="902458"/>
              <a:ext cx="343988" cy="235161"/>
            </a:xfrm>
            <a:prstGeom prst="ellipse">
              <a:avLst/>
            </a:prstGeom>
            <a:gradFill>
              <a:gsLst>
                <a:gs pos="0">
                  <a:srgbClr val="586160">
                    <a:alpha val="3839"/>
                  </a:srgbClr>
                </a:gs>
                <a:gs pos="14286">
                  <a:srgbClr val="586160">
                    <a:alpha val="3534"/>
                  </a:srgbClr>
                </a:gs>
                <a:gs pos="28571">
                  <a:srgbClr val="586160">
                    <a:alpha val="2755"/>
                  </a:srgbClr>
                </a:gs>
                <a:gs pos="42857">
                  <a:srgbClr val="586160">
                    <a:alpha val="1816"/>
                  </a:srgbClr>
                </a:gs>
                <a:gs pos="57143">
                  <a:srgbClr val="586160">
                    <a:alpha val="1010"/>
                  </a:srgbClr>
                </a:gs>
                <a:gs pos="71429">
                  <a:srgbClr val="586160">
                    <a:alpha val="474"/>
                  </a:srgbClr>
                </a:gs>
                <a:gs pos="85714">
                  <a:srgbClr val="586160">
                    <a:alpha val="188"/>
                  </a:srgbClr>
                </a:gs>
                <a:gs pos="100000">
                  <a:srgbClr val="586160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2734896">
              <a:off x="1020486" y="1976279"/>
              <a:ext cx="612850" cy="481697"/>
            </a:xfrm>
            <a:prstGeom prst="ellipse">
              <a:avLst/>
            </a:prstGeom>
            <a:gradFill>
              <a:gsLst>
                <a:gs pos="0">
                  <a:srgbClr val="2B3638">
                    <a:alpha val="2261"/>
                  </a:srgbClr>
                </a:gs>
                <a:gs pos="14286">
                  <a:srgbClr val="2B3638">
                    <a:alpha val="2080"/>
                  </a:srgbClr>
                </a:gs>
                <a:gs pos="28571">
                  <a:srgbClr val="2B3638">
                    <a:alpha val="1619"/>
                  </a:srgbClr>
                </a:gs>
                <a:gs pos="42857">
                  <a:srgbClr val="2B3638">
                    <a:alpha val="1065"/>
                  </a:srgbClr>
                </a:gs>
                <a:gs pos="57143">
                  <a:srgbClr val="2B3638">
                    <a:alpha val="591"/>
                  </a:srgbClr>
                </a:gs>
                <a:gs pos="71429">
                  <a:srgbClr val="2B3638">
                    <a:alpha val="277"/>
                  </a:srgbClr>
                </a:gs>
                <a:gs pos="85714">
                  <a:srgbClr val="2B3638">
                    <a:alpha val="110"/>
                  </a:srgbClr>
                </a:gs>
                <a:gs pos="100000">
                  <a:srgbClr val="2B3638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9930741">
              <a:off x="2336658" y="1219115"/>
              <a:ext cx="544551" cy="499958"/>
            </a:xfrm>
            <a:prstGeom prst="ellipse">
              <a:avLst/>
            </a:prstGeom>
            <a:gradFill>
              <a:gsLst>
                <a:gs pos="0">
                  <a:srgbClr val="000407">
                    <a:alpha val="16616"/>
                  </a:srgbClr>
                </a:gs>
                <a:gs pos="14286">
                  <a:srgbClr val="000407">
                    <a:alpha val="15381"/>
                  </a:srgbClr>
                </a:gs>
                <a:gs pos="28571">
                  <a:srgbClr val="000407">
                    <a:alpha val="12162"/>
                  </a:srgbClr>
                </a:gs>
                <a:gs pos="42857">
                  <a:srgbClr val="000407">
                    <a:alpha val="8154"/>
                  </a:srgbClr>
                </a:gs>
                <a:gs pos="57143">
                  <a:srgbClr val="000407">
                    <a:alpha val="4604"/>
                  </a:srgbClr>
                </a:gs>
                <a:gs pos="71429">
                  <a:srgbClr val="000407">
                    <a:alpha val="2182"/>
                  </a:srgbClr>
                </a:gs>
                <a:gs pos="85714">
                  <a:srgbClr val="000407">
                    <a:alpha val="869"/>
                  </a:srgbClr>
                </a:gs>
                <a:gs pos="100000">
                  <a:srgbClr val="000407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4556398">
              <a:off x="2181442" y="14701"/>
              <a:ext cx="522501" cy="496591"/>
            </a:xfrm>
            <a:prstGeom prst="ellipse">
              <a:avLst/>
            </a:prstGeom>
            <a:gradFill>
              <a:gsLst>
                <a:gs pos="0">
                  <a:srgbClr val="000004">
                    <a:alpha val="5114"/>
                  </a:srgbClr>
                </a:gs>
                <a:gs pos="14286">
                  <a:srgbClr val="000004">
                    <a:alpha val="4710"/>
                  </a:srgbClr>
                </a:gs>
                <a:gs pos="28571">
                  <a:srgbClr val="000004">
                    <a:alpha val="3677"/>
                  </a:srgbClr>
                </a:gs>
                <a:gs pos="42857">
                  <a:srgbClr val="000004">
                    <a:alpha val="2427"/>
                  </a:srgbClr>
                </a:gs>
                <a:gs pos="57143">
                  <a:srgbClr val="000004">
                    <a:alpha val="1352"/>
                  </a:srgbClr>
                </a:gs>
                <a:gs pos="71429">
                  <a:srgbClr val="000004">
                    <a:alpha val="635"/>
                  </a:srgbClr>
                </a:gs>
                <a:gs pos="85714">
                  <a:srgbClr val="000004">
                    <a:alpha val="252"/>
                  </a:srgbClr>
                </a:gs>
                <a:gs pos="100000">
                  <a:srgbClr val="000004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5727266">
              <a:off x="144152" y="804590"/>
              <a:ext cx="529771" cy="513946"/>
            </a:xfrm>
            <a:prstGeom prst="ellipse">
              <a:avLst/>
            </a:prstGeom>
            <a:gradFill>
              <a:gsLst>
                <a:gs pos="0">
                  <a:srgbClr val="000100">
                    <a:alpha val="3111"/>
                  </a:srgbClr>
                </a:gs>
                <a:gs pos="14286">
                  <a:srgbClr val="000100">
                    <a:alpha val="2863"/>
                  </a:srgbClr>
                </a:gs>
                <a:gs pos="28571">
                  <a:srgbClr val="000100">
                    <a:alpha val="2230"/>
                  </a:srgbClr>
                </a:gs>
                <a:gs pos="42857">
                  <a:srgbClr val="000100">
                    <a:alpha val="1469"/>
                  </a:srgbClr>
                </a:gs>
                <a:gs pos="57143">
                  <a:srgbClr val="000100">
                    <a:alpha val="816"/>
                  </a:srgbClr>
                </a:gs>
                <a:gs pos="71429">
                  <a:srgbClr val="000100">
                    <a:alpha val="383"/>
                  </a:srgbClr>
                </a:gs>
                <a:gs pos="85714">
                  <a:srgbClr val="000100">
                    <a:alpha val="152"/>
                  </a:srgbClr>
                </a:gs>
                <a:gs pos="100000">
                  <a:srgbClr val="000100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5222708">
              <a:off x="1130543" y="2692064"/>
              <a:ext cx="603938" cy="538638"/>
            </a:xfrm>
            <a:prstGeom prst="ellipse">
              <a:avLst/>
            </a:prstGeom>
            <a:gradFill>
              <a:gsLst>
                <a:gs pos="0">
                  <a:srgbClr val="003831">
                    <a:alpha val="1408"/>
                  </a:srgbClr>
                </a:gs>
                <a:gs pos="14286">
                  <a:srgbClr val="003831">
                    <a:alpha val="1295"/>
                  </a:srgbClr>
                </a:gs>
                <a:gs pos="28571">
                  <a:srgbClr val="003831">
                    <a:alpha val="1007"/>
                  </a:srgbClr>
                </a:gs>
                <a:gs pos="42857">
                  <a:srgbClr val="003831">
                    <a:alpha val="662"/>
                  </a:srgbClr>
                </a:gs>
                <a:gs pos="57143">
                  <a:srgbClr val="003831">
                    <a:alpha val="367"/>
                  </a:srgbClr>
                </a:gs>
                <a:gs pos="71429">
                  <a:srgbClr val="003831">
                    <a:alpha val="172"/>
                  </a:srgbClr>
                </a:gs>
                <a:gs pos="85714">
                  <a:srgbClr val="003831">
                    <a:alpha val="68"/>
                  </a:srgbClr>
                </a:gs>
                <a:gs pos="100000">
                  <a:srgbClr val="003831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4916046">
              <a:off x="2975951" y="1084679"/>
              <a:ext cx="592131" cy="505190"/>
            </a:xfrm>
            <a:prstGeom prst="ellipse">
              <a:avLst/>
            </a:prstGeom>
            <a:gradFill>
              <a:gsLst>
                <a:gs pos="0">
                  <a:srgbClr val="000000">
                    <a:alpha val="6631"/>
                  </a:srgbClr>
                </a:gs>
                <a:gs pos="14286">
                  <a:srgbClr val="000000">
                    <a:alpha val="6111"/>
                  </a:srgbClr>
                </a:gs>
                <a:gs pos="28571">
                  <a:srgbClr val="000000">
                    <a:alpha val="4778"/>
                  </a:srgbClr>
                </a:gs>
                <a:gs pos="42857">
                  <a:srgbClr val="000000">
                    <a:alpha val="3161"/>
                  </a:srgbClr>
                </a:gs>
                <a:gs pos="57143">
                  <a:srgbClr val="000000">
                    <a:alpha val="1764"/>
                  </a:srgbClr>
                </a:gs>
                <a:gs pos="71429">
                  <a:srgbClr val="000000">
                    <a:alpha val="830"/>
                  </a:srgbClr>
                </a:gs>
                <a:gs pos="85714">
                  <a:srgbClr val="000000">
                    <a:alpha val="329"/>
                  </a:srgbClr>
                </a:gs>
                <a:gs pos="100000">
                  <a:srgbClr val="000000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8606870">
              <a:off x="2898750" y="2464860"/>
              <a:ext cx="528476" cy="517731"/>
            </a:xfrm>
            <a:prstGeom prst="ellipse">
              <a:avLst/>
            </a:prstGeom>
            <a:gradFill>
              <a:gsLst>
                <a:gs pos="0">
                  <a:srgbClr val="0C1B19">
                    <a:alpha val="2974"/>
                  </a:srgbClr>
                </a:gs>
                <a:gs pos="14286">
                  <a:srgbClr val="0C1B19">
                    <a:alpha val="2737"/>
                  </a:srgbClr>
                </a:gs>
                <a:gs pos="28571">
                  <a:srgbClr val="0C1B19">
                    <a:alpha val="2132"/>
                  </a:srgbClr>
                </a:gs>
                <a:gs pos="42857">
                  <a:srgbClr val="0C1B19">
                    <a:alpha val="1403"/>
                  </a:srgbClr>
                </a:gs>
                <a:gs pos="57143">
                  <a:srgbClr val="0C1B19">
                    <a:alpha val="780"/>
                  </a:srgbClr>
                </a:gs>
                <a:gs pos="71429">
                  <a:srgbClr val="0C1B19">
                    <a:alpha val="366"/>
                  </a:srgbClr>
                </a:gs>
                <a:gs pos="85714">
                  <a:srgbClr val="0C1B19">
                    <a:alpha val="145"/>
                  </a:srgbClr>
                </a:gs>
                <a:gs pos="100000">
                  <a:srgbClr val="0C1B19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3138678">
              <a:off x="2656324" y="2209577"/>
              <a:ext cx="538374" cy="470287"/>
            </a:xfrm>
            <a:prstGeom prst="ellipse">
              <a:avLst/>
            </a:prstGeom>
            <a:gradFill>
              <a:gsLst>
                <a:gs pos="0">
                  <a:srgbClr val="000003">
                    <a:alpha val="6986"/>
                  </a:srgbClr>
                </a:gs>
                <a:gs pos="14286">
                  <a:srgbClr val="000003">
                    <a:alpha val="6440"/>
                  </a:srgbClr>
                </a:gs>
                <a:gs pos="28571">
                  <a:srgbClr val="000003">
                    <a:alpha val="5037"/>
                  </a:srgbClr>
                </a:gs>
                <a:gs pos="42857">
                  <a:srgbClr val="000003">
                    <a:alpha val="3333"/>
                  </a:srgbClr>
                </a:gs>
                <a:gs pos="57143">
                  <a:srgbClr val="000003">
                    <a:alpha val="1861"/>
                  </a:srgbClr>
                </a:gs>
                <a:gs pos="71429">
                  <a:srgbClr val="000003">
                    <a:alpha val="875"/>
                  </a:srgbClr>
                </a:gs>
                <a:gs pos="85714">
                  <a:srgbClr val="000003">
                    <a:alpha val="347"/>
                  </a:srgbClr>
                </a:gs>
                <a:gs pos="100000">
                  <a:srgbClr val="000003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-8316408">
              <a:off x="555565" y="711630"/>
              <a:ext cx="528665" cy="498113"/>
            </a:xfrm>
            <a:prstGeom prst="ellipse">
              <a:avLst/>
            </a:prstGeom>
            <a:gradFill>
              <a:gsLst>
                <a:gs pos="0">
                  <a:srgbClr val="000B01">
                    <a:alpha val="19414"/>
                  </a:srgbClr>
                </a:gs>
                <a:gs pos="14286">
                  <a:srgbClr val="000B01">
                    <a:alpha val="17995"/>
                  </a:srgbClr>
                </a:gs>
                <a:gs pos="28571">
                  <a:srgbClr val="000B01">
                    <a:alpha val="14276"/>
                  </a:srgbClr>
                </a:gs>
                <a:gs pos="42857">
                  <a:srgbClr val="000B01">
                    <a:alpha val="9610"/>
                  </a:srgbClr>
                </a:gs>
                <a:gs pos="57143">
                  <a:srgbClr val="000B01">
                    <a:alpha val="5445"/>
                  </a:srgbClr>
                </a:gs>
                <a:gs pos="71429">
                  <a:srgbClr val="000B01">
                    <a:alpha val="2587"/>
                  </a:srgbClr>
                </a:gs>
                <a:gs pos="85714">
                  <a:srgbClr val="000B01">
                    <a:alpha val="1031"/>
                  </a:srgbClr>
                </a:gs>
                <a:gs pos="100000">
                  <a:srgbClr val="000B01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-10647781">
              <a:off x="3220311" y="-50876"/>
              <a:ext cx="553325" cy="534790"/>
            </a:xfrm>
            <a:prstGeom prst="ellipse">
              <a:avLst/>
            </a:prstGeom>
            <a:gradFill>
              <a:gsLst>
                <a:gs pos="0">
                  <a:srgbClr val="020000">
                    <a:alpha val="13486"/>
                  </a:srgbClr>
                </a:gs>
                <a:gs pos="14286">
                  <a:srgbClr val="020000">
                    <a:alpha val="12466"/>
                  </a:srgbClr>
                </a:gs>
                <a:gs pos="28571">
                  <a:srgbClr val="020000">
                    <a:alpha val="9822"/>
                  </a:srgbClr>
                </a:gs>
                <a:gs pos="42857">
                  <a:srgbClr val="020000">
                    <a:alpha val="6556"/>
                  </a:srgbClr>
                </a:gs>
                <a:gs pos="57143">
                  <a:srgbClr val="020000">
                    <a:alpha val="3688"/>
                  </a:srgbClr>
                </a:gs>
                <a:gs pos="71429">
                  <a:srgbClr val="020000">
                    <a:alpha val="1743"/>
                  </a:srgbClr>
                </a:gs>
                <a:gs pos="85714">
                  <a:srgbClr val="020000">
                    <a:alpha val="693"/>
                  </a:srgbClr>
                </a:gs>
                <a:gs pos="100000">
                  <a:srgbClr val="020000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10585939">
              <a:off x="2723999" y="17590"/>
              <a:ext cx="561562" cy="449052"/>
            </a:xfrm>
            <a:prstGeom prst="ellipse">
              <a:avLst/>
            </a:prstGeom>
            <a:gradFill>
              <a:gsLst>
                <a:gs pos="0">
                  <a:srgbClr val="3C4147">
                    <a:alpha val="1545"/>
                  </a:srgbClr>
                </a:gs>
                <a:gs pos="14286">
                  <a:srgbClr val="3C4147">
                    <a:alpha val="1421"/>
                  </a:srgbClr>
                </a:gs>
                <a:gs pos="28571">
                  <a:srgbClr val="3C4147">
                    <a:alpha val="1105"/>
                  </a:srgbClr>
                </a:gs>
                <a:gs pos="42857">
                  <a:srgbClr val="3C4147">
                    <a:alpha val="726"/>
                  </a:srgbClr>
                </a:gs>
                <a:gs pos="57143">
                  <a:srgbClr val="3C4147">
                    <a:alpha val="403"/>
                  </a:srgbClr>
                </a:gs>
                <a:gs pos="71429">
                  <a:srgbClr val="3C4147">
                    <a:alpha val="189"/>
                  </a:srgbClr>
                </a:gs>
                <a:gs pos="85714">
                  <a:srgbClr val="3C4147">
                    <a:alpha val="75"/>
                  </a:srgbClr>
                </a:gs>
                <a:gs pos="100000">
                  <a:srgbClr val="3C4147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-10023969">
              <a:off x="1199180" y="2664224"/>
              <a:ext cx="543306" cy="521749"/>
            </a:xfrm>
            <a:prstGeom prst="ellipse">
              <a:avLst/>
            </a:prstGeom>
            <a:gradFill>
              <a:gsLst>
                <a:gs pos="0">
                  <a:srgbClr val="000002">
                    <a:alpha val="7341"/>
                  </a:srgbClr>
                </a:gs>
                <a:gs pos="14286">
                  <a:srgbClr val="000002">
                    <a:alpha val="6767"/>
                  </a:srgbClr>
                </a:gs>
                <a:gs pos="28571">
                  <a:srgbClr val="000002">
                    <a:alpha val="5295"/>
                  </a:srgbClr>
                </a:gs>
                <a:gs pos="42857">
                  <a:srgbClr val="000002">
                    <a:alpha val="3506"/>
                  </a:srgbClr>
                </a:gs>
                <a:gs pos="57143">
                  <a:srgbClr val="000002">
                    <a:alpha val="1958"/>
                  </a:srgbClr>
                </a:gs>
                <a:gs pos="71429">
                  <a:srgbClr val="000002">
                    <a:alpha val="921"/>
                  </a:srgbClr>
                </a:gs>
                <a:gs pos="85714">
                  <a:srgbClr val="000002">
                    <a:alpha val="365"/>
                  </a:srgbClr>
                </a:gs>
                <a:gs pos="100000">
                  <a:srgbClr val="000002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7968837">
              <a:off x="3277021" y="-12685"/>
              <a:ext cx="556342" cy="543457"/>
            </a:xfrm>
            <a:prstGeom prst="ellipse">
              <a:avLst/>
            </a:prstGeom>
            <a:gradFill>
              <a:gsLst>
                <a:gs pos="0">
                  <a:srgbClr val="090100">
                    <a:alpha val="5782"/>
                  </a:srgbClr>
                </a:gs>
                <a:gs pos="14286">
                  <a:srgbClr val="090100">
                    <a:alpha val="5327"/>
                  </a:srgbClr>
                </a:gs>
                <a:gs pos="28571">
                  <a:srgbClr val="090100">
                    <a:alpha val="4161"/>
                  </a:srgbClr>
                </a:gs>
                <a:gs pos="42857">
                  <a:srgbClr val="090100">
                    <a:alpha val="2749"/>
                  </a:srgbClr>
                </a:gs>
                <a:gs pos="57143">
                  <a:srgbClr val="090100">
                    <a:alpha val="1533"/>
                  </a:srgbClr>
                </a:gs>
                <a:gs pos="71429">
                  <a:srgbClr val="090100">
                    <a:alpha val="720"/>
                  </a:srgbClr>
                </a:gs>
                <a:gs pos="85714">
                  <a:srgbClr val="090100">
                    <a:alpha val="286"/>
                  </a:srgbClr>
                </a:gs>
                <a:gs pos="100000">
                  <a:srgbClr val="090100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10639837">
              <a:off x="977675" y="1355539"/>
              <a:ext cx="529251" cy="527775"/>
            </a:xfrm>
            <a:prstGeom prst="ellipse">
              <a:avLst/>
            </a:prstGeom>
            <a:gradFill>
              <a:gsLst>
                <a:gs pos="0">
                  <a:srgbClr val="000D0D">
                    <a:alpha val="4315"/>
                  </a:srgbClr>
                </a:gs>
                <a:gs pos="14286">
                  <a:srgbClr val="000D0D">
                    <a:alpha val="3973"/>
                  </a:srgbClr>
                </a:gs>
                <a:gs pos="28571">
                  <a:srgbClr val="000D0D">
                    <a:alpha val="3099"/>
                  </a:srgbClr>
                </a:gs>
                <a:gs pos="42857">
                  <a:srgbClr val="000D0D">
                    <a:alpha val="2044"/>
                  </a:srgbClr>
                </a:gs>
                <a:gs pos="57143">
                  <a:srgbClr val="000D0D">
                    <a:alpha val="1138"/>
                  </a:srgbClr>
                </a:gs>
                <a:gs pos="71429">
                  <a:srgbClr val="000D0D">
                    <a:alpha val="534"/>
                  </a:srgbClr>
                </a:gs>
                <a:gs pos="85714">
                  <a:srgbClr val="000D0D">
                    <a:alpha val="212"/>
                  </a:srgbClr>
                </a:gs>
                <a:gs pos="100000">
                  <a:srgbClr val="000D0D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5347440">
              <a:off x="2900762" y="-13345"/>
              <a:ext cx="558459" cy="538252"/>
            </a:xfrm>
            <a:prstGeom prst="ellipse">
              <a:avLst/>
            </a:prstGeom>
            <a:gradFill>
              <a:gsLst>
                <a:gs pos="0">
                  <a:srgbClr val="011C09">
                    <a:alpha val="1482"/>
                  </a:srgbClr>
                </a:gs>
                <a:gs pos="14286">
                  <a:srgbClr val="011C09">
                    <a:alpha val="1363"/>
                  </a:srgbClr>
                </a:gs>
                <a:gs pos="28571">
                  <a:srgbClr val="011C09">
                    <a:alpha val="1060"/>
                  </a:srgbClr>
                </a:gs>
                <a:gs pos="42857">
                  <a:srgbClr val="011C09">
                    <a:alpha val="697"/>
                  </a:srgbClr>
                </a:gs>
                <a:gs pos="57143">
                  <a:srgbClr val="011C09">
                    <a:alpha val="387"/>
                  </a:srgbClr>
                </a:gs>
                <a:gs pos="71429">
                  <a:srgbClr val="011C09">
                    <a:alpha val="181"/>
                  </a:srgbClr>
                </a:gs>
                <a:gs pos="85714">
                  <a:srgbClr val="011C09">
                    <a:alpha val="72"/>
                  </a:srgbClr>
                </a:gs>
                <a:gs pos="100000">
                  <a:srgbClr val="011C09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-10764230">
              <a:off x="39233" y="70219"/>
              <a:ext cx="629124" cy="542396"/>
            </a:xfrm>
            <a:prstGeom prst="ellipse">
              <a:avLst/>
            </a:prstGeom>
            <a:gradFill>
              <a:gsLst>
                <a:gs pos="0">
                  <a:srgbClr val="000000">
                    <a:alpha val="3129"/>
                  </a:srgbClr>
                </a:gs>
                <a:gs pos="14286">
                  <a:srgbClr val="000000">
                    <a:alpha val="2880"/>
                  </a:srgbClr>
                </a:gs>
                <a:gs pos="28571">
                  <a:srgbClr val="000000">
                    <a:alpha val="2243"/>
                  </a:srgbClr>
                </a:gs>
                <a:gs pos="42857">
                  <a:srgbClr val="000000">
                    <a:alpha val="1477"/>
                  </a:srgbClr>
                </a:gs>
                <a:gs pos="57143">
                  <a:srgbClr val="000000">
                    <a:alpha val="821"/>
                  </a:srgbClr>
                </a:gs>
                <a:gs pos="71429">
                  <a:srgbClr val="000000">
                    <a:alpha val="385"/>
                  </a:srgbClr>
                </a:gs>
                <a:gs pos="85714">
                  <a:srgbClr val="000000">
                    <a:alpha val="153"/>
                  </a:srgbClr>
                </a:gs>
                <a:gs pos="100000">
                  <a:srgbClr val="000000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5081571">
              <a:off x="1429420" y="1024655"/>
              <a:ext cx="532639" cy="1114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-9290652">
              <a:off x="1136659" y="1715650"/>
              <a:ext cx="496213" cy="448597"/>
            </a:xfrm>
            <a:prstGeom prst="ellipse">
              <a:avLst/>
            </a:prstGeom>
            <a:gradFill>
              <a:gsLst>
                <a:gs pos="0">
                  <a:srgbClr val="2B3131">
                    <a:alpha val="6752"/>
                  </a:srgbClr>
                </a:gs>
                <a:gs pos="14286">
                  <a:srgbClr val="2B3131">
                    <a:alpha val="6223"/>
                  </a:srgbClr>
                </a:gs>
                <a:gs pos="28571">
                  <a:srgbClr val="2B3131">
                    <a:alpha val="4866"/>
                  </a:srgbClr>
                </a:gs>
                <a:gs pos="42857">
                  <a:srgbClr val="2B3131">
                    <a:alpha val="3219"/>
                  </a:srgbClr>
                </a:gs>
                <a:gs pos="57143">
                  <a:srgbClr val="2B3131">
                    <a:alpha val="1797"/>
                  </a:srgbClr>
                </a:gs>
                <a:gs pos="71429">
                  <a:srgbClr val="2B3131">
                    <a:alpha val="845"/>
                  </a:srgbClr>
                </a:gs>
                <a:gs pos="85714">
                  <a:srgbClr val="2B3131">
                    <a:alpha val="335"/>
                  </a:srgbClr>
                </a:gs>
                <a:gs pos="100000">
                  <a:srgbClr val="2B3131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6199047">
              <a:off x="2153142" y="2386550"/>
              <a:ext cx="537655" cy="491030"/>
            </a:xfrm>
            <a:prstGeom prst="ellipse">
              <a:avLst/>
            </a:prstGeom>
            <a:gradFill>
              <a:gsLst>
                <a:gs pos="0">
                  <a:srgbClr val="3C3F3F">
                    <a:alpha val="2125"/>
                  </a:srgbClr>
                </a:gs>
                <a:gs pos="14286">
                  <a:srgbClr val="3C3F3F">
                    <a:alpha val="1954"/>
                  </a:srgbClr>
                </a:gs>
                <a:gs pos="28571">
                  <a:srgbClr val="3C3F3F">
                    <a:alpha val="1521"/>
                  </a:srgbClr>
                </a:gs>
                <a:gs pos="42857">
                  <a:srgbClr val="3C3F3F">
                    <a:alpha val="1000"/>
                  </a:srgbClr>
                </a:gs>
                <a:gs pos="57143">
                  <a:srgbClr val="3C3F3F">
                    <a:alpha val="555"/>
                  </a:srgbClr>
                </a:gs>
                <a:gs pos="71429">
                  <a:srgbClr val="3C3F3F">
                    <a:alpha val="260"/>
                  </a:srgbClr>
                </a:gs>
                <a:gs pos="85714">
                  <a:srgbClr val="3C3F3F">
                    <a:alpha val="103"/>
                  </a:srgbClr>
                </a:gs>
                <a:gs pos="100000">
                  <a:srgbClr val="3C3F3F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4208181">
              <a:off x="2220317" y="416857"/>
              <a:ext cx="584193" cy="452966"/>
            </a:xfrm>
            <a:prstGeom prst="ellipse">
              <a:avLst/>
            </a:prstGeom>
            <a:gradFill>
              <a:gsLst>
                <a:gs pos="0">
                  <a:srgbClr val="000300">
                    <a:alpha val="9990"/>
                  </a:srgbClr>
                </a:gs>
                <a:gs pos="14286">
                  <a:srgbClr val="000300">
                    <a:alpha val="9220"/>
                  </a:srgbClr>
                </a:gs>
                <a:gs pos="28571">
                  <a:srgbClr val="000300">
                    <a:alpha val="7236"/>
                  </a:srgbClr>
                </a:gs>
                <a:gs pos="42857">
                  <a:srgbClr val="000300">
                    <a:alpha val="4807"/>
                  </a:srgbClr>
                </a:gs>
                <a:gs pos="57143">
                  <a:srgbClr val="000300">
                    <a:alpha val="2693"/>
                  </a:srgbClr>
                </a:gs>
                <a:gs pos="71429">
                  <a:srgbClr val="000300">
                    <a:alpha val="1270"/>
                  </a:srgbClr>
                </a:gs>
                <a:gs pos="85714">
                  <a:srgbClr val="000300">
                    <a:alpha val="504"/>
                  </a:srgbClr>
                </a:gs>
                <a:gs pos="100000">
                  <a:srgbClr val="000300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9580034">
              <a:off x="2911227" y="-77192"/>
              <a:ext cx="549747" cy="534335"/>
            </a:xfrm>
            <a:prstGeom prst="ellipse">
              <a:avLst/>
            </a:prstGeom>
            <a:gradFill>
              <a:gsLst>
                <a:gs pos="0">
                  <a:srgbClr val="000000">
                    <a:alpha val="13217"/>
                  </a:srgbClr>
                </a:gs>
                <a:gs pos="14286">
                  <a:srgbClr val="000000">
                    <a:alpha val="12216"/>
                  </a:srgbClr>
                </a:gs>
                <a:gs pos="28571">
                  <a:srgbClr val="000000">
                    <a:alpha val="9622"/>
                  </a:srgbClr>
                </a:gs>
                <a:gs pos="42857">
                  <a:srgbClr val="000000">
                    <a:alpha val="6420"/>
                  </a:srgbClr>
                </a:gs>
                <a:gs pos="57143">
                  <a:srgbClr val="000000">
                    <a:alpha val="3610"/>
                  </a:srgbClr>
                </a:gs>
                <a:gs pos="71429">
                  <a:srgbClr val="000000">
                    <a:alpha val="1706"/>
                  </a:srgbClr>
                </a:gs>
                <a:gs pos="85714">
                  <a:srgbClr val="000000">
                    <a:alpha val="678"/>
                  </a:srgbClr>
                </a:gs>
                <a:gs pos="100000">
                  <a:srgbClr val="000000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5607099">
              <a:off x="1639216" y="639335"/>
              <a:ext cx="545438" cy="504035"/>
            </a:xfrm>
            <a:prstGeom prst="ellipse">
              <a:avLst/>
            </a:prstGeom>
            <a:gradFill>
              <a:gsLst>
                <a:gs pos="0">
                  <a:srgbClr val="00080D">
                    <a:alpha val="6320"/>
                  </a:srgbClr>
                </a:gs>
                <a:gs pos="14286">
                  <a:srgbClr val="00080D">
                    <a:alpha val="5824"/>
                  </a:srgbClr>
                </a:gs>
                <a:gs pos="28571">
                  <a:srgbClr val="00080D">
                    <a:alpha val="4552"/>
                  </a:srgbClr>
                </a:gs>
                <a:gs pos="42857">
                  <a:srgbClr val="00080D">
                    <a:alpha val="3010"/>
                  </a:srgbClr>
                </a:gs>
                <a:gs pos="57143">
                  <a:srgbClr val="00080D">
                    <a:alpha val="1679"/>
                  </a:srgbClr>
                </a:gs>
                <a:gs pos="71429">
                  <a:srgbClr val="00080D">
                    <a:alpha val="789"/>
                  </a:srgbClr>
                </a:gs>
                <a:gs pos="85714">
                  <a:srgbClr val="00080D">
                    <a:alpha val="313"/>
                  </a:srgbClr>
                </a:gs>
                <a:gs pos="100000">
                  <a:srgbClr val="00080D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10533835">
              <a:off x="619456" y="-101351"/>
              <a:ext cx="553784" cy="504134"/>
            </a:xfrm>
            <a:prstGeom prst="ellipse">
              <a:avLst/>
            </a:prstGeom>
            <a:gradFill>
              <a:gsLst>
                <a:gs pos="0">
                  <a:srgbClr val="181D1C">
                    <a:alpha val="13977"/>
                  </a:srgbClr>
                </a:gs>
                <a:gs pos="14286">
                  <a:srgbClr val="181D1C">
                    <a:alpha val="12923"/>
                  </a:srgbClr>
                </a:gs>
                <a:gs pos="28571">
                  <a:srgbClr val="181D1C">
                    <a:alpha val="10187"/>
                  </a:srgbClr>
                </a:gs>
                <a:gs pos="42857">
                  <a:srgbClr val="181D1C">
                    <a:alpha val="6805"/>
                  </a:srgbClr>
                </a:gs>
                <a:gs pos="57143">
                  <a:srgbClr val="181D1C">
                    <a:alpha val="3830"/>
                  </a:srgbClr>
                </a:gs>
                <a:gs pos="71429">
                  <a:srgbClr val="181D1C">
                    <a:alpha val="1811"/>
                  </a:srgbClr>
                </a:gs>
                <a:gs pos="85714">
                  <a:srgbClr val="181D1C">
                    <a:alpha val="720"/>
                  </a:srgbClr>
                </a:gs>
                <a:gs pos="100000">
                  <a:srgbClr val="181D1C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-9249691">
              <a:off x="2691502" y="1298969"/>
              <a:ext cx="495891" cy="483355"/>
            </a:xfrm>
            <a:prstGeom prst="ellipse">
              <a:avLst/>
            </a:prstGeom>
            <a:gradFill>
              <a:gsLst>
                <a:gs pos="0">
                  <a:srgbClr val="000006">
                    <a:alpha val="6312"/>
                  </a:srgbClr>
                </a:gs>
                <a:gs pos="14286">
                  <a:srgbClr val="000006">
                    <a:alpha val="5816"/>
                  </a:srgbClr>
                </a:gs>
                <a:gs pos="28571">
                  <a:srgbClr val="000006">
                    <a:alpha val="4546"/>
                  </a:srgbClr>
                </a:gs>
                <a:gs pos="42857">
                  <a:srgbClr val="000006">
                    <a:alpha val="3006"/>
                  </a:srgbClr>
                </a:gs>
                <a:gs pos="57143">
                  <a:srgbClr val="000006">
                    <a:alpha val="1677"/>
                  </a:srgbClr>
                </a:gs>
                <a:gs pos="71429">
                  <a:srgbClr val="000006">
                    <a:alpha val="788"/>
                  </a:srgbClr>
                </a:gs>
                <a:gs pos="85714">
                  <a:srgbClr val="000006">
                    <a:alpha val="313"/>
                  </a:srgbClr>
                </a:gs>
                <a:gs pos="100000">
                  <a:srgbClr val="000006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-9103307">
              <a:off x="857896" y="1693590"/>
              <a:ext cx="413673" cy="129416"/>
            </a:xfrm>
            <a:prstGeom prst="ellipse">
              <a:avLst/>
            </a:prstGeom>
            <a:gradFill>
              <a:gsLst>
                <a:gs pos="0">
                  <a:srgbClr val="000000">
                    <a:alpha val="4648"/>
                  </a:srgbClr>
                </a:gs>
                <a:gs pos="14286">
                  <a:srgbClr val="000000">
                    <a:alpha val="4281"/>
                  </a:srgbClr>
                </a:gs>
                <a:gs pos="28571">
                  <a:srgbClr val="000000">
                    <a:alpha val="3340"/>
                  </a:srgbClr>
                </a:gs>
                <a:gs pos="42857">
                  <a:srgbClr val="000000">
                    <a:alpha val="2203"/>
                  </a:srgbClr>
                </a:gs>
                <a:gs pos="57143">
                  <a:srgbClr val="000000">
                    <a:alpha val="1227"/>
                  </a:srgbClr>
                </a:gs>
                <a:gs pos="71429">
                  <a:srgbClr val="000000">
                    <a:alpha val="576"/>
                  </a:srgbClr>
                </a:gs>
                <a:gs pos="85714">
                  <a:srgbClr val="000000">
                    <a:alpha val="228"/>
                  </a:srgbClr>
                </a:gs>
                <a:gs pos="100000">
                  <a:srgbClr val="000000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9917291">
              <a:off x="456725" y="-268547"/>
              <a:ext cx="567409" cy="537095"/>
            </a:xfrm>
            <a:prstGeom prst="ellipse">
              <a:avLst/>
            </a:prstGeom>
            <a:gradFill>
              <a:gsLst>
                <a:gs pos="0">
                  <a:srgbClr val="000000">
                    <a:alpha val="7943"/>
                  </a:srgbClr>
                </a:gs>
                <a:gs pos="14286">
                  <a:srgbClr val="000000">
                    <a:alpha val="7325"/>
                  </a:srgbClr>
                </a:gs>
                <a:gs pos="28571">
                  <a:srgbClr val="000000">
                    <a:alpha val="5735"/>
                  </a:srgbClr>
                </a:gs>
                <a:gs pos="42857">
                  <a:srgbClr val="000000">
                    <a:alpha val="3800"/>
                  </a:srgbClr>
                </a:gs>
                <a:gs pos="57143">
                  <a:srgbClr val="000000">
                    <a:alpha val="2124"/>
                  </a:srgbClr>
                </a:gs>
                <a:gs pos="71429">
                  <a:srgbClr val="000000">
                    <a:alpha val="1000"/>
                  </a:srgbClr>
                </a:gs>
                <a:gs pos="85714">
                  <a:srgbClr val="000000">
                    <a:alpha val="397"/>
                  </a:srgbClr>
                </a:gs>
                <a:gs pos="100000">
                  <a:srgbClr val="000000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6101705">
              <a:off x="2177859" y="254456"/>
              <a:ext cx="552111" cy="485032"/>
            </a:xfrm>
            <a:prstGeom prst="ellipse">
              <a:avLst/>
            </a:prstGeom>
            <a:gradFill>
              <a:gsLst>
                <a:gs pos="0">
                  <a:srgbClr val="000100">
                    <a:alpha val="4624"/>
                  </a:srgbClr>
                </a:gs>
                <a:gs pos="14286">
                  <a:srgbClr val="000100">
                    <a:alpha val="4258"/>
                  </a:srgbClr>
                </a:gs>
                <a:gs pos="28571">
                  <a:srgbClr val="000100">
                    <a:alpha val="3322"/>
                  </a:srgbClr>
                </a:gs>
                <a:gs pos="42857">
                  <a:srgbClr val="000100">
                    <a:alpha val="2192"/>
                  </a:srgbClr>
                </a:gs>
                <a:gs pos="57143">
                  <a:srgbClr val="000100">
                    <a:alpha val="1221"/>
                  </a:srgbClr>
                </a:gs>
                <a:gs pos="71429">
                  <a:srgbClr val="000100">
                    <a:alpha val="573"/>
                  </a:srgbClr>
                </a:gs>
                <a:gs pos="85714">
                  <a:srgbClr val="000100">
                    <a:alpha val="227"/>
                  </a:srgbClr>
                </a:gs>
                <a:gs pos="100000">
                  <a:srgbClr val="000100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3925590">
              <a:off x="1419439" y="2541384"/>
              <a:ext cx="250715" cy="155302"/>
            </a:xfrm>
            <a:prstGeom prst="ellipse">
              <a:avLst/>
            </a:prstGeom>
            <a:gradFill>
              <a:gsLst>
                <a:gs pos="0">
                  <a:srgbClr val="FFB2A1">
                    <a:alpha val="7855"/>
                  </a:srgbClr>
                </a:gs>
                <a:gs pos="14286">
                  <a:srgbClr val="FFB2A1">
                    <a:alpha val="7244"/>
                  </a:srgbClr>
                </a:gs>
                <a:gs pos="28571">
                  <a:srgbClr val="FFB2A1">
                    <a:alpha val="5671"/>
                  </a:srgbClr>
                </a:gs>
                <a:gs pos="42857">
                  <a:srgbClr val="FFB2A1">
                    <a:alpha val="3757"/>
                  </a:srgbClr>
                </a:gs>
                <a:gs pos="57143">
                  <a:srgbClr val="FFB2A1">
                    <a:alpha val="2100"/>
                  </a:srgbClr>
                </a:gs>
                <a:gs pos="71429">
                  <a:srgbClr val="FFB2A1">
                    <a:alpha val="988"/>
                  </a:srgbClr>
                </a:gs>
                <a:gs pos="85714">
                  <a:srgbClr val="FFB2A1">
                    <a:alpha val="392"/>
                  </a:srgbClr>
                </a:gs>
                <a:gs pos="100000">
                  <a:srgbClr val="FFB2A1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9064725">
              <a:off x="2911359" y="-88092"/>
              <a:ext cx="538565" cy="524494"/>
            </a:xfrm>
            <a:prstGeom prst="ellipse">
              <a:avLst/>
            </a:prstGeom>
            <a:gradFill>
              <a:gsLst>
                <a:gs pos="0">
                  <a:srgbClr val="000000">
                    <a:alpha val="12335"/>
                  </a:srgbClr>
                </a:gs>
                <a:gs pos="14286">
                  <a:srgbClr val="000000">
                    <a:alpha val="11397"/>
                  </a:srgbClr>
                </a:gs>
                <a:gs pos="28571">
                  <a:srgbClr val="000000">
                    <a:alpha val="8967"/>
                  </a:srgbClr>
                </a:gs>
                <a:gs pos="42857">
                  <a:srgbClr val="000000">
                    <a:alpha val="5976"/>
                  </a:srgbClr>
                </a:gs>
                <a:gs pos="57143">
                  <a:srgbClr val="000000">
                    <a:alpha val="3357"/>
                  </a:srgbClr>
                </a:gs>
                <a:gs pos="71429">
                  <a:srgbClr val="000000">
                    <a:alpha val="1586"/>
                  </a:srgbClr>
                </a:gs>
                <a:gs pos="85714">
                  <a:srgbClr val="000000">
                    <a:alpha val="630"/>
                  </a:srgbClr>
                </a:gs>
                <a:gs pos="100000">
                  <a:srgbClr val="000000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4226414">
              <a:off x="433015" y="-268270"/>
              <a:ext cx="567601" cy="538969"/>
            </a:xfrm>
            <a:prstGeom prst="ellipse">
              <a:avLst/>
            </a:prstGeom>
            <a:gradFill>
              <a:gsLst>
                <a:gs pos="0">
                  <a:srgbClr val="141714">
                    <a:alpha val="7066"/>
                  </a:srgbClr>
                </a:gs>
                <a:gs pos="14286">
                  <a:srgbClr val="141714">
                    <a:alpha val="6514"/>
                  </a:srgbClr>
                </a:gs>
                <a:gs pos="28571">
                  <a:srgbClr val="141714">
                    <a:alpha val="5095"/>
                  </a:srgbClr>
                </a:gs>
                <a:gs pos="42857">
                  <a:srgbClr val="141714">
                    <a:alpha val="3372"/>
                  </a:srgbClr>
                </a:gs>
                <a:gs pos="57143">
                  <a:srgbClr val="141714">
                    <a:alpha val="1883"/>
                  </a:srgbClr>
                </a:gs>
                <a:gs pos="71429">
                  <a:srgbClr val="141714">
                    <a:alpha val="886"/>
                  </a:srgbClr>
                </a:gs>
                <a:gs pos="85714">
                  <a:srgbClr val="141714">
                    <a:alpha val="351"/>
                  </a:srgbClr>
                </a:gs>
                <a:gs pos="100000">
                  <a:srgbClr val="141714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2737686">
              <a:off x="120564" y="2092182"/>
              <a:ext cx="559630" cy="398894"/>
            </a:xfrm>
            <a:prstGeom prst="ellipse">
              <a:avLst/>
            </a:prstGeom>
            <a:gradFill>
              <a:gsLst>
                <a:gs pos="0">
                  <a:srgbClr val="354843">
                    <a:alpha val="1421"/>
                  </a:srgbClr>
                </a:gs>
                <a:gs pos="14286">
                  <a:srgbClr val="354843">
                    <a:alpha val="1307"/>
                  </a:srgbClr>
                </a:gs>
                <a:gs pos="28571">
                  <a:srgbClr val="354843">
                    <a:alpha val="1016"/>
                  </a:srgbClr>
                </a:gs>
                <a:gs pos="42857">
                  <a:srgbClr val="354843">
                    <a:alpha val="668"/>
                  </a:srgbClr>
                </a:gs>
                <a:gs pos="57143">
                  <a:srgbClr val="354843">
                    <a:alpha val="370"/>
                  </a:srgbClr>
                </a:gs>
                <a:gs pos="71429">
                  <a:srgbClr val="354843">
                    <a:alpha val="174"/>
                  </a:srgbClr>
                </a:gs>
                <a:gs pos="85714">
                  <a:srgbClr val="354843">
                    <a:alpha val="69"/>
                  </a:srgbClr>
                </a:gs>
                <a:gs pos="100000">
                  <a:srgbClr val="354843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6028821">
              <a:off x="522540" y="2742418"/>
              <a:ext cx="405755" cy="394092"/>
            </a:xfrm>
            <a:prstGeom prst="ellipse">
              <a:avLst/>
            </a:prstGeom>
            <a:gradFill>
              <a:gsLst>
                <a:gs pos="0">
                  <a:srgbClr val="515553">
                    <a:alpha val="6874"/>
                  </a:srgbClr>
                </a:gs>
                <a:gs pos="14286">
                  <a:srgbClr val="515553">
                    <a:alpha val="6336"/>
                  </a:srgbClr>
                </a:gs>
                <a:gs pos="28571">
                  <a:srgbClr val="515553">
                    <a:alpha val="4955"/>
                  </a:srgbClr>
                </a:gs>
                <a:gs pos="42857">
                  <a:srgbClr val="515553">
                    <a:alpha val="3279"/>
                  </a:srgbClr>
                </a:gs>
                <a:gs pos="57143">
                  <a:srgbClr val="515553">
                    <a:alpha val="1830"/>
                  </a:srgbClr>
                </a:gs>
                <a:gs pos="71429">
                  <a:srgbClr val="515553">
                    <a:alpha val="861"/>
                  </a:srgbClr>
                </a:gs>
                <a:gs pos="85714">
                  <a:srgbClr val="515553">
                    <a:alpha val="341"/>
                  </a:srgbClr>
                </a:gs>
                <a:gs pos="100000">
                  <a:srgbClr val="515553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2927664">
              <a:off x="1291425" y="883627"/>
              <a:ext cx="415577" cy="404906"/>
            </a:xfrm>
            <a:prstGeom prst="ellipse">
              <a:avLst/>
            </a:prstGeom>
            <a:gradFill>
              <a:gsLst>
                <a:gs pos="0">
                  <a:srgbClr val="000100">
                    <a:alpha val="22073"/>
                  </a:srgbClr>
                </a:gs>
                <a:gs pos="14286">
                  <a:srgbClr val="000100">
                    <a:alpha val="20485"/>
                  </a:srgbClr>
                </a:gs>
                <a:gs pos="28571">
                  <a:srgbClr val="000100">
                    <a:alpha val="16304"/>
                  </a:srgbClr>
                </a:gs>
                <a:gs pos="42857">
                  <a:srgbClr val="000100">
                    <a:alpha val="11018"/>
                  </a:srgbClr>
                </a:gs>
                <a:gs pos="57143">
                  <a:srgbClr val="000100">
                    <a:alpha val="6264"/>
                  </a:srgbClr>
                </a:gs>
                <a:gs pos="71429">
                  <a:srgbClr val="000100">
                    <a:alpha val="2983"/>
                  </a:srgbClr>
                </a:gs>
                <a:gs pos="85714">
                  <a:srgbClr val="000100">
                    <a:alpha val="1190"/>
                  </a:srgbClr>
                </a:gs>
                <a:gs pos="100000">
                  <a:srgbClr val="000100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6768211">
              <a:off x="3250087" y="31906"/>
              <a:ext cx="568413" cy="491825"/>
            </a:xfrm>
            <a:prstGeom prst="ellipse">
              <a:avLst/>
            </a:prstGeom>
            <a:gradFill>
              <a:gsLst>
                <a:gs pos="0">
                  <a:srgbClr val="142923">
                    <a:alpha val="4977"/>
                  </a:srgbClr>
                </a:gs>
                <a:gs pos="14286">
                  <a:srgbClr val="142923">
                    <a:alpha val="4584"/>
                  </a:srgbClr>
                </a:gs>
                <a:gs pos="28571">
                  <a:srgbClr val="142923">
                    <a:alpha val="3578"/>
                  </a:srgbClr>
                </a:gs>
                <a:gs pos="42857">
                  <a:srgbClr val="142923">
                    <a:alpha val="2362"/>
                  </a:srgbClr>
                </a:gs>
                <a:gs pos="57143">
                  <a:srgbClr val="142923">
                    <a:alpha val="1315"/>
                  </a:srgbClr>
                </a:gs>
                <a:gs pos="71429">
                  <a:srgbClr val="142923">
                    <a:alpha val="618"/>
                  </a:srgbClr>
                </a:gs>
                <a:gs pos="85714">
                  <a:srgbClr val="142923">
                    <a:alpha val="245"/>
                  </a:srgbClr>
                </a:gs>
                <a:gs pos="100000">
                  <a:srgbClr val="142923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-10556199">
              <a:off x="2697665" y="2668718"/>
              <a:ext cx="547899" cy="501818"/>
            </a:xfrm>
            <a:prstGeom prst="ellipse">
              <a:avLst/>
            </a:prstGeom>
            <a:gradFill>
              <a:gsLst>
                <a:gs pos="0">
                  <a:srgbClr val="000000">
                    <a:alpha val="17133"/>
                  </a:srgbClr>
                </a:gs>
                <a:gs pos="14286">
                  <a:srgbClr val="000000">
                    <a:alpha val="15864"/>
                  </a:srgbClr>
                </a:gs>
                <a:gs pos="28571">
                  <a:srgbClr val="000000">
                    <a:alpha val="12551"/>
                  </a:srgbClr>
                </a:gs>
                <a:gs pos="42857">
                  <a:srgbClr val="000000">
                    <a:alpha val="8421"/>
                  </a:srgbClr>
                </a:gs>
                <a:gs pos="57143">
                  <a:srgbClr val="000000">
                    <a:alpha val="4758"/>
                  </a:srgbClr>
                </a:gs>
                <a:gs pos="71429">
                  <a:srgbClr val="000000">
                    <a:alpha val="2256"/>
                  </a:srgbClr>
                </a:gs>
                <a:gs pos="85714">
                  <a:srgbClr val="000000">
                    <a:alpha val="898"/>
                  </a:srgbClr>
                </a:gs>
                <a:gs pos="100000">
                  <a:srgbClr val="00000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4989558">
              <a:off x="2176079" y="1211450"/>
              <a:ext cx="452986" cy="452371"/>
            </a:xfrm>
            <a:prstGeom prst="ellipse">
              <a:avLst/>
            </a:prstGeom>
            <a:gradFill>
              <a:gsLst>
                <a:gs pos="0">
                  <a:srgbClr val="344A48">
                    <a:alpha val="1492"/>
                  </a:srgbClr>
                </a:gs>
                <a:gs pos="14286">
                  <a:srgbClr val="344A48">
                    <a:alpha val="1372"/>
                  </a:srgbClr>
                </a:gs>
                <a:gs pos="28571">
                  <a:srgbClr val="344A48">
                    <a:alpha val="1067"/>
                  </a:srgbClr>
                </a:gs>
                <a:gs pos="42857">
                  <a:srgbClr val="344A48">
                    <a:alpha val="701"/>
                  </a:srgbClr>
                </a:gs>
                <a:gs pos="57143">
                  <a:srgbClr val="344A48">
                    <a:alpha val="389"/>
                  </a:srgbClr>
                </a:gs>
                <a:gs pos="71429">
                  <a:srgbClr val="344A48">
                    <a:alpha val="182"/>
                  </a:srgbClr>
                </a:gs>
                <a:gs pos="85714">
                  <a:srgbClr val="344A48">
                    <a:alpha val="72"/>
                  </a:srgbClr>
                </a:gs>
                <a:gs pos="100000">
                  <a:srgbClr val="344A48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10598541">
              <a:off x="288647" y="2866481"/>
              <a:ext cx="505997" cy="501798"/>
            </a:xfrm>
            <a:prstGeom prst="ellipse">
              <a:avLst/>
            </a:prstGeom>
            <a:gradFill>
              <a:gsLst>
                <a:gs pos="0">
                  <a:srgbClr val="000000">
                    <a:alpha val="2496"/>
                  </a:srgbClr>
                </a:gs>
                <a:gs pos="14286">
                  <a:srgbClr val="000000">
                    <a:alpha val="2296"/>
                  </a:srgbClr>
                </a:gs>
                <a:gs pos="28571">
                  <a:srgbClr val="000000">
                    <a:alpha val="1787"/>
                  </a:srgbClr>
                </a:gs>
                <a:gs pos="42857">
                  <a:srgbClr val="000000">
                    <a:alpha val="1176"/>
                  </a:srgbClr>
                </a:gs>
                <a:gs pos="57143">
                  <a:srgbClr val="000000">
                    <a:alpha val="653"/>
                  </a:srgbClr>
                </a:gs>
                <a:gs pos="71429">
                  <a:srgbClr val="000000">
                    <a:alpha val="306"/>
                  </a:srgbClr>
                </a:gs>
                <a:gs pos="85714">
                  <a:srgbClr val="000000">
                    <a:alpha val="121"/>
                  </a:srgbClr>
                </a:gs>
                <a:gs pos="100000">
                  <a:srgbClr val="000000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-8978700">
              <a:off x="-141640" y="475961"/>
              <a:ext cx="552314" cy="549264"/>
            </a:xfrm>
            <a:prstGeom prst="ellipse">
              <a:avLst/>
            </a:prstGeom>
            <a:gradFill>
              <a:gsLst>
                <a:gs pos="0">
                  <a:srgbClr val="000200">
                    <a:alpha val="16847"/>
                  </a:srgbClr>
                </a:gs>
                <a:gs pos="14286">
                  <a:srgbClr val="000200">
                    <a:alpha val="15597"/>
                  </a:srgbClr>
                </a:gs>
                <a:gs pos="28571">
                  <a:srgbClr val="000200">
                    <a:alpha val="12336"/>
                  </a:srgbClr>
                </a:gs>
                <a:gs pos="42857">
                  <a:srgbClr val="000200">
                    <a:alpha val="8273"/>
                  </a:srgbClr>
                </a:gs>
                <a:gs pos="57143">
                  <a:srgbClr val="000200">
                    <a:alpha val="4672"/>
                  </a:srgbClr>
                </a:gs>
                <a:gs pos="71429">
                  <a:srgbClr val="000200">
                    <a:alpha val="2215"/>
                  </a:srgbClr>
                </a:gs>
                <a:gs pos="85714">
                  <a:srgbClr val="000200">
                    <a:alpha val="882"/>
                  </a:srgbClr>
                </a:gs>
                <a:gs pos="100000">
                  <a:srgbClr val="000200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4754295">
              <a:off x="3034049" y="248040"/>
              <a:ext cx="556055" cy="514588"/>
            </a:xfrm>
            <a:prstGeom prst="ellipse">
              <a:avLst/>
            </a:prstGeom>
            <a:gradFill>
              <a:gsLst>
                <a:gs pos="0">
                  <a:srgbClr val="000200">
                    <a:alpha val="8841"/>
                  </a:srgbClr>
                </a:gs>
                <a:gs pos="14286">
                  <a:srgbClr val="000200">
                    <a:alpha val="8156"/>
                  </a:srgbClr>
                </a:gs>
                <a:gs pos="28571">
                  <a:srgbClr val="000200">
                    <a:alpha val="6392"/>
                  </a:srgbClr>
                </a:gs>
                <a:gs pos="42857">
                  <a:srgbClr val="000200">
                    <a:alpha val="4240"/>
                  </a:srgbClr>
                </a:gs>
                <a:gs pos="57143">
                  <a:srgbClr val="000200">
                    <a:alpha val="2372"/>
                  </a:srgbClr>
                </a:gs>
                <a:gs pos="71429">
                  <a:srgbClr val="000200">
                    <a:alpha val="1118"/>
                  </a:srgbClr>
                </a:gs>
                <a:gs pos="85714">
                  <a:srgbClr val="000200">
                    <a:alpha val="443"/>
                  </a:srgbClr>
                </a:gs>
                <a:gs pos="100000">
                  <a:srgbClr val="000200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-8513877">
              <a:off x="2295265" y="1117137"/>
              <a:ext cx="527762" cy="484114"/>
            </a:xfrm>
            <a:prstGeom prst="ellipse">
              <a:avLst/>
            </a:prstGeom>
            <a:gradFill>
              <a:gsLst>
                <a:gs pos="0">
                  <a:srgbClr val="132727">
                    <a:alpha val="2730"/>
                  </a:srgbClr>
                </a:gs>
                <a:gs pos="14286">
                  <a:srgbClr val="132727">
                    <a:alpha val="2512"/>
                  </a:srgbClr>
                </a:gs>
                <a:gs pos="28571">
                  <a:srgbClr val="132727">
                    <a:alpha val="1956"/>
                  </a:srgbClr>
                </a:gs>
                <a:gs pos="42857">
                  <a:srgbClr val="132727">
                    <a:alpha val="1287"/>
                  </a:srgbClr>
                </a:gs>
                <a:gs pos="57143">
                  <a:srgbClr val="132727">
                    <a:alpha val="715"/>
                  </a:srgbClr>
                </a:gs>
                <a:gs pos="71429">
                  <a:srgbClr val="132727">
                    <a:alpha val="335"/>
                  </a:srgbClr>
                </a:gs>
                <a:gs pos="85714">
                  <a:srgbClr val="132727">
                    <a:alpha val="133"/>
                  </a:srgbClr>
                </a:gs>
                <a:gs pos="100000">
                  <a:srgbClr val="132727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6590275">
              <a:off x="-132491" y="1396880"/>
              <a:ext cx="507773" cy="504100"/>
            </a:xfrm>
            <a:prstGeom prst="ellipse">
              <a:avLst/>
            </a:prstGeom>
            <a:gradFill>
              <a:gsLst>
                <a:gs pos="0">
                  <a:srgbClr val="002E22">
                    <a:alpha val="1298"/>
                  </a:srgbClr>
                </a:gs>
                <a:gs pos="14286">
                  <a:srgbClr val="002E22">
                    <a:alpha val="1194"/>
                  </a:srgbClr>
                </a:gs>
                <a:gs pos="28571">
                  <a:srgbClr val="002E22">
                    <a:alpha val="928"/>
                  </a:srgbClr>
                </a:gs>
                <a:gs pos="42857">
                  <a:srgbClr val="002E22">
                    <a:alpha val="610"/>
                  </a:srgbClr>
                </a:gs>
                <a:gs pos="57143">
                  <a:srgbClr val="002E22">
                    <a:alpha val="338"/>
                  </a:srgbClr>
                </a:gs>
                <a:gs pos="71429">
                  <a:srgbClr val="002E22">
                    <a:alpha val="159"/>
                  </a:srgbClr>
                </a:gs>
                <a:gs pos="85714">
                  <a:srgbClr val="002E22">
                    <a:alpha val="63"/>
                  </a:srgbClr>
                </a:gs>
                <a:gs pos="100000">
                  <a:srgbClr val="002E22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-8619318">
              <a:off x="178335" y="-71467"/>
              <a:ext cx="568562" cy="539954"/>
            </a:xfrm>
            <a:prstGeom prst="ellipse">
              <a:avLst/>
            </a:prstGeom>
            <a:gradFill>
              <a:gsLst>
                <a:gs pos="0">
                  <a:srgbClr val="000000">
                    <a:alpha val="3970"/>
                  </a:srgbClr>
                </a:gs>
                <a:gs pos="14286">
                  <a:srgbClr val="000000">
                    <a:alpha val="3654"/>
                  </a:srgbClr>
                </a:gs>
                <a:gs pos="28571">
                  <a:srgbClr val="000000">
                    <a:alpha val="2849"/>
                  </a:srgbClr>
                </a:gs>
                <a:gs pos="42857">
                  <a:srgbClr val="000000">
                    <a:alpha val="1878"/>
                  </a:srgbClr>
                </a:gs>
                <a:gs pos="57143">
                  <a:srgbClr val="000000">
                    <a:alpha val="1045"/>
                  </a:srgbClr>
                </a:gs>
                <a:gs pos="71429">
                  <a:srgbClr val="000000">
                    <a:alpha val="491"/>
                  </a:srgbClr>
                </a:gs>
                <a:gs pos="85714">
                  <a:srgbClr val="000000">
                    <a:alpha val="194"/>
                  </a:srgbClr>
                </a:gs>
                <a:gs pos="100000">
                  <a:srgbClr val="000000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6621693">
              <a:off x="3053917" y="1905296"/>
              <a:ext cx="490322" cy="473625"/>
            </a:xfrm>
            <a:prstGeom prst="ellipse">
              <a:avLst/>
            </a:prstGeom>
            <a:gradFill>
              <a:gsLst>
                <a:gs pos="0">
                  <a:srgbClr val="000504">
                    <a:alpha val="8659"/>
                  </a:srgbClr>
                </a:gs>
                <a:gs pos="14286">
                  <a:srgbClr val="000504">
                    <a:alpha val="7988"/>
                  </a:srgbClr>
                </a:gs>
                <a:gs pos="28571">
                  <a:srgbClr val="000504">
                    <a:alpha val="6259"/>
                  </a:srgbClr>
                </a:gs>
                <a:gs pos="42857">
                  <a:srgbClr val="000504">
                    <a:alpha val="4151"/>
                  </a:srgbClr>
                </a:gs>
                <a:gs pos="57143">
                  <a:srgbClr val="000504">
                    <a:alpha val="2322"/>
                  </a:srgbClr>
                </a:gs>
                <a:gs pos="71429">
                  <a:srgbClr val="000504">
                    <a:alpha val="1094"/>
                  </a:srgbClr>
                </a:gs>
                <a:gs pos="85714">
                  <a:srgbClr val="000504">
                    <a:alpha val="434"/>
                  </a:srgbClr>
                </a:gs>
                <a:gs pos="100000">
                  <a:srgbClr val="000504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6367804">
              <a:off x="2788012" y="2726226"/>
              <a:ext cx="502246" cy="424657"/>
            </a:xfrm>
            <a:prstGeom prst="ellipse">
              <a:avLst/>
            </a:prstGeom>
            <a:gradFill>
              <a:gsLst>
                <a:gs pos="0">
                  <a:srgbClr val="2C3634">
                    <a:alpha val="2788"/>
                  </a:srgbClr>
                </a:gs>
                <a:gs pos="14286">
                  <a:srgbClr val="2C3634">
                    <a:alpha val="2565"/>
                  </a:srgbClr>
                </a:gs>
                <a:gs pos="28571">
                  <a:srgbClr val="2C3634">
                    <a:alpha val="1998"/>
                  </a:srgbClr>
                </a:gs>
                <a:gs pos="42857">
                  <a:srgbClr val="2C3634">
                    <a:alpha val="1315"/>
                  </a:srgbClr>
                </a:gs>
                <a:gs pos="57143">
                  <a:srgbClr val="2C3634">
                    <a:alpha val="731"/>
                  </a:srgbClr>
                </a:gs>
                <a:gs pos="71429">
                  <a:srgbClr val="2C3634">
                    <a:alpha val="343"/>
                  </a:srgbClr>
                </a:gs>
                <a:gs pos="85714">
                  <a:srgbClr val="2C3634">
                    <a:alpha val="136"/>
                  </a:srgbClr>
                </a:gs>
                <a:gs pos="100000">
                  <a:srgbClr val="2C3634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-10792637">
              <a:off x="2791835" y="2644617"/>
              <a:ext cx="525809" cy="490960"/>
            </a:xfrm>
            <a:prstGeom prst="ellipse">
              <a:avLst/>
            </a:prstGeom>
            <a:gradFill>
              <a:gsLst>
                <a:gs pos="0">
                  <a:srgbClr val="000000">
                    <a:alpha val="8840"/>
                  </a:srgbClr>
                </a:gs>
                <a:gs pos="14286">
                  <a:srgbClr val="000000">
                    <a:alpha val="8155"/>
                  </a:srgbClr>
                </a:gs>
                <a:gs pos="28571">
                  <a:srgbClr val="000000">
                    <a:alpha val="6392"/>
                  </a:srgbClr>
                </a:gs>
                <a:gs pos="42857">
                  <a:srgbClr val="000000">
                    <a:alpha val="4240"/>
                  </a:srgbClr>
                </a:gs>
                <a:gs pos="57143">
                  <a:srgbClr val="000000">
                    <a:alpha val="2372"/>
                  </a:srgbClr>
                </a:gs>
                <a:gs pos="71429">
                  <a:srgbClr val="000000">
                    <a:alpha val="1117"/>
                  </a:srgbClr>
                </a:gs>
                <a:gs pos="85714">
                  <a:srgbClr val="000000">
                    <a:alpha val="443"/>
                  </a:srgbClr>
                </a:gs>
                <a:gs pos="100000">
                  <a:srgbClr val="000000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2986711">
              <a:off x="588019" y="2647977"/>
              <a:ext cx="502824" cy="453946"/>
            </a:xfrm>
            <a:prstGeom prst="ellipse">
              <a:avLst/>
            </a:prstGeom>
            <a:gradFill>
              <a:gsLst>
                <a:gs pos="0">
                  <a:srgbClr val="000708">
                    <a:alpha val="7575"/>
                  </a:srgbClr>
                </a:gs>
                <a:gs pos="14286">
                  <a:srgbClr val="000708">
                    <a:alpha val="6984"/>
                  </a:srgbClr>
                </a:gs>
                <a:gs pos="28571">
                  <a:srgbClr val="000708">
                    <a:alpha val="5467"/>
                  </a:srgbClr>
                </a:gs>
                <a:gs pos="42857">
                  <a:srgbClr val="000708">
                    <a:alpha val="3620"/>
                  </a:srgbClr>
                </a:gs>
                <a:gs pos="57143">
                  <a:srgbClr val="000708">
                    <a:alpha val="2022"/>
                  </a:srgbClr>
                </a:gs>
                <a:gs pos="71429">
                  <a:srgbClr val="000708">
                    <a:alpha val="952"/>
                  </a:srgbClr>
                </a:gs>
                <a:gs pos="85714">
                  <a:srgbClr val="000708">
                    <a:alpha val="377"/>
                  </a:srgbClr>
                </a:gs>
                <a:gs pos="100000">
                  <a:srgbClr val="000708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10646418">
              <a:off x="1159359" y="1741620"/>
              <a:ext cx="551721" cy="75636"/>
            </a:xfrm>
            <a:prstGeom prst="ellipse">
              <a:avLst/>
            </a:prstGeom>
            <a:gradFill>
              <a:gsLst>
                <a:gs pos="0">
                  <a:srgbClr val="4F5356">
                    <a:alpha val="3310"/>
                  </a:srgbClr>
                </a:gs>
                <a:gs pos="14286">
                  <a:srgbClr val="4F5356">
                    <a:alpha val="3047"/>
                  </a:srgbClr>
                </a:gs>
                <a:gs pos="28571">
                  <a:srgbClr val="4F5356">
                    <a:alpha val="2374"/>
                  </a:srgbClr>
                </a:gs>
                <a:gs pos="42857">
                  <a:srgbClr val="4F5356">
                    <a:alpha val="1563"/>
                  </a:srgbClr>
                </a:gs>
                <a:gs pos="57143">
                  <a:srgbClr val="4F5356">
                    <a:alpha val="869"/>
                  </a:srgbClr>
                </a:gs>
                <a:gs pos="71429">
                  <a:srgbClr val="4F5356">
                    <a:alpha val="408"/>
                  </a:srgbClr>
                </a:gs>
                <a:gs pos="85714">
                  <a:srgbClr val="4F5356">
                    <a:alpha val="161"/>
                  </a:srgbClr>
                </a:gs>
                <a:gs pos="100000">
                  <a:srgbClr val="4F5356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8719642">
              <a:off x="2136221" y="384548"/>
              <a:ext cx="533309" cy="514849"/>
            </a:xfrm>
            <a:prstGeom prst="ellipse">
              <a:avLst/>
            </a:prstGeom>
            <a:gradFill>
              <a:gsLst>
                <a:gs pos="0">
                  <a:srgbClr val="232E29">
                    <a:alpha val="1368"/>
                  </a:srgbClr>
                </a:gs>
                <a:gs pos="14286">
                  <a:srgbClr val="232E29">
                    <a:alpha val="1258"/>
                  </a:srgbClr>
                </a:gs>
                <a:gs pos="28571">
                  <a:srgbClr val="232E29">
                    <a:alpha val="978"/>
                  </a:srgbClr>
                </a:gs>
                <a:gs pos="42857">
                  <a:srgbClr val="232E29">
                    <a:alpha val="643"/>
                  </a:srgbClr>
                </a:gs>
                <a:gs pos="57143">
                  <a:srgbClr val="232E29">
                    <a:alpha val="357"/>
                  </a:srgbClr>
                </a:gs>
                <a:gs pos="71429">
                  <a:srgbClr val="232E29">
                    <a:alpha val="167"/>
                  </a:srgbClr>
                </a:gs>
                <a:gs pos="85714">
                  <a:srgbClr val="232E29">
                    <a:alpha val="66"/>
                  </a:srgbClr>
                </a:gs>
                <a:gs pos="100000">
                  <a:srgbClr val="232E29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9870215">
              <a:off x="2236381" y="1181240"/>
              <a:ext cx="460666" cy="453208"/>
            </a:xfrm>
            <a:prstGeom prst="ellipse">
              <a:avLst/>
            </a:prstGeom>
            <a:gradFill>
              <a:gsLst>
                <a:gs pos="0">
                  <a:srgbClr val="190710">
                    <a:alpha val="5067"/>
                  </a:srgbClr>
                </a:gs>
                <a:gs pos="14286">
                  <a:srgbClr val="190710">
                    <a:alpha val="4667"/>
                  </a:srgbClr>
                </a:gs>
                <a:gs pos="28571">
                  <a:srgbClr val="190710">
                    <a:alpha val="3643"/>
                  </a:srgbClr>
                </a:gs>
                <a:gs pos="42857">
                  <a:srgbClr val="190710">
                    <a:alpha val="2405"/>
                  </a:srgbClr>
                </a:gs>
                <a:gs pos="57143">
                  <a:srgbClr val="190710">
                    <a:alpha val="1340"/>
                  </a:srgbClr>
                </a:gs>
                <a:gs pos="71429">
                  <a:srgbClr val="190710">
                    <a:alpha val="629"/>
                  </a:srgbClr>
                </a:gs>
                <a:gs pos="85714">
                  <a:srgbClr val="190710">
                    <a:alpha val="249"/>
                  </a:srgbClr>
                </a:gs>
                <a:gs pos="100000">
                  <a:srgbClr val="19071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4735860">
              <a:off x="1600411" y="2887517"/>
              <a:ext cx="522659" cy="439116"/>
            </a:xfrm>
            <a:prstGeom prst="ellipse">
              <a:avLst/>
            </a:prstGeom>
            <a:gradFill>
              <a:gsLst>
                <a:gs pos="0">
                  <a:srgbClr val="000100">
                    <a:alpha val="19365"/>
                  </a:srgbClr>
                </a:gs>
                <a:gs pos="14286">
                  <a:srgbClr val="000100">
                    <a:alpha val="17949"/>
                  </a:srgbClr>
                </a:gs>
                <a:gs pos="28571">
                  <a:srgbClr val="000100">
                    <a:alpha val="14239"/>
                  </a:srgbClr>
                </a:gs>
                <a:gs pos="42857">
                  <a:srgbClr val="000100">
                    <a:alpha val="9584"/>
                  </a:srgbClr>
                </a:gs>
                <a:gs pos="57143">
                  <a:srgbClr val="000100">
                    <a:alpha val="5430"/>
                  </a:srgbClr>
                </a:gs>
                <a:gs pos="71429">
                  <a:srgbClr val="000100">
                    <a:alpha val="2579"/>
                  </a:srgbClr>
                </a:gs>
                <a:gs pos="85714">
                  <a:srgbClr val="000100">
                    <a:alpha val="1028"/>
                  </a:srgbClr>
                </a:gs>
                <a:gs pos="100000">
                  <a:srgbClr val="000100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8441035">
              <a:off x="3049772" y="1064666"/>
              <a:ext cx="505386" cy="457076"/>
            </a:xfrm>
            <a:prstGeom prst="ellipse">
              <a:avLst/>
            </a:prstGeom>
            <a:gradFill>
              <a:gsLst>
                <a:gs pos="0">
                  <a:srgbClr val="172A24">
                    <a:alpha val="1776"/>
                  </a:srgbClr>
                </a:gs>
                <a:gs pos="14286">
                  <a:srgbClr val="172A24">
                    <a:alpha val="1633"/>
                  </a:srgbClr>
                </a:gs>
                <a:gs pos="28571">
                  <a:srgbClr val="172A24">
                    <a:alpha val="1270"/>
                  </a:srgbClr>
                </a:gs>
                <a:gs pos="42857">
                  <a:srgbClr val="172A24">
                    <a:alpha val="835"/>
                  </a:srgbClr>
                </a:gs>
                <a:gs pos="57143">
                  <a:srgbClr val="172A24">
                    <a:alpha val="464"/>
                  </a:srgbClr>
                </a:gs>
                <a:gs pos="71429">
                  <a:srgbClr val="172A24">
                    <a:alpha val="217"/>
                  </a:srgbClr>
                </a:gs>
                <a:gs pos="85714">
                  <a:srgbClr val="172A24">
                    <a:alpha val="86"/>
                  </a:srgbClr>
                </a:gs>
                <a:gs pos="100000">
                  <a:srgbClr val="172A24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-9558101">
              <a:off x="2751332" y="1401082"/>
              <a:ext cx="524271" cy="468709"/>
            </a:xfrm>
            <a:prstGeom prst="ellipse">
              <a:avLst/>
            </a:prstGeom>
            <a:gradFill>
              <a:gsLst>
                <a:gs pos="0">
                  <a:srgbClr val="000000">
                    <a:alpha val="14162"/>
                  </a:srgbClr>
                </a:gs>
                <a:gs pos="14286">
                  <a:srgbClr val="000000">
                    <a:alpha val="13095"/>
                  </a:srgbClr>
                </a:gs>
                <a:gs pos="28571">
                  <a:srgbClr val="000000">
                    <a:alpha val="10325"/>
                  </a:srgbClr>
                </a:gs>
                <a:gs pos="42857">
                  <a:srgbClr val="000000">
                    <a:alpha val="6899"/>
                  </a:srgbClr>
                </a:gs>
                <a:gs pos="57143">
                  <a:srgbClr val="000000">
                    <a:alpha val="3883"/>
                  </a:srgbClr>
                </a:gs>
                <a:gs pos="71429">
                  <a:srgbClr val="000000">
                    <a:alpha val="1837"/>
                  </a:srgbClr>
                </a:gs>
                <a:gs pos="85714">
                  <a:srgbClr val="000000">
                    <a:alpha val="730"/>
                  </a:srgbClr>
                </a:gs>
                <a:gs pos="100000">
                  <a:srgbClr val="000000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7122271">
              <a:off x="-141598" y="1394835"/>
              <a:ext cx="460681" cy="448429"/>
            </a:xfrm>
            <a:prstGeom prst="ellipse">
              <a:avLst/>
            </a:prstGeom>
            <a:gradFill>
              <a:gsLst>
                <a:gs pos="0">
                  <a:srgbClr val="120B0C">
                    <a:alpha val="9238"/>
                  </a:srgbClr>
                </a:gs>
                <a:gs pos="14286">
                  <a:srgbClr val="120B0C">
                    <a:alpha val="8523"/>
                  </a:srgbClr>
                </a:gs>
                <a:gs pos="28571">
                  <a:srgbClr val="120B0C">
                    <a:alpha val="6683"/>
                  </a:srgbClr>
                </a:gs>
                <a:gs pos="42857">
                  <a:srgbClr val="120B0C">
                    <a:alpha val="4436"/>
                  </a:srgbClr>
                </a:gs>
                <a:gs pos="57143">
                  <a:srgbClr val="120B0C">
                    <a:alpha val="2483"/>
                  </a:srgbClr>
                </a:gs>
                <a:gs pos="71429">
                  <a:srgbClr val="120B0C">
                    <a:alpha val="1170"/>
                  </a:srgbClr>
                </a:gs>
                <a:gs pos="85714">
                  <a:srgbClr val="120B0C">
                    <a:alpha val="464"/>
                  </a:srgbClr>
                </a:gs>
                <a:gs pos="100000">
                  <a:srgbClr val="120B0C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5192628">
              <a:off x="911858" y="2307348"/>
              <a:ext cx="543110" cy="479917"/>
            </a:xfrm>
            <a:prstGeom prst="ellipse">
              <a:avLst/>
            </a:prstGeom>
            <a:gradFill>
              <a:gsLst>
                <a:gs pos="0">
                  <a:srgbClr val="09100F">
                    <a:alpha val="13037"/>
                  </a:srgbClr>
                </a:gs>
                <a:gs pos="14286">
                  <a:srgbClr val="09100F">
                    <a:alpha val="12049"/>
                  </a:srgbClr>
                </a:gs>
                <a:gs pos="28571">
                  <a:srgbClr val="09100F">
                    <a:alpha val="9488"/>
                  </a:srgbClr>
                </a:gs>
                <a:gs pos="42857">
                  <a:srgbClr val="09100F">
                    <a:alpha val="6329"/>
                  </a:srgbClr>
                </a:gs>
                <a:gs pos="57143">
                  <a:srgbClr val="09100F">
                    <a:alpha val="3558"/>
                  </a:srgbClr>
                </a:gs>
                <a:gs pos="71429">
                  <a:srgbClr val="09100F">
                    <a:alpha val="1682"/>
                  </a:srgbClr>
                </a:gs>
                <a:gs pos="85714">
                  <a:srgbClr val="09100F">
                    <a:alpha val="668"/>
                  </a:srgbClr>
                </a:gs>
                <a:gs pos="100000">
                  <a:srgbClr val="09100F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3142684">
              <a:off x="3007435" y="1499360"/>
              <a:ext cx="485679" cy="476502"/>
            </a:xfrm>
            <a:prstGeom prst="ellipse">
              <a:avLst/>
            </a:prstGeom>
            <a:gradFill>
              <a:gsLst>
                <a:gs pos="0">
                  <a:srgbClr val="313033">
                    <a:alpha val="1365"/>
                  </a:srgbClr>
                </a:gs>
                <a:gs pos="14286">
                  <a:srgbClr val="313033">
                    <a:alpha val="1256"/>
                  </a:srgbClr>
                </a:gs>
                <a:gs pos="28571">
                  <a:srgbClr val="313033">
                    <a:alpha val="976"/>
                  </a:srgbClr>
                </a:gs>
                <a:gs pos="42857">
                  <a:srgbClr val="313033">
                    <a:alpha val="641"/>
                  </a:srgbClr>
                </a:gs>
                <a:gs pos="57143">
                  <a:srgbClr val="313033">
                    <a:alpha val="356"/>
                  </a:srgbClr>
                </a:gs>
                <a:gs pos="71429">
                  <a:srgbClr val="313033">
                    <a:alpha val="167"/>
                  </a:srgbClr>
                </a:gs>
                <a:gs pos="85714">
                  <a:srgbClr val="313033">
                    <a:alpha val="66"/>
                  </a:srgbClr>
                </a:gs>
                <a:gs pos="100000">
                  <a:srgbClr val="313033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4934063">
              <a:off x="130942" y="139591"/>
              <a:ext cx="451435" cy="315843"/>
            </a:xfrm>
            <a:prstGeom prst="ellipse">
              <a:avLst/>
            </a:prstGeom>
            <a:gradFill>
              <a:gsLst>
                <a:gs pos="0">
                  <a:srgbClr val="041B16">
                    <a:alpha val="4959"/>
                  </a:srgbClr>
                </a:gs>
                <a:gs pos="14286">
                  <a:srgbClr val="041B16">
                    <a:alpha val="4567"/>
                  </a:srgbClr>
                </a:gs>
                <a:gs pos="28571">
                  <a:srgbClr val="041B16">
                    <a:alpha val="3565"/>
                  </a:srgbClr>
                </a:gs>
                <a:gs pos="42857">
                  <a:srgbClr val="041B16">
                    <a:alpha val="2353"/>
                  </a:srgbClr>
                </a:gs>
                <a:gs pos="57143">
                  <a:srgbClr val="041B16">
                    <a:alpha val="1311"/>
                  </a:srgbClr>
                </a:gs>
                <a:gs pos="71429">
                  <a:srgbClr val="041B16">
                    <a:alpha val="616"/>
                  </a:srgbClr>
                </a:gs>
                <a:gs pos="85714">
                  <a:srgbClr val="041B16">
                    <a:alpha val="244"/>
                  </a:srgbClr>
                </a:gs>
                <a:gs pos="100000">
                  <a:srgbClr val="041B16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6342147">
              <a:off x="610280" y="803163"/>
              <a:ext cx="509856" cy="473978"/>
            </a:xfrm>
            <a:prstGeom prst="ellipse">
              <a:avLst/>
            </a:prstGeom>
            <a:gradFill>
              <a:gsLst>
                <a:gs pos="0">
                  <a:srgbClr val="000000">
                    <a:alpha val="18157"/>
                  </a:srgbClr>
                </a:gs>
                <a:gs pos="14286">
                  <a:srgbClr val="000000">
                    <a:alpha val="16820"/>
                  </a:srgbClr>
                </a:gs>
                <a:gs pos="28571">
                  <a:srgbClr val="000000">
                    <a:alpha val="13324"/>
                  </a:srgbClr>
                </a:gs>
                <a:gs pos="42857">
                  <a:srgbClr val="000000">
                    <a:alpha val="8953"/>
                  </a:srgbClr>
                </a:gs>
                <a:gs pos="57143">
                  <a:srgbClr val="000000">
                    <a:alpha val="5064"/>
                  </a:srgbClr>
                </a:gs>
                <a:gs pos="71429">
                  <a:srgbClr val="000000">
                    <a:alpha val="2403"/>
                  </a:srgbClr>
                </a:gs>
                <a:gs pos="85714">
                  <a:srgbClr val="000000">
                    <a:alpha val="957"/>
                  </a:srgbClr>
                </a:gs>
                <a:gs pos="100000">
                  <a:srgbClr val="000000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4470374">
              <a:off x="804263" y="2403259"/>
              <a:ext cx="486540" cy="479949"/>
            </a:xfrm>
            <a:prstGeom prst="ellipse">
              <a:avLst/>
            </a:prstGeom>
            <a:gradFill>
              <a:gsLst>
                <a:gs pos="0">
                  <a:srgbClr val="000000">
                    <a:alpha val="5774"/>
                  </a:srgbClr>
                </a:gs>
                <a:gs pos="14286">
                  <a:srgbClr val="000000">
                    <a:alpha val="5320"/>
                  </a:srgbClr>
                </a:gs>
                <a:gs pos="28571">
                  <a:srgbClr val="000000">
                    <a:alpha val="4156"/>
                  </a:srgbClr>
                </a:gs>
                <a:gs pos="42857">
                  <a:srgbClr val="000000">
                    <a:alpha val="2746"/>
                  </a:srgbClr>
                </a:gs>
                <a:gs pos="57143">
                  <a:srgbClr val="000000">
                    <a:alpha val="1531"/>
                  </a:srgbClr>
                </a:gs>
                <a:gs pos="71429">
                  <a:srgbClr val="000000">
                    <a:alpha val="719"/>
                  </a:srgbClr>
                </a:gs>
                <a:gs pos="85714">
                  <a:srgbClr val="000000">
                    <a:alpha val="285"/>
                  </a:srgbClr>
                </a:gs>
                <a:gs pos="100000">
                  <a:srgbClr val="000000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4577622">
              <a:off x="2435808" y="2477902"/>
              <a:ext cx="476895" cy="232641"/>
            </a:xfrm>
            <a:prstGeom prst="ellipse">
              <a:avLst/>
            </a:prstGeom>
            <a:gradFill>
              <a:gsLst>
                <a:gs pos="0">
                  <a:srgbClr val="000304">
                    <a:alpha val="11815"/>
                  </a:srgbClr>
                </a:gs>
                <a:gs pos="14286">
                  <a:srgbClr val="000304">
                    <a:alpha val="10914"/>
                  </a:srgbClr>
                </a:gs>
                <a:gs pos="28571">
                  <a:srgbClr val="000304">
                    <a:alpha val="8582"/>
                  </a:srgbClr>
                </a:gs>
                <a:gs pos="42857">
                  <a:srgbClr val="000304">
                    <a:alpha val="5716"/>
                  </a:srgbClr>
                </a:gs>
                <a:gs pos="57143">
                  <a:srgbClr val="000304">
                    <a:alpha val="3209"/>
                  </a:srgbClr>
                </a:gs>
                <a:gs pos="71429">
                  <a:srgbClr val="000304">
                    <a:alpha val="1515"/>
                  </a:srgbClr>
                </a:gs>
                <a:gs pos="85714">
                  <a:srgbClr val="000304">
                    <a:alpha val="602"/>
                  </a:srgbClr>
                </a:gs>
                <a:gs pos="100000">
                  <a:srgbClr val="000304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4217027">
              <a:off x="1439296" y="1461230"/>
              <a:ext cx="441477" cy="382851"/>
            </a:xfrm>
            <a:prstGeom prst="ellipse">
              <a:avLst/>
            </a:prstGeom>
            <a:gradFill>
              <a:gsLst>
                <a:gs pos="0">
                  <a:srgbClr val="000003">
                    <a:alpha val="32398"/>
                  </a:srgbClr>
                </a:gs>
                <a:gs pos="14286">
                  <a:srgbClr val="000003">
                    <a:alpha val="30223"/>
                  </a:srgbClr>
                </a:gs>
                <a:gs pos="28571">
                  <a:srgbClr val="000003">
                    <a:alpha val="24377"/>
                  </a:srgbClr>
                </a:gs>
                <a:gs pos="42857">
                  <a:srgbClr val="000003">
                    <a:alpha val="16746"/>
                  </a:srgbClr>
                </a:gs>
                <a:gs pos="57143">
                  <a:srgbClr val="000003">
                    <a:alpha val="9657"/>
                  </a:srgbClr>
                </a:gs>
                <a:gs pos="71429">
                  <a:srgbClr val="000003">
                    <a:alpha val="4642"/>
                  </a:srgbClr>
                </a:gs>
                <a:gs pos="85714">
                  <a:srgbClr val="000003">
                    <a:alpha val="1862"/>
                  </a:srgbClr>
                </a:gs>
                <a:gs pos="100000">
                  <a:srgbClr val="000003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4578548">
              <a:off x="2762251" y="1457593"/>
              <a:ext cx="475848" cy="414901"/>
            </a:xfrm>
            <a:prstGeom prst="ellipse">
              <a:avLst/>
            </a:prstGeom>
            <a:gradFill>
              <a:gsLst>
                <a:gs pos="0">
                  <a:srgbClr val="1D2624">
                    <a:alpha val="5254"/>
                  </a:srgbClr>
                </a:gs>
                <a:gs pos="14286">
                  <a:srgbClr val="1D2624">
                    <a:alpha val="4840"/>
                  </a:srgbClr>
                </a:gs>
                <a:gs pos="28571">
                  <a:srgbClr val="1D2624">
                    <a:alpha val="3779"/>
                  </a:srgbClr>
                </a:gs>
                <a:gs pos="42857">
                  <a:srgbClr val="1D2624">
                    <a:alpha val="2495"/>
                  </a:srgbClr>
                </a:gs>
                <a:gs pos="57143">
                  <a:srgbClr val="1D2624">
                    <a:alpha val="1390"/>
                  </a:srgbClr>
                </a:gs>
                <a:gs pos="71429">
                  <a:srgbClr val="1D2624">
                    <a:alpha val="653"/>
                  </a:srgbClr>
                </a:gs>
                <a:gs pos="85714">
                  <a:srgbClr val="1D2624">
                    <a:alpha val="259"/>
                  </a:srgbClr>
                </a:gs>
                <a:gs pos="100000">
                  <a:srgbClr val="1D2624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-10366043">
              <a:off x="935616" y="2515727"/>
              <a:ext cx="479478" cy="475453"/>
            </a:xfrm>
            <a:prstGeom prst="ellipse">
              <a:avLst/>
            </a:prstGeom>
            <a:gradFill>
              <a:gsLst>
                <a:gs pos="0">
                  <a:srgbClr val="000002">
                    <a:alpha val="6063"/>
                  </a:srgbClr>
                </a:gs>
                <a:gs pos="14286">
                  <a:srgbClr val="000002">
                    <a:alpha val="5586"/>
                  </a:srgbClr>
                </a:gs>
                <a:gs pos="28571">
                  <a:srgbClr val="000002">
                    <a:alpha val="4365"/>
                  </a:srgbClr>
                </a:gs>
                <a:gs pos="42857">
                  <a:srgbClr val="000002">
                    <a:alpha val="2885"/>
                  </a:srgbClr>
                </a:gs>
                <a:gs pos="57143">
                  <a:srgbClr val="000002">
                    <a:alpha val="1609"/>
                  </a:srgbClr>
                </a:gs>
                <a:gs pos="71429">
                  <a:srgbClr val="000002">
                    <a:alpha val="756"/>
                  </a:srgbClr>
                </a:gs>
                <a:gs pos="85714">
                  <a:srgbClr val="000002">
                    <a:alpha val="300"/>
                  </a:srgbClr>
                </a:gs>
                <a:gs pos="100000">
                  <a:srgbClr val="000002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6443779">
              <a:off x="2080873" y="910184"/>
              <a:ext cx="532276" cy="495017"/>
            </a:xfrm>
            <a:prstGeom prst="ellipse">
              <a:avLst/>
            </a:prstGeom>
            <a:gradFill>
              <a:gsLst>
                <a:gs pos="0">
                  <a:srgbClr val="17140F">
                    <a:alpha val="6039"/>
                  </a:srgbClr>
                </a:gs>
                <a:gs pos="14286">
                  <a:srgbClr val="17140F">
                    <a:alpha val="5565"/>
                  </a:srgbClr>
                </a:gs>
                <a:gs pos="28571">
                  <a:srgbClr val="17140F">
                    <a:alpha val="4348"/>
                  </a:srgbClr>
                </a:gs>
                <a:gs pos="42857">
                  <a:srgbClr val="17140F">
                    <a:alpha val="2874"/>
                  </a:srgbClr>
                </a:gs>
                <a:gs pos="57143">
                  <a:srgbClr val="17140F">
                    <a:alpha val="1603"/>
                  </a:srgbClr>
                </a:gs>
                <a:gs pos="71429">
                  <a:srgbClr val="17140F">
                    <a:alpha val="753"/>
                  </a:srgbClr>
                </a:gs>
                <a:gs pos="85714">
                  <a:srgbClr val="17140F">
                    <a:alpha val="299"/>
                  </a:srgbClr>
                </a:gs>
                <a:gs pos="100000">
                  <a:srgbClr val="17140F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8984275">
              <a:off x="687237" y="134665"/>
              <a:ext cx="668848" cy="220857"/>
            </a:xfrm>
            <a:prstGeom prst="ellipse">
              <a:avLst/>
            </a:prstGeom>
            <a:gradFill>
              <a:gsLst>
                <a:gs pos="0">
                  <a:srgbClr val="000403">
                    <a:alpha val="15500"/>
                  </a:srgbClr>
                </a:gs>
                <a:gs pos="14286">
                  <a:srgbClr val="000403">
                    <a:alpha val="14341"/>
                  </a:srgbClr>
                </a:gs>
                <a:gs pos="28571">
                  <a:srgbClr val="000403">
                    <a:alpha val="11325"/>
                  </a:srgbClr>
                </a:gs>
                <a:gs pos="42857">
                  <a:srgbClr val="000403">
                    <a:alpha val="7581"/>
                  </a:srgbClr>
                </a:gs>
                <a:gs pos="57143">
                  <a:srgbClr val="000403">
                    <a:alpha val="4274"/>
                  </a:srgbClr>
                </a:gs>
                <a:gs pos="71429">
                  <a:srgbClr val="000403">
                    <a:alpha val="2024"/>
                  </a:srgbClr>
                </a:gs>
                <a:gs pos="85714">
                  <a:srgbClr val="000403">
                    <a:alpha val="805"/>
                  </a:srgbClr>
                </a:gs>
                <a:gs pos="100000">
                  <a:srgbClr val="000403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5732568">
              <a:off x="2602532" y="1239790"/>
              <a:ext cx="421430" cy="286348"/>
            </a:xfrm>
            <a:prstGeom prst="ellipse">
              <a:avLst/>
            </a:prstGeom>
            <a:gradFill>
              <a:gsLst>
                <a:gs pos="0">
                  <a:srgbClr val="100000">
                    <a:alpha val="3762"/>
                  </a:srgbClr>
                </a:gs>
                <a:gs pos="14286">
                  <a:srgbClr val="100000">
                    <a:alpha val="3463"/>
                  </a:srgbClr>
                </a:gs>
                <a:gs pos="28571">
                  <a:srgbClr val="100000">
                    <a:alpha val="2699"/>
                  </a:srgbClr>
                </a:gs>
                <a:gs pos="42857">
                  <a:srgbClr val="100000">
                    <a:alpha val="1779"/>
                  </a:srgbClr>
                </a:gs>
                <a:gs pos="57143">
                  <a:srgbClr val="100000">
                    <a:alpha val="990"/>
                  </a:srgbClr>
                </a:gs>
                <a:gs pos="71429">
                  <a:srgbClr val="100000">
                    <a:alpha val="464"/>
                  </a:srgbClr>
                </a:gs>
                <a:gs pos="85714">
                  <a:srgbClr val="100000">
                    <a:alpha val="184"/>
                  </a:srgbClr>
                </a:gs>
                <a:gs pos="100000">
                  <a:srgbClr val="100000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-8752383">
              <a:off x="412018" y="1072010"/>
              <a:ext cx="86721" cy="472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4054207">
              <a:off x="2437135" y="1573584"/>
              <a:ext cx="486441" cy="37396"/>
            </a:xfrm>
            <a:prstGeom prst="ellipse">
              <a:avLst/>
            </a:prstGeom>
            <a:gradFill>
              <a:gsLst>
                <a:gs pos="0">
                  <a:srgbClr val="B89089">
                    <a:alpha val="9148"/>
                  </a:srgbClr>
                </a:gs>
                <a:gs pos="14286">
                  <a:srgbClr val="B89089">
                    <a:alpha val="8440"/>
                  </a:srgbClr>
                </a:gs>
                <a:gs pos="28571">
                  <a:srgbClr val="B89089">
                    <a:alpha val="6617"/>
                  </a:srgbClr>
                </a:gs>
                <a:gs pos="42857">
                  <a:srgbClr val="B89089">
                    <a:alpha val="4391"/>
                  </a:srgbClr>
                </a:gs>
                <a:gs pos="57143">
                  <a:srgbClr val="B89089">
                    <a:alpha val="2458"/>
                  </a:srgbClr>
                </a:gs>
                <a:gs pos="71429">
                  <a:srgbClr val="B89089">
                    <a:alpha val="1158"/>
                  </a:srgbClr>
                </a:gs>
                <a:gs pos="85714">
                  <a:srgbClr val="B89089">
                    <a:alpha val="460"/>
                  </a:srgbClr>
                </a:gs>
                <a:gs pos="100000">
                  <a:srgbClr val="B89089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-8693713">
              <a:off x="2090950" y="914592"/>
              <a:ext cx="521258" cy="388668"/>
            </a:xfrm>
            <a:prstGeom prst="ellipse">
              <a:avLst/>
            </a:prstGeom>
            <a:gradFill>
              <a:gsLst>
                <a:gs pos="0">
                  <a:srgbClr val="373D3C">
                    <a:alpha val="4213"/>
                  </a:srgbClr>
                </a:gs>
                <a:gs pos="14286">
                  <a:srgbClr val="373D3C">
                    <a:alpha val="3879"/>
                  </a:srgbClr>
                </a:gs>
                <a:gs pos="28571">
                  <a:srgbClr val="373D3C">
                    <a:alpha val="3025"/>
                  </a:srgbClr>
                </a:gs>
                <a:gs pos="42857">
                  <a:srgbClr val="373D3C">
                    <a:alpha val="1994"/>
                  </a:srgbClr>
                </a:gs>
                <a:gs pos="57143">
                  <a:srgbClr val="373D3C">
                    <a:alpha val="1110"/>
                  </a:srgbClr>
                </a:gs>
                <a:gs pos="71429">
                  <a:srgbClr val="373D3C">
                    <a:alpha val="521"/>
                  </a:srgbClr>
                </a:gs>
                <a:gs pos="85714">
                  <a:srgbClr val="373D3C">
                    <a:alpha val="206"/>
                  </a:srgbClr>
                </a:gs>
                <a:gs pos="100000">
                  <a:srgbClr val="373D3C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4479332">
              <a:off x="2089291" y="1523797"/>
              <a:ext cx="525383" cy="453108"/>
            </a:xfrm>
            <a:prstGeom prst="ellipse">
              <a:avLst/>
            </a:prstGeom>
            <a:gradFill>
              <a:gsLst>
                <a:gs pos="0">
                  <a:srgbClr val="000003">
                    <a:alpha val="17306"/>
                  </a:srgbClr>
                </a:gs>
                <a:gs pos="14286">
                  <a:srgbClr val="000003">
                    <a:alpha val="16025"/>
                  </a:srgbClr>
                </a:gs>
                <a:gs pos="28571">
                  <a:srgbClr val="000003">
                    <a:alpha val="12681"/>
                  </a:srgbClr>
                </a:gs>
                <a:gs pos="42857">
                  <a:srgbClr val="000003">
                    <a:alpha val="8511"/>
                  </a:srgbClr>
                </a:gs>
                <a:gs pos="57143">
                  <a:srgbClr val="000003">
                    <a:alpha val="4809"/>
                  </a:srgbClr>
                </a:gs>
                <a:gs pos="71429">
                  <a:srgbClr val="000003">
                    <a:alpha val="2281"/>
                  </a:srgbClr>
                </a:gs>
                <a:gs pos="85714">
                  <a:srgbClr val="000003">
                    <a:alpha val="908"/>
                  </a:srgbClr>
                </a:gs>
                <a:gs pos="100000">
                  <a:srgbClr val="000003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10490388">
              <a:off x="52850" y="1784509"/>
              <a:ext cx="506479" cy="429140"/>
            </a:xfrm>
            <a:prstGeom prst="ellipse">
              <a:avLst/>
            </a:prstGeom>
            <a:gradFill>
              <a:gsLst>
                <a:gs pos="0">
                  <a:srgbClr val="000001">
                    <a:alpha val="4469"/>
                  </a:srgbClr>
                </a:gs>
                <a:gs pos="14286">
                  <a:srgbClr val="000001">
                    <a:alpha val="4115"/>
                  </a:srgbClr>
                </a:gs>
                <a:gs pos="28571">
                  <a:srgbClr val="000001">
                    <a:alpha val="3210"/>
                  </a:srgbClr>
                </a:gs>
                <a:gs pos="42857">
                  <a:srgbClr val="000001">
                    <a:alpha val="2118"/>
                  </a:srgbClr>
                </a:gs>
                <a:gs pos="57143">
                  <a:srgbClr val="000001">
                    <a:alpha val="1179"/>
                  </a:srgbClr>
                </a:gs>
                <a:gs pos="71429">
                  <a:srgbClr val="000001">
                    <a:alpha val="554"/>
                  </a:srgbClr>
                </a:gs>
                <a:gs pos="85714">
                  <a:srgbClr val="000001">
                    <a:alpha val="219"/>
                  </a:srgbClr>
                </a:gs>
                <a:gs pos="100000">
                  <a:srgbClr val="000001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10411620">
              <a:off x="53043" y="1767162"/>
              <a:ext cx="457203" cy="432877"/>
            </a:xfrm>
            <a:prstGeom prst="ellipse">
              <a:avLst/>
            </a:prstGeom>
            <a:gradFill>
              <a:gsLst>
                <a:gs pos="0">
                  <a:srgbClr val="000000">
                    <a:alpha val="7209"/>
                  </a:srgbClr>
                </a:gs>
                <a:gs pos="14286">
                  <a:srgbClr val="000000">
                    <a:alpha val="6646"/>
                  </a:srgbClr>
                </a:gs>
                <a:gs pos="28571">
                  <a:srgbClr val="000000">
                    <a:alpha val="5200"/>
                  </a:srgbClr>
                </a:gs>
                <a:gs pos="42857">
                  <a:srgbClr val="000000">
                    <a:alpha val="3442"/>
                  </a:srgbClr>
                </a:gs>
                <a:gs pos="57143">
                  <a:srgbClr val="000000">
                    <a:alpha val="1922"/>
                  </a:srgbClr>
                </a:gs>
                <a:gs pos="71429">
                  <a:srgbClr val="000000">
                    <a:alpha val="904"/>
                  </a:srgbClr>
                </a:gs>
                <a:gs pos="85714">
                  <a:srgbClr val="000000">
                    <a:alpha val="359"/>
                  </a:srgbClr>
                </a:gs>
                <a:gs pos="100000">
                  <a:srgbClr val="000000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-9531932">
              <a:off x="3147375" y="-112145"/>
              <a:ext cx="474657" cy="468621"/>
            </a:xfrm>
            <a:prstGeom prst="ellipse">
              <a:avLst/>
            </a:prstGeom>
            <a:gradFill>
              <a:gsLst>
                <a:gs pos="0">
                  <a:srgbClr val="080005">
                    <a:alpha val="9137"/>
                  </a:srgbClr>
                </a:gs>
                <a:gs pos="14286">
                  <a:srgbClr val="080005">
                    <a:alpha val="8430"/>
                  </a:srgbClr>
                </a:gs>
                <a:gs pos="28571">
                  <a:srgbClr val="080005">
                    <a:alpha val="6609"/>
                  </a:srgbClr>
                </a:gs>
                <a:gs pos="42857">
                  <a:srgbClr val="080005">
                    <a:alpha val="4386"/>
                  </a:srgbClr>
                </a:gs>
                <a:gs pos="57143">
                  <a:srgbClr val="080005">
                    <a:alpha val="2454"/>
                  </a:srgbClr>
                </a:gs>
                <a:gs pos="71429">
                  <a:srgbClr val="080005">
                    <a:alpha val="1157"/>
                  </a:srgbClr>
                </a:gs>
                <a:gs pos="85714">
                  <a:srgbClr val="080005">
                    <a:alpha val="459"/>
                  </a:srgbClr>
                </a:gs>
                <a:gs pos="100000">
                  <a:srgbClr val="080005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9778059">
              <a:off x="2612892" y="1231236"/>
              <a:ext cx="482772" cy="210636"/>
            </a:xfrm>
            <a:prstGeom prst="ellipse">
              <a:avLst/>
            </a:prstGeom>
            <a:gradFill>
              <a:gsLst>
                <a:gs pos="0">
                  <a:srgbClr val="1C201D">
                    <a:alpha val="9368"/>
                  </a:srgbClr>
                </a:gs>
                <a:gs pos="14286">
                  <a:srgbClr val="1C201D">
                    <a:alpha val="8644"/>
                  </a:srgbClr>
                </a:gs>
                <a:gs pos="28571">
                  <a:srgbClr val="1C201D">
                    <a:alpha val="6779"/>
                  </a:srgbClr>
                </a:gs>
                <a:gs pos="42857">
                  <a:srgbClr val="1C201D">
                    <a:alpha val="4500"/>
                  </a:srgbClr>
                </a:gs>
                <a:gs pos="57143">
                  <a:srgbClr val="1C201D">
                    <a:alpha val="2519"/>
                  </a:srgbClr>
                </a:gs>
                <a:gs pos="71429">
                  <a:srgbClr val="1C201D">
                    <a:alpha val="1187"/>
                  </a:srgbClr>
                </a:gs>
                <a:gs pos="85714">
                  <a:srgbClr val="1C201D">
                    <a:alpha val="471"/>
                  </a:srgbClr>
                </a:gs>
                <a:gs pos="100000">
                  <a:srgbClr val="1C201D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-9943879">
              <a:off x="1598086" y="230328"/>
              <a:ext cx="277945" cy="32375"/>
            </a:xfrm>
            <a:prstGeom prst="ellipse">
              <a:avLst/>
            </a:prstGeom>
            <a:gradFill>
              <a:gsLst>
                <a:gs pos="0">
                  <a:srgbClr val="FFECFF">
                    <a:alpha val="5327"/>
                  </a:srgbClr>
                </a:gs>
                <a:gs pos="14286">
                  <a:srgbClr val="FFECFF">
                    <a:alpha val="4907"/>
                  </a:srgbClr>
                </a:gs>
                <a:gs pos="28571">
                  <a:srgbClr val="FFECFF">
                    <a:alpha val="3832"/>
                  </a:srgbClr>
                </a:gs>
                <a:gs pos="42857">
                  <a:srgbClr val="FFECFF">
                    <a:alpha val="2530"/>
                  </a:srgbClr>
                </a:gs>
                <a:gs pos="57143">
                  <a:srgbClr val="FFECFF">
                    <a:alpha val="1410"/>
                  </a:srgbClr>
                </a:gs>
                <a:gs pos="71429">
                  <a:srgbClr val="FFECFF">
                    <a:alpha val="662"/>
                  </a:srgbClr>
                </a:gs>
                <a:gs pos="85714">
                  <a:srgbClr val="FFECFF">
                    <a:alpha val="262"/>
                  </a:srgbClr>
                </a:gs>
                <a:gs pos="100000">
                  <a:srgbClr val="FFECFF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3315504">
              <a:off x="815674" y="1487450"/>
              <a:ext cx="535272" cy="521345"/>
            </a:xfrm>
            <a:prstGeom prst="ellipse">
              <a:avLst/>
            </a:prstGeom>
            <a:gradFill>
              <a:gsLst>
                <a:gs pos="0">
                  <a:srgbClr val="030906">
                    <a:alpha val="16754"/>
                  </a:srgbClr>
                </a:gs>
                <a:gs pos="14286">
                  <a:srgbClr val="030906">
                    <a:alpha val="15510"/>
                  </a:srgbClr>
                </a:gs>
                <a:gs pos="28571">
                  <a:srgbClr val="030906">
                    <a:alpha val="12266"/>
                  </a:srgbClr>
                </a:gs>
                <a:gs pos="42857">
                  <a:srgbClr val="030906">
                    <a:alpha val="8225"/>
                  </a:srgbClr>
                </a:gs>
                <a:gs pos="57143">
                  <a:srgbClr val="030906">
                    <a:alpha val="4645"/>
                  </a:srgbClr>
                </a:gs>
                <a:gs pos="71429">
                  <a:srgbClr val="030906">
                    <a:alpha val="2202"/>
                  </a:srgbClr>
                </a:gs>
                <a:gs pos="85714">
                  <a:srgbClr val="030906">
                    <a:alpha val="876"/>
                  </a:srgbClr>
                </a:gs>
                <a:gs pos="100000">
                  <a:srgbClr val="030906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6485971">
              <a:off x="2075572" y="909886"/>
              <a:ext cx="507319" cy="415032"/>
            </a:xfrm>
            <a:prstGeom prst="ellipse">
              <a:avLst/>
            </a:prstGeom>
            <a:gradFill>
              <a:gsLst>
                <a:gs pos="0">
                  <a:srgbClr val="000002">
                    <a:alpha val="25877"/>
                  </a:srgbClr>
                </a:gs>
                <a:gs pos="14286">
                  <a:srgbClr val="000002">
                    <a:alpha val="24060"/>
                  </a:srgbClr>
                </a:gs>
                <a:gs pos="28571">
                  <a:srgbClr val="000002">
                    <a:alpha val="19240"/>
                  </a:srgbClr>
                </a:gs>
                <a:gs pos="42857">
                  <a:srgbClr val="000002">
                    <a:alpha val="13079"/>
                  </a:srgbClr>
                </a:gs>
                <a:gs pos="57143">
                  <a:srgbClr val="000002">
                    <a:alpha val="7473"/>
                  </a:srgbClr>
                </a:gs>
                <a:gs pos="71429">
                  <a:srgbClr val="000002">
                    <a:alpha val="3570"/>
                  </a:srgbClr>
                </a:gs>
                <a:gs pos="85714">
                  <a:srgbClr val="000002">
                    <a:alpha val="1427"/>
                  </a:srgbClr>
                </a:gs>
                <a:gs pos="100000">
                  <a:srgbClr val="000002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-9221557">
              <a:off x="2436462" y="1120047"/>
              <a:ext cx="494206" cy="422514"/>
            </a:xfrm>
            <a:prstGeom prst="ellipse">
              <a:avLst/>
            </a:prstGeom>
            <a:gradFill>
              <a:gsLst>
                <a:gs pos="0">
                  <a:srgbClr val="000001">
                    <a:alpha val="14658"/>
                  </a:srgbClr>
                </a:gs>
                <a:gs pos="14286">
                  <a:srgbClr val="000001">
                    <a:alpha val="13557"/>
                  </a:srgbClr>
                </a:gs>
                <a:gs pos="28571">
                  <a:srgbClr val="000001">
                    <a:alpha val="10695"/>
                  </a:srgbClr>
                </a:gs>
                <a:gs pos="42857">
                  <a:srgbClr val="000001">
                    <a:alpha val="7151"/>
                  </a:srgbClr>
                </a:gs>
                <a:gs pos="57143">
                  <a:srgbClr val="000001">
                    <a:alpha val="4028"/>
                  </a:srgbClr>
                </a:gs>
                <a:gs pos="71429">
                  <a:srgbClr val="000001">
                    <a:alpha val="1906"/>
                  </a:srgbClr>
                </a:gs>
                <a:gs pos="85714">
                  <a:srgbClr val="000001">
                    <a:alpha val="758"/>
                  </a:srgbClr>
                </a:gs>
                <a:gs pos="100000">
                  <a:srgbClr val="000001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4118265">
              <a:off x="552051" y="2693081"/>
              <a:ext cx="468819" cy="408732"/>
            </a:xfrm>
            <a:prstGeom prst="ellipse">
              <a:avLst/>
            </a:prstGeom>
            <a:gradFill>
              <a:gsLst>
                <a:gs pos="0">
                  <a:srgbClr val="000000">
                    <a:alpha val="8152"/>
                  </a:srgbClr>
                </a:gs>
                <a:gs pos="14286">
                  <a:srgbClr val="000000">
                    <a:alpha val="7519"/>
                  </a:srgbClr>
                </a:gs>
                <a:gs pos="28571">
                  <a:srgbClr val="000000">
                    <a:alpha val="5888"/>
                  </a:srgbClr>
                </a:gs>
                <a:gs pos="42857">
                  <a:srgbClr val="000000">
                    <a:alpha val="3903"/>
                  </a:srgbClr>
                </a:gs>
                <a:gs pos="57143">
                  <a:srgbClr val="000000">
                    <a:alpha val="2182"/>
                  </a:srgbClr>
                </a:gs>
                <a:gs pos="71429">
                  <a:srgbClr val="000000">
                    <a:alpha val="1027"/>
                  </a:srgbClr>
                </a:gs>
                <a:gs pos="85714">
                  <a:srgbClr val="000000">
                    <a:alpha val="407"/>
                  </a:srgbClr>
                </a:gs>
                <a:gs pos="100000">
                  <a:srgbClr val="000000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5454057">
              <a:off x="1493346" y="2908210"/>
              <a:ext cx="446637" cy="444807"/>
            </a:xfrm>
            <a:prstGeom prst="ellipse">
              <a:avLst/>
            </a:prstGeom>
            <a:gradFill>
              <a:gsLst>
                <a:gs pos="0">
                  <a:srgbClr val="121712">
                    <a:alpha val="8685"/>
                  </a:srgbClr>
                </a:gs>
                <a:gs pos="14286">
                  <a:srgbClr val="121712">
                    <a:alpha val="8012"/>
                  </a:srgbClr>
                </a:gs>
                <a:gs pos="28571">
                  <a:srgbClr val="121712">
                    <a:alpha val="6278"/>
                  </a:srgbClr>
                </a:gs>
                <a:gs pos="42857">
                  <a:srgbClr val="121712">
                    <a:alpha val="4164"/>
                  </a:srgbClr>
                </a:gs>
                <a:gs pos="57143">
                  <a:srgbClr val="121712">
                    <a:alpha val="2329"/>
                  </a:srgbClr>
                </a:gs>
                <a:gs pos="71429">
                  <a:srgbClr val="121712">
                    <a:alpha val="1097"/>
                  </a:srgbClr>
                </a:gs>
                <a:gs pos="85714">
                  <a:srgbClr val="121712">
                    <a:alpha val="435"/>
                  </a:srgbClr>
                </a:gs>
                <a:gs pos="100000">
                  <a:srgbClr val="121712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3059437">
              <a:off x="1715282" y="2147504"/>
              <a:ext cx="181553" cy="33952"/>
            </a:xfrm>
            <a:prstGeom prst="ellipse">
              <a:avLst/>
            </a:prstGeom>
            <a:gradFill>
              <a:gsLst>
                <a:gs pos="0">
                  <a:srgbClr val="FFFFFF">
                    <a:alpha val="13073"/>
                  </a:srgbClr>
                </a:gs>
                <a:gs pos="14286">
                  <a:srgbClr val="FFFFFF">
                    <a:alpha val="12082"/>
                  </a:srgbClr>
                </a:gs>
                <a:gs pos="28571">
                  <a:srgbClr val="FFFFFF">
                    <a:alpha val="9514"/>
                  </a:srgbClr>
                </a:gs>
                <a:gs pos="42857">
                  <a:srgbClr val="FFFFFF">
                    <a:alpha val="6347"/>
                  </a:srgbClr>
                </a:gs>
                <a:gs pos="57143">
                  <a:srgbClr val="FFFFFF">
                    <a:alpha val="3569"/>
                  </a:srgbClr>
                </a:gs>
                <a:gs pos="71429">
                  <a:srgbClr val="FFFFFF">
                    <a:alpha val="1687"/>
                  </a:srgbClr>
                </a:gs>
                <a:gs pos="85714">
                  <a:srgbClr val="FFFFFF">
                    <a:alpha val="670"/>
                  </a:srgbClr>
                </a:gs>
                <a:gs pos="100000">
                  <a:srgbClr val="FFFFFF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5304454">
              <a:off x="512400" y="1182193"/>
              <a:ext cx="433289" cy="407402"/>
            </a:xfrm>
            <a:prstGeom prst="ellipse">
              <a:avLst/>
            </a:prstGeom>
            <a:gradFill>
              <a:gsLst>
                <a:gs pos="0">
                  <a:srgbClr val="314745">
                    <a:alpha val="1361"/>
                  </a:srgbClr>
                </a:gs>
                <a:gs pos="14286">
                  <a:srgbClr val="314745">
                    <a:alpha val="1252"/>
                  </a:srgbClr>
                </a:gs>
                <a:gs pos="28571">
                  <a:srgbClr val="314745">
                    <a:alpha val="973"/>
                  </a:srgbClr>
                </a:gs>
                <a:gs pos="42857">
                  <a:srgbClr val="314745">
                    <a:alpha val="639"/>
                  </a:srgbClr>
                </a:gs>
                <a:gs pos="57143">
                  <a:srgbClr val="314745">
                    <a:alpha val="355"/>
                  </a:srgbClr>
                </a:gs>
                <a:gs pos="71429">
                  <a:srgbClr val="314745">
                    <a:alpha val="166"/>
                  </a:srgbClr>
                </a:gs>
                <a:gs pos="85714">
                  <a:srgbClr val="314745">
                    <a:alpha val="66"/>
                  </a:srgbClr>
                </a:gs>
                <a:gs pos="100000">
                  <a:srgbClr val="314745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-8577943">
              <a:off x="2101857" y="2466188"/>
              <a:ext cx="491801" cy="452610"/>
            </a:xfrm>
            <a:prstGeom prst="ellipse">
              <a:avLst/>
            </a:prstGeom>
            <a:gradFill>
              <a:gsLst>
                <a:gs pos="0">
                  <a:srgbClr val="000605">
                    <a:alpha val="10003"/>
                  </a:srgbClr>
                </a:gs>
                <a:gs pos="14286">
                  <a:srgbClr val="000605">
                    <a:alpha val="9233"/>
                  </a:srgbClr>
                </a:gs>
                <a:gs pos="28571">
                  <a:srgbClr val="000605">
                    <a:alpha val="7246"/>
                  </a:srgbClr>
                </a:gs>
                <a:gs pos="42857">
                  <a:srgbClr val="000605">
                    <a:alpha val="4814"/>
                  </a:srgbClr>
                </a:gs>
                <a:gs pos="57143">
                  <a:srgbClr val="000605">
                    <a:alpha val="2697"/>
                  </a:srgbClr>
                </a:gs>
                <a:gs pos="71429">
                  <a:srgbClr val="000605">
                    <a:alpha val="1271"/>
                  </a:srgbClr>
                </a:gs>
                <a:gs pos="85714">
                  <a:srgbClr val="000605">
                    <a:alpha val="505"/>
                  </a:srgbClr>
                </a:gs>
                <a:gs pos="100000">
                  <a:srgbClr val="000605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4973637">
              <a:off x="2319298" y="2152459"/>
              <a:ext cx="159768" cy="584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8531683">
              <a:off x="1476196" y="2817029"/>
              <a:ext cx="475290" cy="455177"/>
            </a:xfrm>
            <a:prstGeom prst="ellipse">
              <a:avLst/>
            </a:prstGeom>
            <a:gradFill>
              <a:gsLst>
                <a:gs pos="0">
                  <a:srgbClr val="000108">
                    <a:alpha val="4048"/>
                  </a:srgbClr>
                </a:gs>
                <a:gs pos="14286">
                  <a:srgbClr val="000108">
                    <a:alpha val="3727"/>
                  </a:srgbClr>
                </a:gs>
                <a:gs pos="28571">
                  <a:srgbClr val="000108">
                    <a:alpha val="2906"/>
                  </a:srgbClr>
                </a:gs>
                <a:gs pos="42857">
                  <a:srgbClr val="000108">
                    <a:alpha val="1916"/>
                  </a:srgbClr>
                </a:gs>
                <a:gs pos="57143">
                  <a:srgbClr val="000108">
                    <a:alpha val="1066"/>
                  </a:srgbClr>
                </a:gs>
                <a:gs pos="71429">
                  <a:srgbClr val="000108">
                    <a:alpha val="500"/>
                  </a:srgbClr>
                </a:gs>
                <a:gs pos="85714">
                  <a:srgbClr val="000108">
                    <a:alpha val="198"/>
                  </a:srgbClr>
                </a:gs>
                <a:gs pos="100000">
                  <a:srgbClr val="000108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5916804">
              <a:off x="3156138" y="257518"/>
              <a:ext cx="444909" cy="434608"/>
            </a:xfrm>
            <a:prstGeom prst="ellipse">
              <a:avLst/>
            </a:prstGeom>
            <a:gradFill>
              <a:gsLst>
                <a:gs pos="0">
                  <a:srgbClr val="0F100A">
                    <a:alpha val="16119"/>
                  </a:srgbClr>
                </a:gs>
                <a:gs pos="14286">
                  <a:srgbClr val="0F100A">
                    <a:alpha val="14918"/>
                  </a:srgbClr>
                </a:gs>
                <a:gs pos="28571">
                  <a:srgbClr val="0F100A">
                    <a:alpha val="11789"/>
                  </a:srgbClr>
                </a:gs>
                <a:gs pos="42857">
                  <a:srgbClr val="0F100A">
                    <a:alpha val="7898"/>
                  </a:srgbClr>
                </a:gs>
                <a:gs pos="57143">
                  <a:srgbClr val="0F100A">
                    <a:alpha val="4457"/>
                  </a:srgbClr>
                </a:gs>
                <a:gs pos="71429">
                  <a:srgbClr val="0F100A">
                    <a:alpha val="2111"/>
                  </a:srgbClr>
                </a:gs>
                <a:gs pos="85714">
                  <a:srgbClr val="0F100A">
                    <a:alpha val="840"/>
                  </a:srgbClr>
                </a:gs>
                <a:gs pos="100000">
                  <a:srgbClr val="0F100A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6162930">
              <a:off x="1667345" y="2790709"/>
              <a:ext cx="471919" cy="370574"/>
            </a:xfrm>
            <a:prstGeom prst="ellipse">
              <a:avLst/>
            </a:prstGeom>
            <a:gradFill>
              <a:gsLst>
                <a:gs pos="0">
                  <a:srgbClr val="252D2E">
                    <a:alpha val="3758"/>
                  </a:srgbClr>
                </a:gs>
                <a:gs pos="14286">
                  <a:srgbClr val="252D2E">
                    <a:alpha val="3459"/>
                  </a:srgbClr>
                </a:gs>
                <a:gs pos="28571">
                  <a:srgbClr val="252D2E">
                    <a:alpha val="2696"/>
                  </a:srgbClr>
                </a:gs>
                <a:gs pos="42857">
                  <a:srgbClr val="252D2E">
                    <a:alpha val="1777"/>
                  </a:srgbClr>
                </a:gs>
                <a:gs pos="57143">
                  <a:srgbClr val="252D2E">
                    <a:alpha val="989"/>
                  </a:srgbClr>
                </a:gs>
                <a:gs pos="71429">
                  <a:srgbClr val="252D2E">
                    <a:alpha val="464"/>
                  </a:srgbClr>
                </a:gs>
                <a:gs pos="85714">
                  <a:srgbClr val="252D2E">
                    <a:alpha val="184"/>
                  </a:srgbClr>
                </a:gs>
                <a:gs pos="100000">
                  <a:srgbClr val="252D2E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-8908106">
              <a:off x="1001685" y="1519644"/>
              <a:ext cx="488238" cy="465349"/>
            </a:xfrm>
            <a:prstGeom prst="ellipse">
              <a:avLst/>
            </a:prstGeom>
            <a:gradFill>
              <a:gsLst>
                <a:gs pos="0">
                  <a:srgbClr val="000000">
                    <a:alpha val="11625"/>
                  </a:srgbClr>
                </a:gs>
                <a:gs pos="14286">
                  <a:srgbClr val="000000">
                    <a:alpha val="10737"/>
                  </a:srgbClr>
                </a:gs>
                <a:gs pos="28571">
                  <a:srgbClr val="000000">
                    <a:alpha val="8442"/>
                  </a:srgbClr>
                </a:gs>
                <a:gs pos="42857">
                  <a:srgbClr val="000000">
                    <a:alpha val="5621"/>
                  </a:srgbClr>
                </a:gs>
                <a:gs pos="57143">
                  <a:srgbClr val="000000">
                    <a:alpha val="3155"/>
                  </a:srgbClr>
                </a:gs>
                <a:gs pos="71429">
                  <a:srgbClr val="000000">
                    <a:alpha val="1489"/>
                  </a:srgbClr>
                </a:gs>
                <a:gs pos="85714">
                  <a:srgbClr val="000000">
                    <a:alpha val="592"/>
                  </a:srgbClr>
                </a:gs>
                <a:gs pos="100000">
                  <a:srgbClr val="000000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-9531939">
              <a:off x="2639511" y="1534589"/>
              <a:ext cx="76798" cy="63080"/>
            </a:xfrm>
            <a:prstGeom prst="ellipse">
              <a:avLst/>
            </a:prstGeom>
            <a:gradFill>
              <a:gsLst>
                <a:gs pos="0">
                  <a:srgbClr val="FFE0FF">
                    <a:alpha val="32968"/>
                  </a:srgbClr>
                </a:gs>
                <a:gs pos="14286">
                  <a:srgbClr val="FFE0FF">
                    <a:alpha val="30764"/>
                  </a:srgbClr>
                </a:gs>
                <a:gs pos="28571">
                  <a:srgbClr val="FFE0FF">
                    <a:alpha val="24833"/>
                  </a:srgbClr>
                </a:gs>
                <a:gs pos="42857">
                  <a:srgbClr val="FFE0FF">
                    <a:alpha val="17075"/>
                  </a:srgbClr>
                </a:gs>
                <a:gs pos="57143">
                  <a:srgbClr val="FFE0FF">
                    <a:alpha val="9855"/>
                  </a:srgbClr>
                </a:gs>
                <a:gs pos="71429">
                  <a:srgbClr val="FFE0FF">
                    <a:alpha val="4740"/>
                  </a:srgbClr>
                </a:gs>
                <a:gs pos="85714">
                  <a:srgbClr val="FFE0FF">
                    <a:alpha val="1902"/>
                  </a:srgbClr>
                </a:gs>
                <a:gs pos="100000">
                  <a:srgbClr val="FFE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3511675">
              <a:off x="2953388" y="-50620"/>
              <a:ext cx="497805" cy="338230"/>
            </a:xfrm>
            <a:prstGeom prst="ellipse">
              <a:avLst/>
            </a:prstGeom>
            <a:gradFill>
              <a:gsLst>
                <a:gs pos="0">
                  <a:srgbClr val="46423C">
                    <a:alpha val="4373"/>
                  </a:srgbClr>
                </a:gs>
                <a:gs pos="14286">
                  <a:srgbClr val="46423C">
                    <a:alpha val="4027"/>
                  </a:srgbClr>
                </a:gs>
                <a:gs pos="28571">
                  <a:srgbClr val="46423C">
                    <a:alpha val="3141"/>
                  </a:srgbClr>
                </a:gs>
                <a:gs pos="42857">
                  <a:srgbClr val="46423C">
                    <a:alpha val="2072"/>
                  </a:srgbClr>
                </a:gs>
                <a:gs pos="57143">
                  <a:srgbClr val="46423C">
                    <a:alpha val="1153"/>
                  </a:srgbClr>
                </a:gs>
                <a:gs pos="71429">
                  <a:srgbClr val="46423C">
                    <a:alpha val="541"/>
                  </a:srgbClr>
                </a:gs>
                <a:gs pos="85714">
                  <a:srgbClr val="46423C">
                    <a:alpha val="214"/>
                  </a:srgbClr>
                </a:gs>
                <a:gs pos="100000">
                  <a:srgbClr val="46423C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-8347457">
              <a:off x="588026" y="686995"/>
              <a:ext cx="464492" cy="393532"/>
            </a:xfrm>
            <a:prstGeom prst="ellipse">
              <a:avLst/>
            </a:prstGeom>
            <a:gradFill>
              <a:gsLst>
                <a:gs pos="0">
                  <a:srgbClr val="000300">
                    <a:alpha val="19140"/>
                  </a:srgbClr>
                </a:gs>
                <a:gs pos="14286">
                  <a:srgbClr val="000300">
                    <a:alpha val="17739"/>
                  </a:srgbClr>
                </a:gs>
                <a:gs pos="28571">
                  <a:srgbClr val="000300">
                    <a:alpha val="14068"/>
                  </a:srgbClr>
                </a:gs>
                <a:gs pos="42857">
                  <a:srgbClr val="000300">
                    <a:alpha val="9466"/>
                  </a:srgbClr>
                </a:gs>
                <a:gs pos="57143">
                  <a:srgbClr val="000300">
                    <a:alpha val="5361"/>
                  </a:srgbClr>
                </a:gs>
                <a:gs pos="71429">
                  <a:srgbClr val="000300">
                    <a:alpha val="2546"/>
                  </a:srgbClr>
                </a:gs>
                <a:gs pos="85714">
                  <a:srgbClr val="000300">
                    <a:alpha val="1015"/>
                  </a:srgbClr>
                </a:gs>
                <a:gs pos="100000">
                  <a:srgbClr val="000300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6808113">
              <a:off x="1103934" y="2688555"/>
              <a:ext cx="75149" cy="65596"/>
            </a:xfrm>
            <a:prstGeom prst="ellipse">
              <a:avLst/>
            </a:prstGeom>
            <a:gradFill>
              <a:gsLst>
                <a:gs pos="0">
                  <a:srgbClr val="FFF6B6">
                    <a:alpha val="32968"/>
                  </a:srgbClr>
                </a:gs>
                <a:gs pos="14286">
                  <a:srgbClr val="FFF6B6">
                    <a:alpha val="30764"/>
                  </a:srgbClr>
                </a:gs>
                <a:gs pos="28571">
                  <a:srgbClr val="FFF6B6">
                    <a:alpha val="24833"/>
                  </a:srgbClr>
                </a:gs>
                <a:gs pos="42857">
                  <a:srgbClr val="FFF6B6">
                    <a:alpha val="17075"/>
                  </a:srgbClr>
                </a:gs>
                <a:gs pos="57143">
                  <a:srgbClr val="FFF6B6">
                    <a:alpha val="9855"/>
                  </a:srgbClr>
                </a:gs>
                <a:gs pos="71429">
                  <a:srgbClr val="FFF6B6">
                    <a:alpha val="4740"/>
                  </a:srgbClr>
                </a:gs>
                <a:gs pos="85714">
                  <a:srgbClr val="FFF6B6">
                    <a:alpha val="1902"/>
                  </a:srgbClr>
                </a:gs>
                <a:gs pos="100000">
                  <a:srgbClr val="FFF6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6570991">
              <a:off x="2541554" y="1676353"/>
              <a:ext cx="41767" cy="34725"/>
            </a:xfrm>
            <a:prstGeom prst="ellipse">
              <a:avLst/>
            </a:prstGeom>
            <a:gradFill>
              <a:gsLst>
                <a:gs pos="0">
                  <a:srgbClr val="FFFFCA">
                    <a:alpha val="32968"/>
                  </a:srgbClr>
                </a:gs>
                <a:gs pos="14286">
                  <a:srgbClr val="FFFFCA">
                    <a:alpha val="30764"/>
                  </a:srgbClr>
                </a:gs>
                <a:gs pos="28571">
                  <a:srgbClr val="FFFFCA">
                    <a:alpha val="24833"/>
                  </a:srgbClr>
                </a:gs>
                <a:gs pos="42857">
                  <a:srgbClr val="FFFFCA">
                    <a:alpha val="17075"/>
                  </a:srgbClr>
                </a:gs>
                <a:gs pos="57143">
                  <a:srgbClr val="FFFFCA">
                    <a:alpha val="9855"/>
                  </a:srgbClr>
                </a:gs>
                <a:gs pos="71429">
                  <a:srgbClr val="FFFFCA">
                    <a:alpha val="4740"/>
                  </a:srgbClr>
                </a:gs>
                <a:gs pos="85714">
                  <a:srgbClr val="FFFFCA">
                    <a:alpha val="1902"/>
                  </a:srgbClr>
                </a:gs>
                <a:gs pos="100000">
                  <a:srgbClr val="FFFF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-9415516">
              <a:off x="221622" y="3122836"/>
              <a:ext cx="328499" cy="76056"/>
            </a:xfrm>
            <a:prstGeom prst="ellipse">
              <a:avLst/>
            </a:prstGeom>
            <a:gradFill>
              <a:gsLst>
                <a:gs pos="0">
                  <a:srgbClr val="0C0300">
                    <a:alpha val="9555"/>
                  </a:srgbClr>
                </a:gs>
                <a:gs pos="14286">
                  <a:srgbClr val="0C0300">
                    <a:alpha val="8817"/>
                  </a:srgbClr>
                </a:gs>
                <a:gs pos="28571">
                  <a:srgbClr val="0C0300">
                    <a:alpha val="6916"/>
                  </a:srgbClr>
                </a:gs>
                <a:gs pos="42857">
                  <a:srgbClr val="0C0300">
                    <a:alpha val="4592"/>
                  </a:srgbClr>
                </a:gs>
                <a:gs pos="57143">
                  <a:srgbClr val="0C0300">
                    <a:alpha val="2571"/>
                  </a:srgbClr>
                </a:gs>
                <a:gs pos="71429">
                  <a:srgbClr val="0C0300">
                    <a:alpha val="1212"/>
                  </a:srgbClr>
                </a:gs>
                <a:gs pos="85714">
                  <a:srgbClr val="0C0300">
                    <a:alpha val="481"/>
                  </a:srgbClr>
                </a:gs>
                <a:gs pos="100000">
                  <a:srgbClr val="0C0300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9473823">
              <a:off x="2549237" y="1167742"/>
              <a:ext cx="375224" cy="359643"/>
            </a:xfrm>
            <a:prstGeom prst="ellipse">
              <a:avLst/>
            </a:prstGeom>
            <a:gradFill>
              <a:gsLst>
                <a:gs pos="0">
                  <a:srgbClr val="000001">
                    <a:alpha val="9617"/>
                  </a:srgbClr>
                </a:gs>
                <a:gs pos="14286">
                  <a:srgbClr val="000001">
                    <a:alpha val="8875"/>
                  </a:srgbClr>
                </a:gs>
                <a:gs pos="28571">
                  <a:srgbClr val="000001">
                    <a:alpha val="6962"/>
                  </a:srgbClr>
                </a:gs>
                <a:gs pos="42857">
                  <a:srgbClr val="000001">
                    <a:alpha val="4623"/>
                  </a:srgbClr>
                </a:gs>
                <a:gs pos="57143">
                  <a:srgbClr val="000001">
                    <a:alpha val="2589"/>
                  </a:srgbClr>
                </a:gs>
                <a:gs pos="71429">
                  <a:srgbClr val="000001">
                    <a:alpha val="1220"/>
                  </a:srgbClr>
                </a:gs>
                <a:gs pos="85714">
                  <a:srgbClr val="000001">
                    <a:alpha val="484"/>
                  </a:srgbClr>
                </a:gs>
                <a:gs pos="100000">
                  <a:srgbClr val="000001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-8978285">
              <a:off x="1674164" y="2981419"/>
              <a:ext cx="571903" cy="374170"/>
            </a:xfrm>
            <a:prstGeom prst="ellipse">
              <a:avLst/>
            </a:prstGeom>
            <a:gradFill>
              <a:gsLst>
                <a:gs pos="0">
                  <a:srgbClr val="6D706C">
                    <a:alpha val="1834"/>
                  </a:srgbClr>
                </a:gs>
                <a:gs pos="14286">
                  <a:srgbClr val="6D706C">
                    <a:alpha val="1687"/>
                  </a:srgbClr>
                </a:gs>
                <a:gs pos="28571">
                  <a:srgbClr val="6D706C">
                    <a:alpha val="1312"/>
                  </a:srgbClr>
                </a:gs>
                <a:gs pos="42857">
                  <a:srgbClr val="6D706C">
                    <a:alpha val="863"/>
                  </a:srgbClr>
                </a:gs>
                <a:gs pos="57143">
                  <a:srgbClr val="6D706C">
                    <a:alpha val="479"/>
                  </a:srgbClr>
                </a:gs>
                <a:gs pos="71429">
                  <a:srgbClr val="6D706C">
                    <a:alpha val="224"/>
                  </a:srgbClr>
                </a:gs>
                <a:gs pos="85714">
                  <a:srgbClr val="6D706C">
                    <a:alpha val="89"/>
                  </a:srgbClr>
                </a:gs>
                <a:gs pos="100000">
                  <a:srgbClr val="6D706C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-10026736">
              <a:off x="2592233" y="1189569"/>
              <a:ext cx="402068" cy="370630"/>
            </a:xfrm>
            <a:prstGeom prst="ellipse">
              <a:avLst/>
            </a:prstGeom>
            <a:gradFill>
              <a:gsLst>
                <a:gs pos="0">
                  <a:srgbClr val="191916">
                    <a:alpha val="16685"/>
                  </a:srgbClr>
                </a:gs>
                <a:gs pos="14286">
                  <a:srgbClr val="191916">
                    <a:alpha val="15446"/>
                  </a:srgbClr>
                </a:gs>
                <a:gs pos="28571">
                  <a:srgbClr val="191916">
                    <a:alpha val="12214"/>
                  </a:srgbClr>
                </a:gs>
                <a:gs pos="42857">
                  <a:srgbClr val="191916">
                    <a:alpha val="8190"/>
                  </a:srgbClr>
                </a:gs>
                <a:gs pos="57143">
                  <a:srgbClr val="191916">
                    <a:alpha val="4624"/>
                  </a:srgbClr>
                </a:gs>
                <a:gs pos="71429">
                  <a:srgbClr val="191916">
                    <a:alpha val="2192"/>
                  </a:srgbClr>
                </a:gs>
                <a:gs pos="85714">
                  <a:srgbClr val="191916">
                    <a:alpha val="873"/>
                  </a:srgbClr>
                </a:gs>
                <a:gs pos="100000">
                  <a:srgbClr val="191916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-8934096">
              <a:off x="3396304" y="1787733"/>
              <a:ext cx="262464" cy="66515"/>
            </a:xfrm>
            <a:prstGeom prst="ellipse">
              <a:avLst/>
            </a:prstGeom>
            <a:gradFill>
              <a:gsLst>
                <a:gs pos="0">
                  <a:srgbClr val="4F4141">
                    <a:alpha val="19051"/>
                  </a:srgbClr>
                </a:gs>
                <a:gs pos="14286">
                  <a:srgbClr val="4F4141">
                    <a:alpha val="17655"/>
                  </a:srgbClr>
                </a:gs>
                <a:gs pos="28571">
                  <a:srgbClr val="4F4141">
                    <a:alpha val="14001"/>
                  </a:srgbClr>
                </a:gs>
                <a:gs pos="42857">
                  <a:srgbClr val="4F4141">
                    <a:alpha val="9420"/>
                  </a:srgbClr>
                </a:gs>
                <a:gs pos="57143">
                  <a:srgbClr val="4F4141">
                    <a:alpha val="5334"/>
                  </a:srgbClr>
                </a:gs>
                <a:gs pos="71429">
                  <a:srgbClr val="4F4141">
                    <a:alpha val="2533"/>
                  </a:srgbClr>
                </a:gs>
                <a:gs pos="85714">
                  <a:srgbClr val="4F4141">
                    <a:alpha val="1010"/>
                  </a:srgbClr>
                </a:gs>
                <a:gs pos="100000">
                  <a:srgbClr val="4F4141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7221877">
              <a:off x="2141236" y="314418"/>
              <a:ext cx="527581" cy="260670"/>
            </a:xfrm>
            <a:prstGeom prst="ellipse">
              <a:avLst/>
            </a:prstGeom>
            <a:gradFill>
              <a:gsLst>
                <a:gs pos="0">
                  <a:srgbClr val="3F4641">
                    <a:alpha val="3762"/>
                  </a:srgbClr>
                </a:gs>
                <a:gs pos="14286">
                  <a:srgbClr val="3F4641">
                    <a:alpha val="3463"/>
                  </a:srgbClr>
                </a:gs>
                <a:gs pos="28571">
                  <a:srgbClr val="3F4641">
                    <a:alpha val="2700"/>
                  </a:srgbClr>
                </a:gs>
                <a:gs pos="42857">
                  <a:srgbClr val="3F4641">
                    <a:alpha val="1779"/>
                  </a:srgbClr>
                </a:gs>
                <a:gs pos="57143">
                  <a:srgbClr val="3F4641">
                    <a:alpha val="990"/>
                  </a:srgbClr>
                </a:gs>
                <a:gs pos="71429">
                  <a:srgbClr val="3F4641">
                    <a:alpha val="465"/>
                  </a:srgbClr>
                </a:gs>
                <a:gs pos="85714">
                  <a:srgbClr val="3F4641">
                    <a:alpha val="184"/>
                  </a:srgbClr>
                </a:gs>
                <a:gs pos="100000">
                  <a:srgbClr val="3F4641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10737645">
              <a:off x="635630" y="708685"/>
              <a:ext cx="433428" cy="373089"/>
            </a:xfrm>
            <a:prstGeom prst="ellipse">
              <a:avLst/>
            </a:prstGeom>
            <a:gradFill>
              <a:gsLst>
                <a:gs pos="0">
                  <a:srgbClr val="1A1C1C">
                    <a:alpha val="8315"/>
                  </a:srgbClr>
                </a:gs>
                <a:gs pos="14286">
                  <a:srgbClr val="1A1C1C">
                    <a:alpha val="7669"/>
                  </a:srgbClr>
                </a:gs>
                <a:gs pos="28571">
                  <a:srgbClr val="1A1C1C">
                    <a:alpha val="6008"/>
                  </a:srgbClr>
                </a:gs>
                <a:gs pos="42857">
                  <a:srgbClr val="1A1C1C">
                    <a:alpha val="3982"/>
                  </a:srgbClr>
                </a:gs>
                <a:gs pos="57143">
                  <a:srgbClr val="1A1C1C">
                    <a:alpha val="2227"/>
                  </a:srgbClr>
                </a:gs>
                <a:gs pos="71429">
                  <a:srgbClr val="1A1C1C">
                    <a:alpha val="1048"/>
                  </a:srgbClr>
                </a:gs>
                <a:gs pos="85714">
                  <a:srgbClr val="1A1C1C">
                    <a:alpha val="416"/>
                  </a:srgbClr>
                </a:gs>
                <a:gs pos="100000">
                  <a:srgbClr val="1A1C1C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-10005197">
              <a:off x="3011810" y="-157904"/>
              <a:ext cx="459969" cy="459453"/>
            </a:xfrm>
            <a:prstGeom prst="ellipse">
              <a:avLst/>
            </a:prstGeom>
            <a:gradFill>
              <a:gsLst>
                <a:gs pos="0">
                  <a:srgbClr val="000000">
                    <a:alpha val="3282"/>
                  </a:srgbClr>
                </a:gs>
                <a:gs pos="14286">
                  <a:srgbClr val="000000">
                    <a:alpha val="3021"/>
                  </a:srgbClr>
                </a:gs>
                <a:gs pos="28571">
                  <a:srgbClr val="000000">
                    <a:alpha val="2353"/>
                  </a:srgbClr>
                </a:gs>
                <a:gs pos="42857">
                  <a:srgbClr val="000000">
                    <a:alpha val="1550"/>
                  </a:srgbClr>
                </a:gs>
                <a:gs pos="57143">
                  <a:srgbClr val="000000">
                    <a:alpha val="862"/>
                  </a:srgbClr>
                </a:gs>
                <a:gs pos="71429">
                  <a:srgbClr val="000000">
                    <a:alpha val="404"/>
                  </a:srgbClr>
                </a:gs>
                <a:gs pos="85714">
                  <a:srgbClr val="000000">
                    <a:alpha val="160"/>
                  </a:srgbClr>
                </a:gs>
                <a:gs pos="100000">
                  <a:srgbClr val="00000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9800551">
              <a:off x="1018203" y="1582272"/>
              <a:ext cx="433402" cy="387551"/>
            </a:xfrm>
            <a:prstGeom prst="ellipse">
              <a:avLst/>
            </a:prstGeom>
            <a:gradFill>
              <a:gsLst>
                <a:gs pos="0">
                  <a:srgbClr val="121511">
                    <a:alpha val="14104"/>
                  </a:srgbClr>
                </a:gs>
                <a:gs pos="14286">
                  <a:srgbClr val="121511">
                    <a:alpha val="13041"/>
                  </a:srgbClr>
                </a:gs>
                <a:gs pos="28571">
                  <a:srgbClr val="121511">
                    <a:alpha val="10282"/>
                  </a:srgbClr>
                </a:gs>
                <a:gs pos="42857">
                  <a:srgbClr val="121511">
                    <a:alpha val="6869"/>
                  </a:srgbClr>
                </a:gs>
                <a:gs pos="57143">
                  <a:srgbClr val="121511">
                    <a:alpha val="3866"/>
                  </a:srgbClr>
                </a:gs>
                <a:gs pos="71429">
                  <a:srgbClr val="121511">
                    <a:alpha val="1829"/>
                  </a:srgbClr>
                </a:gs>
                <a:gs pos="85714">
                  <a:srgbClr val="121511">
                    <a:alpha val="727"/>
                  </a:srgbClr>
                </a:gs>
                <a:gs pos="100000">
                  <a:srgbClr val="121511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8922523">
              <a:off x="514696" y="422911"/>
              <a:ext cx="564948" cy="283604"/>
            </a:xfrm>
            <a:prstGeom prst="ellipse">
              <a:avLst/>
            </a:prstGeom>
            <a:gradFill>
              <a:gsLst>
                <a:gs pos="0">
                  <a:srgbClr val="7B8987">
                    <a:alpha val="2242"/>
                  </a:srgbClr>
                </a:gs>
                <a:gs pos="14286">
                  <a:srgbClr val="7B8987">
                    <a:alpha val="2062"/>
                  </a:srgbClr>
                </a:gs>
                <a:gs pos="28571">
                  <a:srgbClr val="7B8987">
                    <a:alpha val="1605"/>
                  </a:srgbClr>
                </a:gs>
                <a:gs pos="42857">
                  <a:srgbClr val="7B8987">
                    <a:alpha val="1056"/>
                  </a:srgbClr>
                </a:gs>
                <a:gs pos="57143">
                  <a:srgbClr val="7B8987">
                    <a:alpha val="586"/>
                  </a:srgbClr>
                </a:gs>
                <a:gs pos="71429">
                  <a:srgbClr val="7B8987">
                    <a:alpha val="275"/>
                  </a:srgbClr>
                </a:gs>
                <a:gs pos="85714">
                  <a:srgbClr val="7B8987">
                    <a:alpha val="109"/>
                  </a:srgbClr>
                </a:gs>
                <a:gs pos="100000">
                  <a:srgbClr val="7B8987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-8352979">
              <a:off x="1688281" y="544136"/>
              <a:ext cx="419936" cy="328691"/>
            </a:xfrm>
            <a:prstGeom prst="ellipse">
              <a:avLst/>
            </a:prstGeom>
            <a:gradFill>
              <a:gsLst>
                <a:gs pos="0">
                  <a:srgbClr val="3B453E">
                    <a:alpha val="1511"/>
                  </a:srgbClr>
                </a:gs>
                <a:gs pos="14286">
                  <a:srgbClr val="3B453E">
                    <a:alpha val="1390"/>
                  </a:srgbClr>
                </a:gs>
                <a:gs pos="28571">
                  <a:srgbClr val="3B453E">
                    <a:alpha val="1081"/>
                  </a:srgbClr>
                </a:gs>
                <a:gs pos="42857">
                  <a:srgbClr val="3B453E">
                    <a:alpha val="710"/>
                  </a:srgbClr>
                </a:gs>
                <a:gs pos="57143">
                  <a:srgbClr val="3B453E">
                    <a:alpha val="394"/>
                  </a:srgbClr>
                </a:gs>
                <a:gs pos="71429">
                  <a:srgbClr val="3B453E">
                    <a:alpha val="185"/>
                  </a:srgbClr>
                </a:gs>
                <a:gs pos="85714">
                  <a:srgbClr val="3B453E">
                    <a:alpha val="73"/>
                  </a:srgbClr>
                </a:gs>
                <a:gs pos="100000">
                  <a:srgbClr val="3B453E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-8724052">
              <a:off x="2671875" y="1346461"/>
              <a:ext cx="422420" cy="366751"/>
            </a:xfrm>
            <a:prstGeom prst="ellipse">
              <a:avLst/>
            </a:prstGeom>
            <a:gradFill>
              <a:gsLst>
                <a:gs pos="0">
                  <a:srgbClr val="211820">
                    <a:alpha val="1580"/>
                  </a:srgbClr>
                </a:gs>
                <a:gs pos="14286">
                  <a:srgbClr val="211820">
                    <a:alpha val="1453"/>
                  </a:srgbClr>
                </a:gs>
                <a:gs pos="28571">
                  <a:srgbClr val="211820">
                    <a:alpha val="1130"/>
                  </a:srgbClr>
                </a:gs>
                <a:gs pos="42857">
                  <a:srgbClr val="211820">
                    <a:alpha val="743"/>
                  </a:srgbClr>
                </a:gs>
                <a:gs pos="57143">
                  <a:srgbClr val="211820">
                    <a:alpha val="412"/>
                  </a:srgbClr>
                </a:gs>
                <a:gs pos="71429">
                  <a:srgbClr val="211820">
                    <a:alpha val="193"/>
                  </a:srgbClr>
                </a:gs>
                <a:gs pos="85714">
                  <a:srgbClr val="211820">
                    <a:alpha val="76"/>
                  </a:srgbClr>
                </a:gs>
                <a:gs pos="100000">
                  <a:srgbClr val="211820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6338968">
              <a:off x="802562" y="728254"/>
              <a:ext cx="40024" cy="371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9809067">
              <a:off x="1470207" y="957967"/>
              <a:ext cx="493765" cy="267459"/>
            </a:xfrm>
            <a:prstGeom prst="ellipse">
              <a:avLst/>
            </a:prstGeom>
            <a:gradFill>
              <a:gsLst>
                <a:gs pos="0">
                  <a:srgbClr val="5A5E5C">
                    <a:alpha val="1269"/>
                  </a:srgbClr>
                </a:gs>
                <a:gs pos="14286">
                  <a:srgbClr val="5A5E5C">
                    <a:alpha val="1167"/>
                  </a:srgbClr>
                </a:gs>
                <a:gs pos="28571">
                  <a:srgbClr val="5A5E5C">
                    <a:alpha val="907"/>
                  </a:srgbClr>
                </a:gs>
                <a:gs pos="42857">
                  <a:srgbClr val="5A5E5C">
                    <a:alpha val="596"/>
                  </a:srgbClr>
                </a:gs>
                <a:gs pos="57143">
                  <a:srgbClr val="5A5E5C">
                    <a:alpha val="331"/>
                  </a:srgbClr>
                </a:gs>
                <a:gs pos="71429">
                  <a:srgbClr val="5A5E5C">
                    <a:alpha val="155"/>
                  </a:srgbClr>
                </a:gs>
                <a:gs pos="85714">
                  <a:srgbClr val="5A5E5C">
                    <a:alpha val="61"/>
                  </a:srgbClr>
                </a:gs>
                <a:gs pos="100000">
                  <a:srgbClr val="5A5E5C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10633292">
              <a:off x="1432486" y="616496"/>
              <a:ext cx="501159" cy="363940"/>
            </a:xfrm>
            <a:prstGeom prst="ellipse">
              <a:avLst/>
            </a:prstGeom>
            <a:gradFill>
              <a:gsLst>
                <a:gs pos="0">
                  <a:srgbClr val="020907">
                    <a:alpha val="11512"/>
                  </a:srgbClr>
                </a:gs>
                <a:gs pos="14286">
                  <a:srgbClr val="020907">
                    <a:alpha val="10632"/>
                  </a:srgbClr>
                </a:gs>
                <a:gs pos="28571">
                  <a:srgbClr val="020907">
                    <a:alpha val="8358"/>
                  </a:srgbClr>
                </a:gs>
                <a:gs pos="42857">
                  <a:srgbClr val="020907">
                    <a:alpha val="5564"/>
                  </a:srgbClr>
                </a:gs>
                <a:gs pos="57143">
                  <a:srgbClr val="020907">
                    <a:alpha val="3122"/>
                  </a:srgbClr>
                </a:gs>
                <a:gs pos="71429">
                  <a:srgbClr val="020907">
                    <a:alpha val="1474"/>
                  </a:srgbClr>
                </a:gs>
                <a:gs pos="85714">
                  <a:srgbClr val="020907">
                    <a:alpha val="585"/>
                  </a:srgbClr>
                </a:gs>
                <a:gs pos="100000">
                  <a:srgbClr val="020907">
                    <a:alpha val="1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4805367">
              <a:off x="3224625" y="1971627"/>
              <a:ext cx="416590" cy="41979"/>
            </a:xfrm>
            <a:prstGeom prst="ellipse">
              <a:avLst/>
            </a:prstGeom>
            <a:gradFill>
              <a:gsLst>
                <a:gs pos="0">
                  <a:srgbClr val="5C5D65">
                    <a:alpha val="32968"/>
                  </a:srgbClr>
                </a:gs>
                <a:gs pos="14286">
                  <a:srgbClr val="5C5D65">
                    <a:alpha val="30764"/>
                  </a:srgbClr>
                </a:gs>
                <a:gs pos="28571">
                  <a:srgbClr val="5C5D65">
                    <a:alpha val="24833"/>
                  </a:srgbClr>
                </a:gs>
                <a:gs pos="42857">
                  <a:srgbClr val="5C5D65">
                    <a:alpha val="17075"/>
                  </a:srgbClr>
                </a:gs>
                <a:gs pos="57143">
                  <a:srgbClr val="5C5D65">
                    <a:alpha val="9855"/>
                  </a:srgbClr>
                </a:gs>
                <a:gs pos="71429">
                  <a:srgbClr val="5C5D65">
                    <a:alpha val="4740"/>
                  </a:srgbClr>
                </a:gs>
                <a:gs pos="85714">
                  <a:srgbClr val="5C5D65">
                    <a:alpha val="1902"/>
                  </a:srgbClr>
                </a:gs>
                <a:gs pos="100000">
                  <a:srgbClr val="5C5D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6720318">
              <a:off x="2737014" y="2202149"/>
              <a:ext cx="488083" cy="129982"/>
            </a:xfrm>
            <a:prstGeom prst="ellipse">
              <a:avLst/>
            </a:prstGeom>
            <a:gradFill>
              <a:gsLst>
                <a:gs pos="0">
                  <a:srgbClr val="162A29">
                    <a:alpha val="4340"/>
                  </a:srgbClr>
                </a:gs>
                <a:gs pos="14286">
                  <a:srgbClr val="162A29">
                    <a:alpha val="3996"/>
                  </a:srgbClr>
                </a:gs>
                <a:gs pos="28571">
                  <a:srgbClr val="162A29">
                    <a:alpha val="3117"/>
                  </a:srgbClr>
                </a:gs>
                <a:gs pos="42857">
                  <a:srgbClr val="162A29">
                    <a:alpha val="2055"/>
                  </a:srgbClr>
                </a:gs>
                <a:gs pos="57143">
                  <a:srgbClr val="162A29">
                    <a:alpha val="1144"/>
                  </a:srgbClr>
                </a:gs>
                <a:gs pos="71429">
                  <a:srgbClr val="162A29">
                    <a:alpha val="537"/>
                  </a:srgbClr>
                </a:gs>
                <a:gs pos="85714">
                  <a:srgbClr val="162A29">
                    <a:alpha val="213"/>
                  </a:srgbClr>
                </a:gs>
                <a:gs pos="100000">
                  <a:srgbClr val="162A29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4898991">
              <a:off x="2189189" y="2345395"/>
              <a:ext cx="211768" cy="27110"/>
            </a:xfrm>
            <a:prstGeom prst="ellipse">
              <a:avLst/>
            </a:prstGeom>
            <a:gradFill>
              <a:gsLst>
                <a:gs pos="0">
                  <a:srgbClr val="83929E">
                    <a:alpha val="5422"/>
                  </a:srgbClr>
                </a:gs>
                <a:gs pos="14286">
                  <a:srgbClr val="83929E">
                    <a:alpha val="4995"/>
                  </a:srgbClr>
                </a:gs>
                <a:gs pos="28571">
                  <a:srgbClr val="83929E">
                    <a:alpha val="3900"/>
                  </a:srgbClr>
                </a:gs>
                <a:gs pos="42857">
                  <a:srgbClr val="83929E">
                    <a:alpha val="2576"/>
                  </a:srgbClr>
                </a:gs>
                <a:gs pos="57143">
                  <a:srgbClr val="83929E">
                    <a:alpha val="1436"/>
                  </a:srgbClr>
                </a:gs>
                <a:gs pos="71429">
                  <a:srgbClr val="83929E">
                    <a:alpha val="675"/>
                  </a:srgbClr>
                </a:gs>
                <a:gs pos="85714">
                  <a:srgbClr val="83929E">
                    <a:alpha val="267"/>
                  </a:srgbClr>
                </a:gs>
                <a:gs pos="100000">
                  <a:srgbClr val="83929E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8354876">
              <a:off x="2308278" y="715933"/>
              <a:ext cx="428133" cy="395226"/>
            </a:xfrm>
            <a:prstGeom prst="ellipse">
              <a:avLst/>
            </a:prstGeom>
            <a:gradFill>
              <a:gsLst>
                <a:gs pos="0">
                  <a:srgbClr val="000400">
                    <a:alpha val="15614"/>
                  </a:srgbClr>
                </a:gs>
                <a:gs pos="14286">
                  <a:srgbClr val="000400">
                    <a:alpha val="14447"/>
                  </a:srgbClr>
                </a:gs>
                <a:gs pos="28571">
                  <a:srgbClr val="000400">
                    <a:alpha val="11410"/>
                  </a:srgbClr>
                </a:gs>
                <a:gs pos="42857">
                  <a:srgbClr val="000400">
                    <a:alpha val="7639"/>
                  </a:srgbClr>
                </a:gs>
                <a:gs pos="57143">
                  <a:srgbClr val="000400">
                    <a:alpha val="4308"/>
                  </a:srgbClr>
                </a:gs>
                <a:gs pos="71429">
                  <a:srgbClr val="000400">
                    <a:alpha val="2040"/>
                  </a:srgbClr>
                </a:gs>
                <a:gs pos="85714">
                  <a:srgbClr val="000400">
                    <a:alpha val="812"/>
                  </a:srgbClr>
                </a:gs>
                <a:gs pos="100000">
                  <a:srgbClr val="000400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6235744">
              <a:off x="1870313" y="2923667"/>
              <a:ext cx="192079" cy="28087"/>
            </a:xfrm>
            <a:prstGeom prst="ellipse">
              <a:avLst/>
            </a:prstGeom>
            <a:gradFill>
              <a:gsLst>
                <a:gs pos="0">
                  <a:srgbClr val="586162">
                    <a:alpha val="26647"/>
                  </a:srgbClr>
                </a:gs>
                <a:gs pos="14286">
                  <a:srgbClr val="586162">
                    <a:alpha val="24785"/>
                  </a:srgbClr>
                </a:gs>
                <a:gs pos="28571">
                  <a:srgbClr val="586162">
                    <a:alpha val="19840"/>
                  </a:srgbClr>
                </a:gs>
                <a:gs pos="42857">
                  <a:srgbClr val="586162">
                    <a:alpha val="13502"/>
                  </a:srgbClr>
                </a:gs>
                <a:gs pos="57143">
                  <a:srgbClr val="586162">
                    <a:alpha val="7723"/>
                  </a:srgbClr>
                </a:gs>
                <a:gs pos="71429">
                  <a:srgbClr val="586162">
                    <a:alpha val="3692"/>
                  </a:srgbClr>
                </a:gs>
                <a:gs pos="85714">
                  <a:srgbClr val="586162">
                    <a:alpha val="1477"/>
                  </a:srgbClr>
                </a:gs>
                <a:gs pos="100000">
                  <a:srgbClr val="586162">
                    <a:alpha val="4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8091014">
              <a:off x="2736351" y="2247411"/>
              <a:ext cx="394389" cy="365442"/>
            </a:xfrm>
            <a:prstGeom prst="ellipse">
              <a:avLst/>
            </a:prstGeom>
            <a:gradFill>
              <a:gsLst>
                <a:gs pos="0">
                  <a:srgbClr val="1A2020">
                    <a:alpha val="6487"/>
                  </a:srgbClr>
                </a:gs>
                <a:gs pos="14286">
                  <a:srgbClr val="1A2020">
                    <a:alpha val="5978"/>
                  </a:srgbClr>
                </a:gs>
                <a:gs pos="28571">
                  <a:srgbClr val="1A2020">
                    <a:alpha val="4674"/>
                  </a:srgbClr>
                </a:gs>
                <a:gs pos="42857">
                  <a:srgbClr val="1A2020">
                    <a:alpha val="3091"/>
                  </a:srgbClr>
                </a:gs>
                <a:gs pos="57143">
                  <a:srgbClr val="1A2020">
                    <a:alpha val="1725"/>
                  </a:srgbClr>
                </a:gs>
                <a:gs pos="71429">
                  <a:srgbClr val="1A2020">
                    <a:alpha val="811"/>
                  </a:srgbClr>
                </a:gs>
                <a:gs pos="85714">
                  <a:srgbClr val="1A2020">
                    <a:alpha val="321"/>
                  </a:srgbClr>
                </a:gs>
                <a:gs pos="100000">
                  <a:srgbClr val="1A2020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-10648408">
              <a:off x="3035663" y="59541"/>
              <a:ext cx="353137" cy="349531"/>
            </a:xfrm>
            <a:prstGeom prst="ellipse">
              <a:avLst/>
            </a:prstGeom>
            <a:gradFill>
              <a:gsLst>
                <a:gs pos="0">
                  <a:srgbClr val="131A19">
                    <a:alpha val="7106"/>
                  </a:srgbClr>
                </a:gs>
                <a:gs pos="14286">
                  <a:srgbClr val="131A19">
                    <a:alpha val="6550"/>
                  </a:srgbClr>
                </a:gs>
                <a:gs pos="28571">
                  <a:srgbClr val="131A19">
                    <a:alpha val="5124"/>
                  </a:srgbClr>
                </a:gs>
                <a:gs pos="42857">
                  <a:srgbClr val="131A19">
                    <a:alpha val="3391"/>
                  </a:srgbClr>
                </a:gs>
                <a:gs pos="57143">
                  <a:srgbClr val="131A19">
                    <a:alpha val="1894"/>
                  </a:srgbClr>
                </a:gs>
                <a:gs pos="71429">
                  <a:srgbClr val="131A19">
                    <a:alpha val="891"/>
                  </a:srgbClr>
                </a:gs>
                <a:gs pos="85714">
                  <a:srgbClr val="131A19">
                    <a:alpha val="353"/>
                  </a:srgbClr>
                </a:gs>
                <a:gs pos="100000">
                  <a:srgbClr val="131A19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8893269">
              <a:off x="1522540" y="1539911"/>
              <a:ext cx="280088" cy="231693"/>
            </a:xfrm>
            <a:prstGeom prst="ellipse">
              <a:avLst/>
            </a:prstGeom>
            <a:gradFill>
              <a:gsLst>
                <a:gs pos="0">
                  <a:srgbClr val="7A7F7E">
                    <a:alpha val="4602"/>
                  </a:srgbClr>
                </a:gs>
                <a:gs pos="14286">
                  <a:srgbClr val="7A7F7E">
                    <a:alpha val="4238"/>
                  </a:srgbClr>
                </a:gs>
                <a:gs pos="28571">
                  <a:srgbClr val="7A7F7E">
                    <a:alpha val="3306"/>
                  </a:srgbClr>
                </a:gs>
                <a:gs pos="42857">
                  <a:srgbClr val="7A7F7E">
                    <a:alpha val="2181"/>
                  </a:srgbClr>
                </a:gs>
                <a:gs pos="57143">
                  <a:srgbClr val="7A7F7E">
                    <a:alpha val="1215"/>
                  </a:srgbClr>
                </a:gs>
                <a:gs pos="71429">
                  <a:srgbClr val="7A7F7E">
                    <a:alpha val="570"/>
                  </a:srgbClr>
                </a:gs>
                <a:gs pos="85714">
                  <a:srgbClr val="7A7F7E">
                    <a:alpha val="226"/>
                  </a:srgbClr>
                </a:gs>
                <a:gs pos="100000">
                  <a:srgbClr val="7A7F7E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-8982972">
              <a:off x="952377" y="1709816"/>
              <a:ext cx="232970" cy="96728"/>
            </a:xfrm>
            <a:prstGeom prst="ellipse">
              <a:avLst/>
            </a:prstGeom>
            <a:gradFill>
              <a:gsLst>
                <a:gs pos="0">
                  <a:srgbClr val="292A27">
                    <a:alpha val="10950"/>
                  </a:srgbClr>
                </a:gs>
                <a:gs pos="14286">
                  <a:srgbClr val="292A27">
                    <a:alpha val="10111"/>
                  </a:srgbClr>
                </a:gs>
                <a:gs pos="28571">
                  <a:srgbClr val="292A27">
                    <a:alpha val="7943"/>
                  </a:srgbClr>
                </a:gs>
                <a:gs pos="42857">
                  <a:srgbClr val="292A27">
                    <a:alpha val="5284"/>
                  </a:srgbClr>
                </a:gs>
                <a:gs pos="57143">
                  <a:srgbClr val="292A27">
                    <a:alpha val="2963"/>
                  </a:srgbClr>
                </a:gs>
                <a:gs pos="71429">
                  <a:srgbClr val="292A27">
                    <a:alpha val="1398"/>
                  </a:srgbClr>
                </a:gs>
                <a:gs pos="85714">
                  <a:srgbClr val="292A27">
                    <a:alpha val="555"/>
                  </a:srgbClr>
                </a:gs>
                <a:gs pos="100000">
                  <a:srgbClr val="292A27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8802533">
              <a:off x="504917" y="469335"/>
              <a:ext cx="424630" cy="302467"/>
            </a:xfrm>
            <a:prstGeom prst="ellipse">
              <a:avLst/>
            </a:prstGeom>
            <a:gradFill>
              <a:gsLst>
                <a:gs pos="0">
                  <a:srgbClr val="010100">
                    <a:alpha val="32968"/>
                  </a:srgbClr>
                </a:gs>
                <a:gs pos="14286">
                  <a:srgbClr val="010100">
                    <a:alpha val="30764"/>
                  </a:srgbClr>
                </a:gs>
                <a:gs pos="28571">
                  <a:srgbClr val="010100">
                    <a:alpha val="24833"/>
                  </a:srgbClr>
                </a:gs>
                <a:gs pos="42857">
                  <a:srgbClr val="010100">
                    <a:alpha val="17075"/>
                  </a:srgbClr>
                </a:gs>
                <a:gs pos="57143">
                  <a:srgbClr val="010100">
                    <a:alpha val="9855"/>
                  </a:srgbClr>
                </a:gs>
                <a:gs pos="71429">
                  <a:srgbClr val="010100">
                    <a:alpha val="4740"/>
                  </a:srgbClr>
                </a:gs>
                <a:gs pos="85714">
                  <a:srgbClr val="010100">
                    <a:alpha val="1902"/>
                  </a:srgbClr>
                </a:gs>
                <a:gs pos="100000">
                  <a:srgbClr val="01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5178465">
              <a:off x="1278993" y="2780156"/>
              <a:ext cx="403107" cy="397351"/>
            </a:xfrm>
            <a:prstGeom prst="ellipse">
              <a:avLst/>
            </a:prstGeom>
            <a:gradFill>
              <a:gsLst>
                <a:gs pos="0">
                  <a:srgbClr val="100000">
                    <a:alpha val="5203"/>
                  </a:srgbClr>
                </a:gs>
                <a:gs pos="14286">
                  <a:srgbClr val="100000">
                    <a:alpha val="4792"/>
                  </a:srgbClr>
                </a:gs>
                <a:gs pos="28571">
                  <a:srgbClr val="100000">
                    <a:alpha val="3741"/>
                  </a:srgbClr>
                </a:gs>
                <a:gs pos="42857">
                  <a:srgbClr val="100000">
                    <a:alpha val="2470"/>
                  </a:srgbClr>
                </a:gs>
                <a:gs pos="57143">
                  <a:srgbClr val="100000">
                    <a:alpha val="1376"/>
                  </a:srgbClr>
                </a:gs>
                <a:gs pos="71429">
                  <a:srgbClr val="100000">
                    <a:alpha val="647"/>
                  </a:srgbClr>
                </a:gs>
                <a:gs pos="85714">
                  <a:srgbClr val="100000">
                    <a:alpha val="256"/>
                  </a:srgbClr>
                </a:gs>
                <a:gs pos="100000">
                  <a:srgbClr val="100000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6690563">
              <a:off x="2760730" y="2191153"/>
              <a:ext cx="379874" cy="352751"/>
            </a:xfrm>
            <a:prstGeom prst="ellipse">
              <a:avLst/>
            </a:prstGeom>
            <a:gradFill>
              <a:gsLst>
                <a:gs pos="0">
                  <a:srgbClr val="31302D">
                    <a:alpha val="2338"/>
                  </a:srgbClr>
                </a:gs>
                <a:gs pos="14286">
                  <a:srgbClr val="31302D">
                    <a:alpha val="2151"/>
                  </a:srgbClr>
                </a:gs>
                <a:gs pos="28571">
                  <a:srgbClr val="31302D">
                    <a:alpha val="1674"/>
                  </a:srgbClr>
                </a:gs>
                <a:gs pos="42857">
                  <a:srgbClr val="31302D">
                    <a:alpha val="1101"/>
                  </a:srgbClr>
                </a:gs>
                <a:gs pos="57143">
                  <a:srgbClr val="31302D">
                    <a:alpha val="612"/>
                  </a:srgbClr>
                </a:gs>
                <a:gs pos="71429">
                  <a:srgbClr val="31302D">
                    <a:alpha val="287"/>
                  </a:srgbClr>
                </a:gs>
                <a:gs pos="85714">
                  <a:srgbClr val="31302D">
                    <a:alpha val="114"/>
                  </a:srgbClr>
                </a:gs>
                <a:gs pos="100000">
                  <a:srgbClr val="31302D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4148359">
              <a:off x="1016685" y="2391744"/>
              <a:ext cx="65485" cy="35656"/>
            </a:xfrm>
            <a:prstGeom prst="ellipse">
              <a:avLst/>
            </a:prstGeom>
            <a:gradFill>
              <a:gsLst>
                <a:gs pos="0">
                  <a:srgbClr val="FFE8FF">
                    <a:alpha val="32968"/>
                  </a:srgbClr>
                </a:gs>
                <a:gs pos="14286">
                  <a:srgbClr val="FFE8FF">
                    <a:alpha val="30764"/>
                  </a:srgbClr>
                </a:gs>
                <a:gs pos="28571">
                  <a:srgbClr val="FFE8FF">
                    <a:alpha val="24833"/>
                  </a:srgbClr>
                </a:gs>
                <a:gs pos="42857">
                  <a:srgbClr val="FFE8FF">
                    <a:alpha val="17075"/>
                  </a:srgbClr>
                </a:gs>
                <a:gs pos="57143">
                  <a:srgbClr val="FFE8FF">
                    <a:alpha val="9855"/>
                  </a:srgbClr>
                </a:gs>
                <a:gs pos="71429">
                  <a:srgbClr val="FFE8FF">
                    <a:alpha val="4740"/>
                  </a:srgbClr>
                </a:gs>
                <a:gs pos="85714">
                  <a:srgbClr val="FFE8FF">
                    <a:alpha val="1902"/>
                  </a:srgbClr>
                </a:gs>
                <a:gs pos="100000">
                  <a:srgbClr val="FF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8095699">
              <a:off x="2011078" y="356608"/>
              <a:ext cx="395533" cy="145462"/>
            </a:xfrm>
            <a:prstGeom prst="ellipse">
              <a:avLst/>
            </a:prstGeom>
            <a:gradFill>
              <a:gsLst>
                <a:gs pos="0">
                  <a:srgbClr val="000200">
                    <a:alpha val="24068"/>
                  </a:srgbClr>
                </a:gs>
                <a:gs pos="14286">
                  <a:srgbClr val="000200">
                    <a:alpha val="22358"/>
                  </a:srgbClr>
                </a:gs>
                <a:gs pos="28571">
                  <a:srgbClr val="000200">
                    <a:alpha val="17839"/>
                  </a:srgbClr>
                </a:gs>
                <a:gs pos="42857">
                  <a:srgbClr val="000200">
                    <a:alpha val="12092"/>
                  </a:srgbClr>
                </a:gs>
                <a:gs pos="57143">
                  <a:srgbClr val="000200">
                    <a:alpha val="6892"/>
                  </a:srgbClr>
                </a:gs>
                <a:gs pos="71429">
                  <a:srgbClr val="000200">
                    <a:alpha val="3288"/>
                  </a:srgbClr>
                </a:gs>
                <a:gs pos="85714">
                  <a:srgbClr val="000200">
                    <a:alpha val="1313"/>
                  </a:srgbClr>
                </a:gs>
                <a:gs pos="100000">
                  <a:srgbClr val="000200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-8664898">
              <a:off x="3087069" y="1949087"/>
              <a:ext cx="407112" cy="272923"/>
            </a:xfrm>
            <a:prstGeom prst="ellipse">
              <a:avLst/>
            </a:prstGeom>
            <a:gradFill>
              <a:gsLst>
                <a:gs pos="0">
                  <a:srgbClr val="4F5057">
                    <a:alpha val="2769"/>
                  </a:srgbClr>
                </a:gs>
                <a:gs pos="14286">
                  <a:srgbClr val="4F5057">
                    <a:alpha val="2548"/>
                  </a:srgbClr>
                </a:gs>
                <a:gs pos="28571">
                  <a:srgbClr val="4F5057">
                    <a:alpha val="1984"/>
                  </a:srgbClr>
                </a:gs>
                <a:gs pos="42857">
                  <a:srgbClr val="4F5057">
                    <a:alpha val="1306"/>
                  </a:srgbClr>
                </a:gs>
                <a:gs pos="57143">
                  <a:srgbClr val="4F5057">
                    <a:alpha val="726"/>
                  </a:srgbClr>
                </a:gs>
                <a:gs pos="71429">
                  <a:srgbClr val="4F5057">
                    <a:alpha val="340"/>
                  </a:srgbClr>
                </a:gs>
                <a:gs pos="85714">
                  <a:srgbClr val="4F5057">
                    <a:alpha val="135"/>
                  </a:srgbClr>
                </a:gs>
                <a:gs pos="100000">
                  <a:srgbClr val="4F5057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-9422437">
              <a:off x="2055168" y="1874757"/>
              <a:ext cx="131648" cy="31044"/>
            </a:xfrm>
            <a:prstGeom prst="ellipse">
              <a:avLst/>
            </a:prstGeom>
            <a:gradFill>
              <a:gsLst>
                <a:gs pos="0">
                  <a:srgbClr val="C9BAC4">
                    <a:alpha val="32968"/>
                  </a:srgbClr>
                </a:gs>
                <a:gs pos="14286">
                  <a:srgbClr val="C9BAC4">
                    <a:alpha val="30764"/>
                  </a:srgbClr>
                </a:gs>
                <a:gs pos="28571">
                  <a:srgbClr val="C9BAC4">
                    <a:alpha val="24833"/>
                  </a:srgbClr>
                </a:gs>
                <a:gs pos="42857">
                  <a:srgbClr val="C9BAC4">
                    <a:alpha val="17075"/>
                  </a:srgbClr>
                </a:gs>
                <a:gs pos="57143">
                  <a:srgbClr val="C9BAC4">
                    <a:alpha val="9855"/>
                  </a:srgbClr>
                </a:gs>
                <a:gs pos="71429">
                  <a:srgbClr val="C9BAC4">
                    <a:alpha val="4740"/>
                  </a:srgbClr>
                </a:gs>
                <a:gs pos="85714">
                  <a:srgbClr val="C9BAC4">
                    <a:alpha val="1902"/>
                  </a:srgbClr>
                </a:gs>
                <a:gs pos="100000">
                  <a:srgbClr val="C9BA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7243383">
              <a:off x="287953" y="2515942"/>
              <a:ext cx="372571" cy="363305"/>
            </a:xfrm>
            <a:prstGeom prst="ellipse">
              <a:avLst/>
            </a:prstGeom>
            <a:gradFill>
              <a:gsLst>
                <a:gs pos="0">
                  <a:srgbClr val="1A1814">
                    <a:alpha val="8619"/>
                  </a:srgbClr>
                </a:gs>
                <a:gs pos="14286">
                  <a:srgbClr val="1A1814">
                    <a:alpha val="7951"/>
                  </a:srgbClr>
                </a:gs>
                <a:gs pos="28571">
                  <a:srgbClr val="1A1814">
                    <a:alpha val="6230"/>
                  </a:srgbClr>
                </a:gs>
                <a:gs pos="42857">
                  <a:srgbClr val="1A1814">
                    <a:alpha val="4131"/>
                  </a:srgbClr>
                </a:gs>
                <a:gs pos="57143">
                  <a:srgbClr val="1A1814">
                    <a:alpha val="2311"/>
                  </a:srgbClr>
                </a:gs>
                <a:gs pos="71429">
                  <a:srgbClr val="1A1814">
                    <a:alpha val="1088"/>
                  </a:srgbClr>
                </a:gs>
                <a:gs pos="85714">
                  <a:srgbClr val="1A1814">
                    <a:alpha val="432"/>
                  </a:srgbClr>
                </a:gs>
                <a:gs pos="100000">
                  <a:srgbClr val="1A1814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-8350510">
              <a:off x="1159695" y="1691482"/>
              <a:ext cx="422515" cy="337637"/>
            </a:xfrm>
            <a:prstGeom prst="ellipse">
              <a:avLst/>
            </a:prstGeom>
            <a:gradFill>
              <a:gsLst>
                <a:gs pos="0">
                  <a:srgbClr val="0B0000">
                    <a:alpha val="10052"/>
                  </a:srgbClr>
                </a:gs>
                <a:gs pos="14286">
                  <a:srgbClr val="0B0000">
                    <a:alpha val="9278"/>
                  </a:srgbClr>
                </a:gs>
                <a:gs pos="28571">
                  <a:srgbClr val="0B0000">
                    <a:alpha val="7282"/>
                  </a:srgbClr>
                </a:gs>
                <a:gs pos="42857">
                  <a:srgbClr val="0B0000">
                    <a:alpha val="4838"/>
                  </a:srgbClr>
                </a:gs>
                <a:gs pos="57143">
                  <a:srgbClr val="0B0000">
                    <a:alpha val="2710"/>
                  </a:srgbClr>
                </a:gs>
                <a:gs pos="71429">
                  <a:srgbClr val="0B0000">
                    <a:alpha val="1278"/>
                  </a:srgbClr>
                </a:gs>
                <a:gs pos="85714">
                  <a:srgbClr val="0B0000">
                    <a:alpha val="507"/>
                  </a:srgbClr>
                </a:gs>
                <a:gs pos="100000">
                  <a:srgbClr val="0B0000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4878932">
              <a:off x="2255985" y="301973"/>
              <a:ext cx="332371" cy="2351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9114792">
              <a:off x="2316007" y="962241"/>
              <a:ext cx="83088" cy="29592"/>
            </a:xfrm>
            <a:prstGeom prst="ellipse">
              <a:avLst/>
            </a:prstGeom>
            <a:gradFill>
              <a:gsLst>
                <a:gs pos="0">
                  <a:srgbClr val="EFF9FF">
                    <a:alpha val="12996"/>
                  </a:srgbClr>
                </a:gs>
                <a:gs pos="14286">
                  <a:srgbClr val="EFF9FF">
                    <a:alpha val="12011"/>
                  </a:srgbClr>
                </a:gs>
                <a:gs pos="28571">
                  <a:srgbClr val="EFF9FF">
                    <a:alpha val="9458"/>
                  </a:srgbClr>
                </a:gs>
                <a:gs pos="42857">
                  <a:srgbClr val="EFF9FF">
                    <a:alpha val="6309"/>
                  </a:srgbClr>
                </a:gs>
                <a:gs pos="57143">
                  <a:srgbClr val="EFF9FF">
                    <a:alpha val="3546"/>
                  </a:srgbClr>
                </a:gs>
                <a:gs pos="71429">
                  <a:srgbClr val="EFF9FF">
                    <a:alpha val="1676"/>
                  </a:srgbClr>
                </a:gs>
                <a:gs pos="85714">
                  <a:srgbClr val="EFF9FF">
                    <a:alpha val="666"/>
                  </a:srgbClr>
                </a:gs>
                <a:gs pos="100000">
                  <a:srgbClr val="EFF9FF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5520099">
              <a:off x="591489" y="458935"/>
              <a:ext cx="400319" cy="2274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6876680">
              <a:off x="3610351" y="1709225"/>
              <a:ext cx="42420" cy="267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3572224">
              <a:off x="774119" y="3149911"/>
              <a:ext cx="579558" cy="39738"/>
            </a:xfrm>
            <a:prstGeom prst="ellipse">
              <a:avLst/>
            </a:prstGeom>
            <a:gradFill>
              <a:gsLst>
                <a:gs pos="0">
                  <a:srgbClr val="C9DCFF">
                    <a:alpha val="5248"/>
                  </a:srgbClr>
                </a:gs>
                <a:gs pos="14286">
                  <a:srgbClr val="C9DCFF">
                    <a:alpha val="4834"/>
                  </a:srgbClr>
                </a:gs>
                <a:gs pos="28571">
                  <a:srgbClr val="C9DCFF">
                    <a:alpha val="3774"/>
                  </a:srgbClr>
                </a:gs>
                <a:gs pos="42857">
                  <a:srgbClr val="C9DCFF">
                    <a:alpha val="2492"/>
                  </a:srgbClr>
                </a:gs>
                <a:gs pos="57143">
                  <a:srgbClr val="C9DCFF">
                    <a:alpha val="1389"/>
                  </a:srgbClr>
                </a:gs>
                <a:gs pos="71429">
                  <a:srgbClr val="C9DCFF">
                    <a:alpha val="652"/>
                  </a:srgbClr>
                </a:gs>
                <a:gs pos="85714">
                  <a:srgbClr val="C9DCFF">
                    <a:alpha val="258"/>
                  </a:srgbClr>
                </a:gs>
                <a:gs pos="100000">
                  <a:srgbClr val="C9DCFF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-8444242">
              <a:off x="610931" y="715040"/>
              <a:ext cx="45704" cy="36403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-10603915">
              <a:off x="1459311" y="39578"/>
              <a:ext cx="36372" cy="35747"/>
            </a:xfrm>
            <a:prstGeom prst="ellipse">
              <a:avLst/>
            </a:prstGeom>
            <a:gradFill>
              <a:gsLst>
                <a:gs pos="0">
                  <a:srgbClr val="FFFFE2">
                    <a:alpha val="32968"/>
                  </a:srgbClr>
                </a:gs>
                <a:gs pos="14286">
                  <a:srgbClr val="FFFFE2">
                    <a:alpha val="30764"/>
                  </a:srgbClr>
                </a:gs>
                <a:gs pos="28571">
                  <a:srgbClr val="FFFFE2">
                    <a:alpha val="24833"/>
                  </a:srgbClr>
                </a:gs>
                <a:gs pos="42857">
                  <a:srgbClr val="FFFFE2">
                    <a:alpha val="17075"/>
                  </a:srgbClr>
                </a:gs>
                <a:gs pos="57143">
                  <a:srgbClr val="FFFFE2">
                    <a:alpha val="9855"/>
                  </a:srgbClr>
                </a:gs>
                <a:gs pos="71429">
                  <a:srgbClr val="FFFFE2">
                    <a:alpha val="4740"/>
                  </a:srgbClr>
                </a:gs>
                <a:gs pos="85714">
                  <a:srgbClr val="FFFFE2">
                    <a:alpha val="1902"/>
                  </a:srgbClr>
                </a:gs>
                <a:gs pos="100000">
                  <a:srgbClr val="FFFF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7027516">
              <a:off x="1381313" y="1791563"/>
              <a:ext cx="53648" cy="503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-10361146">
              <a:off x="1367107" y="944080"/>
              <a:ext cx="382264" cy="360174"/>
            </a:xfrm>
            <a:prstGeom prst="ellipse">
              <a:avLst/>
            </a:prstGeom>
            <a:gradFill>
              <a:gsLst>
                <a:gs pos="0">
                  <a:srgbClr val="020200">
                    <a:alpha val="20749"/>
                  </a:srgbClr>
                </a:gs>
                <a:gs pos="14286">
                  <a:srgbClr val="020200">
                    <a:alpha val="19244"/>
                  </a:srgbClr>
                </a:gs>
                <a:gs pos="28571">
                  <a:srgbClr val="020200">
                    <a:alpha val="15292"/>
                  </a:srgbClr>
                </a:gs>
                <a:gs pos="42857">
                  <a:srgbClr val="020200">
                    <a:alpha val="10314"/>
                  </a:srgbClr>
                </a:gs>
                <a:gs pos="57143">
                  <a:srgbClr val="020200">
                    <a:alpha val="5853"/>
                  </a:srgbClr>
                </a:gs>
                <a:gs pos="71429">
                  <a:srgbClr val="020200">
                    <a:alpha val="2784"/>
                  </a:srgbClr>
                </a:gs>
                <a:gs pos="85714">
                  <a:srgbClr val="020200">
                    <a:alpha val="1110"/>
                  </a:srgbClr>
                </a:gs>
                <a:gs pos="100000">
                  <a:srgbClr val="020200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10120786">
              <a:off x="917164" y="2531810"/>
              <a:ext cx="39657" cy="32671"/>
            </a:xfrm>
            <a:prstGeom prst="ellipse">
              <a:avLst/>
            </a:prstGeom>
            <a:gradFill>
              <a:gsLst>
                <a:gs pos="0">
                  <a:srgbClr val="FFE7FD">
                    <a:alpha val="27285"/>
                  </a:srgbClr>
                </a:gs>
                <a:gs pos="14286">
                  <a:srgbClr val="FFE7FD">
                    <a:alpha val="25387"/>
                  </a:srgbClr>
                </a:gs>
                <a:gs pos="28571">
                  <a:srgbClr val="FFE7FD">
                    <a:alpha val="20339"/>
                  </a:srgbClr>
                </a:gs>
                <a:gs pos="42857">
                  <a:srgbClr val="FFE7FD">
                    <a:alpha val="13856"/>
                  </a:srgbClr>
                </a:gs>
                <a:gs pos="57143">
                  <a:srgbClr val="FFE7FD">
                    <a:alpha val="7932"/>
                  </a:srgbClr>
                </a:gs>
                <a:gs pos="71429">
                  <a:srgbClr val="FFE7FD">
                    <a:alpha val="3795"/>
                  </a:srgbClr>
                </a:gs>
                <a:gs pos="85714">
                  <a:srgbClr val="FFE7FD">
                    <a:alpha val="1518"/>
                  </a:srgbClr>
                </a:gs>
                <a:gs pos="100000">
                  <a:srgbClr val="FFE7FD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6665267">
              <a:off x="2235134" y="2918058"/>
              <a:ext cx="201167" cy="58535"/>
            </a:xfrm>
            <a:prstGeom prst="ellipse">
              <a:avLst/>
            </a:prstGeom>
            <a:gradFill>
              <a:gsLst>
                <a:gs pos="0">
                  <a:srgbClr val="BDA6AA">
                    <a:alpha val="14774"/>
                  </a:srgbClr>
                </a:gs>
                <a:gs pos="14286">
                  <a:srgbClr val="BDA6AA">
                    <a:alpha val="13665"/>
                  </a:srgbClr>
                </a:gs>
                <a:gs pos="28571">
                  <a:srgbClr val="BDA6AA">
                    <a:alpha val="10782"/>
                  </a:srgbClr>
                </a:gs>
                <a:gs pos="42857">
                  <a:srgbClr val="BDA6AA">
                    <a:alpha val="7210"/>
                  </a:srgbClr>
                </a:gs>
                <a:gs pos="57143">
                  <a:srgbClr val="BDA6AA">
                    <a:alpha val="4062"/>
                  </a:srgbClr>
                </a:gs>
                <a:gs pos="71429">
                  <a:srgbClr val="BDA6AA">
                    <a:alpha val="1922"/>
                  </a:srgbClr>
                </a:gs>
                <a:gs pos="85714">
                  <a:srgbClr val="BDA6AA">
                    <a:alpha val="765"/>
                  </a:srgbClr>
                </a:gs>
                <a:gs pos="100000">
                  <a:srgbClr val="BDA6AA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4743283">
              <a:off x="88524" y="1596296"/>
              <a:ext cx="431509" cy="81164"/>
            </a:xfrm>
            <a:prstGeom prst="ellipse">
              <a:avLst/>
            </a:prstGeom>
            <a:gradFill>
              <a:gsLst>
                <a:gs pos="0">
                  <a:srgbClr val="BBB7B1">
                    <a:alpha val="2225"/>
                  </a:srgbClr>
                </a:gs>
                <a:gs pos="14286">
                  <a:srgbClr val="BBB7B1">
                    <a:alpha val="2046"/>
                  </a:srgbClr>
                </a:gs>
                <a:gs pos="28571">
                  <a:srgbClr val="BBB7B1">
                    <a:alpha val="1593"/>
                  </a:srgbClr>
                </a:gs>
                <a:gs pos="42857">
                  <a:srgbClr val="BBB7B1">
                    <a:alpha val="1048"/>
                  </a:srgbClr>
                </a:gs>
                <a:gs pos="57143">
                  <a:srgbClr val="BBB7B1">
                    <a:alpha val="582"/>
                  </a:srgbClr>
                </a:gs>
                <a:gs pos="71429">
                  <a:srgbClr val="BBB7B1">
                    <a:alpha val="273"/>
                  </a:srgbClr>
                </a:gs>
                <a:gs pos="85714">
                  <a:srgbClr val="BBB7B1">
                    <a:alpha val="108"/>
                  </a:srgbClr>
                </a:gs>
                <a:gs pos="100000">
                  <a:srgbClr val="BBB7B1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-10153979">
              <a:off x="2263370" y="2218787"/>
              <a:ext cx="336923" cy="256273"/>
            </a:xfrm>
            <a:prstGeom prst="ellipse">
              <a:avLst/>
            </a:prstGeom>
            <a:gradFill>
              <a:gsLst>
                <a:gs pos="0">
                  <a:srgbClr val="080A0B">
                    <a:alpha val="23976"/>
                  </a:srgbClr>
                </a:gs>
                <a:gs pos="14286">
                  <a:srgbClr val="080A0B">
                    <a:alpha val="22271"/>
                  </a:srgbClr>
                </a:gs>
                <a:gs pos="28571">
                  <a:srgbClr val="080A0B">
                    <a:alpha val="17768"/>
                  </a:srgbClr>
                </a:gs>
                <a:gs pos="42857">
                  <a:srgbClr val="080A0B">
                    <a:alpha val="12042"/>
                  </a:srgbClr>
                </a:gs>
                <a:gs pos="57143">
                  <a:srgbClr val="080A0B">
                    <a:alpha val="6863"/>
                  </a:srgbClr>
                </a:gs>
                <a:gs pos="71429">
                  <a:srgbClr val="080A0B">
                    <a:alpha val="3273"/>
                  </a:srgbClr>
                </a:gs>
                <a:gs pos="85714">
                  <a:srgbClr val="080A0B">
                    <a:alpha val="1307"/>
                  </a:srgbClr>
                </a:gs>
                <a:gs pos="100000">
                  <a:srgbClr val="080A0B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4779995">
              <a:off x="3236213" y="1227691"/>
              <a:ext cx="316317" cy="314324"/>
            </a:xfrm>
            <a:prstGeom prst="ellipse">
              <a:avLst/>
            </a:prstGeom>
            <a:gradFill>
              <a:gsLst>
                <a:gs pos="0">
                  <a:srgbClr val="000200">
                    <a:alpha val="17868"/>
                  </a:srgbClr>
                </a:gs>
                <a:gs pos="14286">
                  <a:srgbClr val="000200">
                    <a:alpha val="16550"/>
                  </a:srgbClr>
                </a:gs>
                <a:gs pos="28571">
                  <a:srgbClr val="000200">
                    <a:alpha val="13105"/>
                  </a:srgbClr>
                </a:gs>
                <a:gs pos="42857">
                  <a:srgbClr val="000200">
                    <a:alpha val="8802"/>
                  </a:srgbClr>
                </a:gs>
                <a:gs pos="57143">
                  <a:srgbClr val="000200">
                    <a:alpha val="4977"/>
                  </a:srgbClr>
                </a:gs>
                <a:gs pos="71429">
                  <a:srgbClr val="000200">
                    <a:alpha val="2362"/>
                  </a:srgbClr>
                </a:gs>
                <a:gs pos="85714">
                  <a:srgbClr val="000200">
                    <a:alpha val="941"/>
                  </a:srgbClr>
                </a:gs>
                <a:gs pos="100000">
                  <a:srgbClr val="000200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4382134">
              <a:off x="2717526" y="69205"/>
              <a:ext cx="405510" cy="2165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9665857">
              <a:off x="188580" y="1511618"/>
              <a:ext cx="536621" cy="69233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-9879085">
              <a:off x="2901808" y="2197789"/>
              <a:ext cx="194954" cy="68849"/>
            </a:xfrm>
            <a:prstGeom prst="ellipse">
              <a:avLst/>
            </a:prstGeom>
            <a:gradFill>
              <a:gsLst>
                <a:gs pos="0">
                  <a:srgbClr val="F5FFFF">
                    <a:alpha val="32968"/>
                  </a:srgbClr>
                </a:gs>
                <a:gs pos="14286">
                  <a:srgbClr val="F5FFFF">
                    <a:alpha val="30764"/>
                  </a:srgbClr>
                </a:gs>
                <a:gs pos="28571">
                  <a:srgbClr val="F5FFFF">
                    <a:alpha val="24833"/>
                  </a:srgbClr>
                </a:gs>
                <a:gs pos="42857">
                  <a:srgbClr val="F5FFFF">
                    <a:alpha val="17075"/>
                  </a:srgbClr>
                </a:gs>
                <a:gs pos="57143">
                  <a:srgbClr val="F5FFFF">
                    <a:alpha val="9855"/>
                  </a:srgbClr>
                </a:gs>
                <a:gs pos="71429">
                  <a:srgbClr val="F5FFFF">
                    <a:alpha val="4740"/>
                  </a:srgbClr>
                </a:gs>
                <a:gs pos="85714">
                  <a:srgbClr val="F5FFFF">
                    <a:alpha val="1902"/>
                  </a:srgbClr>
                </a:gs>
                <a:gs pos="100000">
                  <a:srgbClr val="F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-10232864">
              <a:off x="2224180" y="291148"/>
              <a:ext cx="142784" cy="35589"/>
            </a:xfrm>
            <a:prstGeom prst="ellipse">
              <a:avLst/>
            </a:prstGeom>
            <a:gradFill>
              <a:gsLst>
                <a:gs pos="0">
                  <a:srgbClr val="6E585A">
                    <a:alpha val="32968"/>
                  </a:srgbClr>
                </a:gs>
                <a:gs pos="14286">
                  <a:srgbClr val="6E585A">
                    <a:alpha val="30764"/>
                  </a:srgbClr>
                </a:gs>
                <a:gs pos="28571">
                  <a:srgbClr val="6E585A">
                    <a:alpha val="24833"/>
                  </a:srgbClr>
                </a:gs>
                <a:gs pos="42857">
                  <a:srgbClr val="6E585A">
                    <a:alpha val="17075"/>
                  </a:srgbClr>
                </a:gs>
                <a:gs pos="57143">
                  <a:srgbClr val="6E585A">
                    <a:alpha val="9855"/>
                  </a:srgbClr>
                </a:gs>
                <a:gs pos="71429">
                  <a:srgbClr val="6E585A">
                    <a:alpha val="4740"/>
                  </a:srgbClr>
                </a:gs>
                <a:gs pos="85714">
                  <a:srgbClr val="6E585A">
                    <a:alpha val="1902"/>
                  </a:srgbClr>
                </a:gs>
                <a:gs pos="100000">
                  <a:srgbClr val="6E58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7230084">
              <a:off x="414716" y="2714547"/>
              <a:ext cx="49236" cy="24480"/>
            </a:xfrm>
            <a:prstGeom prst="ellipse">
              <a:avLst/>
            </a:prstGeom>
            <a:gradFill>
              <a:gsLst>
                <a:gs pos="0">
                  <a:srgbClr val="FFF8FF">
                    <a:alpha val="32968"/>
                  </a:srgbClr>
                </a:gs>
                <a:gs pos="14286">
                  <a:srgbClr val="FFF8FF">
                    <a:alpha val="30764"/>
                  </a:srgbClr>
                </a:gs>
                <a:gs pos="28571">
                  <a:srgbClr val="FFF8FF">
                    <a:alpha val="24833"/>
                  </a:srgbClr>
                </a:gs>
                <a:gs pos="42857">
                  <a:srgbClr val="FFF8FF">
                    <a:alpha val="17075"/>
                  </a:srgbClr>
                </a:gs>
                <a:gs pos="57143">
                  <a:srgbClr val="FFF8FF">
                    <a:alpha val="9855"/>
                  </a:srgbClr>
                </a:gs>
                <a:gs pos="71429">
                  <a:srgbClr val="FFF8FF">
                    <a:alpha val="4740"/>
                  </a:srgbClr>
                </a:gs>
                <a:gs pos="85714">
                  <a:srgbClr val="FFF8FF">
                    <a:alpha val="1902"/>
                  </a:srgbClr>
                </a:gs>
                <a:gs pos="100000">
                  <a:srgbClr val="FF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-9514670">
              <a:off x="2705133" y="2328398"/>
              <a:ext cx="42818" cy="23981"/>
            </a:xfrm>
            <a:prstGeom prst="ellipse">
              <a:avLst/>
            </a:prstGeom>
            <a:gradFill>
              <a:gsLst>
                <a:gs pos="0">
                  <a:srgbClr val="B1DBFF">
                    <a:alpha val="32968"/>
                  </a:srgbClr>
                </a:gs>
                <a:gs pos="14286">
                  <a:srgbClr val="B1DBFF">
                    <a:alpha val="30764"/>
                  </a:srgbClr>
                </a:gs>
                <a:gs pos="28571">
                  <a:srgbClr val="B1DBFF">
                    <a:alpha val="24833"/>
                  </a:srgbClr>
                </a:gs>
                <a:gs pos="42857">
                  <a:srgbClr val="B1DBFF">
                    <a:alpha val="17075"/>
                  </a:srgbClr>
                </a:gs>
                <a:gs pos="57143">
                  <a:srgbClr val="B1DBFF">
                    <a:alpha val="9855"/>
                  </a:srgbClr>
                </a:gs>
                <a:gs pos="71429">
                  <a:srgbClr val="B1DBFF">
                    <a:alpha val="4740"/>
                  </a:srgbClr>
                </a:gs>
                <a:gs pos="85714">
                  <a:srgbClr val="B1DBFF">
                    <a:alpha val="1902"/>
                  </a:srgbClr>
                </a:gs>
                <a:gs pos="100000">
                  <a:srgbClr val="B1D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-9682288">
              <a:off x="1587848" y="177844"/>
              <a:ext cx="441574" cy="41558"/>
            </a:xfrm>
            <a:prstGeom prst="ellipse">
              <a:avLst/>
            </a:prstGeom>
            <a:gradFill>
              <a:gsLst>
                <a:gs pos="0">
                  <a:srgbClr val="000000">
                    <a:alpha val="14919"/>
                  </a:srgbClr>
                </a:gs>
                <a:gs pos="14286">
                  <a:srgbClr val="000000">
                    <a:alpha val="13800"/>
                  </a:srgbClr>
                </a:gs>
                <a:gs pos="28571">
                  <a:srgbClr val="000000">
                    <a:alpha val="10890"/>
                  </a:srgbClr>
                </a:gs>
                <a:gs pos="42857">
                  <a:srgbClr val="000000">
                    <a:alpha val="7284"/>
                  </a:srgbClr>
                </a:gs>
                <a:gs pos="57143">
                  <a:srgbClr val="000000">
                    <a:alpha val="4104"/>
                  </a:srgbClr>
                </a:gs>
                <a:gs pos="71429">
                  <a:srgbClr val="000000">
                    <a:alpha val="1942"/>
                  </a:srgbClr>
                </a:gs>
                <a:gs pos="85714">
                  <a:srgbClr val="000000">
                    <a:alpha val="773"/>
                  </a:srgbClr>
                </a:gs>
                <a:gs pos="100000">
                  <a:srgbClr val="00000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3274505">
              <a:off x="1729790" y="1012253"/>
              <a:ext cx="78965" cy="502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-8262181">
              <a:off x="2772469" y="2657633"/>
              <a:ext cx="207382" cy="55095"/>
            </a:xfrm>
            <a:prstGeom prst="ellipse">
              <a:avLst/>
            </a:prstGeom>
            <a:gradFill>
              <a:gsLst>
                <a:gs pos="0">
                  <a:srgbClr val="644F4E">
                    <a:alpha val="32968"/>
                  </a:srgbClr>
                </a:gs>
                <a:gs pos="14286">
                  <a:srgbClr val="644F4E">
                    <a:alpha val="30764"/>
                  </a:srgbClr>
                </a:gs>
                <a:gs pos="28571">
                  <a:srgbClr val="644F4E">
                    <a:alpha val="24833"/>
                  </a:srgbClr>
                </a:gs>
                <a:gs pos="42857">
                  <a:srgbClr val="644F4E">
                    <a:alpha val="17075"/>
                  </a:srgbClr>
                </a:gs>
                <a:gs pos="57143">
                  <a:srgbClr val="644F4E">
                    <a:alpha val="9855"/>
                  </a:srgbClr>
                </a:gs>
                <a:gs pos="71429">
                  <a:srgbClr val="644F4E">
                    <a:alpha val="4740"/>
                  </a:srgbClr>
                </a:gs>
                <a:gs pos="85714">
                  <a:srgbClr val="644F4E">
                    <a:alpha val="1902"/>
                  </a:srgbClr>
                </a:gs>
                <a:gs pos="100000">
                  <a:srgbClr val="644F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7760769">
              <a:off x="1068848" y="2899390"/>
              <a:ext cx="277241" cy="28284"/>
            </a:xfrm>
            <a:prstGeom prst="ellipse">
              <a:avLst/>
            </a:prstGeom>
            <a:gradFill>
              <a:gsLst>
                <a:gs pos="0">
                  <a:srgbClr val="646667">
                    <a:alpha val="6307"/>
                  </a:srgbClr>
                </a:gs>
                <a:gs pos="14286">
                  <a:srgbClr val="646667">
                    <a:alpha val="5812"/>
                  </a:srgbClr>
                </a:gs>
                <a:gs pos="28571">
                  <a:srgbClr val="646667">
                    <a:alpha val="4543"/>
                  </a:srgbClr>
                </a:gs>
                <a:gs pos="42857">
                  <a:srgbClr val="646667">
                    <a:alpha val="3004"/>
                  </a:srgbClr>
                </a:gs>
                <a:gs pos="57143">
                  <a:srgbClr val="646667">
                    <a:alpha val="1676"/>
                  </a:srgbClr>
                </a:gs>
                <a:gs pos="71429">
                  <a:srgbClr val="646667">
                    <a:alpha val="788"/>
                  </a:srgbClr>
                </a:gs>
                <a:gs pos="85714">
                  <a:srgbClr val="646667">
                    <a:alpha val="312"/>
                  </a:srgbClr>
                </a:gs>
                <a:gs pos="100000">
                  <a:srgbClr val="646667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-8895083">
              <a:off x="283377" y="1978694"/>
              <a:ext cx="90764" cy="618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7591926">
              <a:off x="1621840" y="3049497"/>
              <a:ext cx="149156" cy="39125"/>
            </a:xfrm>
            <a:prstGeom prst="ellipse">
              <a:avLst/>
            </a:prstGeom>
            <a:gradFill>
              <a:gsLst>
                <a:gs pos="0">
                  <a:srgbClr val="343C3C">
                    <a:alpha val="32968"/>
                  </a:srgbClr>
                </a:gs>
                <a:gs pos="14286">
                  <a:srgbClr val="343C3C">
                    <a:alpha val="30764"/>
                  </a:srgbClr>
                </a:gs>
                <a:gs pos="28571">
                  <a:srgbClr val="343C3C">
                    <a:alpha val="24833"/>
                  </a:srgbClr>
                </a:gs>
                <a:gs pos="42857">
                  <a:srgbClr val="343C3C">
                    <a:alpha val="17075"/>
                  </a:srgbClr>
                </a:gs>
                <a:gs pos="57143">
                  <a:srgbClr val="343C3C">
                    <a:alpha val="9855"/>
                  </a:srgbClr>
                </a:gs>
                <a:gs pos="71429">
                  <a:srgbClr val="343C3C">
                    <a:alpha val="4740"/>
                  </a:srgbClr>
                </a:gs>
                <a:gs pos="85714">
                  <a:srgbClr val="343C3C">
                    <a:alpha val="1902"/>
                  </a:srgbClr>
                </a:gs>
                <a:gs pos="100000">
                  <a:srgbClr val="343C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-9199951">
              <a:off x="1735154" y="3053597"/>
              <a:ext cx="377921" cy="1919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-8505455">
              <a:off x="1024671" y="1730726"/>
              <a:ext cx="60430" cy="291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4372284">
              <a:off x="1604748" y="1081511"/>
              <a:ext cx="63299" cy="251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4655588">
              <a:off x="2327721" y="1768620"/>
              <a:ext cx="558355" cy="66497"/>
            </a:xfrm>
            <a:prstGeom prst="ellipse">
              <a:avLst/>
            </a:prstGeom>
            <a:gradFill>
              <a:gsLst>
                <a:gs pos="0">
                  <a:srgbClr val="1C2421">
                    <a:alpha val="10784"/>
                  </a:srgbClr>
                </a:gs>
                <a:gs pos="14286">
                  <a:srgbClr val="1C2421">
                    <a:alpha val="9957"/>
                  </a:srgbClr>
                </a:gs>
                <a:gs pos="28571">
                  <a:srgbClr val="1C2421">
                    <a:alpha val="7821"/>
                  </a:srgbClr>
                </a:gs>
                <a:gs pos="42857">
                  <a:srgbClr val="1C2421">
                    <a:alpha val="5201"/>
                  </a:srgbClr>
                </a:gs>
                <a:gs pos="57143">
                  <a:srgbClr val="1C2421">
                    <a:alpha val="2916"/>
                  </a:srgbClr>
                </a:gs>
                <a:gs pos="71429">
                  <a:srgbClr val="1C2421">
                    <a:alpha val="1376"/>
                  </a:srgbClr>
                </a:gs>
                <a:gs pos="85714">
                  <a:srgbClr val="1C2421">
                    <a:alpha val="546"/>
                  </a:srgbClr>
                </a:gs>
                <a:gs pos="100000">
                  <a:srgbClr val="1C2421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-8490154">
              <a:off x="2211602" y="339703"/>
              <a:ext cx="93636" cy="23143"/>
            </a:xfrm>
            <a:prstGeom prst="ellipse">
              <a:avLst/>
            </a:prstGeom>
            <a:gradFill>
              <a:gsLst>
                <a:gs pos="0">
                  <a:srgbClr val="6B727F">
                    <a:alpha val="26384"/>
                  </a:srgbClr>
                </a:gs>
                <a:gs pos="14286">
                  <a:srgbClr val="6B727F">
                    <a:alpha val="24537"/>
                  </a:srgbClr>
                </a:gs>
                <a:gs pos="28571">
                  <a:srgbClr val="6B727F">
                    <a:alpha val="19635"/>
                  </a:srgbClr>
                </a:gs>
                <a:gs pos="42857">
                  <a:srgbClr val="6B727F">
                    <a:alpha val="13357"/>
                  </a:srgbClr>
                </a:gs>
                <a:gs pos="57143">
                  <a:srgbClr val="6B727F">
                    <a:alpha val="7637"/>
                  </a:srgbClr>
                </a:gs>
                <a:gs pos="71429">
                  <a:srgbClr val="6B727F">
                    <a:alpha val="3651"/>
                  </a:srgbClr>
                </a:gs>
                <a:gs pos="85714">
                  <a:srgbClr val="6B727F">
                    <a:alpha val="1460"/>
                  </a:srgbClr>
                </a:gs>
                <a:gs pos="100000">
                  <a:srgbClr val="6B727F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8656554">
              <a:off x="1621067" y="2178976"/>
              <a:ext cx="495683" cy="49557"/>
            </a:xfrm>
            <a:prstGeom prst="ellipse">
              <a:avLst/>
            </a:prstGeom>
            <a:gradFill>
              <a:gsLst>
                <a:gs pos="0">
                  <a:srgbClr val="080A07">
                    <a:alpha val="32968"/>
                  </a:srgbClr>
                </a:gs>
                <a:gs pos="14286">
                  <a:srgbClr val="080A07">
                    <a:alpha val="30764"/>
                  </a:srgbClr>
                </a:gs>
                <a:gs pos="28571">
                  <a:srgbClr val="080A07">
                    <a:alpha val="24833"/>
                  </a:srgbClr>
                </a:gs>
                <a:gs pos="42857">
                  <a:srgbClr val="080A07">
                    <a:alpha val="17075"/>
                  </a:srgbClr>
                </a:gs>
                <a:gs pos="57143">
                  <a:srgbClr val="080A07">
                    <a:alpha val="9855"/>
                  </a:srgbClr>
                </a:gs>
                <a:gs pos="71429">
                  <a:srgbClr val="080A07">
                    <a:alpha val="4740"/>
                  </a:srgbClr>
                </a:gs>
                <a:gs pos="85714">
                  <a:srgbClr val="080A07">
                    <a:alpha val="1902"/>
                  </a:srgbClr>
                </a:gs>
                <a:gs pos="100000">
                  <a:srgbClr val="080A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6274657">
              <a:off x="1873644" y="2160061"/>
              <a:ext cx="51516" cy="29088"/>
            </a:xfrm>
            <a:prstGeom prst="ellipse">
              <a:avLst/>
            </a:prstGeom>
            <a:gradFill>
              <a:gsLst>
                <a:gs pos="0">
                  <a:srgbClr val="CDF6FF">
                    <a:alpha val="32968"/>
                  </a:srgbClr>
                </a:gs>
                <a:gs pos="14286">
                  <a:srgbClr val="CDF6FF">
                    <a:alpha val="30764"/>
                  </a:srgbClr>
                </a:gs>
                <a:gs pos="28571">
                  <a:srgbClr val="CDF6FF">
                    <a:alpha val="24833"/>
                  </a:srgbClr>
                </a:gs>
                <a:gs pos="42857">
                  <a:srgbClr val="CDF6FF">
                    <a:alpha val="17075"/>
                  </a:srgbClr>
                </a:gs>
                <a:gs pos="57143">
                  <a:srgbClr val="CDF6FF">
                    <a:alpha val="9855"/>
                  </a:srgbClr>
                </a:gs>
                <a:gs pos="71429">
                  <a:srgbClr val="CDF6FF">
                    <a:alpha val="4740"/>
                  </a:srgbClr>
                </a:gs>
                <a:gs pos="85714">
                  <a:srgbClr val="CDF6FF">
                    <a:alpha val="1902"/>
                  </a:srgbClr>
                </a:gs>
                <a:gs pos="100000">
                  <a:srgbClr val="CDF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-8896659">
              <a:off x="1955487" y="1962090"/>
              <a:ext cx="671923" cy="88264"/>
            </a:xfrm>
            <a:prstGeom prst="ellipse">
              <a:avLst/>
            </a:prstGeom>
            <a:gradFill>
              <a:gsLst>
                <a:gs pos="0">
                  <a:srgbClr val="262929">
                    <a:alpha val="20097"/>
                  </a:srgbClr>
                </a:gs>
                <a:gs pos="14286">
                  <a:srgbClr val="262929">
                    <a:alpha val="18634"/>
                  </a:srgbClr>
                </a:gs>
                <a:gs pos="28571">
                  <a:srgbClr val="262929">
                    <a:alpha val="14795"/>
                  </a:srgbClr>
                </a:gs>
                <a:gs pos="42857">
                  <a:srgbClr val="262929">
                    <a:alpha val="9969"/>
                  </a:srgbClr>
                </a:gs>
                <a:gs pos="57143">
                  <a:srgbClr val="262929">
                    <a:alpha val="5653"/>
                  </a:srgbClr>
                </a:gs>
                <a:gs pos="71429">
                  <a:srgbClr val="262929">
                    <a:alpha val="2687"/>
                  </a:srgbClr>
                </a:gs>
                <a:gs pos="85714">
                  <a:srgbClr val="262929">
                    <a:alpha val="1071"/>
                  </a:srgbClr>
                </a:gs>
                <a:gs pos="100000">
                  <a:srgbClr val="262929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-8519612">
              <a:off x="1734713" y="3128982"/>
              <a:ext cx="48586" cy="22154"/>
            </a:xfrm>
            <a:prstGeom prst="ellipse">
              <a:avLst/>
            </a:prstGeom>
            <a:gradFill>
              <a:gsLst>
                <a:gs pos="0">
                  <a:srgbClr val="F5F6FF">
                    <a:alpha val="23083"/>
                  </a:srgbClr>
                </a:gs>
                <a:gs pos="14286">
                  <a:srgbClr val="F5F6FF">
                    <a:alpha val="21433"/>
                  </a:srgbClr>
                </a:gs>
                <a:gs pos="28571">
                  <a:srgbClr val="F5F6FF">
                    <a:alpha val="17080"/>
                  </a:srgbClr>
                </a:gs>
                <a:gs pos="42857">
                  <a:srgbClr val="F5F6FF">
                    <a:alpha val="11560"/>
                  </a:srgbClr>
                </a:gs>
                <a:gs pos="57143">
                  <a:srgbClr val="F5F6FF">
                    <a:alpha val="6581"/>
                  </a:srgbClr>
                </a:gs>
                <a:gs pos="71429">
                  <a:srgbClr val="F5F6FF">
                    <a:alpha val="3136"/>
                  </a:srgbClr>
                </a:gs>
                <a:gs pos="85714">
                  <a:srgbClr val="F5F6FF">
                    <a:alpha val="1252"/>
                  </a:srgbClr>
                </a:gs>
                <a:gs pos="100000">
                  <a:srgbClr val="F5F6FF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3280164">
              <a:off x="29002" y="425292"/>
              <a:ext cx="330064" cy="21133"/>
            </a:xfrm>
            <a:prstGeom prst="ellipse">
              <a:avLst/>
            </a:prstGeom>
            <a:gradFill>
              <a:gsLst>
                <a:gs pos="0">
                  <a:srgbClr val="373636">
                    <a:alpha val="32968"/>
                  </a:srgbClr>
                </a:gs>
                <a:gs pos="14286">
                  <a:srgbClr val="373636">
                    <a:alpha val="30764"/>
                  </a:srgbClr>
                </a:gs>
                <a:gs pos="28571">
                  <a:srgbClr val="373636">
                    <a:alpha val="24833"/>
                  </a:srgbClr>
                </a:gs>
                <a:gs pos="42857">
                  <a:srgbClr val="373636">
                    <a:alpha val="17075"/>
                  </a:srgbClr>
                </a:gs>
                <a:gs pos="57143">
                  <a:srgbClr val="373636">
                    <a:alpha val="9855"/>
                  </a:srgbClr>
                </a:gs>
                <a:gs pos="71429">
                  <a:srgbClr val="373636">
                    <a:alpha val="4740"/>
                  </a:srgbClr>
                </a:gs>
                <a:gs pos="85714">
                  <a:srgbClr val="373636">
                    <a:alpha val="1902"/>
                  </a:srgbClr>
                </a:gs>
                <a:gs pos="100000">
                  <a:srgbClr val="3736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10527302">
              <a:off x="2121204" y="421933"/>
              <a:ext cx="49654" cy="406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-9121415">
              <a:off x="3188839" y="2051594"/>
              <a:ext cx="139275" cy="25374"/>
            </a:xfrm>
            <a:prstGeom prst="ellipse">
              <a:avLst/>
            </a:prstGeom>
            <a:gradFill>
              <a:gsLst>
                <a:gs pos="0">
                  <a:srgbClr val="8D8785">
                    <a:alpha val="32968"/>
                  </a:srgbClr>
                </a:gs>
                <a:gs pos="14286">
                  <a:srgbClr val="8D8785">
                    <a:alpha val="30764"/>
                  </a:srgbClr>
                </a:gs>
                <a:gs pos="28571">
                  <a:srgbClr val="8D8785">
                    <a:alpha val="24833"/>
                  </a:srgbClr>
                </a:gs>
                <a:gs pos="42857">
                  <a:srgbClr val="8D8785">
                    <a:alpha val="17075"/>
                  </a:srgbClr>
                </a:gs>
                <a:gs pos="57143">
                  <a:srgbClr val="8D8785">
                    <a:alpha val="9855"/>
                  </a:srgbClr>
                </a:gs>
                <a:gs pos="71429">
                  <a:srgbClr val="8D8785">
                    <a:alpha val="4740"/>
                  </a:srgbClr>
                </a:gs>
                <a:gs pos="85714">
                  <a:srgbClr val="8D8785">
                    <a:alpha val="1902"/>
                  </a:srgbClr>
                </a:gs>
                <a:gs pos="100000">
                  <a:srgbClr val="8D87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6174078">
              <a:off x="372699" y="2502293"/>
              <a:ext cx="279770" cy="175709"/>
            </a:xfrm>
            <a:prstGeom prst="ellipse">
              <a:avLst/>
            </a:prstGeom>
            <a:gradFill>
              <a:gsLst>
                <a:gs pos="0">
                  <a:srgbClr val="2A2C2A">
                    <a:alpha val="32968"/>
                  </a:srgbClr>
                </a:gs>
                <a:gs pos="14286">
                  <a:srgbClr val="2A2C2A">
                    <a:alpha val="30764"/>
                  </a:srgbClr>
                </a:gs>
                <a:gs pos="28571">
                  <a:srgbClr val="2A2C2A">
                    <a:alpha val="24833"/>
                  </a:srgbClr>
                </a:gs>
                <a:gs pos="42857">
                  <a:srgbClr val="2A2C2A">
                    <a:alpha val="17075"/>
                  </a:srgbClr>
                </a:gs>
                <a:gs pos="57143">
                  <a:srgbClr val="2A2C2A">
                    <a:alpha val="9855"/>
                  </a:srgbClr>
                </a:gs>
                <a:gs pos="71429">
                  <a:srgbClr val="2A2C2A">
                    <a:alpha val="4740"/>
                  </a:srgbClr>
                </a:gs>
                <a:gs pos="85714">
                  <a:srgbClr val="2A2C2A">
                    <a:alpha val="1902"/>
                  </a:srgbClr>
                </a:gs>
                <a:gs pos="100000">
                  <a:srgbClr val="2A2C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-9977847">
              <a:off x="3388632" y="1119380"/>
              <a:ext cx="332521" cy="49837"/>
            </a:xfrm>
            <a:prstGeom prst="ellipse">
              <a:avLst/>
            </a:prstGeom>
            <a:gradFill>
              <a:gsLst>
                <a:gs pos="0">
                  <a:srgbClr val="010306">
                    <a:alpha val="16127"/>
                  </a:srgbClr>
                </a:gs>
                <a:gs pos="14286">
                  <a:srgbClr val="010306">
                    <a:alpha val="14926"/>
                  </a:srgbClr>
                </a:gs>
                <a:gs pos="28571">
                  <a:srgbClr val="010306">
                    <a:alpha val="11795"/>
                  </a:srgbClr>
                </a:gs>
                <a:gs pos="42857">
                  <a:srgbClr val="010306">
                    <a:alpha val="7903"/>
                  </a:srgbClr>
                </a:gs>
                <a:gs pos="57143">
                  <a:srgbClr val="010306">
                    <a:alpha val="4459"/>
                  </a:srgbClr>
                </a:gs>
                <a:gs pos="71429">
                  <a:srgbClr val="010306">
                    <a:alpha val="2113"/>
                  </a:srgbClr>
                </a:gs>
                <a:gs pos="85714">
                  <a:srgbClr val="010306">
                    <a:alpha val="841"/>
                  </a:srgbClr>
                </a:gs>
                <a:gs pos="100000">
                  <a:srgbClr val="010306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8538214">
              <a:off x="2124497" y="1001023"/>
              <a:ext cx="153091" cy="32802"/>
            </a:xfrm>
            <a:prstGeom prst="ellipse">
              <a:avLst/>
            </a:prstGeom>
            <a:gradFill>
              <a:gsLst>
                <a:gs pos="0">
                  <a:srgbClr val="CECAC7">
                    <a:alpha val="32968"/>
                  </a:srgbClr>
                </a:gs>
                <a:gs pos="14286">
                  <a:srgbClr val="CECAC7">
                    <a:alpha val="30764"/>
                  </a:srgbClr>
                </a:gs>
                <a:gs pos="28571">
                  <a:srgbClr val="CECAC7">
                    <a:alpha val="24833"/>
                  </a:srgbClr>
                </a:gs>
                <a:gs pos="42857">
                  <a:srgbClr val="CECAC7">
                    <a:alpha val="17075"/>
                  </a:srgbClr>
                </a:gs>
                <a:gs pos="57143">
                  <a:srgbClr val="CECAC7">
                    <a:alpha val="9855"/>
                  </a:srgbClr>
                </a:gs>
                <a:gs pos="71429">
                  <a:srgbClr val="CECAC7">
                    <a:alpha val="4740"/>
                  </a:srgbClr>
                </a:gs>
                <a:gs pos="85714">
                  <a:srgbClr val="CECAC7">
                    <a:alpha val="1902"/>
                  </a:srgbClr>
                </a:gs>
                <a:gs pos="100000">
                  <a:srgbClr val="CECA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7768477">
              <a:off x="379544" y="740990"/>
              <a:ext cx="296801" cy="117023"/>
            </a:xfrm>
            <a:prstGeom prst="ellipse">
              <a:avLst/>
            </a:prstGeom>
            <a:gradFill>
              <a:gsLst>
                <a:gs pos="0">
                  <a:srgbClr val="FFD2E0">
                    <a:alpha val="2267"/>
                  </a:srgbClr>
                </a:gs>
                <a:gs pos="14286">
                  <a:srgbClr val="FFD2E0">
                    <a:alpha val="2086"/>
                  </a:srgbClr>
                </a:gs>
                <a:gs pos="28571">
                  <a:srgbClr val="FFD2E0">
                    <a:alpha val="1623"/>
                  </a:srgbClr>
                </a:gs>
                <a:gs pos="42857">
                  <a:srgbClr val="FFD2E0">
                    <a:alpha val="1068"/>
                  </a:srgbClr>
                </a:gs>
                <a:gs pos="57143">
                  <a:srgbClr val="FFD2E0">
                    <a:alpha val="593"/>
                  </a:srgbClr>
                </a:gs>
                <a:gs pos="71429">
                  <a:srgbClr val="FFD2E0">
                    <a:alpha val="278"/>
                  </a:srgbClr>
                </a:gs>
                <a:gs pos="85714">
                  <a:srgbClr val="FFD2E0">
                    <a:alpha val="110"/>
                  </a:srgbClr>
                </a:gs>
                <a:gs pos="100000">
                  <a:srgbClr val="FFD2E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9727499">
              <a:off x="2825220" y="2225899"/>
              <a:ext cx="244156" cy="46684"/>
            </a:xfrm>
            <a:prstGeom prst="ellipse">
              <a:avLst/>
            </a:prstGeom>
            <a:gradFill>
              <a:gsLst>
                <a:gs pos="0">
                  <a:srgbClr val="FFFEFB">
                    <a:alpha val="7612"/>
                  </a:srgbClr>
                </a:gs>
                <a:gs pos="14286">
                  <a:srgbClr val="FFFEFB">
                    <a:alpha val="7019"/>
                  </a:srgbClr>
                </a:gs>
                <a:gs pos="28571">
                  <a:srgbClr val="FFFEFB">
                    <a:alpha val="5494"/>
                  </a:srgbClr>
                </a:gs>
                <a:gs pos="42857">
                  <a:srgbClr val="FFFEFB">
                    <a:alpha val="3638"/>
                  </a:srgbClr>
                </a:gs>
                <a:gs pos="57143">
                  <a:srgbClr val="FFFEFB">
                    <a:alpha val="2033"/>
                  </a:srgbClr>
                </a:gs>
                <a:gs pos="71429">
                  <a:srgbClr val="FFFEFB">
                    <a:alpha val="957"/>
                  </a:srgbClr>
                </a:gs>
                <a:gs pos="85714">
                  <a:srgbClr val="FFFEFB">
                    <a:alpha val="379"/>
                  </a:srgbClr>
                </a:gs>
                <a:gs pos="100000">
                  <a:srgbClr val="FFFEFB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-8482270">
              <a:off x="2566236" y="2035816"/>
              <a:ext cx="548989" cy="23400"/>
            </a:xfrm>
            <a:prstGeom prst="ellipse">
              <a:avLst/>
            </a:prstGeom>
            <a:gradFill>
              <a:gsLst>
                <a:gs pos="0">
                  <a:srgbClr val="020000">
                    <a:alpha val="29998"/>
                  </a:srgbClr>
                </a:gs>
                <a:gs pos="14286">
                  <a:srgbClr val="020000">
                    <a:alpha val="27949"/>
                  </a:srgbClr>
                </a:gs>
                <a:gs pos="28571">
                  <a:srgbClr val="020000">
                    <a:alpha val="22471"/>
                  </a:srgbClr>
                </a:gs>
                <a:gs pos="42857">
                  <a:srgbClr val="020000">
                    <a:alpha val="15375"/>
                  </a:srgbClr>
                </a:gs>
                <a:gs pos="57143">
                  <a:srgbClr val="020000">
                    <a:alpha val="8835"/>
                  </a:srgbClr>
                </a:gs>
                <a:gs pos="71429">
                  <a:srgbClr val="020000">
                    <a:alpha val="4238"/>
                  </a:srgbClr>
                </a:gs>
                <a:gs pos="85714">
                  <a:srgbClr val="020000">
                    <a:alpha val="1698"/>
                  </a:srgbClr>
                </a:gs>
                <a:gs pos="100000">
                  <a:srgbClr val="020000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-9961784">
              <a:off x="352357" y="3140764"/>
              <a:ext cx="59207" cy="22274"/>
            </a:xfrm>
            <a:prstGeom prst="ellipse">
              <a:avLst/>
            </a:prstGeom>
            <a:gradFill>
              <a:gsLst>
                <a:gs pos="0">
                  <a:srgbClr val="FFECFF">
                    <a:alpha val="32968"/>
                  </a:srgbClr>
                </a:gs>
                <a:gs pos="14286">
                  <a:srgbClr val="FFECFF">
                    <a:alpha val="30764"/>
                  </a:srgbClr>
                </a:gs>
                <a:gs pos="28571">
                  <a:srgbClr val="FFECFF">
                    <a:alpha val="24833"/>
                  </a:srgbClr>
                </a:gs>
                <a:gs pos="42857">
                  <a:srgbClr val="FFECFF">
                    <a:alpha val="17075"/>
                  </a:srgbClr>
                </a:gs>
                <a:gs pos="57143">
                  <a:srgbClr val="FFECFF">
                    <a:alpha val="9855"/>
                  </a:srgbClr>
                </a:gs>
                <a:gs pos="71429">
                  <a:srgbClr val="FFECFF">
                    <a:alpha val="4740"/>
                  </a:srgbClr>
                </a:gs>
                <a:gs pos="85714">
                  <a:srgbClr val="FFECFF">
                    <a:alpha val="1902"/>
                  </a:srgbClr>
                </a:gs>
                <a:gs pos="100000">
                  <a:srgbClr val="FFE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5813560">
              <a:off x="357655" y="1119981"/>
              <a:ext cx="47355" cy="37298"/>
            </a:xfrm>
            <a:prstGeom prst="ellipse">
              <a:avLst/>
            </a:prstGeom>
            <a:gradFill>
              <a:gsLst>
                <a:gs pos="0">
                  <a:srgbClr val="B3C6EF">
                    <a:alpha val="21010"/>
                  </a:srgbClr>
                </a:gs>
                <a:gs pos="14286">
                  <a:srgbClr val="B3C6EF">
                    <a:alpha val="19489"/>
                  </a:srgbClr>
                </a:gs>
                <a:gs pos="28571">
                  <a:srgbClr val="B3C6EF">
                    <a:alpha val="15491"/>
                  </a:srgbClr>
                </a:gs>
                <a:gs pos="42857">
                  <a:srgbClr val="B3C6EF">
                    <a:alpha val="10453"/>
                  </a:srgbClr>
                </a:gs>
                <a:gs pos="57143">
                  <a:srgbClr val="B3C6EF">
                    <a:alpha val="5934"/>
                  </a:srgbClr>
                </a:gs>
                <a:gs pos="71429">
                  <a:srgbClr val="B3C6EF">
                    <a:alpha val="2823"/>
                  </a:srgbClr>
                </a:gs>
                <a:gs pos="85714">
                  <a:srgbClr val="B3C6EF">
                    <a:alpha val="1126"/>
                  </a:srgbClr>
                </a:gs>
                <a:gs pos="100000">
                  <a:srgbClr val="B3C6EF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-8827114">
              <a:off x="1066145" y="255401"/>
              <a:ext cx="516964" cy="57195"/>
            </a:xfrm>
            <a:prstGeom prst="ellipse">
              <a:avLst/>
            </a:prstGeom>
            <a:gradFill>
              <a:gsLst>
                <a:gs pos="0">
                  <a:srgbClr val="030700">
                    <a:alpha val="32968"/>
                  </a:srgbClr>
                </a:gs>
                <a:gs pos="14286">
                  <a:srgbClr val="030700">
                    <a:alpha val="30764"/>
                  </a:srgbClr>
                </a:gs>
                <a:gs pos="28571">
                  <a:srgbClr val="030700">
                    <a:alpha val="24833"/>
                  </a:srgbClr>
                </a:gs>
                <a:gs pos="42857">
                  <a:srgbClr val="030700">
                    <a:alpha val="17075"/>
                  </a:srgbClr>
                </a:gs>
                <a:gs pos="57143">
                  <a:srgbClr val="030700">
                    <a:alpha val="9855"/>
                  </a:srgbClr>
                </a:gs>
                <a:gs pos="71429">
                  <a:srgbClr val="030700">
                    <a:alpha val="4740"/>
                  </a:srgbClr>
                </a:gs>
                <a:gs pos="85714">
                  <a:srgbClr val="030700">
                    <a:alpha val="1902"/>
                  </a:srgbClr>
                </a:gs>
                <a:gs pos="100000">
                  <a:srgbClr val="030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-8815480">
              <a:off x="1680787" y="2583386"/>
              <a:ext cx="710845" cy="73561"/>
            </a:xfrm>
            <a:prstGeom prst="ellipse">
              <a:avLst/>
            </a:prstGeom>
            <a:gradFill>
              <a:gsLst>
                <a:gs pos="0">
                  <a:srgbClr val="050300">
                    <a:alpha val="32968"/>
                  </a:srgbClr>
                </a:gs>
                <a:gs pos="14286">
                  <a:srgbClr val="050300">
                    <a:alpha val="30764"/>
                  </a:srgbClr>
                </a:gs>
                <a:gs pos="28571">
                  <a:srgbClr val="050300">
                    <a:alpha val="24833"/>
                  </a:srgbClr>
                </a:gs>
                <a:gs pos="42857">
                  <a:srgbClr val="050300">
                    <a:alpha val="17075"/>
                  </a:srgbClr>
                </a:gs>
                <a:gs pos="57143">
                  <a:srgbClr val="050300">
                    <a:alpha val="9855"/>
                  </a:srgbClr>
                </a:gs>
                <a:gs pos="71429">
                  <a:srgbClr val="050300">
                    <a:alpha val="4740"/>
                  </a:srgbClr>
                </a:gs>
                <a:gs pos="85714">
                  <a:srgbClr val="050300">
                    <a:alpha val="1902"/>
                  </a:srgbClr>
                </a:gs>
                <a:gs pos="100000">
                  <a:srgbClr val="05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6561020">
              <a:off x="928237" y="2750100"/>
              <a:ext cx="30756" cy="23226"/>
            </a:xfrm>
            <a:prstGeom prst="ellipse">
              <a:avLst/>
            </a:prstGeom>
            <a:gradFill>
              <a:gsLst>
                <a:gs pos="0">
                  <a:srgbClr val="FFF1FF">
                    <a:alpha val="32968"/>
                  </a:srgbClr>
                </a:gs>
                <a:gs pos="14286">
                  <a:srgbClr val="FFF1FF">
                    <a:alpha val="30764"/>
                  </a:srgbClr>
                </a:gs>
                <a:gs pos="28571">
                  <a:srgbClr val="FFF1FF">
                    <a:alpha val="24833"/>
                  </a:srgbClr>
                </a:gs>
                <a:gs pos="42857">
                  <a:srgbClr val="FFF1FF">
                    <a:alpha val="17075"/>
                  </a:srgbClr>
                </a:gs>
                <a:gs pos="57143">
                  <a:srgbClr val="FFF1FF">
                    <a:alpha val="9855"/>
                  </a:srgbClr>
                </a:gs>
                <a:gs pos="71429">
                  <a:srgbClr val="FFF1FF">
                    <a:alpha val="4740"/>
                  </a:srgbClr>
                </a:gs>
                <a:gs pos="85714">
                  <a:srgbClr val="FFF1FF">
                    <a:alpha val="1902"/>
                  </a:srgbClr>
                </a:gs>
                <a:gs pos="100000">
                  <a:srgbClr val="FF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4819744">
              <a:off x="2005153" y="592704"/>
              <a:ext cx="514902" cy="166157"/>
            </a:xfrm>
            <a:prstGeom prst="ellipse">
              <a:avLst/>
            </a:prstGeom>
            <a:gradFill>
              <a:gsLst>
                <a:gs pos="0">
                  <a:srgbClr val="010702">
                    <a:alpha val="17175"/>
                  </a:srgbClr>
                </a:gs>
                <a:gs pos="14286">
                  <a:srgbClr val="010702">
                    <a:alpha val="15903"/>
                  </a:srgbClr>
                </a:gs>
                <a:gs pos="28571">
                  <a:srgbClr val="010702">
                    <a:alpha val="12583"/>
                  </a:srgbClr>
                </a:gs>
                <a:gs pos="42857">
                  <a:srgbClr val="010702">
                    <a:alpha val="8443"/>
                  </a:srgbClr>
                </a:gs>
                <a:gs pos="57143">
                  <a:srgbClr val="010702">
                    <a:alpha val="4770"/>
                  </a:srgbClr>
                </a:gs>
                <a:gs pos="71429">
                  <a:srgbClr val="010702">
                    <a:alpha val="2262"/>
                  </a:srgbClr>
                </a:gs>
                <a:gs pos="85714">
                  <a:srgbClr val="010702">
                    <a:alpha val="901"/>
                  </a:srgbClr>
                </a:gs>
                <a:gs pos="100000">
                  <a:srgbClr val="010702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5523245">
              <a:off x="2255795" y="2528785"/>
              <a:ext cx="49242" cy="447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2777287">
              <a:off x="2892364" y="1673377"/>
              <a:ext cx="131983" cy="43341"/>
            </a:xfrm>
            <a:prstGeom prst="ellipse">
              <a:avLst/>
            </a:prstGeom>
            <a:gradFill>
              <a:gsLst>
                <a:gs pos="0">
                  <a:srgbClr val="182127">
                    <a:alpha val="32968"/>
                  </a:srgbClr>
                </a:gs>
                <a:gs pos="14286">
                  <a:srgbClr val="182127">
                    <a:alpha val="30764"/>
                  </a:srgbClr>
                </a:gs>
                <a:gs pos="28571">
                  <a:srgbClr val="182127">
                    <a:alpha val="24833"/>
                  </a:srgbClr>
                </a:gs>
                <a:gs pos="42857">
                  <a:srgbClr val="182127">
                    <a:alpha val="17075"/>
                  </a:srgbClr>
                </a:gs>
                <a:gs pos="57143">
                  <a:srgbClr val="182127">
                    <a:alpha val="9855"/>
                  </a:srgbClr>
                </a:gs>
                <a:gs pos="71429">
                  <a:srgbClr val="182127">
                    <a:alpha val="4740"/>
                  </a:srgbClr>
                </a:gs>
                <a:gs pos="85714">
                  <a:srgbClr val="182127">
                    <a:alpha val="1902"/>
                  </a:srgbClr>
                </a:gs>
                <a:gs pos="100000">
                  <a:srgbClr val="18212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-10719407">
              <a:off x="721777" y="5388"/>
              <a:ext cx="59513" cy="28253"/>
            </a:xfrm>
            <a:prstGeom prst="ellipse">
              <a:avLst/>
            </a:prstGeom>
            <a:gradFill>
              <a:gsLst>
                <a:gs pos="0">
                  <a:srgbClr val="A27F7B">
                    <a:alpha val="28017"/>
                  </a:srgbClr>
                </a:gs>
                <a:gs pos="14286">
                  <a:srgbClr val="A27F7B">
                    <a:alpha val="26078"/>
                  </a:srgbClr>
                </a:gs>
                <a:gs pos="28571">
                  <a:srgbClr val="A27F7B">
                    <a:alpha val="20912"/>
                  </a:srgbClr>
                </a:gs>
                <a:gs pos="42857">
                  <a:srgbClr val="A27F7B">
                    <a:alpha val="14263"/>
                  </a:srgbClr>
                </a:gs>
                <a:gs pos="57143">
                  <a:srgbClr val="A27F7B">
                    <a:alpha val="8173"/>
                  </a:srgbClr>
                </a:gs>
                <a:gs pos="71429">
                  <a:srgbClr val="A27F7B">
                    <a:alpha val="3913"/>
                  </a:srgbClr>
                </a:gs>
                <a:gs pos="85714">
                  <a:srgbClr val="A27F7B">
                    <a:alpha val="1566"/>
                  </a:srgbClr>
                </a:gs>
                <a:gs pos="100000">
                  <a:srgbClr val="A27F7B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5440675">
              <a:off x="2730144" y="2185366"/>
              <a:ext cx="578511" cy="106123"/>
            </a:xfrm>
            <a:prstGeom prst="ellipse">
              <a:avLst/>
            </a:prstGeom>
            <a:gradFill>
              <a:gsLst>
                <a:gs pos="0">
                  <a:srgbClr val="151717">
                    <a:alpha val="32968"/>
                  </a:srgbClr>
                </a:gs>
                <a:gs pos="14286">
                  <a:srgbClr val="151717">
                    <a:alpha val="30764"/>
                  </a:srgbClr>
                </a:gs>
                <a:gs pos="28571">
                  <a:srgbClr val="151717">
                    <a:alpha val="24833"/>
                  </a:srgbClr>
                </a:gs>
                <a:gs pos="42857">
                  <a:srgbClr val="151717">
                    <a:alpha val="17075"/>
                  </a:srgbClr>
                </a:gs>
                <a:gs pos="57143">
                  <a:srgbClr val="151717">
                    <a:alpha val="9855"/>
                  </a:srgbClr>
                </a:gs>
                <a:gs pos="71429">
                  <a:srgbClr val="151717">
                    <a:alpha val="4740"/>
                  </a:srgbClr>
                </a:gs>
                <a:gs pos="85714">
                  <a:srgbClr val="151717">
                    <a:alpha val="1902"/>
                  </a:srgbClr>
                </a:gs>
                <a:gs pos="100000">
                  <a:srgbClr val="1517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4822540">
              <a:off x="2260957" y="322943"/>
              <a:ext cx="130973" cy="66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3985988">
              <a:off x="866316" y="337946"/>
              <a:ext cx="559268" cy="108073"/>
            </a:xfrm>
            <a:prstGeom prst="ellipse">
              <a:avLst/>
            </a:prstGeom>
            <a:gradFill>
              <a:gsLst>
                <a:gs pos="0">
                  <a:srgbClr val="00120E">
                    <a:alpha val="32968"/>
                  </a:srgbClr>
                </a:gs>
                <a:gs pos="14286">
                  <a:srgbClr val="00120E">
                    <a:alpha val="30764"/>
                  </a:srgbClr>
                </a:gs>
                <a:gs pos="28571">
                  <a:srgbClr val="00120E">
                    <a:alpha val="24833"/>
                  </a:srgbClr>
                </a:gs>
                <a:gs pos="42857">
                  <a:srgbClr val="00120E">
                    <a:alpha val="17075"/>
                  </a:srgbClr>
                </a:gs>
                <a:gs pos="57143">
                  <a:srgbClr val="00120E">
                    <a:alpha val="9855"/>
                  </a:srgbClr>
                </a:gs>
                <a:gs pos="71429">
                  <a:srgbClr val="00120E">
                    <a:alpha val="4740"/>
                  </a:srgbClr>
                </a:gs>
                <a:gs pos="85714">
                  <a:srgbClr val="00120E">
                    <a:alpha val="1902"/>
                  </a:srgbClr>
                </a:gs>
                <a:gs pos="100000">
                  <a:srgbClr val="0012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5294518">
              <a:off x="2756431" y="1388192"/>
              <a:ext cx="145836" cy="51456"/>
            </a:xfrm>
            <a:prstGeom prst="ellipse">
              <a:avLst/>
            </a:prstGeom>
            <a:gradFill>
              <a:gsLst>
                <a:gs pos="0">
                  <a:srgbClr val="FFC3B7">
                    <a:alpha val="32968"/>
                  </a:srgbClr>
                </a:gs>
                <a:gs pos="14286">
                  <a:srgbClr val="FFC3B7">
                    <a:alpha val="30764"/>
                  </a:srgbClr>
                </a:gs>
                <a:gs pos="28571">
                  <a:srgbClr val="FFC3B7">
                    <a:alpha val="24833"/>
                  </a:srgbClr>
                </a:gs>
                <a:gs pos="42857">
                  <a:srgbClr val="FFC3B7">
                    <a:alpha val="17075"/>
                  </a:srgbClr>
                </a:gs>
                <a:gs pos="57143">
                  <a:srgbClr val="FFC3B7">
                    <a:alpha val="9855"/>
                  </a:srgbClr>
                </a:gs>
                <a:gs pos="71429">
                  <a:srgbClr val="FFC3B7">
                    <a:alpha val="4740"/>
                  </a:srgbClr>
                </a:gs>
                <a:gs pos="85714">
                  <a:srgbClr val="FFC3B7">
                    <a:alpha val="1902"/>
                  </a:srgbClr>
                </a:gs>
                <a:gs pos="100000">
                  <a:srgbClr val="FFC3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6867185">
              <a:off x="800256" y="971650"/>
              <a:ext cx="41979" cy="25730"/>
            </a:xfrm>
            <a:prstGeom prst="ellipse">
              <a:avLst/>
            </a:prstGeom>
            <a:gradFill>
              <a:gsLst>
                <a:gs pos="0">
                  <a:srgbClr val="FCFFFF">
                    <a:alpha val="32968"/>
                  </a:srgbClr>
                </a:gs>
                <a:gs pos="14286">
                  <a:srgbClr val="FCFFFF">
                    <a:alpha val="30764"/>
                  </a:srgbClr>
                </a:gs>
                <a:gs pos="28571">
                  <a:srgbClr val="FCFFFF">
                    <a:alpha val="24833"/>
                  </a:srgbClr>
                </a:gs>
                <a:gs pos="42857">
                  <a:srgbClr val="FCFFFF">
                    <a:alpha val="17075"/>
                  </a:srgbClr>
                </a:gs>
                <a:gs pos="57143">
                  <a:srgbClr val="FCFFFF">
                    <a:alpha val="9855"/>
                  </a:srgbClr>
                </a:gs>
                <a:gs pos="71429">
                  <a:srgbClr val="FCFFFF">
                    <a:alpha val="4740"/>
                  </a:srgbClr>
                </a:gs>
                <a:gs pos="85714">
                  <a:srgbClr val="FCFFFF">
                    <a:alpha val="1902"/>
                  </a:srgbClr>
                </a:gs>
                <a:gs pos="100000">
                  <a:srgbClr val="F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8629405">
              <a:off x="1654511" y="1581096"/>
              <a:ext cx="323080" cy="40453"/>
            </a:xfrm>
            <a:prstGeom prst="ellipse">
              <a:avLst/>
            </a:prstGeom>
            <a:gradFill>
              <a:gsLst>
                <a:gs pos="0">
                  <a:srgbClr val="100013">
                    <a:alpha val="32968"/>
                  </a:srgbClr>
                </a:gs>
                <a:gs pos="14286">
                  <a:srgbClr val="100013">
                    <a:alpha val="30764"/>
                  </a:srgbClr>
                </a:gs>
                <a:gs pos="28571">
                  <a:srgbClr val="100013">
                    <a:alpha val="24833"/>
                  </a:srgbClr>
                </a:gs>
                <a:gs pos="42857">
                  <a:srgbClr val="100013">
                    <a:alpha val="17075"/>
                  </a:srgbClr>
                </a:gs>
                <a:gs pos="57143">
                  <a:srgbClr val="100013">
                    <a:alpha val="9855"/>
                  </a:srgbClr>
                </a:gs>
                <a:gs pos="71429">
                  <a:srgbClr val="100013">
                    <a:alpha val="4740"/>
                  </a:srgbClr>
                </a:gs>
                <a:gs pos="85714">
                  <a:srgbClr val="100013">
                    <a:alpha val="1902"/>
                  </a:srgbClr>
                </a:gs>
                <a:gs pos="100000">
                  <a:srgbClr val="1000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3610849">
              <a:off x="311797" y="2529203"/>
              <a:ext cx="433469" cy="823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6454226">
              <a:off x="1975368" y="1754989"/>
              <a:ext cx="89584" cy="43112"/>
            </a:xfrm>
            <a:prstGeom prst="ellipse">
              <a:avLst/>
            </a:prstGeom>
            <a:gradFill>
              <a:gsLst>
                <a:gs pos="0">
                  <a:srgbClr val="FEE1EC">
                    <a:alpha val="32968"/>
                  </a:srgbClr>
                </a:gs>
                <a:gs pos="14286">
                  <a:srgbClr val="FEE1EC">
                    <a:alpha val="30764"/>
                  </a:srgbClr>
                </a:gs>
                <a:gs pos="28571">
                  <a:srgbClr val="FEE1EC">
                    <a:alpha val="24833"/>
                  </a:srgbClr>
                </a:gs>
                <a:gs pos="42857">
                  <a:srgbClr val="FEE1EC">
                    <a:alpha val="17075"/>
                  </a:srgbClr>
                </a:gs>
                <a:gs pos="57143">
                  <a:srgbClr val="FEE1EC">
                    <a:alpha val="9855"/>
                  </a:srgbClr>
                </a:gs>
                <a:gs pos="71429">
                  <a:srgbClr val="FEE1EC">
                    <a:alpha val="4740"/>
                  </a:srgbClr>
                </a:gs>
                <a:gs pos="85714">
                  <a:srgbClr val="FEE1EC">
                    <a:alpha val="1902"/>
                  </a:srgbClr>
                </a:gs>
                <a:gs pos="100000">
                  <a:srgbClr val="FEE1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-9942296">
              <a:off x="1167888" y="526040"/>
              <a:ext cx="120912" cy="6668"/>
            </a:xfrm>
            <a:prstGeom prst="ellipse">
              <a:avLst/>
            </a:prstGeom>
            <a:gradFill>
              <a:gsLst>
                <a:gs pos="0">
                  <a:srgbClr val="8FB4DF">
                    <a:alpha val="12357"/>
                  </a:srgbClr>
                </a:gs>
                <a:gs pos="14286">
                  <a:srgbClr val="8FB4DF">
                    <a:alpha val="11417"/>
                  </a:srgbClr>
                </a:gs>
                <a:gs pos="28571">
                  <a:srgbClr val="8FB4DF">
                    <a:alpha val="8983"/>
                  </a:srgbClr>
                </a:gs>
                <a:gs pos="42857">
                  <a:srgbClr val="8FB4DF">
                    <a:alpha val="5987"/>
                  </a:srgbClr>
                </a:gs>
                <a:gs pos="57143">
                  <a:srgbClr val="8FB4DF">
                    <a:alpha val="3363"/>
                  </a:srgbClr>
                </a:gs>
                <a:gs pos="71429">
                  <a:srgbClr val="8FB4DF">
                    <a:alpha val="1589"/>
                  </a:srgbClr>
                </a:gs>
                <a:gs pos="85714">
                  <a:srgbClr val="8FB4DF">
                    <a:alpha val="631"/>
                  </a:srgbClr>
                </a:gs>
                <a:gs pos="100000">
                  <a:srgbClr val="8FB4DF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6766097">
              <a:off x="1061878" y="192497"/>
              <a:ext cx="447907" cy="61411"/>
            </a:xfrm>
            <a:prstGeom prst="ellipse">
              <a:avLst/>
            </a:prstGeom>
            <a:gradFill>
              <a:gsLst>
                <a:gs pos="0">
                  <a:srgbClr val="070706">
                    <a:alpha val="32968"/>
                  </a:srgbClr>
                </a:gs>
                <a:gs pos="14286">
                  <a:srgbClr val="070706">
                    <a:alpha val="30764"/>
                  </a:srgbClr>
                </a:gs>
                <a:gs pos="28571">
                  <a:srgbClr val="070706">
                    <a:alpha val="24833"/>
                  </a:srgbClr>
                </a:gs>
                <a:gs pos="42857">
                  <a:srgbClr val="070706">
                    <a:alpha val="17075"/>
                  </a:srgbClr>
                </a:gs>
                <a:gs pos="57143">
                  <a:srgbClr val="070706">
                    <a:alpha val="9855"/>
                  </a:srgbClr>
                </a:gs>
                <a:gs pos="71429">
                  <a:srgbClr val="070706">
                    <a:alpha val="4740"/>
                  </a:srgbClr>
                </a:gs>
                <a:gs pos="85714">
                  <a:srgbClr val="070706">
                    <a:alpha val="1902"/>
                  </a:srgbClr>
                </a:gs>
                <a:gs pos="100000">
                  <a:srgbClr val="0707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7555936">
              <a:off x="2029936" y="2498689"/>
              <a:ext cx="81013" cy="25893"/>
            </a:xfrm>
            <a:prstGeom prst="ellipse">
              <a:avLst/>
            </a:prstGeom>
            <a:gradFill>
              <a:gsLst>
                <a:gs pos="0">
                  <a:srgbClr val="FAEFFF">
                    <a:alpha val="20271"/>
                  </a:srgbClr>
                </a:gs>
                <a:gs pos="14286">
                  <a:srgbClr val="FAEFFF">
                    <a:alpha val="18797"/>
                  </a:srgbClr>
                </a:gs>
                <a:gs pos="28571">
                  <a:srgbClr val="FAEFFF">
                    <a:alpha val="14928"/>
                  </a:srgbClr>
                </a:gs>
                <a:gs pos="42857">
                  <a:srgbClr val="FAEFFF">
                    <a:alpha val="10061"/>
                  </a:srgbClr>
                </a:gs>
                <a:gs pos="57143">
                  <a:srgbClr val="FAEFFF">
                    <a:alpha val="5706"/>
                  </a:srgbClr>
                </a:gs>
                <a:gs pos="71429">
                  <a:srgbClr val="FAEFFF">
                    <a:alpha val="2713"/>
                  </a:srgbClr>
                </a:gs>
                <a:gs pos="85714">
                  <a:srgbClr val="FAEFFF">
                    <a:alpha val="1082"/>
                  </a:srgbClr>
                </a:gs>
                <a:gs pos="100000">
                  <a:srgbClr val="FAEFFF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4363976">
              <a:off x="2004876" y="2936004"/>
              <a:ext cx="709950" cy="64023"/>
            </a:xfrm>
            <a:prstGeom prst="ellipse">
              <a:avLst/>
            </a:prstGeom>
            <a:gradFill>
              <a:gsLst>
                <a:gs pos="0">
                  <a:srgbClr val="080B0A">
                    <a:alpha val="32968"/>
                  </a:srgbClr>
                </a:gs>
                <a:gs pos="14286">
                  <a:srgbClr val="080B0A">
                    <a:alpha val="30764"/>
                  </a:srgbClr>
                </a:gs>
                <a:gs pos="28571">
                  <a:srgbClr val="080B0A">
                    <a:alpha val="24833"/>
                  </a:srgbClr>
                </a:gs>
                <a:gs pos="42857">
                  <a:srgbClr val="080B0A">
                    <a:alpha val="17075"/>
                  </a:srgbClr>
                </a:gs>
                <a:gs pos="57143">
                  <a:srgbClr val="080B0A">
                    <a:alpha val="9855"/>
                  </a:srgbClr>
                </a:gs>
                <a:gs pos="71429">
                  <a:srgbClr val="080B0A">
                    <a:alpha val="4740"/>
                  </a:srgbClr>
                </a:gs>
                <a:gs pos="85714">
                  <a:srgbClr val="080B0A">
                    <a:alpha val="1902"/>
                  </a:srgbClr>
                </a:gs>
                <a:gs pos="100000">
                  <a:srgbClr val="080B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-8998663">
              <a:off x="2566083" y="2005929"/>
              <a:ext cx="449176" cy="80713"/>
            </a:xfrm>
            <a:prstGeom prst="ellipse">
              <a:avLst/>
            </a:prstGeom>
            <a:gradFill>
              <a:gsLst>
                <a:gs pos="0">
                  <a:srgbClr val="030500">
                    <a:alpha val="22963"/>
                  </a:srgbClr>
                </a:gs>
                <a:gs pos="14286">
                  <a:srgbClr val="030500">
                    <a:alpha val="21320"/>
                  </a:srgbClr>
                </a:gs>
                <a:gs pos="28571">
                  <a:srgbClr val="030500">
                    <a:alpha val="16988"/>
                  </a:srgbClr>
                </a:gs>
                <a:gs pos="42857">
                  <a:srgbClr val="030500">
                    <a:alpha val="11496"/>
                  </a:srgbClr>
                </a:gs>
                <a:gs pos="57143">
                  <a:srgbClr val="030500">
                    <a:alpha val="6543"/>
                  </a:srgbClr>
                </a:gs>
                <a:gs pos="71429">
                  <a:srgbClr val="030500">
                    <a:alpha val="3118"/>
                  </a:srgbClr>
                </a:gs>
                <a:gs pos="85714">
                  <a:srgbClr val="030500">
                    <a:alpha val="1245"/>
                  </a:srgbClr>
                </a:gs>
                <a:gs pos="100000">
                  <a:srgbClr val="030500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-10301953">
              <a:off x="221163" y="794857"/>
              <a:ext cx="205691" cy="38012"/>
            </a:xfrm>
            <a:prstGeom prst="ellipse">
              <a:avLst/>
            </a:prstGeom>
            <a:gradFill>
              <a:gsLst>
                <a:gs pos="0">
                  <a:srgbClr val="656866">
                    <a:alpha val="32968"/>
                  </a:srgbClr>
                </a:gs>
                <a:gs pos="14286">
                  <a:srgbClr val="656866">
                    <a:alpha val="30764"/>
                  </a:srgbClr>
                </a:gs>
                <a:gs pos="28571">
                  <a:srgbClr val="656866">
                    <a:alpha val="24833"/>
                  </a:srgbClr>
                </a:gs>
                <a:gs pos="42857">
                  <a:srgbClr val="656866">
                    <a:alpha val="17075"/>
                  </a:srgbClr>
                </a:gs>
                <a:gs pos="57143">
                  <a:srgbClr val="656866">
                    <a:alpha val="9855"/>
                  </a:srgbClr>
                </a:gs>
                <a:gs pos="71429">
                  <a:srgbClr val="656866">
                    <a:alpha val="4740"/>
                  </a:srgbClr>
                </a:gs>
                <a:gs pos="85714">
                  <a:srgbClr val="656866">
                    <a:alpha val="1902"/>
                  </a:srgbClr>
                </a:gs>
                <a:gs pos="100000">
                  <a:srgbClr val="6568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6096881">
              <a:off x="748377" y="2838761"/>
              <a:ext cx="603068" cy="56306"/>
            </a:xfrm>
            <a:prstGeom prst="ellipse">
              <a:avLst/>
            </a:prstGeom>
            <a:gradFill>
              <a:gsLst>
                <a:gs pos="0">
                  <a:srgbClr val="0E0D0E">
                    <a:alpha val="32968"/>
                  </a:srgbClr>
                </a:gs>
                <a:gs pos="14286">
                  <a:srgbClr val="0E0D0E">
                    <a:alpha val="30764"/>
                  </a:srgbClr>
                </a:gs>
                <a:gs pos="28571">
                  <a:srgbClr val="0E0D0E">
                    <a:alpha val="24833"/>
                  </a:srgbClr>
                </a:gs>
                <a:gs pos="42857">
                  <a:srgbClr val="0E0D0E">
                    <a:alpha val="17075"/>
                  </a:srgbClr>
                </a:gs>
                <a:gs pos="57143">
                  <a:srgbClr val="0E0D0E">
                    <a:alpha val="9855"/>
                  </a:srgbClr>
                </a:gs>
                <a:gs pos="71429">
                  <a:srgbClr val="0E0D0E">
                    <a:alpha val="4740"/>
                  </a:srgbClr>
                </a:gs>
                <a:gs pos="85714">
                  <a:srgbClr val="0E0D0E">
                    <a:alpha val="1902"/>
                  </a:srgbClr>
                </a:gs>
                <a:gs pos="100000">
                  <a:srgbClr val="0E0D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10704983">
              <a:off x="1321675" y="639752"/>
              <a:ext cx="487115" cy="41774"/>
            </a:xfrm>
            <a:prstGeom prst="ellipse">
              <a:avLst/>
            </a:prstGeom>
            <a:gradFill>
              <a:gsLst>
                <a:gs pos="0">
                  <a:srgbClr val="140E0C">
                    <a:alpha val="32968"/>
                  </a:srgbClr>
                </a:gs>
                <a:gs pos="14286">
                  <a:srgbClr val="140E0C">
                    <a:alpha val="30764"/>
                  </a:srgbClr>
                </a:gs>
                <a:gs pos="28571">
                  <a:srgbClr val="140E0C">
                    <a:alpha val="24833"/>
                  </a:srgbClr>
                </a:gs>
                <a:gs pos="42857">
                  <a:srgbClr val="140E0C">
                    <a:alpha val="17075"/>
                  </a:srgbClr>
                </a:gs>
                <a:gs pos="57143">
                  <a:srgbClr val="140E0C">
                    <a:alpha val="9855"/>
                  </a:srgbClr>
                </a:gs>
                <a:gs pos="71429">
                  <a:srgbClr val="140E0C">
                    <a:alpha val="4740"/>
                  </a:srgbClr>
                </a:gs>
                <a:gs pos="85714">
                  <a:srgbClr val="140E0C">
                    <a:alpha val="1902"/>
                  </a:srgbClr>
                </a:gs>
                <a:gs pos="100000">
                  <a:srgbClr val="140E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8999633">
              <a:off x="1417693" y="2691811"/>
              <a:ext cx="75991" cy="307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4440548">
              <a:off x="2446056" y="2150246"/>
              <a:ext cx="540115" cy="82573"/>
            </a:xfrm>
            <a:prstGeom prst="ellipse">
              <a:avLst/>
            </a:prstGeom>
            <a:gradFill>
              <a:gsLst>
                <a:gs pos="0">
                  <a:srgbClr val="000204">
                    <a:alpha val="32968"/>
                  </a:srgbClr>
                </a:gs>
                <a:gs pos="14286">
                  <a:srgbClr val="000204">
                    <a:alpha val="30764"/>
                  </a:srgbClr>
                </a:gs>
                <a:gs pos="28571">
                  <a:srgbClr val="000204">
                    <a:alpha val="24833"/>
                  </a:srgbClr>
                </a:gs>
                <a:gs pos="42857">
                  <a:srgbClr val="000204">
                    <a:alpha val="17075"/>
                  </a:srgbClr>
                </a:gs>
                <a:gs pos="57143">
                  <a:srgbClr val="000204">
                    <a:alpha val="9855"/>
                  </a:srgbClr>
                </a:gs>
                <a:gs pos="71429">
                  <a:srgbClr val="000204">
                    <a:alpha val="4740"/>
                  </a:srgbClr>
                </a:gs>
                <a:gs pos="85714">
                  <a:srgbClr val="000204">
                    <a:alpha val="1902"/>
                  </a:srgbClr>
                </a:gs>
                <a:gs pos="100000">
                  <a:srgbClr val="0002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7908866">
              <a:off x="1628185" y="502793"/>
              <a:ext cx="482582" cy="257310"/>
            </a:xfrm>
            <a:prstGeom prst="ellipse">
              <a:avLst/>
            </a:prstGeom>
            <a:gradFill>
              <a:gsLst>
                <a:gs pos="0">
                  <a:srgbClr val="000303">
                    <a:alpha val="24844"/>
                  </a:srgbClr>
                </a:gs>
                <a:gs pos="14286">
                  <a:srgbClr val="000303">
                    <a:alpha val="23087"/>
                  </a:srgbClr>
                </a:gs>
                <a:gs pos="28571">
                  <a:srgbClr val="000303">
                    <a:alpha val="18439"/>
                  </a:srgbClr>
                </a:gs>
                <a:gs pos="42857">
                  <a:srgbClr val="000303">
                    <a:alpha val="12514"/>
                  </a:srgbClr>
                </a:gs>
                <a:gs pos="57143">
                  <a:srgbClr val="000303">
                    <a:alpha val="7140"/>
                  </a:srgbClr>
                </a:gs>
                <a:gs pos="71429">
                  <a:srgbClr val="000303">
                    <a:alpha val="3408"/>
                  </a:srgbClr>
                </a:gs>
                <a:gs pos="85714">
                  <a:srgbClr val="000303">
                    <a:alpha val="1362"/>
                  </a:srgbClr>
                </a:gs>
                <a:gs pos="100000">
                  <a:srgbClr val="000303">
                    <a:alpha val="4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-10230862">
              <a:off x="106860" y="1496134"/>
              <a:ext cx="575127" cy="88317"/>
            </a:xfrm>
            <a:prstGeom prst="ellipse">
              <a:avLst/>
            </a:prstGeom>
            <a:gradFill>
              <a:gsLst>
                <a:gs pos="0">
                  <a:srgbClr val="060807">
                    <a:alpha val="32968"/>
                  </a:srgbClr>
                </a:gs>
                <a:gs pos="14286">
                  <a:srgbClr val="060807">
                    <a:alpha val="30764"/>
                  </a:srgbClr>
                </a:gs>
                <a:gs pos="28571">
                  <a:srgbClr val="060807">
                    <a:alpha val="24833"/>
                  </a:srgbClr>
                </a:gs>
                <a:gs pos="42857">
                  <a:srgbClr val="060807">
                    <a:alpha val="17075"/>
                  </a:srgbClr>
                </a:gs>
                <a:gs pos="57143">
                  <a:srgbClr val="060807">
                    <a:alpha val="9855"/>
                  </a:srgbClr>
                </a:gs>
                <a:gs pos="71429">
                  <a:srgbClr val="060807">
                    <a:alpha val="4740"/>
                  </a:srgbClr>
                </a:gs>
                <a:gs pos="85714">
                  <a:srgbClr val="060807">
                    <a:alpha val="1902"/>
                  </a:srgbClr>
                </a:gs>
                <a:gs pos="100000">
                  <a:srgbClr val="0608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8194136">
              <a:off x="1913136" y="2809491"/>
              <a:ext cx="70715" cy="225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6243435">
              <a:off x="1704207" y="644135"/>
              <a:ext cx="302225" cy="121758"/>
            </a:xfrm>
            <a:prstGeom prst="ellipse">
              <a:avLst/>
            </a:prstGeom>
            <a:gradFill>
              <a:gsLst>
                <a:gs pos="0">
                  <a:srgbClr val="444442">
                    <a:alpha val="25363"/>
                  </a:srgbClr>
                </a:gs>
                <a:gs pos="14286">
                  <a:srgbClr val="444442">
                    <a:alpha val="23576"/>
                  </a:srgbClr>
                </a:gs>
                <a:gs pos="28571">
                  <a:srgbClr val="444442">
                    <a:alpha val="18841"/>
                  </a:srgbClr>
                </a:gs>
                <a:gs pos="42857">
                  <a:srgbClr val="444442">
                    <a:alpha val="12797"/>
                  </a:srgbClr>
                </a:gs>
                <a:gs pos="57143">
                  <a:srgbClr val="444442">
                    <a:alpha val="7307"/>
                  </a:srgbClr>
                </a:gs>
                <a:gs pos="71429">
                  <a:srgbClr val="444442">
                    <a:alpha val="3489"/>
                  </a:srgbClr>
                </a:gs>
                <a:gs pos="85714">
                  <a:srgbClr val="444442">
                    <a:alpha val="1395"/>
                  </a:srgbClr>
                </a:gs>
                <a:gs pos="100000">
                  <a:srgbClr val="444442">
                    <a:alpha val="4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5062790">
              <a:off x="2557339" y="1597932"/>
              <a:ext cx="302415" cy="47183"/>
            </a:xfrm>
            <a:prstGeom prst="ellipse">
              <a:avLst/>
            </a:prstGeom>
            <a:gradFill>
              <a:gsLst>
                <a:gs pos="0">
                  <a:srgbClr val="100F07">
                    <a:alpha val="32968"/>
                  </a:srgbClr>
                </a:gs>
                <a:gs pos="14286">
                  <a:srgbClr val="100F07">
                    <a:alpha val="30764"/>
                  </a:srgbClr>
                </a:gs>
                <a:gs pos="28571">
                  <a:srgbClr val="100F07">
                    <a:alpha val="24833"/>
                  </a:srgbClr>
                </a:gs>
                <a:gs pos="42857">
                  <a:srgbClr val="100F07">
                    <a:alpha val="17075"/>
                  </a:srgbClr>
                </a:gs>
                <a:gs pos="57143">
                  <a:srgbClr val="100F07">
                    <a:alpha val="9855"/>
                  </a:srgbClr>
                </a:gs>
                <a:gs pos="71429">
                  <a:srgbClr val="100F07">
                    <a:alpha val="4740"/>
                  </a:srgbClr>
                </a:gs>
                <a:gs pos="85714">
                  <a:srgbClr val="100F07">
                    <a:alpha val="1902"/>
                  </a:srgbClr>
                </a:gs>
                <a:gs pos="100000">
                  <a:srgbClr val="100F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7510268">
              <a:off x="2804960" y="1537045"/>
              <a:ext cx="207439" cy="38280"/>
            </a:xfrm>
            <a:prstGeom prst="ellipse">
              <a:avLst/>
            </a:prstGeom>
            <a:gradFill>
              <a:gsLst>
                <a:gs pos="0">
                  <a:srgbClr val="5A5156">
                    <a:alpha val="32968"/>
                  </a:srgbClr>
                </a:gs>
                <a:gs pos="14286">
                  <a:srgbClr val="5A5156">
                    <a:alpha val="30764"/>
                  </a:srgbClr>
                </a:gs>
                <a:gs pos="28571">
                  <a:srgbClr val="5A5156">
                    <a:alpha val="24833"/>
                  </a:srgbClr>
                </a:gs>
                <a:gs pos="42857">
                  <a:srgbClr val="5A5156">
                    <a:alpha val="17075"/>
                  </a:srgbClr>
                </a:gs>
                <a:gs pos="57143">
                  <a:srgbClr val="5A5156">
                    <a:alpha val="9855"/>
                  </a:srgbClr>
                </a:gs>
                <a:gs pos="71429">
                  <a:srgbClr val="5A5156">
                    <a:alpha val="4740"/>
                  </a:srgbClr>
                </a:gs>
                <a:gs pos="85714">
                  <a:srgbClr val="5A5156">
                    <a:alpha val="1902"/>
                  </a:srgbClr>
                </a:gs>
                <a:gs pos="100000">
                  <a:srgbClr val="5A51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10698577">
              <a:off x="737863" y="3036587"/>
              <a:ext cx="556361" cy="47983"/>
            </a:xfrm>
            <a:prstGeom prst="ellipse">
              <a:avLst/>
            </a:prstGeom>
            <a:gradFill>
              <a:gsLst>
                <a:gs pos="0">
                  <a:srgbClr val="070808">
                    <a:alpha val="32968"/>
                  </a:srgbClr>
                </a:gs>
                <a:gs pos="14286">
                  <a:srgbClr val="070808">
                    <a:alpha val="30764"/>
                  </a:srgbClr>
                </a:gs>
                <a:gs pos="28571">
                  <a:srgbClr val="070808">
                    <a:alpha val="24833"/>
                  </a:srgbClr>
                </a:gs>
                <a:gs pos="42857">
                  <a:srgbClr val="070808">
                    <a:alpha val="17075"/>
                  </a:srgbClr>
                </a:gs>
                <a:gs pos="57143">
                  <a:srgbClr val="070808">
                    <a:alpha val="9855"/>
                  </a:srgbClr>
                </a:gs>
                <a:gs pos="71429">
                  <a:srgbClr val="070808">
                    <a:alpha val="4740"/>
                  </a:srgbClr>
                </a:gs>
                <a:gs pos="85714">
                  <a:srgbClr val="070808">
                    <a:alpha val="1902"/>
                  </a:srgbClr>
                </a:gs>
                <a:gs pos="100000">
                  <a:srgbClr val="0708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-9760869">
              <a:off x="2047240" y="2443851"/>
              <a:ext cx="482518" cy="99310"/>
            </a:xfrm>
            <a:prstGeom prst="ellipse">
              <a:avLst/>
            </a:prstGeom>
            <a:gradFill>
              <a:gsLst>
                <a:gs pos="0">
                  <a:srgbClr val="000803">
                    <a:alpha val="12481"/>
                  </a:srgbClr>
                </a:gs>
                <a:gs pos="14286">
                  <a:srgbClr val="000803">
                    <a:alpha val="11532"/>
                  </a:srgbClr>
                </a:gs>
                <a:gs pos="28571">
                  <a:srgbClr val="000803">
                    <a:alpha val="9075"/>
                  </a:srgbClr>
                </a:gs>
                <a:gs pos="42857">
                  <a:srgbClr val="000803">
                    <a:alpha val="6050"/>
                  </a:srgbClr>
                </a:gs>
                <a:gs pos="57143">
                  <a:srgbClr val="000803">
                    <a:alpha val="3399"/>
                  </a:srgbClr>
                </a:gs>
                <a:gs pos="71429">
                  <a:srgbClr val="000803">
                    <a:alpha val="1606"/>
                  </a:srgbClr>
                </a:gs>
                <a:gs pos="85714">
                  <a:srgbClr val="000803">
                    <a:alpha val="638"/>
                  </a:srgbClr>
                </a:gs>
                <a:gs pos="100000">
                  <a:srgbClr val="000803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-10446963">
              <a:off x="2624598" y="2554096"/>
              <a:ext cx="298309" cy="34015"/>
            </a:xfrm>
            <a:prstGeom prst="ellipse">
              <a:avLst/>
            </a:prstGeom>
            <a:gradFill>
              <a:gsLst>
                <a:gs pos="0">
                  <a:srgbClr val="363434">
                    <a:alpha val="32968"/>
                  </a:srgbClr>
                </a:gs>
                <a:gs pos="14286">
                  <a:srgbClr val="363434">
                    <a:alpha val="30764"/>
                  </a:srgbClr>
                </a:gs>
                <a:gs pos="28571">
                  <a:srgbClr val="363434">
                    <a:alpha val="24833"/>
                  </a:srgbClr>
                </a:gs>
                <a:gs pos="42857">
                  <a:srgbClr val="363434">
                    <a:alpha val="17075"/>
                  </a:srgbClr>
                </a:gs>
                <a:gs pos="57143">
                  <a:srgbClr val="363434">
                    <a:alpha val="9855"/>
                  </a:srgbClr>
                </a:gs>
                <a:gs pos="71429">
                  <a:srgbClr val="363434">
                    <a:alpha val="4740"/>
                  </a:srgbClr>
                </a:gs>
                <a:gs pos="85714">
                  <a:srgbClr val="363434">
                    <a:alpha val="1902"/>
                  </a:srgbClr>
                </a:gs>
                <a:gs pos="100000">
                  <a:srgbClr val="3634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5415193">
              <a:off x="2508908" y="1721752"/>
              <a:ext cx="497935" cy="100766"/>
            </a:xfrm>
            <a:prstGeom prst="ellipse">
              <a:avLst/>
            </a:prstGeom>
            <a:gradFill>
              <a:gsLst>
                <a:gs pos="0">
                  <a:srgbClr val="000904">
                    <a:alpha val="32968"/>
                  </a:srgbClr>
                </a:gs>
                <a:gs pos="14286">
                  <a:srgbClr val="000904">
                    <a:alpha val="30764"/>
                  </a:srgbClr>
                </a:gs>
                <a:gs pos="28571">
                  <a:srgbClr val="000904">
                    <a:alpha val="24833"/>
                  </a:srgbClr>
                </a:gs>
                <a:gs pos="42857">
                  <a:srgbClr val="000904">
                    <a:alpha val="17075"/>
                  </a:srgbClr>
                </a:gs>
                <a:gs pos="57143">
                  <a:srgbClr val="000904">
                    <a:alpha val="9855"/>
                  </a:srgbClr>
                </a:gs>
                <a:gs pos="71429">
                  <a:srgbClr val="000904">
                    <a:alpha val="4740"/>
                  </a:srgbClr>
                </a:gs>
                <a:gs pos="85714">
                  <a:srgbClr val="000904">
                    <a:alpha val="1902"/>
                  </a:srgbClr>
                </a:gs>
                <a:gs pos="100000">
                  <a:srgbClr val="0009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-8505402">
              <a:off x="2590479" y="1372995"/>
              <a:ext cx="372845" cy="27766"/>
            </a:xfrm>
            <a:prstGeom prst="ellipse">
              <a:avLst/>
            </a:prstGeom>
            <a:gradFill>
              <a:gsLst>
                <a:gs pos="0">
                  <a:srgbClr val="484D50">
                    <a:alpha val="32968"/>
                  </a:srgbClr>
                </a:gs>
                <a:gs pos="14286">
                  <a:srgbClr val="484D50">
                    <a:alpha val="30764"/>
                  </a:srgbClr>
                </a:gs>
                <a:gs pos="28571">
                  <a:srgbClr val="484D50">
                    <a:alpha val="24833"/>
                  </a:srgbClr>
                </a:gs>
                <a:gs pos="42857">
                  <a:srgbClr val="484D50">
                    <a:alpha val="17075"/>
                  </a:srgbClr>
                </a:gs>
                <a:gs pos="57143">
                  <a:srgbClr val="484D50">
                    <a:alpha val="9855"/>
                  </a:srgbClr>
                </a:gs>
                <a:gs pos="71429">
                  <a:srgbClr val="484D50">
                    <a:alpha val="4740"/>
                  </a:srgbClr>
                </a:gs>
                <a:gs pos="85714">
                  <a:srgbClr val="484D50">
                    <a:alpha val="1902"/>
                  </a:srgbClr>
                </a:gs>
                <a:gs pos="100000">
                  <a:srgbClr val="484D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-10587801">
              <a:off x="662124" y="16025"/>
              <a:ext cx="189916" cy="6668"/>
            </a:xfrm>
            <a:prstGeom prst="ellipse">
              <a:avLst/>
            </a:prstGeom>
            <a:gradFill>
              <a:gsLst>
                <a:gs pos="0">
                  <a:srgbClr val="EAE1E1">
                    <a:alpha val="32968"/>
                  </a:srgbClr>
                </a:gs>
                <a:gs pos="14286">
                  <a:srgbClr val="EAE1E1">
                    <a:alpha val="30764"/>
                  </a:srgbClr>
                </a:gs>
                <a:gs pos="28571">
                  <a:srgbClr val="EAE1E1">
                    <a:alpha val="24833"/>
                  </a:srgbClr>
                </a:gs>
                <a:gs pos="42857">
                  <a:srgbClr val="EAE1E1">
                    <a:alpha val="17075"/>
                  </a:srgbClr>
                </a:gs>
                <a:gs pos="57143">
                  <a:srgbClr val="EAE1E1">
                    <a:alpha val="9855"/>
                  </a:srgbClr>
                </a:gs>
                <a:gs pos="71429">
                  <a:srgbClr val="EAE1E1">
                    <a:alpha val="4740"/>
                  </a:srgbClr>
                </a:gs>
                <a:gs pos="85714">
                  <a:srgbClr val="EAE1E1">
                    <a:alpha val="1902"/>
                  </a:srgbClr>
                </a:gs>
                <a:gs pos="100000">
                  <a:srgbClr val="EAE1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6241901">
              <a:off x="2817839" y="2177041"/>
              <a:ext cx="402150" cy="1101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-9373665">
              <a:off x="2101025" y="2204506"/>
              <a:ext cx="536026" cy="23873"/>
            </a:xfrm>
            <a:prstGeom prst="ellipse">
              <a:avLst/>
            </a:prstGeom>
            <a:gradFill>
              <a:gsLst>
                <a:gs pos="0">
                  <a:srgbClr val="080D0D">
                    <a:alpha val="32968"/>
                  </a:srgbClr>
                </a:gs>
                <a:gs pos="14286">
                  <a:srgbClr val="080D0D">
                    <a:alpha val="30764"/>
                  </a:srgbClr>
                </a:gs>
                <a:gs pos="28571">
                  <a:srgbClr val="080D0D">
                    <a:alpha val="24833"/>
                  </a:srgbClr>
                </a:gs>
                <a:gs pos="42857">
                  <a:srgbClr val="080D0D">
                    <a:alpha val="17075"/>
                  </a:srgbClr>
                </a:gs>
                <a:gs pos="57143">
                  <a:srgbClr val="080D0D">
                    <a:alpha val="9855"/>
                  </a:srgbClr>
                </a:gs>
                <a:gs pos="71429">
                  <a:srgbClr val="080D0D">
                    <a:alpha val="4740"/>
                  </a:srgbClr>
                </a:gs>
                <a:gs pos="85714">
                  <a:srgbClr val="080D0D">
                    <a:alpha val="1902"/>
                  </a:srgbClr>
                </a:gs>
                <a:gs pos="100000">
                  <a:srgbClr val="080D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8661141">
              <a:off x="1656387" y="991890"/>
              <a:ext cx="333982" cy="45928"/>
            </a:xfrm>
            <a:prstGeom prst="ellipse">
              <a:avLst/>
            </a:prstGeom>
            <a:gradFill>
              <a:gsLst>
                <a:gs pos="0">
                  <a:srgbClr val="FFEDF8">
                    <a:alpha val="1996"/>
                  </a:srgbClr>
                </a:gs>
                <a:gs pos="14286">
                  <a:srgbClr val="FFEDF8">
                    <a:alpha val="1836"/>
                  </a:srgbClr>
                </a:gs>
                <a:gs pos="28571">
                  <a:srgbClr val="FFEDF8">
                    <a:alpha val="1429"/>
                  </a:srgbClr>
                </a:gs>
                <a:gs pos="42857">
                  <a:srgbClr val="FFEDF8">
                    <a:alpha val="940"/>
                  </a:srgbClr>
                </a:gs>
                <a:gs pos="57143">
                  <a:srgbClr val="FFEDF8">
                    <a:alpha val="522"/>
                  </a:srgbClr>
                </a:gs>
                <a:gs pos="71429">
                  <a:srgbClr val="FFEDF8">
                    <a:alpha val="245"/>
                  </a:srgbClr>
                </a:gs>
                <a:gs pos="85714">
                  <a:srgbClr val="FFEDF8">
                    <a:alpha val="97"/>
                  </a:srgbClr>
                </a:gs>
                <a:gs pos="100000">
                  <a:srgbClr val="FFEDF8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7400698">
              <a:off x="3258849" y="1187744"/>
              <a:ext cx="538660" cy="36951"/>
            </a:xfrm>
            <a:prstGeom prst="ellipse">
              <a:avLst/>
            </a:prstGeom>
            <a:gradFill>
              <a:gsLst>
                <a:gs pos="0">
                  <a:srgbClr val="A0999D">
                    <a:alpha val="3782"/>
                  </a:srgbClr>
                </a:gs>
                <a:gs pos="14286">
                  <a:srgbClr val="A0999D">
                    <a:alpha val="3482"/>
                  </a:srgbClr>
                </a:gs>
                <a:gs pos="28571">
                  <a:srgbClr val="A0999D">
                    <a:alpha val="2714"/>
                  </a:srgbClr>
                </a:gs>
                <a:gs pos="42857">
                  <a:srgbClr val="A0999D">
                    <a:alpha val="1789"/>
                  </a:srgbClr>
                </a:gs>
                <a:gs pos="57143">
                  <a:srgbClr val="A0999D">
                    <a:alpha val="995"/>
                  </a:srgbClr>
                </a:gs>
                <a:gs pos="71429">
                  <a:srgbClr val="A0999D">
                    <a:alpha val="467"/>
                  </a:srgbClr>
                </a:gs>
                <a:gs pos="85714">
                  <a:srgbClr val="A0999D">
                    <a:alpha val="185"/>
                  </a:srgbClr>
                </a:gs>
                <a:gs pos="100000">
                  <a:srgbClr val="A0999D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6446738">
              <a:off x="679590" y="2870710"/>
              <a:ext cx="595423" cy="64346"/>
            </a:xfrm>
            <a:prstGeom prst="ellipse">
              <a:avLst/>
            </a:prstGeom>
            <a:gradFill>
              <a:gsLst>
                <a:gs pos="0">
                  <a:srgbClr val="16181A">
                    <a:alpha val="32968"/>
                  </a:srgbClr>
                </a:gs>
                <a:gs pos="14286">
                  <a:srgbClr val="16181A">
                    <a:alpha val="30764"/>
                  </a:srgbClr>
                </a:gs>
                <a:gs pos="28571">
                  <a:srgbClr val="16181A">
                    <a:alpha val="24833"/>
                  </a:srgbClr>
                </a:gs>
                <a:gs pos="42857">
                  <a:srgbClr val="16181A">
                    <a:alpha val="17075"/>
                  </a:srgbClr>
                </a:gs>
                <a:gs pos="57143">
                  <a:srgbClr val="16181A">
                    <a:alpha val="9855"/>
                  </a:srgbClr>
                </a:gs>
                <a:gs pos="71429">
                  <a:srgbClr val="16181A">
                    <a:alpha val="4740"/>
                  </a:srgbClr>
                </a:gs>
                <a:gs pos="85714">
                  <a:srgbClr val="16181A">
                    <a:alpha val="1902"/>
                  </a:srgbClr>
                </a:gs>
                <a:gs pos="100000">
                  <a:srgbClr val="1618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-9947989">
              <a:off x="1668296" y="2880589"/>
              <a:ext cx="549366" cy="61060"/>
            </a:xfrm>
            <a:prstGeom prst="ellipse">
              <a:avLst/>
            </a:prstGeom>
            <a:gradFill>
              <a:gsLst>
                <a:gs pos="0">
                  <a:srgbClr val="060A06">
                    <a:alpha val="32968"/>
                  </a:srgbClr>
                </a:gs>
                <a:gs pos="14286">
                  <a:srgbClr val="060A06">
                    <a:alpha val="30764"/>
                  </a:srgbClr>
                </a:gs>
                <a:gs pos="28571">
                  <a:srgbClr val="060A06">
                    <a:alpha val="24833"/>
                  </a:srgbClr>
                </a:gs>
                <a:gs pos="42857">
                  <a:srgbClr val="060A06">
                    <a:alpha val="17075"/>
                  </a:srgbClr>
                </a:gs>
                <a:gs pos="57143">
                  <a:srgbClr val="060A06">
                    <a:alpha val="9855"/>
                  </a:srgbClr>
                </a:gs>
                <a:gs pos="71429">
                  <a:srgbClr val="060A06">
                    <a:alpha val="4740"/>
                  </a:srgbClr>
                </a:gs>
                <a:gs pos="85714">
                  <a:srgbClr val="060A06">
                    <a:alpha val="1902"/>
                  </a:srgbClr>
                </a:gs>
                <a:gs pos="100000">
                  <a:srgbClr val="060A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-10126193">
              <a:off x="3395035" y="3027472"/>
              <a:ext cx="245366" cy="38968"/>
            </a:xfrm>
            <a:prstGeom prst="ellipse">
              <a:avLst/>
            </a:prstGeom>
            <a:gradFill>
              <a:gsLst>
                <a:gs pos="0">
                  <a:srgbClr val="3D3E3E">
                    <a:alpha val="27555"/>
                  </a:srgbClr>
                </a:gs>
                <a:gs pos="14286">
                  <a:srgbClr val="3D3E3E">
                    <a:alpha val="25641"/>
                  </a:srgbClr>
                </a:gs>
                <a:gs pos="28571">
                  <a:srgbClr val="3D3E3E">
                    <a:alpha val="20549"/>
                  </a:srgbClr>
                </a:gs>
                <a:gs pos="42857">
                  <a:srgbClr val="3D3E3E">
                    <a:alpha val="14005"/>
                  </a:srgbClr>
                </a:gs>
                <a:gs pos="57143">
                  <a:srgbClr val="3D3E3E">
                    <a:alpha val="8021"/>
                  </a:srgbClr>
                </a:gs>
                <a:gs pos="71429">
                  <a:srgbClr val="3D3E3E">
                    <a:alpha val="3838"/>
                  </a:srgbClr>
                </a:gs>
                <a:gs pos="85714">
                  <a:srgbClr val="3D3E3E">
                    <a:alpha val="1536"/>
                  </a:srgbClr>
                </a:gs>
                <a:gs pos="100000">
                  <a:srgbClr val="3D3E3E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6246695">
              <a:off x="3119637" y="422422"/>
              <a:ext cx="36586" cy="299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-10486750">
              <a:off x="684637" y="443832"/>
              <a:ext cx="589728" cy="70438"/>
            </a:xfrm>
            <a:prstGeom prst="ellipse">
              <a:avLst/>
            </a:prstGeom>
            <a:gradFill>
              <a:gsLst>
                <a:gs pos="0">
                  <a:srgbClr val="020000">
                    <a:alpha val="32968"/>
                  </a:srgbClr>
                </a:gs>
                <a:gs pos="14286">
                  <a:srgbClr val="020000">
                    <a:alpha val="30764"/>
                  </a:srgbClr>
                </a:gs>
                <a:gs pos="28571">
                  <a:srgbClr val="020000">
                    <a:alpha val="24833"/>
                  </a:srgbClr>
                </a:gs>
                <a:gs pos="42857">
                  <a:srgbClr val="020000">
                    <a:alpha val="17075"/>
                  </a:srgbClr>
                </a:gs>
                <a:gs pos="57143">
                  <a:srgbClr val="020000">
                    <a:alpha val="9855"/>
                  </a:srgbClr>
                </a:gs>
                <a:gs pos="71429">
                  <a:srgbClr val="020000">
                    <a:alpha val="4740"/>
                  </a:srgbClr>
                </a:gs>
                <a:gs pos="85714">
                  <a:srgbClr val="020000">
                    <a:alpha val="1902"/>
                  </a:srgbClr>
                </a:gs>
                <a:gs pos="100000">
                  <a:srgbClr val="0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-10029704">
              <a:off x="1894311" y="429559"/>
              <a:ext cx="392010" cy="103300"/>
            </a:xfrm>
            <a:prstGeom prst="ellipse">
              <a:avLst/>
            </a:prstGeom>
            <a:gradFill>
              <a:gsLst>
                <a:gs pos="0">
                  <a:srgbClr val="000300">
                    <a:alpha val="32968"/>
                  </a:srgbClr>
                </a:gs>
                <a:gs pos="14286">
                  <a:srgbClr val="000300">
                    <a:alpha val="30764"/>
                  </a:srgbClr>
                </a:gs>
                <a:gs pos="28571">
                  <a:srgbClr val="000300">
                    <a:alpha val="24833"/>
                  </a:srgbClr>
                </a:gs>
                <a:gs pos="42857">
                  <a:srgbClr val="000300">
                    <a:alpha val="17075"/>
                  </a:srgbClr>
                </a:gs>
                <a:gs pos="57143">
                  <a:srgbClr val="000300">
                    <a:alpha val="9855"/>
                  </a:srgbClr>
                </a:gs>
                <a:gs pos="71429">
                  <a:srgbClr val="000300">
                    <a:alpha val="4740"/>
                  </a:srgbClr>
                </a:gs>
                <a:gs pos="85714">
                  <a:srgbClr val="000300">
                    <a:alpha val="1902"/>
                  </a:srgbClr>
                </a:gs>
                <a:gs pos="100000">
                  <a:srgbClr val="00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-8236324">
              <a:off x="1308024" y="2767777"/>
              <a:ext cx="509261" cy="34315"/>
            </a:xfrm>
            <a:prstGeom prst="ellipse">
              <a:avLst/>
            </a:prstGeom>
            <a:gradFill>
              <a:gsLst>
                <a:gs pos="0">
                  <a:srgbClr val="645E5F">
                    <a:alpha val="6830"/>
                  </a:srgbClr>
                </a:gs>
                <a:gs pos="14286">
                  <a:srgbClr val="645E5F">
                    <a:alpha val="6296"/>
                  </a:srgbClr>
                </a:gs>
                <a:gs pos="28571">
                  <a:srgbClr val="645E5F">
                    <a:alpha val="4924"/>
                  </a:srgbClr>
                </a:gs>
                <a:gs pos="42857">
                  <a:srgbClr val="645E5F">
                    <a:alpha val="3257"/>
                  </a:srgbClr>
                </a:gs>
                <a:gs pos="57143">
                  <a:srgbClr val="645E5F">
                    <a:alpha val="1818"/>
                  </a:srgbClr>
                </a:gs>
                <a:gs pos="71429">
                  <a:srgbClr val="645E5F">
                    <a:alpha val="855"/>
                  </a:srgbClr>
                </a:gs>
                <a:gs pos="85714">
                  <a:srgbClr val="645E5F">
                    <a:alpha val="339"/>
                  </a:srgbClr>
                </a:gs>
                <a:gs pos="100000">
                  <a:srgbClr val="645E5F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6717446">
              <a:off x="3026677" y="1909756"/>
              <a:ext cx="743575" cy="80931"/>
            </a:xfrm>
            <a:prstGeom prst="ellipse">
              <a:avLst/>
            </a:prstGeom>
            <a:gradFill>
              <a:gsLst>
                <a:gs pos="0">
                  <a:srgbClr val="060908">
                    <a:alpha val="32968"/>
                  </a:srgbClr>
                </a:gs>
                <a:gs pos="14286">
                  <a:srgbClr val="060908">
                    <a:alpha val="30764"/>
                  </a:srgbClr>
                </a:gs>
                <a:gs pos="28571">
                  <a:srgbClr val="060908">
                    <a:alpha val="24833"/>
                  </a:srgbClr>
                </a:gs>
                <a:gs pos="42857">
                  <a:srgbClr val="060908">
                    <a:alpha val="17075"/>
                  </a:srgbClr>
                </a:gs>
                <a:gs pos="57143">
                  <a:srgbClr val="060908">
                    <a:alpha val="9855"/>
                  </a:srgbClr>
                </a:gs>
                <a:gs pos="71429">
                  <a:srgbClr val="060908">
                    <a:alpha val="4740"/>
                  </a:srgbClr>
                </a:gs>
                <a:gs pos="85714">
                  <a:srgbClr val="060908">
                    <a:alpha val="1902"/>
                  </a:srgbClr>
                </a:gs>
                <a:gs pos="100000">
                  <a:srgbClr val="0609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10641689">
              <a:off x="2143870" y="615451"/>
              <a:ext cx="93070" cy="18407"/>
            </a:xfrm>
            <a:prstGeom prst="ellipse">
              <a:avLst/>
            </a:prstGeom>
            <a:gradFill>
              <a:gsLst>
                <a:gs pos="0">
                  <a:srgbClr val="93A0AA">
                    <a:alpha val="17838"/>
                  </a:srgbClr>
                </a:gs>
                <a:gs pos="14286">
                  <a:srgbClr val="93A0AA">
                    <a:alpha val="16522"/>
                  </a:srgbClr>
                </a:gs>
                <a:gs pos="28571">
                  <a:srgbClr val="93A0AA">
                    <a:alpha val="13083"/>
                  </a:srgbClr>
                </a:gs>
                <a:gs pos="42857">
                  <a:srgbClr val="93A0AA">
                    <a:alpha val="8787"/>
                  </a:srgbClr>
                </a:gs>
                <a:gs pos="57143">
                  <a:srgbClr val="93A0AA">
                    <a:alpha val="4968"/>
                  </a:srgbClr>
                </a:gs>
                <a:gs pos="71429">
                  <a:srgbClr val="93A0AA">
                    <a:alpha val="2357"/>
                  </a:srgbClr>
                </a:gs>
                <a:gs pos="85714">
                  <a:srgbClr val="93A0AA">
                    <a:alpha val="939"/>
                  </a:srgbClr>
                </a:gs>
                <a:gs pos="100000">
                  <a:srgbClr val="93A0AA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7138398">
              <a:off x="939597" y="243695"/>
              <a:ext cx="473415" cy="52425"/>
            </a:xfrm>
            <a:prstGeom prst="ellipse">
              <a:avLst/>
            </a:prstGeom>
            <a:gradFill>
              <a:gsLst>
                <a:gs pos="0">
                  <a:srgbClr val="0A0807">
                    <a:alpha val="32968"/>
                  </a:srgbClr>
                </a:gs>
                <a:gs pos="14286">
                  <a:srgbClr val="0A0807">
                    <a:alpha val="30764"/>
                  </a:srgbClr>
                </a:gs>
                <a:gs pos="28571">
                  <a:srgbClr val="0A0807">
                    <a:alpha val="24833"/>
                  </a:srgbClr>
                </a:gs>
                <a:gs pos="42857">
                  <a:srgbClr val="0A0807">
                    <a:alpha val="17075"/>
                  </a:srgbClr>
                </a:gs>
                <a:gs pos="57143">
                  <a:srgbClr val="0A0807">
                    <a:alpha val="9855"/>
                  </a:srgbClr>
                </a:gs>
                <a:gs pos="71429">
                  <a:srgbClr val="0A0807">
                    <a:alpha val="4740"/>
                  </a:srgbClr>
                </a:gs>
                <a:gs pos="85714">
                  <a:srgbClr val="0A0807">
                    <a:alpha val="1902"/>
                  </a:srgbClr>
                </a:gs>
                <a:gs pos="100000">
                  <a:srgbClr val="0A08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2917339">
              <a:off x="2707971" y="2228004"/>
              <a:ext cx="55125" cy="34769"/>
            </a:xfrm>
            <a:prstGeom prst="ellipse">
              <a:avLst/>
            </a:prstGeom>
            <a:gradFill>
              <a:gsLst>
                <a:gs pos="0">
                  <a:srgbClr val="F8C6FF">
                    <a:alpha val="21688"/>
                  </a:srgbClr>
                </a:gs>
                <a:gs pos="14286">
                  <a:srgbClr val="F8C6FF">
                    <a:alpha val="20124"/>
                  </a:srgbClr>
                </a:gs>
                <a:gs pos="28571">
                  <a:srgbClr val="F8C6FF">
                    <a:alpha val="16009"/>
                  </a:srgbClr>
                </a:gs>
                <a:gs pos="42857">
                  <a:srgbClr val="F8C6FF">
                    <a:alpha val="10813"/>
                  </a:srgbClr>
                </a:gs>
                <a:gs pos="57143">
                  <a:srgbClr val="F8C6FF">
                    <a:alpha val="6144"/>
                  </a:srgbClr>
                </a:gs>
                <a:gs pos="71429">
                  <a:srgbClr val="F8C6FF">
                    <a:alpha val="2924"/>
                  </a:srgbClr>
                </a:gs>
                <a:gs pos="85714">
                  <a:srgbClr val="F8C6FF">
                    <a:alpha val="1167"/>
                  </a:srgbClr>
                </a:gs>
                <a:gs pos="100000">
                  <a:srgbClr val="F8C6FF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4557320">
              <a:off x="696488" y="2891531"/>
              <a:ext cx="582475" cy="226143"/>
            </a:xfrm>
            <a:prstGeom prst="ellipse">
              <a:avLst/>
            </a:prstGeom>
            <a:gradFill>
              <a:gsLst>
                <a:gs pos="0">
                  <a:srgbClr val="000000">
                    <a:alpha val="12879"/>
                  </a:srgbClr>
                </a:gs>
                <a:gs pos="14286">
                  <a:srgbClr val="000000">
                    <a:alpha val="11902"/>
                  </a:srgbClr>
                </a:gs>
                <a:gs pos="28571">
                  <a:srgbClr val="000000">
                    <a:alpha val="9370"/>
                  </a:srgbClr>
                </a:gs>
                <a:gs pos="42857">
                  <a:srgbClr val="000000">
                    <a:alpha val="6250"/>
                  </a:srgbClr>
                </a:gs>
                <a:gs pos="57143">
                  <a:srgbClr val="000000">
                    <a:alpha val="3513"/>
                  </a:srgbClr>
                </a:gs>
                <a:gs pos="71429">
                  <a:srgbClr val="000000">
                    <a:alpha val="1660"/>
                  </a:srgbClr>
                </a:gs>
                <a:gs pos="85714">
                  <a:srgbClr val="000000">
                    <a:alpha val="660"/>
                  </a:srgbClr>
                </a:gs>
                <a:gs pos="100000">
                  <a:srgbClr val="000000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9037992">
              <a:off x="1339874" y="397668"/>
              <a:ext cx="54522" cy="26661"/>
            </a:xfrm>
            <a:prstGeom prst="ellipse">
              <a:avLst/>
            </a:prstGeom>
            <a:gradFill>
              <a:gsLst>
                <a:gs pos="0">
                  <a:srgbClr val="FFD6BB">
                    <a:alpha val="17485"/>
                  </a:srgbClr>
                </a:gs>
                <a:gs pos="14286">
                  <a:srgbClr val="FFD6BB">
                    <a:alpha val="16192"/>
                  </a:srgbClr>
                </a:gs>
                <a:gs pos="28571">
                  <a:srgbClr val="FFD6BB">
                    <a:alpha val="12816"/>
                  </a:srgbClr>
                </a:gs>
                <a:gs pos="42857">
                  <a:srgbClr val="FFD6BB">
                    <a:alpha val="8603"/>
                  </a:srgbClr>
                </a:gs>
                <a:gs pos="57143">
                  <a:srgbClr val="FFD6BB">
                    <a:alpha val="4863"/>
                  </a:srgbClr>
                </a:gs>
                <a:gs pos="71429">
                  <a:srgbClr val="FFD6BB">
                    <a:alpha val="2306"/>
                  </a:srgbClr>
                </a:gs>
                <a:gs pos="85714">
                  <a:srgbClr val="FFD6BB">
                    <a:alpha val="918"/>
                  </a:srgbClr>
                </a:gs>
                <a:gs pos="100000">
                  <a:srgbClr val="FFD6BB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4517362">
              <a:off x="1097906" y="292590"/>
              <a:ext cx="535468" cy="59055"/>
            </a:xfrm>
            <a:prstGeom prst="ellipse">
              <a:avLst/>
            </a:prstGeom>
            <a:gradFill>
              <a:gsLst>
                <a:gs pos="0">
                  <a:srgbClr val="090D0B">
                    <a:alpha val="32968"/>
                  </a:srgbClr>
                </a:gs>
                <a:gs pos="14286">
                  <a:srgbClr val="090D0B">
                    <a:alpha val="30764"/>
                  </a:srgbClr>
                </a:gs>
                <a:gs pos="28571">
                  <a:srgbClr val="090D0B">
                    <a:alpha val="24833"/>
                  </a:srgbClr>
                </a:gs>
                <a:gs pos="42857">
                  <a:srgbClr val="090D0B">
                    <a:alpha val="17075"/>
                  </a:srgbClr>
                </a:gs>
                <a:gs pos="57143">
                  <a:srgbClr val="090D0B">
                    <a:alpha val="9855"/>
                  </a:srgbClr>
                </a:gs>
                <a:gs pos="71429">
                  <a:srgbClr val="090D0B">
                    <a:alpha val="4740"/>
                  </a:srgbClr>
                </a:gs>
                <a:gs pos="85714">
                  <a:srgbClr val="090D0B">
                    <a:alpha val="1902"/>
                  </a:srgbClr>
                </a:gs>
                <a:gs pos="100000">
                  <a:srgbClr val="090D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-9760571">
              <a:off x="969269" y="215567"/>
              <a:ext cx="118775" cy="41694"/>
            </a:xfrm>
            <a:prstGeom prst="ellipse">
              <a:avLst/>
            </a:prstGeom>
            <a:gradFill>
              <a:gsLst>
                <a:gs pos="0">
                  <a:srgbClr val="CFE7FF">
                    <a:alpha val="32968"/>
                  </a:srgbClr>
                </a:gs>
                <a:gs pos="14286">
                  <a:srgbClr val="CFE7FF">
                    <a:alpha val="30764"/>
                  </a:srgbClr>
                </a:gs>
                <a:gs pos="28571">
                  <a:srgbClr val="CFE7FF">
                    <a:alpha val="24833"/>
                  </a:srgbClr>
                </a:gs>
                <a:gs pos="42857">
                  <a:srgbClr val="CFE7FF">
                    <a:alpha val="17075"/>
                  </a:srgbClr>
                </a:gs>
                <a:gs pos="57143">
                  <a:srgbClr val="CFE7FF">
                    <a:alpha val="9855"/>
                  </a:srgbClr>
                </a:gs>
                <a:gs pos="71429">
                  <a:srgbClr val="CFE7FF">
                    <a:alpha val="4740"/>
                  </a:srgbClr>
                </a:gs>
                <a:gs pos="85714">
                  <a:srgbClr val="CFE7FF">
                    <a:alpha val="1902"/>
                  </a:srgbClr>
                </a:gs>
                <a:gs pos="100000">
                  <a:srgbClr val="CFE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-9818516">
              <a:off x="83557" y="2576983"/>
              <a:ext cx="99763" cy="489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-10281882">
              <a:off x="3103198" y="1869113"/>
              <a:ext cx="587170" cy="75343"/>
            </a:xfrm>
            <a:prstGeom prst="ellipse">
              <a:avLst/>
            </a:prstGeom>
            <a:gradFill>
              <a:gsLst>
                <a:gs pos="0">
                  <a:srgbClr val="090709">
                    <a:alpha val="32968"/>
                  </a:srgbClr>
                </a:gs>
                <a:gs pos="14286">
                  <a:srgbClr val="090709">
                    <a:alpha val="30764"/>
                  </a:srgbClr>
                </a:gs>
                <a:gs pos="28571">
                  <a:srgbClr val="090709">
                    <a:alpha val="24833"/>
                  </a:srgbClr>
                </a:gs>
                <a:gs pos="42857">
                  <a:srgbClr val="090709">
                    <a:alpha val="17075"/>
                  </a:srgbClr>
                </a:gs>
                <a:gs pos="57143">
                  <a:srgbClr val="090709">
                    <a:alpha val="9855"/>
                  </a:srgbClr>
                </a:gs>
                <a:gs pos="71429">
                  <a:srgbClr val="090709">
                    <a:alpha val="4740"/>
                  </a:srgbClr>
                </a:gs>
                <a:gs pos="85714">
                  <a:srgbClr val="090709">
                    <a:alpha val="1902"/>
                  </a:srgbClr>
                </a:gs>
                <a:gs pos="100000">
                  <a:srgbClr val="0907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4171861">
              <a:off x="1451267" y="1074377"/>
              <a:ext cx="630922" cy="33577"/>
            </a:xfrm>
            <a:prstGeom prst="ellipse">
              <a:avLst/>
            </a:prstGeom>
            <a:gradFill>
              <a:gsLst>
                <a:gs pos="0">
                  <a:srgbClr val="090705">
                    <a:alpha val="32968"/>
                  </a:srgbClr>
                </a:gs>
                <a:gs pos="14286">
                  <a:srgbClr val="090705">
                    <a:alpha val="30764"/>
                  </a:srgbClr>
                </a:gs>
                <a:gs pos="28571">
                  <a:srgbClr val="090705">
                    <a:alpha val="24833"/>
                  </a:srgbClr>
                </a:gs>
                <a:gs pos="42857">
                  <a:srgbClr val="090705">
                    <a:alpha val="17075"/>
                  </a:srgbClr>
                </a:gs>
                <a:gs pos="57143">
                  <a:srgbClr val="090705">
                    <a:alpha val="9855"/>
                  </a:srgbClr>
                </a:gs>
                <a:gs pos="71429">
                  <a:srgbClr val="090705">
                    <a:alpha val="4740"/>
                  </a:srgbClr>
                </a:gs>
                <a:gs pos="85714">
                  <a:srgbClr val="090705">
                    <a:alpha val="1902"/>
                  </a:srgbClr>
                </a:gs>
                <a:gs pos="100000">
                  <a:srgbClr val="0907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9928461">
              <a:off x="3274729" y="1690343"/>
              <a:ext cx="503821" cy="78554"/>
            </a:xfrm>
            <a:prstGeom prst="ellipse">
              <a:avLst/>
            </a:prstGeom>
            <a:gradFill>
              <a:gsLst>
                <a:gs pos="0">
                  <a:srgbClr val="424F4D">
                    <a:alpha val="1484"/>
                  </a:srgbClr>
                </a:gs>
                <a:gs pos="14286">
                  <a:srgbClr val="424F4D">
                    <a:alpha val="1364"/>
                  </a:srgbClr>
                </a:gs>
                <a:gs pos="28571">
                  <a:srgbClr val="424F4D">
                    <a:alpha val="1061"/>
                  </a:srgbClr>
                </a:gs>
                <a:gs pos="42857">
                  <a:srgbClr val="424F4D">
                    <a:alpha val="697"/>
                  </a:srgbClr>
                </a:gs>
                <a:gs pos="57143">
                  <a:srgbClr val="424F4D">
                    <a:alpha val="387"/>
                  </a:srgbClr>
                </a:gs>
                <a:gs pos="71429">
                  <a:srgbClr val="424F4D">
                    <a:alpha val="181"/>
                  </a:srgbClr>
                </a:gs>
                <a:gs pos="85714">
                  <a:srgbClr val="424F4D">
                    <a:alpha val="72"/>
                  </a:srgbClr>
                </a:gs>
                <a:gs pos="100000">
                  <a:srgbClr val="424F4D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-10484425">
              <a:off x="2365916" y="1512563"/>
              <a:ext cx="564427" cy="50772"/>
            </a:xfrm>
            <a:prstGeom prst="ellipse">
              <a:avLst/>
            </a:prstGeom>
            <a:gradFill>
              <a:gsLst>
                <a:gs pos="0">
                  <a:srgbClr val="080D07">
                    <a:alpha val="32968"/>
                  </a:srgbClr>
                </a:gs>
                <a:gs pos="14286">
                  <a:srgbClr val="080D07">
                    <a:alpha val="30764"/>
                  </a:srgbClr>
                </a:gs>
                <a:gs pos="28571">
                  <a:srgbClr val="080D07">
                    <a:alpha val="24833"/>
                  </a:srgbClr>
                </a:gs>
                <a:gs pos="42857">
                  <a:srgbClr val="080D07">
                    <a:alpha val="17075"/>
                  </a:srgbClr>
                </a:gs>
                <a:gs pos="57143">
                  <a:srgbClr val="080D07">
                    <a:alpha val="9855"/>
                  </a:srgbClr>
                </a:gs>
                <a:gs pos="71429">
                  <a:srgbClr val="080D07">
                    <a:alpha val="4740"/>
                  </a:srgbClr>
                </a:gs>
                <a:gs pos="85714">
                  <a:srgbClr val="080D07">
                    <a:alpha val="1902"/>
                  </a:srgbClr>
                </a:gs>
                <a:gs pos="100000">
                  <a:srgbClr val="080D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10369500">
              <a:off x="1382523" y="1096593"/>
              <a:ext cx="573923" cy="9363"/>
            </a:xfrm>
            <a:prstGeom prst="ellipse">
              <a:avLst/>
            </a:prstGeom>
            <a:gradFill>
              <a:gsLst>
                <a:gs pos="0">
                  <a:srgbClr val="030600">
                    <a:alpha val="32968"/>
                  </a:srgbClr>
                </a:gs>
                <a:gs pos="14286">
                  <a:srgbClr val="030600">
                    <a:alpha val="30764"/>
                  </a:srgbClr>
                </a:gs>
                <a:gs pos="28571">
                  <a:srgbClr val="030600">
                    <a:alpha val="24833"/>
                  </a:srgbClr>
                </a:gs>
                <a:gs pos="42857">
                  <a:srgbClr val="030600">
                    <a:alpha val="17075"/>
                  </a:srgbClr>
                </a:gs>
                <a:gs pos="57143">
                  <a:srgbClr val="030600">
                    <a:alpha val="9855"/>
                  </a:srgbClr>
                </a:gs>
                <a:gs pos="71429">
                  <a:srgbClr val="030600">
                    <a:alpha val="4740"/>
                  </a:srgbClr>
                </a:gs>
                <a:gs pos="85714">
                  <a:srgbClr val="030600">
                    <a:alpha val="1902"/>
                  </a:srgbClr>
                </a:gs>
                <a:gs pos="100000">
                  <a:srgbClr val="03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-9782198">
              <a:off x="3276208" y="212474"/>
              <a:ext cx="35378" cy="31323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6515141">
              <a:off x="2330175" y="2847938"/>
              <a:ext cx="477970" cy="29815"/>
            </a:xfrm>
            <a:prstGeom prst="ellipse">
              <a:avLst/>
            </a:prstGeom>
            <a:gradFill>
              <a:gsLst>
                <a:gs pos="0">
                  <a:srgbClr val="070906">
                    <a:alpha val="31123"/>
                  </a:srgbClr>
                </a:gs>
                <a:gs pos="14286">
                  <a:srgbClr val="070906">
                    <a:alpha val="29014"/>
                  </a:srgbClr>
                </a:gs>
                <a:gs pos="28571">
                  <a:srgbClr val="070906">
                    <a:alpha val="23362"/>
                  </a:srgbClr>
                </a:gs>
                <a:gs pos="42857">
                  <a:srgbClr val="070906">
                    <a:alpha val="16015"/>
                  </a:srgbClr>
                </a:gs>
                <a:gs pos="57143">
                  <a:srgbClr val="070906">
                    <a:alpha val="9218"/>
                  </a:srgbClr>
                </a:gs>
                <a:gs pos="71429">
                  <a:srgbClr val="070906">
                    <a:alpha val="4426"/>
                  </a:srgbClr>
                </a:gs>
                <a:gs pos="85714">
                  <a:srgbClr val="070906">
                    <a:alpha val="1774"/>
                  </a:srgbClr>
                </a:gs>
                <a:gs pos="100000">
                  <a:srgbClr val="070906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2889310">
              <a:off x="1523142" y="2736006"/>
              <a:ext cx="388522" cy="43202"/>
            </a:xfrm>
            <a:prstGeom prst="ellipse">
              <a:avLst/>
            </a:prstGeom>
            <a:gradFill>
              <a:gsLst>
                <a:gs pos="0">
                  <a:srgbClr val="403F3F">
                    <a:alpha val="32968"/>
                  </a:srgbClr>
                </a:gs>
                <a:gs pos="14286">
                  <a:srgbClr val="403F3F">
                    <a:alpha val="30764"/>
                  </a:srgbClr>
                </a:gs>
                <a:gs pos="28571">
                  <a:srgbClr val="403F3F">
                    <a:alpha val="24833"/>
                  </a:srgbClr>
                </a:gs>
                <a:gs pos="42857">
                  <a:srgbClr val="403F3F">
                    <a:alpha val="17075"/>
                  </a:srgbClr>
                </a:gs>
                <a:gs pos="57143">
                  <a:srgbClr val="403F3F">
                    <a:alpha val="9855"/>
                  </a:srgbClr>
                </a:gs>
                <a:gs pos="71429">
                  <a:srgbClr val="403F3F">
                    <a:alpha val="4740"/>
                  </a:srgbClr>
                </a:gs>
                <a:gs pos="85714">
                  <a:srgbClr val="403F3F">
                    <a:alpha val="1902"/>
                  </a:srgbClr>
                </a:gs>
                <a:gs pos="100000">
                  <a:srgbClr val="403F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6104138">
              <a:off x="790391" y="2228727"/>
              <a:ext cx="548039" cy="61871"/>
            </a:xfrm>
            <a:prstGeom prst="ellipse">
              <a:avLst/>
            </a:prstGeom>
            <a:gradFill>
              <a:gsLst>
                <a:gs pos="0">
                  <a:srgbClr val="252420">
                    <a:alpha val="25632"/>
                  </a:srgbClr>
                </a:gs>
                <a:gs pos="14286">
                  <a:srgbClr val="252420">
                    <a:alpha val="23829"/>
                  </a:srgbClr>
                </a:gs>
                <a:gs pos="28571">
                  <a:srgbClr val="252420">
                    <a:alpha val="19050"/>
                  </a:srgbClr>
                </a:gs>
                <a:gs pos="42857">
                  <a:srgbClr val="252420">
                    <a:alpha val="12944"/>
                  </a:srgbClr>
                </a:gs>
                <a:gs pos="57143">
                  <a:srgbClr val="252420">
                    <a:alpha val="7393"/>
                  </a:srgbClr>
                </a:gs>
                <a:gs pos="71429">
                  <a:srgbClr val="252420">
                    <a:alpha val="3532"/>
                  </a:srgbClr>
                </a:gs>
                <a:gs pos="85714">
                  <a:srgbClr val="252420">
                    <a:alpha val="1412"/>
                  </a:srgbClr>
                </a:gs>
                <a:gs pos="100000">
                  <a:srgbClr val="252420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10726888">
              <a:off x="1108264" y="294353"/>
              <a:ext cx="473517" cy="131963"/>
            </a:xfrm>
            <a:prstGeom prst="ellipse">
              <a:avLst/>
            </a:prstGeom>
            <a:gradFill>
              <a:gsLst>
                <a:gs pos="0">
                  <a:srgbClr val="060B09">
                    <a:alpha val="32968"/>
                  </a:srgbClr>
                </a:gs>
                <a:gs pos="14286">
                  <a:srgbClr val="060B09">
                    <a:alpha val="30764"/>
                  </a:srgbClr>
                </a:gs>
                <a:gs pos="28571">
                  <a:srgbClr val="060B09">
                    <a:alpha val="24833"/>
                  </a:srgbClr>
                </a:gs>
                <a:gs pos="42857">
                  <a:srgbClr val="060B09">
                    <a:alpha val="17075"/>
                  </a:srgbClr>
                </a:gs>
                <a:gs pos="57143">
                  <a:srgbClr val="060B09">
                    <a:alpha val="9855"/>
                  </a:srgbClr>
                </a:gs>
                <a:gs pos="71429">
                  <a:srgbClr val="060B09">
                    <a:alpha val="4740"/>
                  </a:srgbClr>
                </a:gs>
                <a:gs pos="85714">
                  <a:srgbClr val="060B09">
                    <a:alpha val="1902"/>
                  </a:srgbClr>
                </a:gs>
                <a:gs pos="100000">
                  <a:srgbClr val="060B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9860624">
              <a:off x="1346404" y="2671056"/>
              <a:ext cx="574596" cy="214915"/>
            </a:xfrm>
            <a:prstGeom prst="ellipse">
              <a:avLst/>
            </a:prstGeom>
            <a:gradFill>
              <a:gsLst>
                <a:gs pos="0">
                  <a:srgbClr val="0C0B0C">
                    <a:alpha val="32968"/>
                  </a:srgbClr>
                </a:gs>
                <a:gs pos="14286">
                  <a:srgbClr val="0C0B0C">
                    <a:alpha val="30764"/>
                  </a:srgbClr>
                </a:gs>
                <a:gs pos="28571">
                  <a:srgbClr val="0C0B0C">
                    <a:alpha val="24833"/>
                  </a:srgbClr>
                </a:gs>
                <a:gs pos="42857">
                  <a:srgbClr val="0C0B0C">
                    <a:alpha val="17075"/>
                  </a:srgbClr>
                </a:gs>
                <a:gs pos="57143">
                  <a:srgbClr val="0C0B0C">
                    <a:alpha val="9855"/>
                  </a:srgbClr>
                </a:gs>
                <a:gs pos="71429">
                  <a:srgbClr val="0C0B0C">
                    <a:alpha val="4740"/>
                  </a:srgbClr>
                </a:gs>
                <a:gs pos="85714">
                  <a:srgbClr val="0C0B0C">
                    <a:alpha val="1902"/>
                  </a:srgbClr>
                </a:gs>
                <a:gs pos="100000">
                  <a:srgbClr val="0C0B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3127891">
              <a:off x="2501339" y="2093507"/>
              <a:ext cx="663934" cy="79643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3911939">
              <a:off x="512381" y="264282"/>
              <a:ext cx="211847" cy="41435"/>
            </a:xfrm>
            <a:prstGeom prst="ellipse">
              <a:avLst/>
            </a:prstGeom>
            <a:gradFill>
              <a:gsLst>
                <a:gs pos="0">
                  <a:srgbClr val="B2C5D6">
                    <a:alpha val="32968"/>
                  </a:srgbClr>
                </a:gs>
                <a:gs pos="14286">
                  <a:srgbClr val="B2C5D6">
                    <a:alpha val="30764"/>
                  </a:srgbClr>
                </a:gs>
                <a:gs pos="28571">
                  <a:srgbClr val="B2C5D6">
                    <a:alpha val="24833"/>
                  </a:srgbClr>
                </a:gs>
                <a:gs pos="42857">
                  <a:srgbClr val="B2C5D6">
                    <a:alpha val="17075"/>
                  </a:srgbClr>
                </a:gs>
                <a:gs pos="57143">
                  <a:srgbClr val="B2C5D6">
                    <a:alpha val="9855"/>
                  </a:srgbClr>
                </a:gs>
                <a:gs pos="71429">
                  <a:srgbClr val="B2C5D6">
                    <a:alpha val="4740"/>
                  </a:srgbClr>
                </a:gs>
                <a:gs pos="85714">
                  <a:srgbClr val="B2C5D6">
                    <a:alpha val="1902"/>
                  </a:srgbClr>
                </a:gs>
                <a:gs pos="100000">
                  <a:srgbClr val="B2C5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7389693">
              <a:off x="1511399" y="356612"/>
              <a:ext cx="572591" cy="24210"/>
            </a:xfrm>
            <a:prstGeom prst="ellipse">
              <a:avLst/>
            </a:prstGeom>
            <a:gradFill>
              <a:gsLst>
                <a:gs pos="0">
                  <a:srgbClr val="090907">
                    <a:alpha val="32968"/>
                  </a:srgbClr>
                </a:gs>
                <a:gs pos="14286">
                  <a:srgbClr val="090907">
                    <a:alpha val="30764"/>
                  </a:srgbClr>
                </a:gs>
                <a:gs pos="28571">
                  <a:srgbClr val="090907">
                    <a:alpha val="24833"/>
                  </a:srgbClr>
                </a:gs>
                <a:gs pos="42857">
                  <a:srgbClr val="090907">
                    <a:alpha val="17075"/>
                  </a:srgbClr>
                </a:gs>
                <a:gs pos="57143">
                  <a:srgbClr val="090907">
                    <a:alpha val="9855"/>
                  </a:srgbClr>
                </a:gs>
                <a:gs pos="71429">
                  <a:srgbClr val="090907">
                    <a:alpha val="4740"/>
                  </a:srgbClr>
                </a:gs>
                <a:gs pos="85714">
                  <a:srgbClr val="090907">
                    <a:alpha val="1902"/>
                  </a:srgbClr>
                </a:gs>
                <a:gs pos="100000">
                  <a:srgbClr val="0909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4106876">
              <a:off x="2044987" y="2476386"/>
              <a:ext cx="585099" cy="6668"/>
            </a:xfrm>
            <a:prstGeom prst="ellipse">
              <a:avLst/>
            </a:prstGeom>
            <a:gradFill>
              <a:gsLst>
                <a:gs pos="0">
                  <a:srgbClr val="0A060B">
                    <a:alpha val="32968"/>
                  </a:srgbClr>
                </a:gs>
                <a:gs pos="14286">
                  <a:srgbClr val="0A060B">
                    <a:alpha val="30764"/>
                  </a:srgbClr>
                </a:gs>
                <a:gs pos="28571">
                  <a:srgbClr val="0A060B">
                    <a:alpha val="24833"/>
                  </a:srgbClr>
                </a:gs>
                <a:gs pos="42857">
                  <a:srgbClr val="0A060B">
                    <a:alpha val="17075"/>
                  </a:srgbClr>
                </a:gs>
                <a:gs pos="57143">
                  <a:srgbClr val="0A060B">
                    <a:alpha val="9855"/>
                  </a:srgbClr>
                </a:gs>
                <a:gs pos="71429">
                  <a:srgbClr val="0A060B">
                    <a:alpha val="4740"/>
                  </a:srgbClr>
                </a:gs>
                <a:gs pos="85714">
                  <a:srgbClr val="0A060B">
                    <a:alpha val="1902"/>
                  </a:srgbClr>
                </a:gs>
                <a:gs pos="100000">
                  <a:srgbClr val="0A06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2905635">
              <a:off x="792347" y="173001"/>
              <a:ext cx="384820" cy="30858"/>
            </a:xfrm>
            <a:prstGeom prst="ellipse">
              <a:avLst/>
            </a:prstGeom>
            <a:gradFill>
              <a:gsLst>
                <a:gs pos="0">
                  <a:srgbClr val="4C4C4F">
                    <a:alpha val="32968"/>
                  </a:srgbClr>
                </a:gs>
                <a:gs pos="14286">
                  <a:srgbClr val="4C4C4F">
                    <a:alpha val="30764"/>
                  </a:srgbClr>
                </a:gs>
                <a:gs pos="28571">
                  <a:srgbClr val="4C4C4F">
                    <a:alpha val="24833"/>
                  </a:srgbClr>
                </a:gs>
                <a:gs pos="42857">
                  <a:srgbClr val="4C4C4F">
                    <a:alpha val="17075"/>
                  </a:srgbClr>
                </a:gs>
                <a:gs pos="57143">
                  <a:srgbClr val="4C4C4F">
                    <a:alpha val="9855"/>
                  </a:srgbClr>
                </a:gs>
                <a:gs pos="71429">
                  <a:srgbClr val="4C4C4F">
                    <a:alpha val="4740"/>
                  </a:srgbClr>
                </a:gs>
                <a:gs pos="85714">
                  <a:srgbClr val="4C4C4F">
                    <a:alpha val="1902"/>
                  </a:srgbClr>
                </a:gs>
                <a:gs pos="100000">
                  <a:srgbClr val="4C4C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9001087">
              <a:off x="2572166" y="2123905"/>
              <a:ext cx="433371" cy="119557"/>
            </a:xfrm>
            <a:prstGeom prst="ellipse">
              <a:avLst/>
            </a:prstGeom>
            <a:gradFill>
              <a:gsLst>
                <a:gs pos="0">
                  <a:srgbClr val="0C120D">
                    <a:alpha val="26133"/>
                  </a:srgbClr>
                </a:gs>
                <a:gs pos="14286">
                  <a:srgbClr val="0C120D">
                    <a:alpha val="24301"/>
                  </a:srgbClr>
                </a:gs>
                <a:gs pos="28571">
                  <a:srgbClr val="0C120D">
                    <a:alpha val="19440"/>
                  </a:srgbClr>
                </a:gs>
                <a:gs pos="42857">
                  <a:srgbClr val="0C120D">
                    <a:alpha val="13220"/>
                  </a:srgbClr>
                </a:gs>
                <a:gs pos="57143">
                  <a:srgbClr val="0C120D">
                    <a:alpha val="7556"/>
                  </a:srgbClr>
                </a:gs>
                <a:gs pos="71429">
                  <a:srgbClr val="0C120D">
                    <a:alpha val="3611"/>
                  </a:srgbClr>
                </a:gs>
                <a:gs pos="85714">
                  <a:srgbClr val="0C120D">
                    <a:alpha val="1444"/>
                  </a:srgbClr>
                </a:gs>
                <a:gs pos="100000">
                  <a:srgbClr val="0C120D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9950412">
              <a:off x="703482" y="136032"/>
              <a:ext cx="557091" cy="102557"/>
            </a:xfrm>
            <a:prstGeom prst="ellipse">
              <a:avLst/>
            </a:prstGeom>
            <a:gradFill>
              <a:gsLst>
                <a:gs pos="0">
                  <a:srgbClr val="050902">
                    <a:alpha val="32968"/>
                  </a:srgbClr>
                </a:gs>
                <a:gs pos="14286">
                  <a:srgbClr val="050902">
                    <a:alpha val="30764"/>
                  </a:srgbClr>
                </a:gs>
                <a:gs pos="28571">
                  <a:srgbClr val="050902">
                    <a:alpha val="24833"/>
                  </a:srgbClr>
                </a:gs>
                <a:gs pos="42857">
                  <a:srgbClr val="050902">
                    <a:alpha val="17075"/>
                  </a:srgbClr>
                </a:gs>
                <a:gs pos="57143">
                  <a:srgbClr val="050902">
                    <a:alpha val="9855"/>
                  </a:srgbClr>
                </a:gs>
                <a:gs pos="71429">
                  <a:srgbClr val="050902">
                    <a:alpha val="4740"/>
                  </a:srgbClr>
                </a:gs>
                <a:gs pos="85714">
                  <a:srgbClr val="050902">
                    <a:alpha val="1902"/>
                  </a:srgbClr>
                </a:gs>
                <a:gs pos="100000">
                  <a:srgbClr val="0509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9166868">
              <a:off x="1258507" y="1071448"/>
              <a:ext cx="672112" cy="32051"/>
            </a:xfrm>
            <a:prstGeom prst="ellipse">
              <a:avLst/>
            </a:prstGeom>
            <a:gradFill>
              <a:gsLst>
                <a:gs pos="0">
                  <a:srgbClr val="100F0E">
                    <a:alpha val="32968"/>
                  </a:srgbClr>
                </a:gs>
                <a:gs pos="14286">
                  <a:srgbClr val="100F0E">
                    <a:alpha val="30764"/>
                  </a:srgbClr>
                </a:gs>
                <a:gs pos="28571">
                  <a:srgbClr val="100F0E">
                    <a:alpha val="24833"/>
                  </a:srgbClr>
                </a:gs>
                <a:gs pos="42857">
                  <a:srgbClr val="100F0E">
                    <a:alpha val="17075"/>
                  </a:srgbClr>
                </a:gs>
                <a:gs pos="57143">
                  <a:srgbClr val="100F0E">
                    <a:alpha val="9855"/>
                  </a:srgbClr>
                </a:gs>
                <a:gs pos="71429">
                  <a:srgbClr val="100F0E">
                    <a:alpha val="4740"/>
                  </a:srgbClr>
                </a:gs>
                <a:gs pos="85714">
                  <a:srgbClr val="100F0E">
                    <a:alpha val="1902"/>
                  </a:srgbClr>
                </a:gs>
                <a:gs pos="100000">
                  <a:srgbClr val="100F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8291892">
              <a:off x="2370639" y="2351360"/>
              <a:ext cx="33330" cy="230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9440653">
              <a:off x="3046742" y="1836615"/>
              <a:ext cx="544940" cy="67141"/>
            </a:xfrm>
            <a:prstGeom prst="ellipse">
              <a:avLst/>
            </a:prstGeom>
            <a:gradFill>
              <a:gsLst>
                <a:gs pos="0">
                  <a:srgbClr val="0D0D13">
                    <a:alpha val="32968"/>
                  </a:srgbClr>
                </a:gs>
                <a:gs pos="14286">
                  <a:srgbClr val="0D0D13">
                    <a:alpha val="30764"/>
                  </a:srgbClr>
                </a:gs>
                <a:gs pos="28571">
                  <a:srgbClr val="0D0D13">
                    <a:alpha val="24833"/>
                  </a:srgbClr>
                </a:gs>
                <a:gs pos="42857">
                  <a:srgbClr val="0D0D13">
                    <a:alpha val="17075"/>
                  </a:srgbClr>
                </a:gs>
                <a:gs pos="57143">
                  <a:srgbClr val="0D0D13">
                    <a:alpha val="9855"/>
                  </a:srgbClr>
                </a:gs>
                <a:gs pos="71429">
                  <a:srgbClr val="0D0D13">
                    <a:alpha val="4740"/>
                  </a:srgbClr>
                </a:gs>
                <a:gs pos="85714">
                  <a:srgbClr val="0D0D13">
                    <a:alpha val="1902"/>
                  </a:srgbClr>
                </a:gs>
                <a:gs pos="100000">
                  <a:srgbClr val="0D0D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-9220922">
              <a:off x="2222989" y="1950696"/>
              <a:ext cx="148745" cy="36494"/>
            </a:xfrm>
            <a:prstGeom prst="ellipse">
              <a:avLst/>
            </a:prstGeom>
            <a:gradFill>
              <a:gsLst>
                <a:gs pos="0">
                  <a:srgbClr val="B0A0A5">
                    <a:alpha val="32968"/>
                  </a:srgbClr>
                </a:gs>
                <a:gs pos="14286">
                  <a:srgbClr val="B0A0A5">
                    <a:alpha val="30764"/>
                  </a:srgbClr>
                </a:gs>
                <a:gs pos="28571">
                  <a:srgbClr val="B0A0A5">
                    <a:alpha val="24833"/>
                  </a:srgbClr>
                </a:gs>
                <a:gs pos="42857">
                  <a:srgbClr val="B0A0A5">
                    <a:alpha val="17075"/>
                  </a:srgbClr>
                </a:gs>
                <a:gs pos="57143">
                  <a:srgbClr val="B0A0A5">
                    <a:alpha val="9855"/>
                  </a:srgbClr>
                </a:gs>
                <a:gs pos="71429">
                  <a:srgbClr val="B0A0A5">
                    <a:alpha val="4740"/>
                  </a:srgbClr>
                </a:gs>
                <a:gs pos="85714">
                  <a:srgbClr val="B0A0A5">
                    <a:alpha val="1902"/>
                  </a:srgbClr>
                </a:gs>
                <a:gs pos="100000">
                  <a:srgbClr val="B0A0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-9125960">
              <a:off x="2851308" y="95954"/>
              <a:ext cx="44847" cy="27856"/>
            </a:xfrm>
            <a:prstGeom prst="ellipse">
              <a:avLst/>
            </a:prstGeom>
            <a:gradFill>
              <a:gsLst>
                <a:gs pos="0">
                  <a:srgbClr val="C6CFE7">
                    <a:alpha val="32812"/>
                  </a:srgbClr>
                </a:gs>
                <a:gs pos="14286">
                  <a:srgbClr val="C6CFE7">
                    <a:alpha val="30616"/>
                  </a:srgbClr>
                </a:gs>
                <a:gs pos="28571">
                  <a:srgbClr val="C6CFE7">
                    <a:alpha val="24708"/>
                  </a:srgbClr>
                </a:gs>
                <a:gs pos="42857">
                  <a:srgbClr val="C6CFE7">
                    <a:alpha val="16985"/>
                  </a:srgbClr>
                </a:gs>
                <a:gs pos="57143">
                  <a:srgbClr val="C6CFE7">
                    <a:alpha val="9801"/>
                  </a:srgbClr>
                </a:gs>
                <a:gs pos="71429">
                  <a:srgbClr val="C6CFE7">
                    <a:alpha val="4714"/>
                  </a:srgbClr>
                </a:gs>
                <a:gs pos="85714">
                  <a:srgbClr val="C6CFE7">
                    <a:alpha val="1891"/>
                  </a:srgbClr>
                </a:gs>
                <a:gs pos="100000">
                  <a:srgbClr val="C6CFE7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9757535">
              <a:off x="773242" y="223078"/>
              <a:ext cx="480567" cy="153319"/>
            </a:xfrm>
            <a:prstGeom prst="ellipse">
              <a:avLst/>
            </a:prstGeom>
            <a:gradFill>
              <a:gsLst>
                <a:gs pos="0">
                  <a:srgbClr val="070A06">
                    <a:alpha val="31911"/>
                  </a:srgbClr>
                </a:gs>
                <a:gs pos="14286">
                  <a:srgbClr val="070A06">
                    <a:alpha val="29761"/>
                  </a:srgbClr>
                </a:gs>
                <a:gs pos="28571">
                  <a:srgbClr val="070A06">
                    <a:alpha val="23989"/>
                  </a:srgbClr>
                </a:gs>
                <a:gs pos="42857">
                  <a:srgbClr val="070A06">
                    <a:alpha val="16466"/>
                  </a:srgbClr>
                </a:gs>
                <a:gs pos="57143">
                  <a:srgbClr val="070A06">
                    <a:alpha val="9488"/>
                  </a:srgbClr>
                </a:gs>
                <a:gs pos="71429">
                  <a:srgbClr val="070A06">
                    <a:alpha val="4559"/>
                  </a:srgbClr>
                </a:gs>
                <a:gs pos="85714">
                  <a:srgbClr val="070A06">
                    <a:alpha val="1828"/>
                  </a:srgbClr>
                </a:gs>
                <a:gs pos="100000">
                  <a:srgbClr val="070A06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-10005725">
              <a:off x="1696817" y="974247"/>
              <a:ext cx="860109" cy="76087"/>
            </a:xfrm>
            <a:prstGeom prst="ellipse">
              <a:avLst/>
            </a:prstGeom>
            <a:gradFill>
              <a:gsLst>
                <a:gs pos="0">
                  <a:srgbClr val="060C09">
                    <a:alpha val="32968"/>
                  </a:srgbClr>
                </a:gs>
                <a:gs pos="14286">
                  <a:srgbClr val="060C09">
                    <a:alpha val="30764"/>
                  </a:srgbClr>
                </a:gs>
                <a:gs pos="28571">
                  <a:srgbClr val="060C09">
                    <a:alpha val="24833"/>
                  </a:srgbClr>
                </a:gs>
                <a:gs pos="42857">
                  <a:srgbClr val="060C09">
                    <a:alpha val="17075"/>
                  </a:srgbClr>
                </a:gs>
                <a:gs pos="57143">
                  <a:srgbClr val="060C09">
                    <a:alpha val="9855"/>
                  </a:srgbClr>
                </a:gs>
                <a:gs pos="71429">
                  <a:srgbClr val="060C09">
                    <a:alpha val="4740"/>
                  </a:srgbClr>
                </a:gs>
                <a:gs pos="85714">
                  <a:srgbClr val="060C09">
                    <a:alpha val="1902"/>
                  </a:srgbClr>
                </a:gs>
                <a:gs pos="100000">
                  <a:srgbClr val="060C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10792653">
              <a:off x="2496147" y="2792783"/>
              <a:ext cx="45612" cy="370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7719785">
              <a:off x="2988591" y="851882"/>
              <a:ext cx="166480" cy="27427"/>
            </a:xfrm>
            <a:prstGeom prst="ellipse">
              <a:avLst/>
            </a:prstGeom>
            <a:gradFill>
              <a:gsLst>
                <a:gs pos="0">
                  <a:srgbClr val="996E63">
                    <a:alpha val="32968"/>
                  </a:srgbClr>
                </a:gs>
                <a:gs pos="14286">
                  <a:srgbClr val="996E63">
                    <a:alpha val="30764"/>
                  </a:srgbClr>
                </a:gs>
                <a:gs pos="28571">
                  <a:srgbClr val="996E63">
                    <a:alpha val="24833"/>
                  </a:srgbClr>
                </a:gs>
                <a:gs pos="42857">
                  <a:srgbClr val="996E63">
                    <a:alpha val="17075"/>
                  </a:srgbClr>
                </a:gs>
                <a:gs pos="57143">
                  <a:srgbClr val="996E63">
                    <a:alpha val="9855"/>
                  </a:srgbClr>
                </a:gs>
                <a:gs pos="71429">
                  <a:srgbClr val="996E63">
                    <a:alpha val="4740"/>
                  </a:srgbClr>
                </a:gs>
                <a:gs pos="85714">
                  <a:srgbClr val="996E63">
                    <a:alpha val="1902"/>
                  </a:srgbClr>
                </a:gs>
                <a:gs pos="100000">
                  <a:srgbClr val="996E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8959639">
              <a:off x="1486761" y="215177"/>
              <a:ext cx="265408" cy="160570"/>
            </a:xfrm>
            <a:prstGeom prst="ellipse">
              <a:avLst/>
            </a:prstGeom>
            <a:gradFill>
              <a:gsLst>
                <a:gs pos="0">
                  <a:srgbClr val="121915">
                    <a:alpha val="32968"/>
                  </a:srgbClr>
                </a:gs>
                <a:gs pos="14286">
                  <a:srgbClr val="121915">
                    <a:alpha val="30764"/>
                  </a:srgbClr>
                </a:gs>
                <a:gs pos="28571">
                  <a:srgbClr val="121915">
                    <a:alpha val="24833"/>
                  </a:srgbClr>
                </a:gs>
                <a:gs pos="42857">
                  <a:srgbClr val="121915">
                    <a:alpha val="17075"/>
                  </a:srgbClr>
                </a:gs>
                <a:gs pos="57143">
                  <a:srgbClr val="121915">
                    <a:alpha val="9855"/>
                  </a:srgbClr>
                </a:gs>
                <a:gs pos="71429">
                  <a:srgbClr val="121915">
                    <a:alpha val="4740"/>
                  </a:srgbClr>
                </a:gs>
                <a:gs pos="85714">
                  <a:srgbClr val="121915">
                    <a:alpha val="1902"/>
                  </a:srgbClr>
                </a:gs>
                <a:gs pos="100000">
                  <a:srgbClr val="1219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3397773">
              <a:off x="2680173" y="2199711"/>
              <a:ext cx="283755" cy="156806"/>
            </a:xfrm>
            <a:prstGeom prst="ellipse">
              <a:avLst/>
            </a:prstGeom>
            <a:gradFill>
              <a:gsLst>
                <a:gs pos="0">
                  <a:srgbClr val="000302">
                    <a:alpha val="32968"/>
                  </a:srgbClr>
                </a:gs>
                <a:gs pos="14286">
                  <a:srgbClr val="000302">
                    <a:alpha val="30764"/>
                  </a:srgbClr>
                </a:gs>
                <a:gs pos="28571">
                  <a:srgbClr val="000302">
                    <a:alpha val="24833"/>
                  </a:srgbClr>
                </a:gs>
                <a:gs pos="42857">
                  <a:srgbClr val="000302">
                    <a:alpha val="17075"/>
                  </a:srgbClr>
                </a:gs>
                <a:gs pos="57143">
                  <a:srgbClr val="000302">
                    <a:alpha val="9855"/>
                  </a:srgbClr>
                </a:gs>
                <a:gs pos="71429">
                  <a:srgbClr val="000302">
                    <a:alpha val="4740"/>
                  </a:srgbClr>
                </a:gs>
                <a:gs pos="85714">
                  <a:srgbClr val="000302">
                    <a:alpha val="1902"/>
                  </a:srgbClr>
                </a:gs>
                <a:gs pos="100000">
                  <a:srgbClr val="0003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-9379236">
              <a:off x="908186" y="1041975"/>
              <a:ext cx="823622" cy="53607"/>
            </a:xfrm>
            <a:prstGeom prst="ellipse">
              <a:avLst/>
            </a:prstGeom>
            <a:gradFill>
              <a:gsLst>
                <a:gs pos="0">
                  <a:srgbClr val="10100F">
                    <a:alpha val="32968"/>
                  </a:srgbClr>
                </a:gs>
                <a:gs pos="14286">
                  <a:srgbClr val="10100F">
                    <a:alpha val="30764"/>
                  </a:srgbClr>
                </a:gs>
                <a:gs pos="28571">
                  <a:srgbClr val="10100F">
                    <a:alpha val="24833"/>
                  </a:srgbClr>
                </a:gs>
                <a:gs pos="42857">
                  <a:srgbClr val="10100F">
                    <a:alpha val="17075"/>
                  </a:srgbClr>
                </a:gs>
                <a:gs pos="57143">
                  <a:srgbClr val="10100F">
                    <a:alpha val="9855"/>
                  </a:srgbClr>
                </a:gs>
                <a:gs pos="71429">
                  <a:srgbClr val="10100F">
                    <a:alpha val="4740"/>
                  </a:srgbClr>
                </a:gs>
                <a:gs pos="85714">
                  <a:srgbClr val="10100F">
                    <a:alpha val="1902"/>
                  </a:srgbClr>
                </a:gs>
                <a:gs pos="100000">
                  <a:srgbClr val="101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9304550">
              <a:off x="3135369" y="161095"/>
              <a:ext cx="387160" cy="42218"/>
            </a:xfrm>
            <a:prstGeom prst="ellipse">
              <a:avLst/>
            </a:prstGeom>
            <a:gradFill>
              <a:gsLst>
                <a:gs pos="0">
                  <a:srgbClr val="303635">
                    <a:alpha val="32968"/>
                  </a:srgbClr>
                </a:gs>
                <a:gs pos="14286">
                  <a:srgbClr val="303635">
                    <a:alpha val="30764"/>
                  </a:srgbClr>
                </a:gs>
                <a:gs pos="28571">
                  <a:srgbClr val="303635">
                    <a:alpha val="24833"/>
                  </a:srgbClr>
                </a:gs>
                <a:gs pos="42857">
                  <a:srgbClr val="303635">
                    <a:alpha val="17075"/>
                  </a:srgbClr>
                </a:gs>
                <a:gs pos="57143">
                  <a:srgbClr val="303635">
                    <a:alpha val="9855"/>
                  </a:srgbClr>
                </a:gs>
                <a:gs pos="71429">
                  <a:srgbClr val="303635">
                    <a:alpha val="4740"/>
                  </a:srgbClr>
                </a:gs>
                <a:gs pos="85714">
                  <a:srgbClr val="303635">
                    <a:alpha val="1902"/>
                  </a:srgbClr>
                </a:gs>
                <a:gs pos="100000">
                  <a:srgbClr val="3036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7320307">
              <a:off x="2906246" y="1010613"/>
              <a:ext cx="299228" cy="31577"/>
            </a:xfrm>
            <a:prstGeom prst="ellipse">
              <a:avLst/>
            </a:prstGeom>
            <a:gradFill>
              <a:gsLst>
                <a:gs pos="0">
                  <a:srgbClr val="363335">
                    <a:alpha val="32968"/>
                  </a:srgbClr>
                </a:gs>
                <a:gs pos="14286">
                  <a:srgbClr val="363335">
                    <a:alpha val="30764"/>
                  </a:srgbClr>
                </a:gs>
                <a:gs pos="28571">
                  <a:srgbClr val="363335">
                    <a:alpha val="24833"/>
                  </a:srgbClr>
                </a:gs>
                <a:gs pos="42857">
                  <a:srgbClr val="363335">
                    <a:alpha val="17075"/>
                  </a:srgbClr>
                </a:gs>
                <a:gs pos="57143">
                  <a:srgbClr val="363335">
                    <a:alpha val="9855"/>
                  </a:srgbClr>
                </a:gs>
                <a:gs pos="71429">
                  <a:srgbClr val="363335">
                    <a:alpha val="4740"/>
                  </a:srgbClr>
                </a:gs>
                <a:gs pos="85714">
                  <a:srgbClr val="363335">
                    <a:alpha val="1902"/>
                  </a:srgbClr>
                </a:gs>
                <a:gs pos="100000">
                  <a:srgbClr val="3633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9707533">
              <a:off x="3482986" y="224030"/>
              <a:ext cx="29117" cy="18428"/>
            </a:xfrm>
            <a:prstGeom prst="ellipse">
              <a:avLst/>
            </a:prstGeom>
            <a:gradFill>
              <a:gsLst>
                <a:gs pos="0">
                  <a:srgbClr val="B4DAFE">
                    <a:alpha val="32937"/>
                  </a:srgbClr>
                </a:gs>
                <a:gs pos="14286">
                  <a:srgbClr val="B4DAFE">
                    <a:alpha val="30735"/>
                  </a:srgbClr>
                </a:gs>
                <a:gs pos="28571">
                  <a:srgbClr val="B4DAFE">
                    <a:alpha val="24808"/>
                  </a:srgbClr>
                </a:gs>
                <a:gs pos="42857">
                  <a:srgbClr val="B4DAFE">
                    <a:alpha val="17058"/>
                  </a:srgbClr>
                </a:gs>
                <a:gs pos="57143">
                  <a:srgbClr val="B4DAFE">
                    <a:alpha val="9844"/>
                  </a:srgbClr>
                </a:gs>
                <a:gs pos="71429">
                  <a:srgbClr val="B4DAFE">
                    <a:alpha val="4735"/>
                  </a:srgbClr>
                </a:gs>
                <a:gs pos="85714">
                  <a:srgbClr val="B4DAFE">
                    <a:alpha val="1900"/>
                  </a:srgbClr>
                </a:gs>
                <a:gs pos="100000">
                  <a:srgbClr val="B4DA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6434395">
              <a:off x="2401989" y="429283"/>
              <a:ext cx="47669" cy="33687"/>
            </a:xfrm>
            <a:prstGeom prst="ellipse">
              <a:avLst/>
            </a:prstGeom>
            <a:gradFill>
              <a:gsLst>
                <a:gs pos="0">
                  <a:srgbClr val="C1E1FF">
                    <a:alpha val="23937"/>
                  </a:srgbClr>
                </a:gs>
                <a:gs pos="14286">
                  <a:srgbClr val="C1E1FF">
                    <a:alpha val="22235"/>
                  </a:srgbClr>
                </a:gs>
                <a:gs pos="28571">
                  <a:srgbClr val="C1E1FF">
                    <a:alpha val="17738"/>
                  </a:srgbClr>
                </a:gs>
                <a:gs pos="42857">
                  <a:srgbClr val="C1E1FF">
                    <a:alpha val="12021"/>
                  </a:srgbClr>
                </a:gs>
                <a:gs pos="57143">
                  <a:srgbClr val="C1E1FF">
                    <a:alpha val="6851"/>
                  </a:srgbClr>
                </a:gs>
                <a:gs pos="71429">
                  <a:srgbClr val="C1E1FF">
                    <a:alpha val="3267"/>
                  </a:srgbClr>
                </a:gs>
                <a:gs pos="85714">
                  <a:srgbClr val="C1E1FF">
                    <a:alpha val="1305"/>
                  </a:srgbClr>
                </a:gs>
                <a:gs pos="100000">
                  <a:srgbClr val="C1E1FF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-9533904">
              <a:off x="81893" y="1147891"/>
              <a:ext cx="427889" cy="281296"/>
            </a:xfrm>
            <a:prstGeom prst="ellipse">
              <a:avLst/>
            </a:prstGeom>
            <a:gradFill>
              <a:gsLst>
                <a:gs pos="0">
                  <a:srgbClr val="000204">
                    <a:alpha val="4486"/>
                  </a:srgbClr>
                </a:gs>
                <a:gs pos="14286">
                  <a:srgbClr val="000204">
                    <a:alpha val="4131"/>
                  </a:srgbClr>
                </a:gs>
                <a:gs pos="28571">
                  <a:srgbClr val="000204">
                    <a:alpha val="3223"/>
                  </a:srgbClr>
                </a:gs>
                <a:gs pos="42857">
                  <a:srgbClr val="000204">
                    <a:alpha val="2126"/>
                  </a:srgbClr>
                </a:gs>
                <a:gs pos="57143">
                  <a:srgbClr val="000204">
                    <a:alpha val="1183"/>
                  </a:srgbClr>
                </a:gs>
                <a:gs pos="71429">
                  <a:srgbClr val="000204">
                    <a:alpha val="556"/>
                  </a:srgbClr>
                </a:gs>
                <a:gs pos="85714">
                  <a:srgbClr val="000204">
                    <a:alpha val="220"/>
                  </a:srgbClr>
                </a:gs>
                <a:gs pos="100000">
                  <a:srgbClr val="000204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10074684">
              <a:off x="1357598" y="634053"/>
              <a:ext cx="261859" cy="41151"/>
            </a:xfrm>
            <a:prstGeom prst="ellipse">
              <a:avLst/>
            </a:prstGeom>
            <a:gradFill>
              <a:gsLst>
                <a:gs pos="0">
                  <a:srgbClr val="BD9993">
                    <a:alpha val="5913"/>
                  </a:srgbClr>
                </a:gs>
                <a:gs pos="14286">
                  <a:srgbClr val="BD9993">
                    <a:alpha val="5448"/>
                  </a:srgbClr>
                </a:gs>
                <a:gs pos="28571">
                  <a:srgbClr val="BD9993">
                    <a:alpha val="4256"/>
                  </a:srgbClr>
                </a:gs>
                <a:gs pos="42857">
                  <a:srgbClr val="BD9993">
                    <a:alpha val="2813"/>
                  </a:srgbClr>
                </a:gs>
                <a:gs pos="57143">
                  <a:srgbClr val="BD9993">
                    <a:alpha val="1568"/>
                  </a:srgbClr>
                </a:gs>
                <a:gs pos="71429">
                  <a:srgbClr val="BD9993">
                    <a:alpha val="737"/>
                  </a:srgbClr>
                </a:gs>
                <a:gs pos="85714">
                  <a:srgbClr val="BD9993">
                    <a:alpha val="292"/>
                  </a:srgbClr>
                </a:gs>
                <a:gs pos="100000">
                  <a:srgbClr val="BD9993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-8933998">
              <a:off x="3054817" y="1558087"/>
              <a:ext cx="686479" cy="23085"/>
            </a:xfrm>
            <a:prstGeom prst="ellipse">
              <a:avLst/>
            </a:prstGeom>
            <a:gradFill>
              <a:gsLst>
                <a:gs pos="0">
                  <a:srgbClr val="252525">
                    <a:alpha val="32968"/>
                  </a:srgbClr>
                </a:gs>
                <a:gs pos="14286">
                  <a:srgbClr val="252525">
                    <a:alpha val="30764"/>
                  </a:srgbClr>
                </a:gs>
                <a:gs pos="28571">
                  <a:srgbClr val="252525">
                    <a:alpha val="24833"/>
                  </a:srgbClr>
                </a:gs>
                <a:gs pos="42857">
                  <a:srgbClr val="252525">
                    <a:alpha val="17075"/>
                  </a:srgbClr>
                </a:gs>
                <a:gs pos="57143">
                  <a:srgbClr val="252525">
                    <a:alpha val="9855"/>
                  </a:srgbClr>
                </a:gs>
                <a:gs pos="71429">
                  <a:srgbClr val="252525">
                    <a:alpha val="4740"/>
                  </a:srgbClr>
                </a:gs>
                <a:gs pos="85714">
                  <a:srgbClr val="252525">
                    <a:alpha val="1902"/>
                  </a:srgbClr>
                </a:gs>
                <a:gs pos="100000">
                  <a:srgbClr val="2525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5103202">
              <a:off x="1418711" y="183024"/>
              <a:ext cx="553738" cy="56644"/>
            </a:xfrm>
            <a:prstGeom prst="ellipse">
              <a:avLst/>
            </a:prstGeom>
            <a:gradFill>
              <a:gsLst>
                <a:gs pos="0">
                  <a:srgbClr val="0A0908">
                    <a:alpha val="32968"/>
                  </a:srgbClr>
                </a:gs>
                <a:gs pos="14286">
                  <a:srgbClr val="0A0908">
                    <a:alpha val="30764"/>
                  </a:srgbClr>
                </a:gs>
                <a:gs pos="28571">
                  <a:srgbClr val="0A0908">
                    <a:alpha val="24833"/>
                  </a:srgbClr>
                </a:gs>
                <a:gs pos="42857">
                  <a:srgbClr val="0A0908">
                    <a:alpha val="17075"/>
                  </a:srgbClr>
                </a:gs>
                <a:gs pos="57143">
                  <a:srgbClr val="0A0908">
                    <a:alpha val="9855"/>
                  </a:srgbClr>
                </a:gs>
                <a:gs pos="71429">
                  <a:srgbClr val="0A0908">
                    <a:alpha val="4740"/>
                  </a:srgbClr>
                </a:gs>
                <a:gs pos="85714">
                  <a:srgbClr val="0A0908">
                    <a:alpha val="1902"/>
                  </a:srgbClr>
                </a:gs>
                <a:gs pos="100000">
                  <a:srgbClr val="0A09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6610044">
              <a:off x="229707" y="1076721"/>
              <a:ext cx="364576" cy="28422"/>
            </a:xfrm>
            <a:prstGeom prst="ellipse">
              <a:avLst/>
            </a:prstGeom>
            <a:gradFill>
              <a:gsLst>
                <a:gs pos="0">
                  <a:srgbClr val="131813">
                    <a:alpha val="32968"/>
                  </a:srgbClr>
                </a:gs>
                <a:gs pos="14286">
                  <a:srgbClr val="131813">
                    <a:alpha val="30764"/>
                  </a:srgbClr>
                </a:gs>
                <a:gs pos="28571">
                  <a:srgbClr val="131813">
                    <a:alpha val="24833"/>
                  </a:srgbClr>
                </a:gs>
                <a:gs pos="42857">
                  <a:srgbClr val="131813">
                    <a:alpha val="17075"/>
                  </a:srgbClr>
                </a:gs>
                <a:gs pos="57143">
                  <a:srgbClr val="131813">
                    <a:alpha val="9855"/>
                  </a:srgbClr>
                </a:gs>
                <a:gs pos="71429">
                  <a:srgbClr val="131813">
                    <a:alpha val="4740"/>
                  </a:srgbClr>
                </a:gs>
                <a:gs pos="85714">
                  <a:srgbClr val="131813">
                    <a:alpha val="1902"/>
                  </a:srgbClr>
                </a:gs>
                <a:gs pos="100000">
                  <a:srgbClr val="1318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2877359">
              <a:off x="789930" y="460897"/>
              <a:ext cx="441697" cy="163567"/>
            </a:xfrm>
            <a:prstGeom prst="ellipse">
              <a:avLst/>
            </a:prstGeom>
            <a:gradFill>
              <a:gsLst>
                <a:gs pos="0">
                  <a:srgbClr val="020605">
                    <a:alpha val="32968"/>
                  </a:srgbClr>
                </a:gs>
                <a:gs pos="14286">
                  <a:srgbClr val="020605">
                    <a:alpha val="30764"/>
                  </a:srgbClr>
                </a:gs>
                <a:gs pos="28571">
                  <a:srgbClr val="020605">
                    <a:alpha val="24833"/>
                  </a:srgbClr>
                </a:gs>
                <a:gs pos="42857">
                  <a:srgbClr val="020605">
                    <a:alpha val="17075"/>
                  </a:srgbClr>
                </a:gs>
                <a:gs pos="57143">
                  <a:srgbClr val="020605">
                    <a:alpha val="9855"/>
                  </a:srgbClr>
                </a:gs>
                <a:gs pos="71429">
                  <a:srgbClr val="020605">
                    <a:alpha val="4740"/>
                  </a:srgbClr>
                </a:gs>
                <a:gs pos="85714">
                  <a:srgbClr val="020605">
                    <a:alpha val="1902"/>
                  </a:srgbClr>
                </a:gs>
                <a:gs pos="100000">
                  <a:srgbClr val="0206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2760652">
              <a:off x="1699258" y="2950567"/>
              <a:ext cx="442520" cy="129731"/>
            </a:xfrm>
            <a:prstGeom prst="ellipse">
              <a:avLst/>
            </a:prstGeom>
            <a:gradFill>
              <a:gsLst>
                <a:gs pos="0">
                  <a:srgbClr val="010400">
                    <a:alpha val="28475"/>
                  </a:srgbClr>
                </a:gs>
                <a:gs pos="14286">
                  <a:srgbClr val="010400">
                    <a:alpha val="26510"/>
                  </a:srgbClr>
                </a:gs>
                <a:gs pos="28571">
                  <a:srgbClr val="010400">
                    <a:alpha val="21271"/>
                  </a:srgbClr>
                </a:gs>
                <a:gs pos="42857">
                  <a:srgbClr val="010400">
                    <a:alpha val="14518"/>
                  </a:srgbClr>
                </a:gs>
                <a:gs pos="57143">
                  <a:srgbClr val="010400">
                    <a:alpha val="8325"/>
                  </a:srgbClr>
                </a:gs>
                <a:gs pos="71429">
                  <a:srgbClr val="010400">
                    <a:alpha val="3987"/>
                  </a:srgbClr>
                </a:gs>
                <a:gs pos="85714">
                  <a:srgbClr val="010400">
                    <a:alpha val="1596"/>
                  </a:srgbClr>
                </a:gs>
                <a:gs pos="100000">
                  <a:srgbClr val="010400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9545076">
              <a:off x="1979169" y="981151"/>
              <a:ext cx="43184" cy="27481"/>
            </a:xfrm>
            <a:prstGeom prst="ellipse">
              <a:avLst/>
            </a:prstGeom>
            <a:gradFill>
              <a:gsLst>
                <a:gs pos="0">
                  <a:srgbClr val="BDA7E6">
                    <a:alpha val="32968"/>
                  </a:srgbClr>
                </a:gs>
                <a:gs pos="14286">
                  <a:srgbClr val="BDA7E6">
                    <a:alpha val="30764"/>
                  </a:srgbClr>
                </a:gs>
                <a:gs pos="28571">
                  <a:srgbClr val="BDA7E6">
                    <a:alpha val="24833"/>
                  </a:srgbClr>
                </a:gs>
                <a:gs pos="42857">
                  <a:srgbClr val="BDA7E6">
                    <a:alpha val="17075"/>
                  </a:srgbClr>
                </a:gs>
                <a:gs pos="57143">
                  <a:srgbClr val="BDA7E6">
                    <a:alpha val="9855"/>
                  </a:srgbClr>
                </a:gs>
                <a:gs pos="71429">
                  <a:srgbClr val="BDA7E6">
                    <a:alpha val="4740"/>
                  </a:srgbClr>
                </a:gs>
                <a:gs pos="85714">
                  <a:srgbClr val="BDA7E6">
                    <a:alpha val="1902"/>
                  </a:srgbClr>
                </a:gs>
                <a:gs pos="100000">
                  <a:srgbClr val="BDA7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8646686">
              <a:off x="2168593" y="2226957"/>
              <a:ext cx="448037" cy="39752"/>
            </a:xfrm>
            <a:prstGeom prst="ellipse">
              <a:avLst/>
            </a:prstGeom>
            <a:gradFill>
              <a:gsLst>
                <a:gs pos="0">
                  <a:srgbClr val="0E0C0F">
                    <a:alpha val="32968"/>
                  </a:srgbClr>
                </a:gs>
                <a:gs pos="14286">
                  <a:srgbClr val="0E0C0F">
                    <a:alpha val="30764"/>
                  </a:srgbClr>
                </a:gs>
                <a:gs pos="28571">
                  <a:srgbClr val="0E0C0F">
                    <a:alpha val="24833"/>
                  </a:srgbClr>
                </a:gs>
                <a:gs pos="42857">
                  <a:srgbClr val="0E0C0F">
                    <a:alpha val="17075"/>
                  </a:srgbClr>
                </a:gs>
                <a:gs pos="57143">
                  <a:srgbClr val="0E0C0F">
                    <a:alpha val="9855"/>
                  </a:srgbClr>
                </a:gs>
                <a:gs pos="71429">
                  <a:srgbClr val="0E0C0F">
                    <a:alpha val="4740"/>
                  </a:srgbClr>
                </a:gs>
                <a:gs pos="85714">
                  <a:srgbClr val="0E0C0F">
                    <a:alpha val="1902"/>
                  </a:srgbClr>
                </a:gs>
                <a:gs pos="100000">
                  <a:srgbClr val="0E0C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3257096">
              <a:off x="2040785" y="2880690"/>
              <a:ext cx="609880" cy="80219"/>
            </a:xfrm>
            <a:prstGeom prst="ellipse">
              <a:avLst/>
            </a:prstGeom>
            <a:gradFill>
              <a:gsLst>
                <a:gs pos="0">
                  <a:srgbClr val="060B0B">
                    <a:alpha val="32968"/>
                  </a:srgbClr>
                </a:gs>
                <a:gs pos="14286">
                  <a:srgbClr val="060B0B">
                    <a:alpha val="30764"/>
                  </a:srgbClr>
                </a:gs>
                <a:gs pos="28571">
                  <a:srgbClr val="060B0B">
                    <a:alpha val="24833"/>
                  </a:srgbClr>
                </a:gs>
                <a:gs pos="42857">
                  <a:srgbClr val="060B0B">
                    <a:alpha val="17075"/>
                  </a:srgbClr>
                </a:gs>
                <a:gs pos="57143">
                  <a:srgbClr val="060B0B">
                    <a:alpha val="9855"/>
                  </a:srgbClr>
                </a:gs>
                <a:gs pos="71429">
                  <a:srgbClr val="060B0B">
                    <a:alpha val="4740"/>
                  </a:srgbClr>
                </a:gs>
                <a:gs pos="85714">
                  <a:srgbClr val="060B0B">
                    <a:alpha val="1902"/>
                  </a:srgbClr>
                </a:gs>
                <a:gs pos="100000">
                  <a:srgbClr val="060B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-9243665">
              <a:off x="2036614" y="1893322"/>
              <a:ext cx="428228" cy="1563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6872933">
              <a:off x="1506091" y="274455"/>
              <a:ext cx="384724" cy="47407"/>
            </a:xfrm>
            <a:prstGeom prst="ellipse">
              <a:avLst/>
            </a:prstGeom>
            <a:gradFill>
              <a:gsLst>
                <a:gs pos="0">
                  <a:srgbClr val="060A0B">
                    <a:alpha val="32968"/>
                  </a:srgbClr>
                </a:gs>
                <a:gs pos="14286">
                  <a:srgbClr val="060A0B">
                    <a:alpha val="30764"/>
                  </a:srgbClr>
                </a:gs>
                <a:gs pos="28571">
                  <a:srgbClr val="060A0B">
                    <a:alpha val="24833"/>
                  </a:srgbClr>
                </a:gs>
                <a:gs pos="42857">
                  <a:srgbClr val="060A0B">
                    <a:alpha val="17075"/>
                  </a:srgbClr>
                </a:gs>
                <a:gs pos="57143">
                  <a:srgbClr val="060A0B">
                    <a:alpha val="9855"/>
                  </a:srgbClr>
                </a:gs>
                <a:gs pos="71429">
                  <a:srgbClr val="060A0B">
                    <a:alpha val="4740"/>
                  </a:srgbClr>
                </a:gs>
                <a:gs pos="85714">
                  <a:srgbClr val="060A0B">
                    <a:alpha val="1902"/>
                  </a:srgbClr>
                </a:gs>
                <a:gs pos="100000">
                  <a:srgbClr val="060A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5110808">
              <a:off x="2277411" y="2430423"/>
              <a:ext cx="219904" cy="66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5658463">
              <a:off x="1940284" y="466396"/>
              <a:ext cx="99644" cy="28795"/>
            </a:xfrm>
            <a:prstGeom prst="ellipse">
              <a:avLst/>
            </a:prstGeom>
            <a:gradFill>
              <a:gsLst>
                <a:gs pos="0">
                  <a:srgbClr val="88807B">
                    <a:alpha val="32968"/>
                  </a:srgbClr>
                </a:gs>
                <a:gs pos="14286">
                  <a:srgbClr val="88807B">
                    <a:alpha val="30764"/>
                  </a:srgbClr>
                </a:gs>
                <a:gs pos="28571">
                  <a:srgbClr val="88807B">
                    <a:alpha val="24833"/>
                  </a:srgbClr>
                </a:gs>
                <a:gs pos="42857">
                  <a:srgbClr val="88807B">
                    <a:alpha val="17075"/>
                  </a:srgbClr>
                </a:gs>
                <a:gs pos="57143">
                  <a:srgbClr val="88807B">
                    <a:alpha val="9855"/>
                  </a:srgbClr>
                </a:gs>
                <a:gs pos="71429">
                  <a:srgbClr val="88807B">
                    <a:alpha val="4740"/>
                  </a:srgbClr>
                </a:gs>
                <a:gs pos="85714">
                  <a:srgbClr val="88807B">
                    <a:alpha val="1902"/>
                  </a:srgbClr>
                </a:gs>
                <a:gs pos="100000">
                  <a:srgbClr val="8880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-8451374">
              <a:off x="1461105" y="2062462"/>
              <a:ext cx="588226" cy="33362"/>
            </a:xfrm>
            <a:prstGeom prst="ellipse">
              <a:avLst/>
            </a:prstGeom>
            <a:gradFill>
              <a:gsLst>
                <a:gs pos="0">
                  <a:srgbClr val="14100B">
                    <a:alpha val="32968"/>
                  </a:srgbClr>
                </a:gs>
                <a:gs pos="14286">
                  <a:srgbClr val="14100B">
                    <a:alpha val="30764"/>
                  </a:srgbClr>
                </a:gs>
                <a:gs pos="28571">
                  <a:srgbClr val="14100B">
                    <a:alpha val="24833"/>
                  </a:srgbClr>
                </a:gs>
                <a:gs pos="42857">
                  <a:srgbClr val="14100B">
                    <a:alpha val="17075"/>
                  </a:srgbClr>
                </a:gs>
                <a:gs pos="57143">
                  <a:srgbClr val="14100B">
                    <a:alpha val="9855"/>
                  </a:srgbClr>
                </a:gs>
                <a:gs pos="71429">
                  <a:srgbClr val="14100B">
                    <a:alpha val="4740"/>
                  </a:srgbClr>
                </a:gs>
                <a:gs pos="85714">
                  <a:srgbClr val="14100B">
                    <a:alpha val="1902"/>
                  </a:srgbClr>
                </a:gs>
                <a:gs pos="100000">
                  <a:srgbClr val="141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-8949681">
              <a:off x="759375" y="213845"/>
              <a:ext cx="580736" cy="336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-10246190">
              <a:off x="638309" y="793565"/>
              <a:ext cx="490123" cy="186053"/>
            </a:xfrm>
            <a:prstGeom prst="ellipse">
              <a:avLst/>
            </a:prstGeom>
            <a:gradFill>
              <a:gsLst>
                <a:gs pos="0">
                  <a:srgbClr val="0F1711">
                    <a:alpha val="16027"/>
                  </a:srgbClr>
                </a:gs>
                <a:gs pos="14286">
                  <a:srgbClr val="0F1711">
                    <a:alpha val="14832"/>
                  </a:srgbClr>
                </a:gs>
                <a:gs pos="28571">
                  <a:srgbClr val="0F1711">
                    <a:alpha val="11720"/>
                  </a:srgbClr>
                </a:gs>
                <a:gs pos="42857">
                  <a:srgbClr val="0F1711">
                    <a:alpha val="7851"/>
                  </a:srgbClr>
                </a:gs>
                <a:gs pos="57143">
                  <a:srgbClr val="0F1711">
                    <a:alpha val="4429"/>
                  </a:srgbClr>
                </a:gs>
                <a:gs pos="71429">
                  <a:srgbClr val="0F1711">
                    <a:alpha val="2098"/>
                  </a:srgbClr>
                </a:gs>
                <a:gs pos="85714">
                  <a:srgbClr val="0F1711">
                    <a:alpha val="835"/>
                  </a:srgbClr>
                </a:gs>
                <a:gs pos="100000">
                  <a:srgbClr val="0F1711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-9707778">
              <a:off x="594514" y="574380"/>
              <a:ext cx="205021" cy="43627"/>
            </a:xfrm>
            <a:prstGeom prst="ellipse">
              <a:avLst/>
            </a:prstGeom>
            <a:gradFill>
              <a:gsLst>
                <a:gs pos="0">
                  <a:srgbClr val="8C8884">
                    <a:alpha val="32968"/>
                  </a:srgbClr>
                </a:gs>
                <a:gs pos="14286">
                  <a:srgbClr val="8C8884">
                    <a:alpha val="30764"/>
                  </a:srgbClr>
                </a:gs>
                <a:gs pos="28571">
                  <a:srgbClr val="8C8884">
                    <a:alpha val="24833"/>
                  </a:srgbClr>
                </a:gs>
                <a:gs pos="42857">
                  <a:srgbClr val="8C8884">
                    <a:alpha val="17075"/>
                  </a:srgbClr>
                </a:gs>
                <a:gs pos="57143">
                  <a:srgbClr val="8C8884">
                    <a:alpha val="9855"/>
                  </a:srgbClr>
                </a:gs>
                <a:gs pos="71429">
                  <a:srgbClr val="8C8884">
                    <a:alpha val="4740"/>
                  </a:srgbClr>
                </a:gs>
                <a:gs pos="85714">
                  <a:srgbClr val="8C8884">
                    <a:alpha val="1902"/>
                  </a:srgbClr>
                </a:gs>
                <a:gs pos="100000">
                  <a:srgbClr val="8C88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7646119">
              <a:off x="3018705" y="1756486"/>
              <a:ext cx="430276" cy="903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7566871">
              <a:off x="2650553" y="156601"/>
              <a:ext cx="26128" cy="19861"/>
            </a:xfrm>
            <a:prstGeom prst="ellipse">
              <a:avLst/>
            </a:prstGeom>
            <a:gradFill>
              <a:gsLst>
                <a:gs pos="0">
                  <a:srgbClr val="F9ECEE">
                    <a:alpha val="27446"/>
                  </a:srgbClr>
                </a:gs>
                <a:gs pos="14286">
                  <a:srgbClr val="F9ECEE">
                    <a:alpha val="25539"/>
                  </a:srgbClr>
                </a:gs>
                <a:gs pos="28571">
                  <a:srgbClr val="F9ECEE">
                    <a:alpha val="20464"/>
                  </a:srgbClr>
                </a:gs>
                <a:gs pos="42857">
                  <a:srgbClr val="F9ECEE">
                    <a:alpha val="13945"/>
                  </a:srgbClr>
                </a:gs>
                <a:gs pos="57143">
                  <a:srgbClr val="F9ECEE">
                    <a:alpha val="7985"/>
                  </a:srgbClr>
                </a:gs>
                <a:gs pos="71429">
                  <a:srgbClr val="F9ECEE">
                    <a:alpha val="3820"/>
                  </a:srgbClr>
                </a:gs>
                <a:gs pos="85714">
                  <a:srgbClr val="F9ECEE">
                    <a:alpha val="1529"/>
                  </a:srgbClr>
                </a:gs>
                <a:gs pos="100000">
                  <a:srgbClr val="F9ECEE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-8408170">
              <a:off x="975689" y="2715839"/>
              <a:ext cx="295206" cy="30174"/>
            </a:xfrm>
            <a:prstGeom prst="ellipse">
              <a:avLst/>
            </a:prstGeom>
            <a:gradFill>
              <a:gsLst>
                <a:gs pos="0">
                  <a:srgbClr val="160F13">
                    <a:alpha val="20709"/>
                  </a:srgbClr>
                </a:gs>
                <a:gs pos="14286">
                  <a:srgbClr val="160F13">
                    <a:alpha val="19207"/>
                  </a:srgbClr>
                </a:gs>
                <a:gs pos="28571">
                  <a:srgbClr val="160F13">
                    <a:alpha val="15262"/>
                  </a:srgbClr>
                </a:gs>
                <a:gs pos="42857">
                  <a:srgbClr val="160F13">
                    <a:alpha val="10293"/>
                  </a:srgbClr>
                </a:gs>
                <a:gs pos="57143">
                  <a:srgbClr val="160F13">
                    <a:alpha val="5841"/>
                  </a:srgbClr>
                </a:gs>
                <a:gs pos="71429">
                  <a:srgbClr val="160F13">
                    <a:alpha val="2778"/>
                  </a:srgbClr>
                </a:gs>
                <a:gs pos="85714">
                  <a:srgbClr val="160F13">
                    <a:alpha val="1108"/>
                  </a:srgbClr>
                </a:gs>
                <a:gs pos="100000">
                  <a:srgbClr val="160F13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4565198">
              <a:off x="2596768" y="2679109"/>
              <a:ext cx="597482" cy="62362"/>
            </a:xfrm>
            <a:prstGeom prst="ellipse">
              <a:avLst/>
            </a:prstGeom>
            <a:gradFill>
              <a:gsLst>
                <a:gs pos="0">
                  <a:srgbClr val="060B0C">
                    <a:alpha val="32968"/>
                  </a:srgbClr>
                </a:gs>
                <a:gs pos="14286">
                  <a:srgbClr val="060B0C">
                    <a:alpha val="30764"/>
                  </a:srgbClr>
                </a:gs>
                <a:gs pos="28571">
                  <a:srgbClr val="060B0C">
                    <a:alpha val="24833"/>
                  </a:srgbClr>
                </a:gs>
                <a:gs pos="42857">
                  <a:srgbClr val="060B0C">
                    <a:alpha val="17075"/>
                  </a:srgbClr>
                </a:gs>
                <a:gs pos="57143">
                  <a:srgbClr val="060B0C">
                    <a:alpha val="9855"/>
                  </a:srgbClr>
                </a:gs>
                <a:gs pos="71429">
                  <a:srgbClr val="060B0C">
                    <a:alpha val="4740"/>
                  </a:srgbClr>
                </a:gs>
                <a:gs pos="85714">
                  <a:srgbClr val="060B0C">
                    <a:alpha val="1902"/>
                  </a:srgbClr>
                </a:gs>
                <a:gs pos="100000">
                  <a:srgbClr val="060B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-10714869">
              <a:off x="2990430" y="2923937"/>
              <a:ext cx="172090" cy="705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6157346">
              <a:off x="1954283" y="895084"/>
              <a:ext cx="35655" cy="24937"/>
            </a:xfrm>
            <a:prstGeom prst="ellipse">
              <a:avLst/>
            </a:prstGeom>
            <a:gradFill>
              <a:gsLst>
                <a:gs pos="0">
                  <a:srgbClr val="FFD6FF">
                    <a:alpha val="32968"/>
                  </a:srgbClr>
                </a:gs>
                <a:gs pos="14286">
                  <a:srgbClr val="FFD6FF">
                    <a:alpha val="30764"/>
                  </a:srgbClr>
                </a:gs>
                <a:gs pos="28571">
                  <a:srgbClr val="FFD6FF">
                    <a:alpha val="24833"/>
                  </a:srgbClr>
                </a:gs>
                <a:gs pos="42857">
                  <a:srgbClr val="FFD6FF">
                    <a:alpha val="17075"/>
                  </a:srgbClr>
                </a:gs>
                <a:gs pos="57143">
                  <a:srgbClr val="FFD6FF">
                    <a:alpha val="9855"/>
                  </a:srgbClr>
                </a:gs>
                <a:gs pos="71429">
                  <a:srgbClr val="FFD6FF">
                    <a:alpha val="4740"/>
                  </a:srgbClr>
                </a:gs>
                <a:gs pos="85714">
                  <a:srgbClr val="FFD6FF">
                    <a:alpha val="1902"/>
                  </a:srgbClr>
                </a:gs>
                <a:gs pos="100000">
                  <a:srgbClr val="FFD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7918235">
              <a:off x="794805" y="2095860"/>
              <a:ext cx="350478" cy="80111"/>
            </a:xfrm>
            <a:prstGeom prst="ellipse">
              <a:avLst/>
            </a:prstGeom>
            <a:gradFill>
              <a:gsLst>
                <a:gs pos="0">
                  <a:srgbClr val="070A08">
                    <a:alpha val="27604"/>
                  </a:srgbClr>
                </a:gs>
                <a:gs pos="14286">
                  <a:srgbClr val="070A08">
                    <a:alpha val="25688"/>
                  </a:srgbClr>
                </a:gs>
                <a:gs pos="28571">
                  <a:srgbClr val="070A08">
                    <a:alpha val="20588"/>
                  </a:srgbClr>
                </a:gs>
                <a:gs pos="42857">
                  <a:srgbClr val="070A08">
                    <a:alpha val="14033"/>
                  </a:srgbClr>
                </a:gs>
                <a:gs pos="57143">
                  <a:srgbClr val="070A08">
                    <a:alpha val="8037"/>
                  </a:srgbClr>
                </a:gs>
                <a:gs pos="71429">
                  <a:srgbClr val="070A08">
                    <a:alpha val="3846"/>
                  </a:srgbClr>
                </a:gs>
                <a:gs pos="85714">
                  <a:srgbClr val="070A08">
                    <a:alpha val="1539"/>
                  </a:srgbClr>
                </a:gs>
                <a:gs pos="100000">
                  <a:srgbClr val="070A08">
                    <a:alpha val="5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8036820">
              <a:off x="2057082" y="469325"/>
              <a:ext cx="184539" cy="182180"/>
            </a:xfrm>
            <a:prstGeom prst="ellipse">
              <a:avLst/>
            </a:prstGeom>
            <a:gradFill>
              <a:gsLst>
                <a:gs pos="0">
                  <a:srgbClr val="000403">
                    <a:alpha val="23158"/>
                  </a:srgbClr>
                </a:gs>
                <a:gs pos="14286">
                  <a:srgbClr val="000403">
                    <a:alpha val="21503"/>
                  </a:srgbClr>
                </a:gs>
                <a:gs pos="28571">
                  <a:srgbClr val="000403">
                    <a:alpha val="17137"/>
                  </a:srgbClr>
                </a:gs>
                <a:gs pos="42857">
                  <a:srgbClr val="000403">
                    <a:alpha val="11601"/>
                  </a:srgbClr>
                </a:gs>
                <a:gs pos="57143">
                  <a:srgbClr val="000403">
                    <a:alpha val="6604"/>
                  </a:srgbClr>
                </a:gs>
                <a:gs pos="71429">
                  <a:srgbClr val="000403">
                    <a:alpha val="3148"/>
                  </a:srgbClr>
                </a:gs>
                <a:gs pos="85714">
                  <a:srgbClr val="000403">
                    <a:alpha val="1257"/>
                  </a:srgbClr>
                </a:gs>
                <a:gs pos="100000">
                  <a:srgbClr val="000403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-8858985">
              <a:off x="1946647" y="983893"/>
              <a:ext cx="486533" cy="87476"/>
            </a:xfrm>
            <a:prstGeom prst="ellipse">
              <a:avLst/>
            </a:prstGeom>
            <a:gradFill>
              <a:gsLst>
                <a:gs pos="0">
                  <a:srgbClr val="08090B">
                    <a:alpha val="32968"/>
                  </a:srgbClr>
                </a:gs>
                <a:gs pos="14286">
                  <a:srgbClr val="08090B">
                    <a:alpha val="30764"/>
                  </a:srgbClr>
                </a:gs>
                <a:gs pos="28571">
                  <a:srgbClr val="08090B">
                    <a:alpha val="24833"/>
                  </a:srgbClr>
                </a:gs>
                <a:gs pos="42857">
                  <a:srgbClr val="08090B">
                    <a:alpha val="17075"/>
                  </a:srgbClr>
                </a:gs>
                <a:gs pos="57143">
                  <a:srgbClr val="08090B">
                    <a:alpha val="9855"/>
                  </a:srgbClr>
                </a:gs>
                <a:gs pos="71429">
                  <a:srgbClr val="08090B">
                    <a:alpha val="4740"/>
                  </a:srgbClr>
                </a:gs>
                <a:gs pos="85714">
                  <a:srgbClr val="08090B">
                    <a:alpha val="1902"/>
                  </a:srgbClr>
                </a:gs>
                <a:gs pos="100000">
                  <a:srgbClr val="0809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-8269123">
              <a:off x="352058" y="3082056"/>
              <a:ext cx="485901" cy="33315"/>
            </a:xfrm>
            <a:prstGeom prst="ellipse">
              <a:avLst/>
            </a:prstGeom>
            <a:gradFill>
              <a:gsLst>
                <a:gs pos="0">
                  <a:srgbClr val="181817">
                    <a:alpha val="32968"/>
                  </a:srgbClr>
                </a:gs>
                <a:gs pos="14286">
                  <a:srgbClr val="181817">
                    <a:alpha val="30764"/>
                  </a:srgbClr>
                </a:gs>
                <a:gs pos="28571">
                  <a:srgbClr val="181817">
                    <a:alpha val="24833"/>
                  </a:srgbClr>
                </a:gs>
                <a:gs pos="42857">
                  <a:srgbClr val="181817">
                    <a:alpha val="17075"/>
                  </a:srgbClr>
                </a:gs>
                <a:gs pos="57143">
                  <a:srgbClr val="181817">
                    <a:alpha val="9855"/>
                  </a:srgbClr>
                </a:gs>
                <a:gs pos="71429">
                  <a:srgbClr val="181817">
                    <a:alpha val="4740"/>
                  </a:srgbClr>
                </a:gs>
                <a:gs pos="85714">
                  <a:srgbClr val="181817">
                    <a:alpha val="1902"/>
                  </a:srgbClr>
                </a:gs>
                <a:gs pos="100000">
                  <a:srgbClr val="1818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3201385">
              <a:off x="2719038" y="966446"/>
              <a:ext cx="610448" cy="83417"/>
            </a:xfrm>
            <a:prstGeom prst="ellipse">
              <a:avLst/>
            </a:prstGeom>
            <a:gradFill>
              <a:gsLst>
                <a:gs pos="0">
                  <a:srgbClr val="050905">
                    <a:alpha val="32968"/>
                  </a:srgbClr>
                </a:gs>
                <a:gs pos="14286">
                  <a:srgbClr val="050905">
                    <a:alpha val="30764"/>
                  </a:srgbClr>
                </a:gs>
                <a:gs pos="28571">
                  <a:srgbClr val="050905">
                    <a:alpha val="24833"/>
                  </a:srgbClr>
                </a:gs>
                <a:gs pos="42857">
                  <a:srgbClr val="050905">
                    <a:alpha val="17075"/>
                  </a:srgbClr>
                </a:gs>
                <a:gs pos="57143">
                  <a:srgbClr val="050905">
                    <a:alpha val="9855"/>
                  </a:srgbClr>
                </a:gs>
                <a:gs pos="71429">
                  <a:srgbClr val="050905">
                    <a:alpha val="4740"/>
                  </a:srgbClr>
                </a:gs>
                <a:gs pos="85714">
                  <a:srgbClr val="050905">
                    <a:alpha val="1902"/>
                  </a:srgbClr>
                </a:gs>
                <a:gs pos="100000">
                  <a:srgbClr val="0509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4835049">
              <a:off x="3182896" y="1093395"/>
              <a:ext cx="39984" cy="22082"/>
            </a:xfrm>
            <a:prstGeom prst="ellipse">
              <a:avLst/>
            </a:prstGeom>
            <a:gradFill>
              <a:gsLst>
                <a:gs pos="0">
                  <a:srgbClr val="FFE7FF">
                    <a:alpha val="32968"/>
                  </a:srgbClr>
                </a:gs>
                <a:gs pos="14286">
                  <a:srgbClr val="FFE7FF">
                    <a:alpha val="30764"/>
                  </a:srgbClr>
                </a:gs>
                <a:gs pos="28571">
                  <a:srgbClr val="FFE7FF">
                    <a:alpha val="24833"/>
                  </a:srgbClr>
                </a:gs>
                <a:gs pos="42857">
                  <a:srgbClr val="FFE7FF">
                    <a:alpha val="17075"/>
                  </a:srgbClr>
                </a:gs>
                <a:gs pos="57143">
                  <a:srgbClr val="FFE7FF">
                    <a:alpha val="9855"/>
                  </a:srgbClr>
                </a:gs>
                <a:gs pos="71429">
                  <a:srgbClr val="FFE7FF">
                    <a:alpha val="4740"/>
                  </a:srgbClr>
                </a:gs>
                <a:gs pos="85714">
                  <a:srgbClr val="FFE7FF">
                    <a:alpha val="1902"/>
                  </a:srgbClr>
                </a:gs>
                <a:gs pos="100000">
                  <a:srgbClr val="FFE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8709297">
              <a:off x="2800609" y="622510"/>
              <a:ext cx="413688" cy="36571"/>
            </a:xfrm>
            <a:prstGeom prst="ellipse">
              <a:avLst/>
            </a:prstGeom>
            <a:gradFill>
              <a:gsLst>
                <a:gs pos="0">
                  <a:srgbClr val="293335">
                    <a:alpha val="32968"/>
                  </a:srgbClr>
                </a:gs>
                <a:gs pos="14286">
                  <a:srgbClr val="293335">
                    <a:alpha val="30764"/>
                  </a:srgbClr>
                </a:gs>
                <a:gs pos="28571">
                  <a:srgbClr val="293335">
                    <a:alpha val="24833"/>
                  </a:srgbClr>
                </a:gs>
                <a:gs pos="42857">
                  <a:srgbClr val="293335">
                    <a:alpha val="17075"/>
                  </a:srgbClr>
                </a:gs>
                <a:gs pos="57143">
                  <a:srgbClr val="293335">
                    <a:alpha val="9855"/>
                  </a:srgbClr>
                </a:gs>
                <a:gs pos="71429">
                  <a:srgbClr val="293335">
                    <a:alpha val="4740"/>
                  </a:srgbClr>
                </a:gs>
                <a:gs pos="85714">
                  <a:srgbClr val="293335">
                    <a:alpha val="1902"/>
                  </a:srgbClr>
                </a:gs>
                <a:gs pos="100000">
                  <a:srgbClr val="2933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7579445">
              <a:off x="2600215" y="102992"/>
              <a:ext cx="282896" cy="64149"/>
            </a:xfrm>
            <a:prstGeom prst="ellipse">
              <a:avLst/>
            </a:prstGeom>
            <a:gradFill>
              <a:gsLst>
                <a:gs pos="0">
                  <a:srgbClr val="060B09">
                    <a:alpha val="32968"/>
                  </a:srgbClr>
                </a:gs>
                <a:gs pos="14286">
                  <a:srgbClr val="060B09">
                    <a:alpha val="30764"/>
                  </a:srgbClr>
                </a:gs>
                <a:gs pos="28571">
                  <a:srgbClr val="060B09">
                    <a:alpha val="24833"/>
                  </a:srgbClr>
                </a:gs>
                <a:gs pos="42857">
                  <a:srgbClr val="060B09">
                    <a:alpha val="17075"/>
                  </a:srgbClr>
                </a:gs>
                <a:gs pos="57143">
                  <a:srgbClr val="060B09">
                    <a:alpha val="9855"/>
                  </a:srgbClr>
                </a:gs>
                <a:gs pos="71429">
                  <a:srgbClr val="060B09">
                    <a:alpha val="4740"/>
                  </a:srgbClr>
                </a:gs>
                <a:gs pos="85714">
                  <a:srgbClr val="060B09">
                    <a:alpha val="1902"/>
                  </a:srgbClr>
                </a:gs>
                <a:gs pos="100000">
                  <a:srgbClr val="060B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9869152">
              <a:off x="93843" y="1602448"/>
              <a:ext cx="478061" cy="154410"/>
            </a:xfrm>
            <a:prstGeom prst="ellipse">
              <a:avLst/>
            </a:prstGeom>
            <a:gradFill>
              <a:gsLst>
                <a:gs pos="0">
                  <a:srgbClr val="000303">
                    <a:alpha val="32968"/>
                  </a:srgbClr>
                </a:gs>
                <a:gs pos="14286">
                  <a:srgbClr val="000303">
                    <a:alpha val="30764"/>
                  </a:srgbClr>
                </a:gs>
                <a:gs pos="28571">
                  <a:srgbClr val="000303">
                    <a:alpha val="24833"/>
                  </a:srgbClr>
                </a:gs>
                <a:gs pos="42857">
                  <a:srgbClr val="000303">
                    <a:alpha val="17075"/>
                  </a:srgbClr>
                </a:gs>
                <a:gs pos="57143">
                  <a:srgbClr val="000303">
                    <a:alpha val="9855"/>
                  </a:srgbClr>
                </a:gs>
                <a:gs pos="71429">
                  <a:srgbClr val="000303">
                    <a:alpha val="4740"/>
                  </a:srgbClr>
                </a:gs>
                <a:gs pos="85714">
                  <a:srgbClr val="000303">
                    <a:alpha val="1902"/>
                  </a:srgbClr>
                </a:gs>
                <a:gs pos="100000">
                  <a:srgbClr val="0003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-9337238">
              <a:off x="1447995" y="2815192"/>
              <a:ext cx="266520" cy="30668"/>
            </a:xfrm>
            <a:prstGeom prst="ellipse">
              <a:avLst/>
            </a:prstGeom>
            <a:gradFill>
              <a:gsLst>
                <a:gs pos="0">
                  <a:srgbClr val="626969">
                    <a:alpha val="32968"/>
                  </a:srgbClr>
                </a:gs>
                <a:gs pos="14286">
                  <a:srgbClr val="626969">
                    <a:alpha val="30764"/>
                  </a:srgbClr>
                </a:gs>
                <a:gs pos="28571">
                  <a:srgbClr val="626969">
                    <a:alpha val="24833"/>
                  </a:srgbClr>
                </a:gs>
                <a:gs pos="42857">
                  <a:srgbClr val="626969">
                    <a:alpha val="17075"/>
                  </a:srgbClr>
                </a:gs>
                <a:gs pos="57143">
                  <a:srgbClr val="626969">
                    <a:alpha val="9855"/>
                  </a:srgbClr>
                </a:gs>
                <a:gs pos="71429">
                  <a:srgbClr val="626969">
                    <a:alpha val="4740"/>
                  </a:srgbClr>
                </a:gs>
                <a:gs pos="85714">
                  <a:srgbClr val="626969">
                    <a:alpha val="1902"/>
                  </a:srgbClr>
                </a:gs>
                <a:gs pos="100000">
                  <a:srgbClr val="6269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-10491888">
              <a:off x="2780422" y="1307667"/>
              <a:ext cx="263605" cy="32558"/>
            </a:xfrm>
            <a:prstGeom prst="ellipse">
              <a:avLst/>
            </a:prstGeom>
            <a:gradFill>
              <a:gsLst>
                <a:gs pos="0">
                  <a:srgbClr val="5B6269">
                    <a:alpha val="32968"/>
                  </a:srgbClr>
                </a:gs>
                <a:gs pos="14286">
                  <a:srgbClr val="5B6269">
                    <a:alpha val="30764"/>
                  </a:srgbClr>
                </a:gs>
                <a:gs pos="28571">
                  <a:srgbClr val="5B6269">
                    <a:alpha val="24833"/>
                  </a:srgbClr>
                </a:gs>
                <a:gs pos="42857">
                  <a:srgbClr val="5B6269">
                    <a:alpha val="17075"/>
                  </a:srgbClr>
                </a:gs>
                <a:gs pos="57143">
                  <a:srgbClr val="5B6269">
                    <a:alpha val="9855"/>
                  </a:srgbClr>
                </a:gs>
                <a:gs pos="71429">
                  <a:srgbClr val="5B6269">
                    <a:alpha val="4740"/>
                  </a:srgbClr>
                </a:gs>
                <a:gs pos="85714">
                  <a:srgbClr val="5B6269">
                    <a:alpha val="1902"/>
                  </a:srgbClr>
                </a:gs>
                <a:gs pos="100000">
                  <a:srgbClr val="5B62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5739425">
              <a:off x="2652461" y="2837486"/>
              <a:ext cx="123062" cy="26305"/>
            </a:xfrm>
            <a:prstGeom prst="ellipse">
              <a:avLst/>
            </a:prstGeom>
            <a:gradFill>
              <a:gsLst>
                <a:gs pos="0">
                  <a:srgbClr val="6A6867">
                    <a:alpha val="32968"/>
                  </a:srgbClr>
                </a:gs>
                <a:gs pos="14286">
                  <a:srgbClr val="6A6867">
                    <a:alpha val="30764"/>
                  </a:srgbClr>
                </a:gs>
                <a:gs pos="28571">
                  <a:srgbClr val="6A6867">
                    <a:alpha val="24833"/>
                  </a:srgbClr>
                </a:gs>
                <a:gs pos="42857">
                  <a:srgbClr val="6A6867">
                    <a:alpha val="17075"/>
                  </a:srgbClr>
                </a:gs>
                <a:gs pos="57143">
                  <a:srgbClr val="6A6867">
                    <a:alpha val="9855"/>
                  </a:srgbClr>
                </a:gs>
                <a:gs pos="71429">
                  <a:srgbClr val="6A6867">
                    <a:alpha val="4740"/>
                  </a:srgbClr>
                </a:gs>
                <a:gs pos="85714">
                  <a:srgbClr val="6A6867">
                    <a:alpha val="1902"/>
                  </a:srgbClr>
                </a:gs>
                <a:gs pos="100000">
                  <a:srgbClr val="6A68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5602463">
              <a:off x="1408631" y="195607"/>
              <a:ext cx="389367" cy="191859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6083709">
              <a:off x="1682057" y="3167282"/>
              <a:ext cx="368414" cy="28136"/>
            </a:xfrm>
            <a:prstGeom prst="ellipse">
              <a:avLst/>
            </a:prstGeom>
            <a:gradFill>
              <a:gsLst>
                <a:gs pos="0">
                  <a:srgbClr val="949094">
                    <a:alpha val="7970"/>
                  </a:srgbClr>
                </a:gs>
                <a:gs pos="14286">
                  <a:srgbClr val="949094">
                    <a:alpha val="7349"/>
                  </a:srgbClr>
                </a:gs>
                <a:gs pos="28571">
                  <a:srgbClr val="949094">
                    <a:alpha val="5755"/>
                  </a:srgbClr>
                </a:gs>
                <a:gs pos="42857">
                  <a:srgbClr val="949094">
                    <a:alpha val="3813"/>
                  </a:srgbClr>
                </a:gs>
                <a:gs pos="57143">
                  <a:srgbClr val="949094">
                    <a:alpha val="2131"/>
                  </a:srgbClr>
                </a:gs>
                <a:gs pos="71429">
                  <a:srgbClr val="949094">
                    <a:alpha val="1003"/>
                  </a:srgbClr>
                </a:gs>
                <a:gs pos="85714">
                  <a:srgbClr val="949094">
                    <a:alpha val="398"/>
                  </a:srgbClr>
                </a:gs>
                <a:gs pos="100000">
                  <a:srgbClr val="949094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-10169724">
              <a:off x="1654099" y="747791"/>
              <a:ext cx="366284" cy="61668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9097844">
              <a:off x="1511901" y="369515"/>
              <a:ext cx="43957" cy="252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8567166">
              <a:off x="1452857" y="1078127"/>
              <a:ext cx="110369" cy="33274"/>
            </a:xfrm>
            <a:prstGeom prst="ellipse">
              <a:avLst/>
            </a:prstGeom>
            <a:gradFill>
              <a:gsLst>
                <a:gs pos="0">
                  <a:srgbClr val="ABABCA">
                    <a:alpha val="15631"/>
                  </a:srgbClr>
                </a:gs>
                <a:gs pos="14286">
                  <a:srgbClr val="ABABCA">
                    <a:alpha val="14463"/>
                  </a:srgbClr>
                </a:gs>
                <a:gs pos="28571">
                  <a:srgbClr val="ABABCA">
                    <a:alpha val="11423"/>
                  </a:srgbClr>
                </a:gs>
                <a:gs pos="42857">
                  <a:srgbClr val="ABABCA">
                    <a:alpha val="7648"/>
                  </a:srgbClr>
                </a:gs>
                <a:gs pos="57143">
                  <a:srgbClr val="ABABCA">
                    <a:alpha val="4313"/>
                  </a:srgbClr>
                </a:gs>
                <a:gs pos="71429">
                  <a:srgbClr val="ABABCA">
                    <a:alpha val="2043"/>
                  </a:srgbClr>
                </a:gs>
                <a:gs pos="85714">
                  <a:srgbClr val="ABABCA">
                    <a:alpha val="813"/>
                  </a:srgbClr>
                </a:gs>
                <a:gs pos="100000">
                  <a:srgbClr val="ABABCA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6724971">
              <a:off x="519605" y="2866317"/>
              <a:ext cx="514250" cy="1554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3565703">
              <a:off x="1012564" y="879063"/>
              <a:ext cx="455943" cy="6668"/>
            </a:xfrm>
            <a:prstGeom prst="ellipse">
              <a:avLst/>
            </a:prstGeom>
            <a:gradFill>
              <a:gsLst>
                <a:gs pos="0">
                  <a:srgbClr val="600255">
                    <a:alpha val="28546"/>
                  </a:srgbClr>
                </a:gs>
                <a:gs pos="14286">
                  <a:srgbClr val="600255">
                    <a:alpha val="26577"/>
                  </a:srgbClr>
                </a:gs>
                <a:gs pos="28571">
                  <a:srgbClr val="600255">
                    <a:alpha val="21327"/>
                  </a:srgbClr>
                </a:gs>
                <a:gs pos="42857">
                  <a:srgbClr val="600255">
                    <a:alpha val="14558"/>
                  </a:srgbClr>
                </a:gs>
                <a:gs pos="57143">
                  <a:srgbClr val="600255">
                    <a:alpha val="8349"/>
                  </a:srgbClr>
                </a:gs>
                <a:gs pos="71429">
                  <a:srgbClr val="600255">
                    <a:alpha val="3999"/>
                  </a:srgbClr>
                </a:gs>
                <a:gs pos="85714">
                  <a:srgbClr val="600255">
                    <a:alpha val="1601"/>
                  </a:srgbClr>
                </a:gs>
                <a:gs pos="100000">
                  <a:srgbClr val="600255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8968999">
              <a:off x="94696" y="2030334"/>
              <a:ext cx="465429" cy="37132"/>
            </a:xfrm>
            <a:prstGeom prst="ellipse">
              <a:avLst/>
            </a:prstGeom>
            <a:gradFill>
              <a:gsLst>
                <a:gs pos="0">
                  <a:srgbClr val="0A0D0E">
                    <a:alpha val="32968"/>
                  </a:srgbClr>
                </a:gs>
                <a:gs pos="14286">
                  <a:srgbClr val="0A0D0E">
                    <a:alpha val="30764"/>
                  </a:srgbClr>
                </a:gs>
                <a:gs pos="28571">
                  <a:srgbClr val="0A0D0E">
                    <a:alpha val="24833"/>
                  </a:srgbClr>
                </a:gs>
                <a:gs pos="42857">
                  <a:srgbClr val="0A0D0E">
                    <a:alpha val="17075"/>
                  </a:srgbClr>
                </a:gs>
                <a:gs pos="57143">
                  <a:srgbClr val="0A0D0E">
                    <a:alpha val="9855"/>
                  </a:srgbClr>
                </a:gs>
                <a:gs pos="71429">
                  <a:srgbClr val="0A0D0E">
                    <a:alpha val="4740"/>
                  </a:srgbClr>
                </a:gs>
                <a:gs pos="85714">
                  <a:srgbClr val="0A0D0E">
                    <a:alpha val="1902"/>
                  </a:srgbClr>
                </a:gs>
                <a:gs pos="100000">
                  <a:srgbClr val="0A0D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9581709">
              <a:off x="2743849" y="930787"/>
              <a:ext cx="61716" cy="26857"/>
            </a:xfrm>
            <a:prstGeom prst="ellipse">
              <a:avLst/>
            </a:prstGeom>
            <a:gradFill>
              <a:gsLst>
                <a:gs pos="0">
                  <a:srgbClr val="CFADC7">
                    <a:alpha val="32968"/>
                  </a:srgbClr>
                </a:gs>
                <a:gs pos="14286">
                  <a:srgbClr val="CFADC7">
                    <a:alpha val="30764"/>
                  </a:srgbClr>
                </a:gs>
                <a:gs pos="28571">
                  <a:srgbClr val="CFADC7">
                    <a:alpha val="24833"/>
                  </a:srgbClr>
                </a:gs>
                <a:gs pos="42857">
                  <a:srgbClr val="CFADC7">
                    <a:alpha val="17075"/>
                  </a:srgbClr>
                </a:gs>
                <a:gs pos="57143">
                  <a:srgbClr val="CFADC7">
                    <a:alpha val="9855"/>
                  </a:srgbClr>
                </a:gs>
                <a:gs pos="71429">
                  <a:srgbClr val="CFADC7">
                    <a:alpha val="4740"/>
                  </a:srgbClr>
                </a:gs>
                <a:gs pos="85714">
                  <a:srgbClr val="CFADC7">
                    <a:alpha val="1902"/>
                  </a:srgbClr>
                </a:gs>
                <a:gs pos="100000">
                  <a:srgbClr val="CFAD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4966465">
              <a:off x="-68080" y="1833282"/>
              <a:ext cx="681557" cy="37302"/>
            </a:xfrm>
            <a:prstGeom prst="ellipse">
              <a:avLst/>
            </a:prstGeom>
            <a:gradFill>
              <a:gsLst>
                <a:gs pos="0">
                  <a:srgbClr val="10110F">
                    <a:alpha val="32968"/>
                  </a:srgbClr>
                </a:gs>
                <a:gs pos="14286">
                  <a:srgbClr val="10110F">
                    <a:alpha val="30764"/>
                  </a:srgbClr>
                </a:gs>
                <a:gs pos="28571">
                  <a:srgbClr val="10110F">
                    <a:alpha val="24833"/>
                  </a:srgbClr>
                </a:gs>
                <a:gs pos="42857">
                  <a:srgbClr val="10110F">
                    <a:alpha val="17075"/>
                  </a:srgbClr>
                </a:gs>
                <a:gs pos="57143">
                  <a:srgbClr val="10110F">
                    <a:alpha val="9855"/>
                  </a:srgbClr>
                </a:gs>
                <a:gs pos="71429">
                  <a:srgbClr val="10110F">
                    <a:alpha val="4740"/>
                  </a:srgbClr>
                </a:gs>
                <a:gs pos="85714">
                  <a:srgbClr val="10110F">
                    <a:alpha val="1902"/>
                  </a:srgbClr>
                </a:gs>
                <a:gs pos="100000">
                  <a:srgbClr val="1011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7799619">
              <a:off x="664314" y="2136791"/>
              <a:ext cx="412060" cy="156921"/>
            </a:xfrm>
            <a:prstGeom prst="ellipse">
              <a:avLst/>
            </a:prstGeom>
            <a:gradFill>
              <a:gsLst>
                <a:gs pos="0">
                  <a:srgbClr val="090B0C">
                    <a:alpha val="24950"/>
                  </a:srgbClr>
                </a:gs>
                <a:gs pos="14286">
                  <a:srgbClr val="090B0C">
                    <a:alpha val="23188"/>
                  </a:srgbClr>
                </a:gs>
                <a:gs pos="28571">
                  <a:srgbClr val="090B0C">
                    <a:alpha val="18521"/>
                  </a:srgbClr>
                </a:gs>
                <a:gs pos="42857">
                  <a:srgbClr val="090B0C">
                    <a:alpha val="12572"/>
                  </a:srgbClr>
                </a:gs>
                <a:gs pos="57143">
                  <a:srgbClr val="090B0C">
                    <a:alpha val="7174"/>
                  </a:srgbClr>
                </a:gs>
                <a:gs pos="71429">
                  <a:srgbClr val="090B0C">
                    <a:alpha val="3425"/>
                  </a:srgbClr>
                </a:gs>
                <a:gs pos="85714">
                  <a:srgbClr val="090B0C">
                    <a:alpha val="1369"/>
                  </a:srgbClr>
                </a:gs>
                <a:gs pos="100000">
                  <a:srgbClr val="090B0C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7015020">
              <a:off x="1903120" y="1449709"/>
              <a:ext cx="560578" cy="42545"/>
            </a:xfrm>
            <a:prstGeom prst="ellipse">
              <a:avLst/>
            </a:prstGeom>
            <a:gradFill>
              <a:gsLst>
                <a:gs pos="0">
                  <a:srgbClr val="090D0C">
                    <a:alpha val="32968"/>
                  </a:srgbClr>
                </a:gs>
                <a:gs pos="14286">
                  <a:srgbClr val="090D0C">
                    <a:alpha val="30764"/>
                  </a:srgbClr>
                </a:gs>
                <a:gs pos="28571">
                  <a:srgbClr val="090D0C">
                    <a:alpha val="24833"/>
                  </a:srgbClr>
                </a:gs>
                <a:gs pos="42857">
                  <a:srgbClr val="090D0C">
                    <a:alpha val="17075"/>
                  </a:srgbClr>
                </a:gs>
                <a:gs pos="57143">
                  <a:srgbClr val="090D0C">
                    <a:alpha val="9855"/>
                  </a:srgbClr>
                </a:gs>
                <a:gs pos="71429">
                  <a:srgbClr val="090D0C">
                    <a:alpha val="4740"/>
                  </a:srgbClr>
                </a:gs>
                <a:gs pos="85714">
                  <a:srgbClr val="090D0C">
                    <a:alpha val="1902"/>
                  </a:srgbClr>
                </a:gs>
                <a:gs pos="100000">
                  <a:srgbClr val="090D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3467746">
              <a:off x="265406" y="2591956"/>
              <a:ext cx="430217" cy="1286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8327713">
              <a:off x="2978010" y="1691227"/>
              <a:ext cx="425611" cy="70143"/>
            </a:xfrm>
            <a:prstGeom prst="ellipse">
              <a:avLst/>
            </a:prstGeom>
            <a:gradFill>
              <a:gsLst>
                <a:gs pos="0">
                  <a:srgbClr val="060409">
                    <a:alpha val="32968"/>
                  </a:srgbClr>
                </a:gs>
                <a:gs pos="14286">
                  <a:srgbClr val="060409">
                    <a:alpha val="30764"/>
                  </a:srgbClr>
                </a:gs>
                <a:gs pos="28571">
                  <a:srgbClr val="060409">
                    <a:alpha val="24833"/>
                  </a:srgbClr>
                </a:gs>
                <a:gs pos="42857">
                  <a:srgbClr val="060409">
                    <a:alpha val="17075"/>
                  </a:srgbClr>
                </a:gs>
                <a:gs pos="57143">
                  <a:srgbClr val="060409">
                    <a:alpha val="9855"/>
                  </a:srgbClr>
                </a:gs>
                <a:gs pos="71429">
                  <a:srgbClr val="060409">
                    <a:alpha val="4740"/>
                  </a:srgbClr>
                </a:gs>
                <a:gs pos="85714">
                  <a:srgbClr val="060409">
                    <a:alpha val="1902"/>
                  </a:srgbClr>
                </a:gs>
                <a:gs pos="100000">
                  <a:srgbClr val="0604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-10557702">
              <a:off x="1599977" y="623237"/>
              <a:ext cx="435581" cy="1367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10491194">
              <a:off x="1758212" y="1743847"/>
              <a:ext cx="526337" cy="46984"/>
            </a:xfrm>
            <a:prstGeom prst="ellipse">
              <a:avLst/>
            </a:prstGeom>
            <a:gradFill>
              <a:gsLst>
                <a:gs pos="0">
                  <a:srgbClr val="0A0B0F">
                    <a:alpha val="32968"/>
                  </a:srgbClr>
                </a:gs>
                <a:gs pos="14286">
                  <a:srgbClr val="0A0B0F">
                    <a:alpha val="30764"/>
                  </a:srgbClr>
                </a:gs>
                <a:gs pos="28571">
                  <a:srgbClr val="0A0B0F">
                    <a:alpha val="24833"/>
                  </a:srgbClr>
                </a:gs>
                <a:gs pos="42857">
                  <a:srgbClr val="0A0B0F">
                    <a:alpha val="17075"/>
                  </a:srgbClr>
                </a:gs>
                <a:gs pos="57143">
                  <a:srgbClr val="0A0B0F">
                    <a:alpha val="9855"/>
                  </a:srgbClr>
                </a:gs>
                <a:gs pos="71429">
                  <a:srgbClr val="0A0B0F">
                    <a:alpha val="4740"/>
                  </a:srgbClr>
                </a:gs>
                <a:gs pos="85714">
                  <a:srgbClr val="0A0B0F">
                    <a:alpha val="1902"/>
                  </a:srgbClr>
                </a:gs>
                <a:gs pos="100000">
                  <a:srgbClr val="0A0B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-8724922">
              <a:off x="25460" y="3086783"/>
              <a:ext cx="60036" cy="19231"/>
            </a:xfrm>
            <a:prstGeom prst="ellipse">
              <a:avLst/>
            </a:prstGeom>
            <a:gradFill>
              <a:gsLst>
                <a:gs pos="0">
                  <a:srgbClr val="A9B1DA">
                    <a:alpha val="32968"/>
                  </a:srgbClr>
                </a:gs>
                <a:gs pos="14286">
                  <a:srgbClr val="A9B1DA">
                    <a:alpha val="30764"/>
                  </a:srgbClr>
                </a:gs>
                <a:gs pos="28571">
                  <a:srgbClr val="A9B1DA">
                    <a:alpha val="24833"/>
                  </a:srgbClr>
                </a:gs>
                <a:gs pos="42857">
                  <a:srgbClr val="A9B1DA">
                    <a:alpha val="17075"/>
                  </a:srgbClr>
                </a:gs>
                <a:gs pos="57143">
                  <a:srgbClr val="A9B1DA">
                    <a:alpha val="9855"/>
                  </a:srgbClr>
                </a:gs>
                <a:gs pos="71429">
                  <a:srgbClr val="A9B1DA">
                    <a:alpha val="4740"/>
                  </a:srgbClr>
                </a:gs>
                <a:gs pos="85714">
                  <a:srgbClr val="A9B1DA">
                    <a:alpha val="1902"/>
                  </a:srgbClr>
                </a:gs>
                <a:gs pos="100000">
                  <a:srgbClr val="A9B1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8165987">
              <a:off x="2664333" y="2300874"/>
              <a:ext cx="341964" cy="240537"/>
            </a:xfrm>
            <a:prstGeom prst="ellipse">
              <a:avLst/>
            </a:prstGeom>
            <a:gradFill>
              <a:gsLst>
                <a:gs pos="0">
                  <a:srgbClr val="000302">
                    <a:alpha val="18689"/>
                  </a:srgbClr>
                </a:gs>
                <a:gs pos="14286">
                  <a:srgbClr val="000302">
                    <a:alpha val="17317"/>
                  </a:srgbClr>
                </a:gs>
                <a:gs pos="28571">
                  <a:srgbClr val="000302">
                    <a:alpha val="13726"/>
                  </a:srgbClr>
                </a:gs>
                <a:gs pos="42857">
                  <a:srgbClr val="000302">
                    <a:alpha val="9230"/>
                  </a:srgbClr>
                </a:gs>
                <a:gs pos="57143">
                  <a:srgbClr val="000302">
                    <a:alpha val="5225"/>
                  </a:srgbClr>
                </a:gs>
                <a:gs pos="71429">
                  <a:srgbClr val="000302">
                    <a:alpha val="2481"/>
                  </a:srgbClr>
                </a:gs>
                <a:gs pos="85714">
                  <a:srgbClr val="000302">
                    <a:alpha val="988"/>
                  </a:srgbClr>
                </a:gs>
                <a:gs pos="100000">
                  <a:srgbClr val="000302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9057009">
              <a:off x="2444077" y="248595"/>
              <a:ext cx="53339" cy="20959"/>
            </a:xfrm>
            <a:prstGeom prst="ellipse">
              <a:avLst/>
            </a:prstGeom>
            <a:gradFill>
              <a:gsLst>
                <a:gs pos="0">
                  <a:srgbClr val="DFDCFF">
                    <a:alpha val="32968"/>
                  </a:srgbClr>
                </a:gs>
                <a:gs pos="14286">
                  <a:srgbClr val="DFDCFF">
                    <a:alpha val="30764"/>
                  </a:srgbClr>
                </a:gs>
                <a:gs pos="28571">
                  <a:srgbClr val="DFDCFF">
                    <a:alpha val="24833"/>
                  </a:srgbClr>
                </a:gs>
                <a:gs pos="42857">
                  <a:srgbClr val="DFDCFF">
                    <a:alpha val="17075"/>
                  </a:srgbClr>
                </a:gs>
                <a:gs pos="57143">
                  <a:srgbClr val="DFDCFF">
                    <a:alpha val="9855"/>
                  </a:srgbClr>
                </a:gs>
                <a:gs pos="71429">
                  <a:srgbClr val="DFDCFF">
                    <a:alpha val="4740"/>
                  </a:srgbClr>
                </a:gs>
                <a:gs pos="85714">
                  <a:srgbClr val="DFDCFF">
                    <a:alpha val="1902"/>
                  </a:srgbClr>
                </a:gs>
                <a:gs pos="100000">
                  <a:srgbClr val="DFD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6563178">
              <a:off x="1845008" y="2117904"/>
              <a:ext cx="187736" cy="36946"/>
            </a:xfrm>
            <a:prstGeom prst="ellipse">
              <a:avLst/>
            </a:prstGeom>
            <a:gradFill>
              <a:gsLst>
                <a:gs pos="0">
                  <a:srgbClr val="54553B">
                    <a:alpha val="1367"/>
                  </a:srgbClr>
                </a:gs>
                <a:gs pos="14286">
                  <a:srgbClr val="54553B">
                    <a:alpha val="1257"/>
                  </a:srgbClr>
                </a:gs>
                <a:gs pos="28571">
                  <a:srgbClr val="54553B">
                    <a:alpha val="978"/>
                  </a:srgbClr>
                </a:gs>
                <a:gs pos="42857">
                  <a:srgbClr val="54553B">
                    <a:alpha val="642"/>
                  </a:srgbClr>
                </a:gs>
                <a:gs pos="57143">
                  <a:srgbClr val="54553B">
                    <a:alpha val="356"/>
                  </a:srgbClr>
                </a:gs>
                <a:gs pos="71429">
                  <a:srgbClr val="54553B">
                    <a:alpha val="167"/>
                  </a:srgbClr>
                </a:gs>
                <a:gs pos="85714">
                  <a:srgbClr val="54553B">
                    <a:alpha val="66"/>
                  </a:srgbClr>
                </a:gs>
                <a:gs pos="100000">
                  <a:srgbClr val="54553B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10644385">
              <a:off x="453584" y="233231"/>
              <a:ext cx="326284" cy="102399"/>
            </a:xfrm>
            <a:prstGeom prst="ellipse">
              <a:avLst/>
            </a:prstGeom>
            <a:gradFill>
              <a:gsLst>
                <a:gs pos="0">
                  <a:srgbClr val="090907">
                    <a:alpha val="32968"/>
                  </a:srgbClr>
                </a:gs>
                <a:gs pos="14286">
                  <a:srgbClr val="090907">
                    <a:alpha val="30764"/>
                  </a:srgbClr>
                </a:gs>
                <a:gs pos="28571">
                  <a:srgbClr val="090907">
                    <a:alpha val="24833"/>
                  </a:srgbClr>
                </a:gs>
                <a:gs pos="42857">
                  <a:srgbClr val="090907">
                    <a:alpha val="17075"/>
                  </a:srgbClr>
                </a:gs>
                <a:gs pos="57143">
                  <a:srgbClr val="090907">
                    <a:alpha val="9855"/>
                  </a:srgbClr>
                </a:gs>
                <a:gs pos="71429">
                  <a:srgbClr val="090907">
                    <a:alpha val="4740"/>
                  </a:srgbClr>
                </a:gs>
                <a:gs pos="85714">
                  <a:srgbClr val="090907">
                    <a:alpha val="1902"/>
                  </a:srgbClr>
                </a:gs>
                <a:gs pos="100000">
                  <a:srgbClr val="0909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9198749">
              <a:off x="1602122" y="990991"/>
              <a:ext cx="309225" cy="29586"/>
            </a:xfrm>
            <a:prstGeom prst="ellipse">
              <a:avLst/>
            </a:prstGeom>
            <a:gradFill>
              <a:gsLst>
                <a:gs pos="0">
                  <a:srgbClr val="0F0F0D">
                    <a:alpha val="32968"/>
                  </a:srgbClr>
                </a:gs>
                <a:gs pos="14286">
                  <a:srgbClr val="0F0F0D">
                    <a:alpha val="30764"/>
                  </a:srgbClr>
                </a:gs>
                <a:gs pos="28571">
                  <a:srgbClr val="0F0F0D">
                    <a:alpha val="24833"/>
                  </a:srgbClr>
                </a:gs>
                <a:gs pos="42857">
                  <a:srgbClr val="0F0F0D">
                    <a:alpha val="17075"/>
                  </a:srgbClr>
                </a:gs>
                <a:gs pos="57143">
                  <a:srgbClr val="0F0F0D">
                    <a:alpha val="9855"/>
                  </a:srgbClr>
                </a:gs>
                <a:gs pos="71429">
                  <a:srgbClr val="0F0F0D">
                    <a:alpha val="4740"/>
                  </a:srgbClr>
                </a:gs>
                <a:gs pos="85714">
                  <a:srgbClr val="0F0F0D">
                    <a:alpha val="1902"/>
                  </a:srgbClr>
                </a:gs>
                <a:gs pos="100000">
                  <a:srgbClr val="0F0F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9943447">
              <a:off x="1996419" y="2571143"/>
              <a:ext cx="506718" cy="142788"/>
            </a:xfrm>
            <a:prstGeom prst="ellipse">
              <a:avLst/>
            </a:prstGeom>
            <a:gradFill>
              <a:gsLst>
                <a:gs pos="0">
                  <a:srgbClr val="040805">
                    <a:alpha val="32968"/>
                  </a:srgbClr>
                </a:gs>
                <a:gs pos="14286">
                  <a:srgbClr val="040805">
                    <a:alpha val="30764"/>
                  </a:srgbClr>
                </a:gs>
                <a:gs pos="28571">
                  <a:srgbClr val="040805">
                    <a:alpha val="24833"/>
                  </a:srgbClr>
                </a:gs>
                <a:gs pos="42857">
                  <a:srgbClr val="040805">
                    <a:alpha val="17075"/>
                  </a:srgbClr>
                </a:gs>
                <a:gs pos="57143">
                  <a:srgbClr val="040805">
                    <a:alpha val="9855"/>
                  </a:srgbClr>
                </a:gs>
                <a:gs pos="71429">
                  <a:srgbClr val="040805">
                    <a:alpha val="4740"/>
                  </a:srgbClr>
                </a:gs>
                <a:gs pos="85714">
                  <a:srgbClr val="040805">
                    <a:alpha val="1902"/>
                  </a:srgbClr>
                </a:gs>
                <a:gs pos="100000">
                  <a:srgbClr val="0408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5760739">
              <a:off x="3124394" y="1360755"/>
              <a:ext cx="205978" cy="6668"/>
            </a:xfrm>
            <a:prstGeom prst="ellipse">
              <a:avLst/>
            </a:prstGeom>
            <a:gradFill>
              <a:gsLst>
                <a:gs pos="0">
                  <a:srgbClr val="FFB5D1">
                    <a:alpha val="32968"/>
                  </a:srgbClr>
                </a:gs>
                <a:gs pos="14286">
                  <a:srgbClr val="FFB5D1">
                    <a:alpha val="30764"/>
                  </a:srgbClr>
                </a:gs>
                <a:gs pos="28571">
                  <a:srgbClr val="FFB5D1">
                    <a:alpha val="24833"/>
                  </a:srgbClr>
                </a:gs>
                <a:gs pos="42857">
                  <a:srgbClr val="FFB5D1">
                    <a:alpha val="17075"/>
                  </a:srgbClr>
                </a:gs>
                <a:gs pos="57143">
                  <a:srgbClr val="FFB5D1">
                    <a:alpha val="9855"/>
                  </a:srgbClr>
                </a:gs>
                <a:gs pos="71429">
                  <a:srgbClr val="FFB5D1">
                    <a:alpha val="4740"/>
                  </a:srgbClr>
                </a:gs>
                <a:gs pos="85714">
                  <a:srgbClr val="FFB5D1">
                    <a:alpha val="1902"/>
                  </a:srgbClr>
                </a:gs>
                <a:gs pos="100000">
                  <a:srgbClr val="FFB5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-10152227">
              <a:off x="677726" y="2076140"/>
              <a:ext cx="385464" cy="29573"/>
            </a:xfrm>
            <a:prstGeom prst="ellipse">
              <a:avLst/>
            </a:prstGeom>
            <a:gradFill>
              <a:gsLst>
                <a:gs pos="0">
                  <a:srgbClr val="404344">
                    <a:alpha val="24680"/>
                  </a:srgbClr>
                </a:gs>
                <a:gs pos="14286">
                  <a:srgbClr val="404344">
                    <a:alpha val="22933"/>
                  </a:srgbClr>
                </a:gs>
                <a:gs pos="28571">
                  <a:srgbClr val="404344">
                    <a:alpha val="18312"/>
                  </a:srgbClr>
                </a:gs>
                <a:gs pos="42857">
                  <a:srgbClr val="404344">
                    <a:alpha val="12425"/>
                  </a:srgbClr>
                </a:gs>
                <a:gs pos="57143">
                  <a:srgbClr val="404344">
                    <a:alpha val="7088"/>
                  </a:srgbClr>
                </a:gs>
                <a:gs pos="71429">
                  <a:srgbClr val="404344">
                    <a:alpha val="3383"/>
                  </a:srgbClr>
                </a:gs>
                <a:gs pos="85714">
                  <a:srgbClr val="404344">
                    <a:alpha val="1351"/>
                  </a:srgbClr>
                </a:gs>
                <a:gs pos="100000">
                  <a:srgbClr val="404344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4919482">
              <a:off x="314387" y="2903504"/>
              <a:ext cx="650870" cy="1923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4782821">
              <a:off x="2079055" y="921696"/>
              <a:ext cx="453697" cy="158454"/>
            </a:xfrm>
            <a:prstGeom prst="ellipse">
              <a:avLst/>
            </a:prstGeom>
            <a:gradFill>
              <a:gsLst>
                <a:gs pos="0">
                  <a:srgbClr val="060908">
                    <a:alpha val="32968"/>
                  </a:srgbClr>
                </a:gs>
                <a:gs pos="14286">
                  <a:srgbClr val="060908">
                    <a:alpha val="30764"/>
                  </a:srgbClr>
                </a:gs>
                <a:gs pos="28571">
                  <a:srgbClr val="060908">
                    <a:alpha val="24833"/>
                  </a:srgbClr>
                </a:gs>
                <a:gs pos="42857">
                  <a:srgbClr val="060908">
                    <a:alpha val="17075"/>
                  </a:srgbClr>
                </a:gs>
                <a:gs pos="57143">
                  <a:srgbClr val="060908">
                    <a:alpha val="9855"/>
                  </a:srgbClr>
                </a:gs>
                <a:gs pos="71429">
                  <a:srgbClr val="060908">
                    <a:alpha val="4740"/>
                  </a:srgbClr>
                </a:gs>
                <a:gs pos="85714">
                  <a:srgbClr val="060908">
                    <a:alpha val="1902"/>
                  </a:srgbClr>
                </a:gs>
                <a:gs pos="100000">
                  <a:srgbClr val="0609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-8119773">
              <a:off x="2477212" y="1126033"/>
              <a:ext cx="433085" cy="25289"/>
            </a:xfrm>
            <a:prstGeom prst="ellipse">
              <a:avLst/>
            </a:prstGeom>
            <a:gradFill>
              <a:gsLst>
                <a:gs pos="0">
                  <a:srgbClr val="0C100B">
                    <a:alpha val="32968"/>
                  </a:srgbClr>
                </a:gs>
                <a:gs pos="14286">
                  <a:srgbClr val="0C100B">
                    <a:alpha val="30764"/>
                  </a:srgbClr>
                </a:gs>
                <a:gs pos="28571">
                  <a:srgbClr val="0C100B">
                    <a:alpha val="24833"/>
                  </a:srgbClr>
                </a:gs>
                <a:gs pos="42857">
                  <a:srgbClr val="0C100B">
                    <a:alpha val="17075"/>
                  </a:srgbClr>
                </a:gs>
                <a:gs pos="57143">
                  <a:srgbClr val="0C100B">
                    <a:alpha val="9855"/>
                  </a:srgbClr>
                </a:gs>
                <a:gs pos="71429">
                  <a:srgbClr val="0C100B">
                    <a:alpha val="4740"/>
                  </a:srgbClr>
                </a:gs>
                <a:gs pos="85714">
                  <a:srgbClr val="0C100B">
                    <a:alpha val="1902"/>
                  </a:srgbClr>
                </a:gs>
                <a:gs pos="100000">
                  <a:srgbClr val="0C1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-9461125">
              <a:off x="250079" y="172963"/>
              <a:ext cx="573237" cy="39355"/>
            </a:xfrm>
            <a:prstGeom prst="ellipse">
              <a:avLst/>
            </a:prstGeom>
            <a:gradFill>
              <a:gsLst>
                <a:gs pos="0">
                  <a:srgbClr val="232623">
                    <a:alpha val="32968"/>
                  </a:srgbClr>
                </a:gs>
                <a:gs pos="14286">
                  <a:srgbClr val="232623">
                    <a:alpha val="30764"/>
                  </a:srgbClr>
                </a:gs>
                <a:gs pos="28571">
                  <a:srgbClr val="232623">
                    <a:alpha val="24833"/>
                  </a:srgbClr>
                </a:gs>
                <a:gs pos="42857">
                  <a:srgbClr val="232623">
                    <a:alpha val="17075"/>
                  </a:srgbClr>
                </a:gs>
                <a:gs pos="57143">
                  <a:srgbClr val="232623">
                    <a:alpha val="9855"/>
                  </a:srgbClr>
                </a:gs>
                <a:gs pos="71429">
                  <a:srgbClr val="232623">
                    <a:alpha val="4740"/>
                  </a:srgbClr>
                </a:gs>
                <a:gs pos="85714">
                  <a:srgbClr val="232623">
                    <a:alpha val="1902"/>
                  </a:srgbClr>
                </a:gs>
                <a:gs pos="100000">
                  <a:srgbClr val="2326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-8465446">
              <a:off x="1538574" y="1614028"/>
              <a:ext cx="524648" cy="139797"/>
            </a:xfrm>
            <a:prstGeom prst="ellipse">
              <a:avLst/>
            </a:prstGeom>
            <a:gradFill>
              <a:gsLst>
                <a:gs pos="0">
                  <a:srgbClr val="07090D">
                    <a:alpha val="32968"/>
                  </a:srgbClr>
                </a:gs>
                <a:gs pos="14286">
                  <a:srgbClr val="07090D">
                    <a:alpha val="30764"/>
                  </a:srgbClr>
                </a:gs>
                <a:gs pos="28571">
                  <a:srgbClr val="07090D">
                    <a:alpha val="24833"/>
                  </a:srgbClr>
                </a:gs>
                <a:gs pos="42857">
                  <a:srgbClr val="07090D">
                    <a:alpha val="17075"/>
                  </a:srgbClr>
                </a:gs>
                <a:gs pos="57143">
                  <a:srgbClr val="07090D">
                    <a:alpha val="9855"/>
                  </a:srgbClr>
                </a:gs>
                <a:gs pos="71429">
                  <a:srgbClr val="07090D">
                    <a:alpha val="4740"/>
                  </a:srgbClr>
                </a:gs>
                <a:gs pos="85714">
                  <a:srgbClr val="07090D">
                    <a:alpha val="1902"/>
                  </a:srgbClr>
                </a:gs>
                <a:gs pos="100000">
                  <a:srgbClr val="0709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8226683">
              <a:off x="2747658" y="1021102"/>
              <a:ext cx="33866" cy="268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8715902">
              <a:off x="2278331" y="1480877"/>
              <a:ext cx="777657" cy="904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-10037959">
              <a:off x="91346" y="2629242"/>
              <a:ext cx="188175" cy="134220"/>
            </a:xfrm>
            <a:prstGeom prst="ellipse">
              <a:avLst/>
            </a:prstGeom>
            <a:gradFill>
              <a:gsLst>
                <a:gs pos="0">
                  <a:srgbClr val="020505">
                    <a:alpha val="32968"/>
                  </a:srgbClr>
                </a:gs>
                <a:gs pos="14286">
                  <a:srgbClr val="020505">
                    <a:alpha val="30764"/>
                  </a:srgbClr>
                </a:gs>
                <a:gs pos="28571">
                  <a:srgbClr val="020505">
                    <a:alpha val="24833"/>
                  </a:srgbClr>
                </a:gs>
                <a:gs pos="42857">
                  <a:srgbClr val="020505">
                    <a:alpha val="17075"/>
                  </a:srgbClr>
                </a:gs>
                <a:gs pos="57143">
                  <a:srgbClr val="020505">
                    <a:alpha val="9855"/>
                  </a:srgbClr>
                </a:gs>
                <a:gs pos="71429">
                  <a:srgbClr val="020505">
                    <a:alpha val="4740"/>
                  </a:srgbClr>
                </a:gs>
                <a:gs pos="85714">
                  <a:srgbClr val="020505">
                    <a:alpha val="1902"/>
                  </a:srgbClr>
                </a:gs>
                <a:gs pos="100000">
                  <a:srgbClr val="0205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8977936">
              <a:off x="2438053" y="1431151"/>
              <a:ext cx="616334" cy="80516"/>
            </a:xfrm>
            <a:prstGeom prst="ellipse">
              <a:avLst/>
            </a:prstGeom>
            <a:gradFill>
              <a:gsLst>
                <a:gs pos="0">
                  <a:srgbClr val="101211">
                    <a:alpha val="32968"/>
                  </a:srgbClr>
                </a:gs>
                <a:gs pos="14286">
                  <a:srgbClr val="101211">
                    <a:alpha val="30764"/>
                  </a:srgbClr>
                </a:gs>
                <a:gs pos="28571">
                  <a:srgbClr val="101211">
                    <a:alpha val="24833"/>
                  </a:srgbClr>
                </a:gs>
                <a:gs pos="42857">
                  <a:srgbClr val="101211">
                    <a:alpha val="17075"/>
                  </a:srgbClr>
                </a:gs>
                <a:gs pos="57143">
                  <a:srgbClr val="101211">
                    <a:alpha val="9855"/>
                  </a:srgbClr>
                </a:gs>
                <a:gs pos="71429">
                  <a:srgbClr val="101211">
                    <a:alpha val="4740"/>
                  </a:srgbClr>
                </a:gs>
                <a:gs pos="85714">
                  <a:srgbClr val="101211">
                    <a:alpha val="1902"/>
                  </a:srgbClr>
                </a:gs>
                <a:gs pos="100000">
                  <a:srgbClr val="1012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4628959">
              <a:off x="1642408" y="2222091"/>
              <a:ext cx="35738" cy="18491"/>
            </a:xfrm>
            <a:prstGeom prst="ellipse">
              <a:avLst/>
            </a:prstGeom>
            <a:gradFill>
              <a:gsLst>
                <a:gs pos="0">
                  <a:srgbClr val="D0AFB9">
                    <a:alpha val="23693"/>
                  </a:srgbClr>
                </a:gs>
                <a:gs pos="14286">
                  <a:srgbClr val="D0AFB9">
                    <a:alpha val="22006"/>
                  </a:srgbClr>
                </a:gs>
                <a:gs pos="28571">
                  <a:srgbClr val="D0AFB9">
                    <a:alpha val="17550"/>
                  </a:srgbClr>
                </a:gs>
                <a:gs pos="42857">
                  <a:srgbClr val="D0AFB9">
                    <a:alpha val="11889"/>
                  </a:srgbClr>
                </a:gs>
                <a:gs pos="57143">
                  <a:srgbClr val="D0AFB9">
                    <a:alpha val="6773"/>
                  </a:srgbClr>
                </a:gs>
                <a:gs pos="71429">
                  <a:srgbClr val="D0AFB9">
                    <a:alpha val="3230"/>
                  </a:srgbClr>
                </a:gs>
                <a:gs pos="85714">
                  <a:srgbClr val="D0AFB9">
                    <a:alpha val="1290"/>
                  </a:srgbClr>
                </a:gs>
                <a:gs pos="100000">
                  <a:srgbClr val="D0AFB9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5219544">
              <a:off x="1882844" y="3101924"/>
              <a:ext cx="266393" cy="107183"/>
            </a:xfrm>
            <a:prstGeom prst="ellipse">
              <a:avLst/>
            </a:prstGeom>
            <a:gradFill>
              <a:gsLst>
                <a:gs pos="0">
                  <a:srgbClr val="010300">
                    <a:alpha val="28487"/>
                  </a:srgbClr>
                </a:gs>
                <a:gs pos="14286">
                  <a:srgbClr val="010300">
                    <a:alpha val="26521"/>
                  </a:srgbClr>
                </a:gs>
                <a:gs pos="28571">
                  <a:srgbClr val="010300">
                    <a:alpha val="21281"/>
                  </a:srgbClr>
                </a:gs>
                <a:gs pos="42857">
                  <a:srgbClr val="010300">
                    <a:alpha val="14525"/>
                  </a:srgbClr>
                </a:gs>
                <a:gs pos="57143">
                  <a:srgbClr val="010300">
                    <a:alpha val="8329"/>
                  </a:srgbClr>
                </a:gs>
                <a:gs pos="71429">
                  <a:srgbClr val="010300">
                    <a:alpha val="3989"/>
                  </a:srgbClr>
                </a:gs>
                <a:gs pos="85714">
                  <a:srgbClr val="010300">
                    <a:alpha val="1597"/>
                  </a:srgbClr>
                </a:gs>
                <a:gs pos="100000">
                  <a:srgbClr val="010300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4051031">
              <a:off x="1719106" y="1985971"/>
              <a:ext cx="74551" cy="69785"/>
            </a:xfrm>
            <a:prstGeom prst="ellipse">
              <a:avLst/>
            </a:prstGeom>
            <a:gradFill>
              <a:gsLst>
                <a:gs pos="0">
                  <a:srgbClr val="FFFABD">
                    <a:alpha val="32968"/>
                  </a:srgbClr>
                </a:gs>
                <a:gs pos="14286">
                  <a:srgbClr val="FFFABD">
                    <a:alpha val="30764"/>
                  </a:srgbClr>
                </a:gs>
                <a:gs pos="28571">
                  <a:srgbClr val="FFFABD">
                    <a:alpha val="24833"/>
                  </a:srgbClr>
                </a:gs>
                <a:gs pos="42857">
                  <a:srgbClr val="FFFABD">
                    <a:alpha val="17075"/>
                  </a:srgbClr>
                </a:gs>
                <a:gs pos="57143">
                  <a:srgbClr val="FFFABD">
                    <a:alpha val="9855"/>
                  </a:srgbClr>
                </a:gs>
                <a:gs pos="71429">
                  <a:srgbClr val="FFFABD">
                    <a:alpha val="4740"/>
                  </a:srgbClr>
                </a:gs>
                <a:gs pos="85714">
                  <a:srgbClr val="FFFABD">
                    <a:alpha val="1902"/>
                  </a:srgbClr>
                </a:gs>
                <a:gs pos="100000">
                  <a:srgbClr val="FFFA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-8372766">
              <a:off x="2635174" y="714705"/>
              <a:ext cx="40187" cy="26295"/>
            </a:xfrm>
            <a:prstGeom prst="ellipse">
              <a:avLst/>
            </a:prstGeom>
            <a:gradFill>
              <a:gsLst>
                <a:gs pos="0">
                  <a:srgbClr val="D2BBFF">
                    <a:alpha val="32968"/>
                  </a:srgbClr>
                </a:gs>
                <a:gs pos="14286">
                  <a:srgbClr val="D2BBFF">
                    <a:alpha val="30764"/>
                  </a:srgbClr>
                </a:gs>
                <a:gs pos="28571">
                  <a:srgbClr val="D2BBFF">
                    <a:alpha val="24833"/>
                  </a:srgbClr>
                </a:gs>
                <a:gs pos="42857">
                  <a:srgbClr val="D2BBFF">
                    <a:alpha val="17075"/>
                  </a:srgbClr>
                </a:gs>
                <a:gs pos="57143">
                  <a:srgbClr val="D2BBFF">
                    <a:alpha val="9855"/>
                  </a:srgbClr>
                </a:gs>
                <a:gs pos="71429">
                  <a:srgbClr val="D2BBFF">
                    <a:alpha val="4740"/>
                  </a:srgbClr>
                </a:gs>
                <a:gs pos="85714">
                  <a:srgbClr val="D2BBFF">
                    <a:alpha val="1902"/>
                  </a:srgbClr>
                </a:gs>
                <a:gs pos="100000">
                  <a:srgbClr val="D2B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-9565012">
              <a:off x="2454369" y="1371662"/>
              <a:ext cx="690888" cy="69163"/>
            </a:xfrm>
            <a:prstGeom prst="ellipse">
              <a:avLst/>
            </a:prstGeom>
            <a:gradFill>
              <a:gsLst>
                <a:gs pos="0">
                  <a:srgbClr val="0D0708">
                    <a:alpha val="32968"/>
                  </a:srgbClr>
                </a:gs>
                <a:gs pos="14286">
                  <a:srgbClr val="0D0708">
                    <a:alpha val="30764"/>
                  </a:srgbClr>
                </a:gs>
                <a:gs pos="28571">
                  <a:srgbClr val="0D0708">
                    <a:alpha val="24833"/>
                  </a:srgbClr>
                </a:gs>
                <a:gs pos="42857">
                  <a:srgbClr val="0D0708">
                    <a:alpha val="17075"/>
                  </a:srgbClr>
                </a:gs>
                <a:gs pos="57143">
                  <a:srgbClr val="0D0708">
                    <a:alpha val="9855"/>
                  </a:srgbClr>
                </a:gs>
                <a:gs pos="71429">
                  <a:srgbClr val="0D0708">
                    <a:alpha val="4740"/>
                  </a:srgbClr>
                </a:gs>
                <a:gs pos="85714">
                  <a:srgbClr val="0D0708">
                    <a:alpha val="1902"/>
                  </a:srgbClr>
                </a:gs>
                <a:gs pos="100000">
                  <a:srgbClr val="0D07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-10342321">
              <a:off x="1688137" y="2653099"/>
              <a:ext cx="546107" cy="68380"/>
            </a:xfrm>
            <a:prstGeom prst="ellipse">
              <a:avLst/>
            </a:prstGeom>
            <a:gradFill>
              <a:gsLst>
                <a:gs pos="0">
                  <a:srgbClr val="0C0A00">
                    <a:alpha val="32968"/>
                  </a:srgbClr>
                </a:gs>
                <a:gs pos="14286">
                  <a:srgbClr val="0C0A00">
                    <a:alpha val="30764"/>
                  </a:srgbClr>
                </a:gs>
                <a:gs pos="28571">
                  <a:srgbClr val="0C0A00">
                    <a:alpha val="24833"/>
                  </a:srgbClr>
                </a:gs>
                <a:gs pos="42857">
                  <a:srgbClr val="0C0A00">
                    <a:alpha val="17075"/>
                  </a:srgbClr>
                </a:gs>
                <a:gs pos="57143">
                  <a:srgbClr val="0C0A00">
                    <a:alpha val="9855"/>
                  </a:srgbClr>
                </a:gs>
                <a:gs pos="71429">
                  <a:srgbClr val="0C0A00">
                    <a:alpha val="4740"/>
                  </a:srgbClr>
                </a:gs>
                <a:gs pos="85714">
                  <a:srgbClr val="0C0A00">
                    <a:alpha val="1902"/>
                  </a:srgbClr>
                </a:gs>
                <a:gs pos="100000">
                  <a:srgbClr val="0C0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-10457621">
              <a:off x="2721890" y="2254987"/>
              <a:ext cx="743186" cy="35430"/>
            </a:xfrm>
            <a:prstGeom prst="ellipse">
              <a:avLst/>
            </a:prstGeom>
            <a:gradFill>
              <a:gsLst>
                <a:gs pos="0">
                  <a:srgbClr val="080A0C">
                    <a:alpha val="32968"/>
                  </a:srgbClr>
                </a:gs>
                <a:gs pos="14286">
                  <a:srgbClr val="080A0C">
                    <a:alpha val="30764"/>
                  </a:srgbClr>
                </a:gs>
                <a:gs pos="28571">
                  <a:srgbClr val="080A0C">
                    <a:alpha val="24833"/>
                  </a:srgbClr>
                </a:gs>
                <a:gs pos="42857">
                  <a:srgbClr val="080A0C">
                    <a:alpha val="17075"/>
                  </a:srgbClr>
                </a:gs>
                <a:gs pos="57143">
                  <a:srgbClr val="080A0C">
                    <a:alpha val="9855"/>
                  </a:srgbClr>
                </a:gs>
                <a:gs pos="71429">
                  <a:srgbClr val="080A0C">
                    <a:alpha val="4740"/>
                  </a:srgbClr>
                </a:gs>
                <a:gs pos="85714">
                  <a:srgbClr val="080A0C">
                    <a:alpha val="1902"/>
                  </a:srgbClr>
                </a:gs>
                <a:gs pos="100000">
                  <a:srgbClr val="080A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4380062">
              <a:off x="1239491" y="1071025"/>
              <a:ext cx="426165" cy="188421"/>
            </a:xfrm>
            <a:prstGeom prst="ellipse">
              <a:avLst/>
            </a:prstGeom>
            <a:gradFill>
              <a:gsLst>
                <a:gs pos="0">
                  <a:srgbClr val="070A08">
                    <a:alpha val="32968"/>
                  </a:srgbClr>
                </a:gs>
                <a:gs pos="14286">
                  <a:srgbClr val="070A08">
                    <a:alpha val="30764"/>
                  </a:srgbClr>
                </a:gs>
                <a:gs pos="28571">
                  <a:srgbClr val="070A08">
                    <a:alpha val="24833"/>
                  </a:srgbClr>
                </a:gs>
                <a:gs pos="42857">
                  <a:srgbClr val="070A08">
                    <a:alpha val="17075"/>
                  </a:srgbClr>
                </a:gs>
                <a:gs pos="57143">
                  <a:srgbClr val="070A08">
                    <a:alpha val="9855"/>
                  </a:srgbClr>
                </a:gs>
                <a:gs pos="71429">
                  <a:srgbClr val="070A08">
                    <a:alpha val="4740"/>
                  </a:srgbClr>
                </a:gs>
                <a:gs pos="85714">
                  <a:srgbClr val="070A08">
                    <a:alpha val="1902"/>
                  </a:srgbClr>
                </a:gs>
                <a:gs pos="100000">
                  <a:srgbClr val="070A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5399073">
              <a:off x="2557319" y="2742794"/>
              <a:ext cx="369916" cy="289264"/>
            </a:xfrm>
            <a:prstGeom prst="ellipse">
              <a:avLst/>
            </a:prstGeom>
            <a:gradFill>
              <a:gsLst>
                <a:gs pos="0">
                  <a:srgbClr val="000709">
                    <a:alpha val="11780"/>
                  </a:srgbClr>
                </a:gs>
                <a:gs pos="14286">
                  <a:srgbClr val="000709">
                    <a:alpha val="10881"/>
                  </a:srgbClr>
                </a:gs>
                <a:gs pos="28571">
                  <a:srgbClr val="000709">
                    <a:alpha val="8556"/>
                  </a:srgbClr>
                </a:gs>
                <a:gs pos="42857">
                  <a:srgbClr val="000709">
                    <a:alpha val="5698"/>
                  </a:srgbClr>
                </a:gs>
                <a:gs pos="57143">
                  <a:srgbClr val="000709">
                    <a:alpha val="3199"/>
                  </a:srgbClr>
                </a:gs>
                <a:gs pos="71429">
                  <a:srgbClr val="000709">
                    <a:alpha val="1510"/>
                  </a:srgbClr>
                </a:gs>
                <a:gs pos="85714">
                  <a:srgbClr val="000709">
                    <a:alpha val="600"/>
                  </a:srgbClr>
                </a:gs>
                <a:gs pos="100000">
                  <a:srgbClr val="000709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9160270">
              <a:off x="2441814" y="1408150"/>
              <a:ext cx="29559" cy="20982"/>
            </a:xfrm>
            <a:prstGeom prst="ellipse">
              <a:avLst/>
            </a:prstGeom>
            <a:gradFill>
              <a:gsLst>
                <a:gs pos="0">
                  <a:srgbClr val="E3E3FF">
                    <a:alpha val="32968"/>
                  </a:srgbClr>
                </a:gs>
                <a:gs pos="14286">
                  <a:srgbClr val="E3E3FF">
                    <a:alpha val="30764"/>
                  </a:srgbClr>
                </a:gs>
                <a:gs pos="28571">
                  <a:srgbClr val="E3E3FF">
                    <a:alpha val="24833"/>
                  </a:srgbClr>
                </a:gs>
                <a:gs pos="42857">
                  <a:srgbClr val="E3E3FF">
                    <a:alpha val="17075"/>
                  </a:srgbClr>
                </a:gs>
                <a:gs pos="57143">
                  <a:srgbClr val="E3E3FF">
                    <a:alpha val="9855"/>
                  </a:srgbClr>
                </a:gs>
                <a:gs pos="71429">
                  <a:srgbClr val="E3E3FF">
                    <a:alpha val="4740"/>
                  </a:srgbClr>
                </a:gs>
                <a:gs pos="85714">
                  <a:srgbClr val="E3E3FF">
                    <a:alpha val="1902"/>
                  </a:srgbClr>
                </a:gs>
                <a:gs pos="100000">
                  <a:srgbClr val="E3E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6802186">
              <a:off x="2288199" y="2693988"/>
              <a:ext cx="36538" cy="248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-8704791">
              <a:off x="1597801" y="21003"/>
              <a:ext cx="447573" cy="27469"/>
            </a:xfrm>
            <a:prstGeom prst="ellipse">
              <a:avLst/>
            </a:prstGeom>
            <a:gradFill>
              <a:gsLst>
                <a:gs pos="0">
                  <a:srgbClr val="495654">
                    <a:alpha val="6273"/>
                  </a:srgbClr>
                </a:gs>
                <a:gs pos="14286">
                  <a:srgbClr val="495654">
                    <a:alpha val="5781"/>
                  </a:srgbClr>
                </a:gs>
                <a:gs pos="28571">
                  <a:srgbClr val="495654">
                    <a:alpha val="4518"/>
                  </a:srgbClr>
                </a:gs>
                <a:gs pos="42857">
                  <a:srgbClr val="495654">
                    <a:alpha val="2987"/>
                  </a:srgbClr>
                </a:gs>
                <a:gs pos="57143">
                  <a:srgbClr val="495654">
                    <a:alpha val="1666"/>
                  </a:srgbClr>
                </a:gs>
                <a:gs pos="71429">
                  <a:srgbClr val="495654">
                    <a:alpha val="783"/>
                  </a:srgbClr>
                </a:gs>
                <a:gs pos="85714">
                  <a:srgbClr val="495654">
                    <a:alpha val="311"/>
                  </a:srgbClr>
                </a:gs>
                <a:gs pos="100000">
                  <a:srgbClr val="495654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2757764">
              <a:off x="2855305" y="527029"/>
              <a:ext cx="420329" cy="103170"/>
            </a:xfrm>
            <a:prstGeom prst="ellipse">
              <a:avLst/>
            </a:prstGeom>
            <a:gradFill>
              <a:gsLst>
                <a:gs pos="0">
                  <a:srgbClr val="020C02">
                    <a:alpha val="32968"/>
                  </a:srgbClr>
                </a:gs>
                <a:gs pos="14286">
                  <a:srgbClr val="020C02">
                    <a:alpha val="30764"/>
                  </a:srgbClr>
                </a:gs>
                <a:gs pos="28571">
                  <a:srgbClr val="020C02">
                    <a:alpha val="24833"/>
                  </a:srgbClr>
                </a:gs>
                <a:gs pos="42857">
                  <a:srgbClr val="020C02">
                    <a:alpha val="17075"/>
                  </a:srgbClr>
                </a:gs>
                <a:gs pos="57143">
                  <a:srgbClr val="020C02">
                    <a:alpha val="9855"/>
                  </a:srgbClr>
                </a:gs>
                <a:gs pos="71429">
                  <a:srgbClr val="020C02">
                    <a:alpha val="4740"/>
                  </a:srgbClr>
                </a:gs>
                <a:gs pos="85714">
                  <a:srgbClr val="020C02">
                    <a:alpha val="1902"/>
                  </a:srgbClr>
                </a:gs>
                <a:gs pos="100000">
                  <a:srgbClr val="020C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-9233352">
              <a:off x="2833614" y="2933851"/>
              <a:ext cx="447059" cy="37130"/>
            </a:xfrm>
            <a:prstGeom prst="ellipse">
              <a:avLst/>
            </a:prstGeom>
            <a:gradFill>
              <a:gsLst>
                <a:gs pos="0">
                  <a:srgbClr val="909899">
                    <a:alpha val="1851"/>
                  </a:srgbClr>
                </a:gs>
                <a:gs pos="14286">
                  <a:srgbClr val="909899">
                    <a:alpha val="1703"/>
                  </a:srgbClr>
                </a:gs>
                <a:gs pos="28571">
                  <a:srgbClr val="909899">
                    <a:alpha val="1325"/>
                  </a:srgbClr>
                </a:gs>
                <a:gs pos="42857">
                  <a:srgbClr val="909899">
                    <a:alpha val="871"/>
                  </a:srgbClr>
                </a:gs>
                <a:gs pos="57143">
                  <a:srgbClr val="909899">
                    <a:alpha val="483"/>
                  </a:srgbClr>
                </a:gs>
                <a:gs pos="71429">
                  <a:srgbClr val="909899">
                    <a:alpha val="227"/>
                  </a:srgbClr>
                </a:gs>
                <a:gs pos="85714">
                  <a:srgbClr val="909899">
                    <a:alpha val="90"/>
                  </a:srgbClr>
                </a:gs>
                <a:gs pos="100000">
                  <a:srgbClr val="909899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8363629">
              <a:off x="2709046" y="2154031"/>
              <a:ext cx="723228" cy="82574"/>
            </a:xfrm>
            <a:prstGeom prst="ellipse">
              <a:avLst/>
            </a:prstGeom>
            <a:gradFill>
              <a:gsLst>
                <a:gs pos="0">
                  <a:srgbClr val="010506">
                    <a:alpha val="32968"/>
                  </a:srgbClr>
                </a:gs>
                <a:gs pos="14286">
                  <a:srgbClr val="010506">
                    <a:alpha val="30764"/>
                  </a:srgbClr>
                </a:gs>
                <a:gs pos="28571">
                  <a:srgbClr val="010506">
                    <a:alpha val="24833"/>
                  </a:srgbClr>
                </a:gs>
                <a:gs pos="42857">
                  <a:srgbClr val="010506">
                    <a:alpha val="17075"/>
                  </a:srgbClr>
                </a:gs>
                <a:gs pos="57143">
                  <a:srgbClr val="010506">
                    <a:alpha val="9855"/>
                  </a:srgbClr>
                </a:gs>
                <a:gs pos="71429">
                  <a:srgbClr val="010506">
                    <a:alpha val="4740"/>
                  </a:srgbClr>
                </a:gs>
                <a:gs pos="85714">
                  <a:srgbClr val="010506">
                    <a:alpha val="1902"/>
                  </a:srgbClr>
                </a:gs>
                <a:gs pos="100000">
                  <a:srgbClr val="0105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6243997">
              <a:off x="67379" y="2036333"/>
              <a:ext cx="576294" cy="34618"/>
            </a:xfrm>
            <a:prstGeom prst="ellipse">
              <a:avLst/>
            </a:prstGeom>
            <a:gradFill>
              <a:gsLst>
                <a:gs pos="0">
                  <a:srgbClr val="0C080D">
                    <a:alpha val="32968"/>
                  </a:srgbClr>
                </a:gs>
                <a:gs pos="14286">
                  <a:srgbClr val="0C080D">
                    <a:alpha val="30764"/>
                  </a:srgbClr>
                </a:gs>
                <a:gs pos="28571">
                  <a:srgbClr val="0C080D">
                    <a:alpha val="24833"/>
                  </a:srgbClr>
                </a:gs>
                <a:gs pos="42857">
                  <a:srgbClr val="0C080D">
                    <a:alpha val="17075"/>
                  </a:srgbClr>
                </a:gs>
                <a:gs pos="57143">
                  <a:srgbClr val="0C080D">
                    <a:alpha val="9855"/>
                  </a:srgbClr>
                </a:gs>
                <a:gs pos="71429">
                  <a:srgbClr val="0C080D">
                    <a:alpha val="4740"/>
                  </a:srgbClr>
                </a:gs>
                <a:gs pos="85714">
                  <a:srgbClr val="0C080D">
                    <a:alpha val="1902"/>
                  </a:srgbClr>
                </a:gs>
                <a:gs pos="100000">
                  <a:srgbClr val="0C08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5554824">
              <a:off x="964350" y="220218"/>
              <a:ext cx="589284" cy="62147"/>
            </a:xfrm>
            <a:prstGeom prst="ellipse">
              <a:avLst/>
            </a:prstGeom>
            <a:gradFill>
              <a:gsLst>
                <a:gs pos="0">
                  <a:srgbClr val="020604">
                    <a:alpha val="32968"/>
                  </a:srgbClr>
                </a:gs>
                <a:gs pos="14286">
                  <a:srgbClr val="020604">
                    <a:alpha val="30764"/>
                  </a:srgbClr>
                </a:gs>
                <a:gs pos="28571">
                  <a:srgbClr val="020604">
                    <a:alpha val="24833"/>
                  </a:srgbClr>
                </a:gs>
                <a:gs pos="42857">
                  <a:srgbClr val="020604">
                    <a:alpha val="17075"/>
                  </a:srgbClr>
                </a:gs>
                <a:gs pos="57143">
                  <a:srgbClr val="020604">
                    <a:alpha val="9855"/>
                  </a:srgbClr>
                </a:gs>
                <a:gs pos="71429">
                  <a:srgbClr val="020604">
                    <a:alpha val="4740"/>
                  </a:srgbClr>
                </a:gs>
                <a:gs pos="85714">
                  <a:srgbClr val="020604">
                    <a:alpha val="1902"/>
                  </a:srgbClr>
                </a:gs>
                <a:gs pos="100000">
                  <a:srgbClr val="0206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4461417">
              <a:off x="960030" y="2645028"/>
              <a:ext cx="421374" cy="39617"/>
            </a:xfrm>
            <a:prstGeom prst="ellipse">
              <a:avLst/>
            </a:prstGeom>
            <a:gradFill>
              <a:gsLst>
                <a:gs pos="0">
                  <a:srgbClr val="1C1B1B">
                    <a:alpha val="26432"/>
                  </a:srgbClr>
                </a:gs>
                <a:gs pos="14286">
                  <a:srgbClr val="1C1B1B">
                    <a:alpha val="24583"/>
                  </a:srgbClr>
                </a:gs>
                <a:gs pos="28571">
                  <a:srgbClr val="1C1B1B">
                    <a:alpha val="19673"/>
                  </a:srgbClr>
                </a:gs>
                <a:gs pos="42857">
                  <a:srgbClr val="1C1B1B">
                    <a:alpha val="13384"/>
                  </a:srgbClr>
                </a:gs>
                <a:gs pos="57143">
                  <a:srgbClr val="1C1B1B">
                    <a:alpha val="7653"/>
                  </a:srgbClr>
                </a:gs>
                <a:gs pos="71429">
                  <a:srgbClr val="1C1B1B">
                    <a:alpha val="3658"/>
                  </a:srgbClr>
                </a:gs>
                <a:gs pos="85714">
                  <a:srgbClr val="1C1B1B">
                    <a:alpha val="1463"/>
                  </a:srgbClr>
                </a:gs>
                <a:gs pos="100000">
                  <a:srgbClr val="1C1B1B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3062907">
              <a:off x="845403" y="525984"/>
              <a:ext cx="556061" cy="61315"/>
            </a:xfrm>
            <a:prstGeom prst="ellipse">
              <a:avLst/>
            </a:prstGeom>
            <a:gradFill>
              <a:gsLst>
                <a:gs pos="0">
                  <a:srgbClr val="63605B">
                    <a:alpha val="5128"/>
                  </a:srgbClr>
                </a:gs>
                <a:gs pos="14286">
                  <a:srgbClr val="63605B">
                    <a:alpha val="4723"/>
                  </a:srgbClr>
                </a:gs>
                <a:gs pos="28571">
                  <a:srgbClr val="63605B">
                    <a:alpha val="3687"/>
                  </a:srgbClr>
                </a:gs>
                <a:gs pos="42857">
                  <a:srgbClr val="63605B">
                    <a:alpha val="2434"/>
                  </a:srgbClr>
                </a:gs>
                <a:gs pos="57143">
                  <a:srgbClr val="63605B">
                    <a:alpha val="1356"/>
                  </a:srgbClr>
                </a:gs>
                <a:gs pos="71429">
                  <a:srgbClr val="63605B">
                    <a:alpha val="637"/>
                  </a:srgbClr>
                </a:gs>
                <a:gs pos="85714">
                  <a:srgbClr val="63605B">
                    <a:alpha val="252"/>
                  </a:srgbClr>
                </a:gs>
                <a:gs pos="100000">
                  <a:srgbClr val="63605B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9338605">
              <a:off x="1592626" y="-4052"/>
              <a:ext cx="290409" cy="191807"/>
            </a:xfrm>
            <a:prstGeom prst="ellipse">
              <a:avLst/>
            </a:prstGeom>
            <a:gradFill>
              <a:gsLst>
                <a:gs pos="0">
                  <a:srgbClr val="040B0A">
                    <a:alpha val="32956"/>
                  </a:srgbClr>
                </a:gs>
                <a:gs pos="14286">
                  <a:srgbClr val="040B0A">
                    <a:alpha val="30752"/>
                  </a:srgbClr>
                </a:gs>
                <a:gs pos="28571">
                  <a:srgbClr val="040B0A">
                    <a:alpha val="24823"/>
                  </a:srgbClr>
                </a:gs>
                <a:gs pos="42857">
                  <a:srgbClr val="040B0A">
                    <a:alpha val="17068"/>
                  </a:srgbClr>
                </a:gs>
                <a:gs pos="57143">
                  <a:srgbClr val="040B0A">
                    <a:alpha val="9851"/>
                  </a:srgbClr>
                </a:gs>
                <a:gs pos="71429">
                  <a:srgbClr val="040B0A">
                    <a:alpha val="4738"/>
                  </a:srgbClr>
                </a:gs>
                <a:gs pos="85714">
                  <a:srgbClr val="040B0A">
                    <a:alpha val="1901"/>
                  </a:srgbClr>
                </a:gs>
                <a:gs pos="100000">
                  <a:srgbClr val="040B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6797065">
              <a:off x="1179163" y="101071"/>
              <a:ext cx="592064" cy="6668"/>
            </a:xfrm>
            <a:prstGeom prst="ellipse">
              <a:avLst/>
            </a:prstGeom>
            <a:gradFill>
              <a:gsLst>
                <a:gs pos="0">
                  <a:srgbClr val="140706">
                    <a:alpha val="32968"/>
                  </a:srgbClr>
                </a:gs>
                <a:gs pos="14286">
                  <a:srgbClr val="140706">
                    <a:alpha val="30764"/>
                  </a:srgbClr>
                </a:gs>
                <a:gs pos="28571">
                  <a:srgbClr val="140706">
                    <a:alpha val="24833"/>
                  </a:srgbClr>
                </a:gs>
                <a:gs pos="42857">
                  <a:srgbClr val="140706">
                    <a:alpha val="17075"/>
                  </a:srgbClr>
                </a:gs>
                <a:gs pos="57143">
                  <a:srgbClr val="140706">
                    <a:alpha val="9855"/>
                  </a:srgbClr>
                </a:gs>
                <a:gs pos="71429">
                  <a:srgbClr val="140706">
                    <a:alpha val="4740"/>
                  </a:srgbClr>
                </a:gs>
                <a:gs pos="85714">
                  <a:srgbClr val="140706">
                    <a:alpha val="1902"/>
                  </a:srgbClr>
                </a:gs>
                <a:gs pos="100000">
                  <a:srgbClr val="1407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8329603">
              <a:off x="1047841" y="21893"/>
              <a:ext cx="68612" cy="34644"/>
            </a:xfrm>
            <a:prstGeom prst="ellipse">
              <a:avLst/>
            </a:prstGeom>
            <a:gradFill>
              <a:gsLst>
                <a:gs pos="0">
                  <a:srgbClr val="FFFDF2">
                    <a:alpha val="32968"/>
                  </a:srgbClr>
                </a:gs>
                <a:gs pos="14286">
                  <a:srgbClr val="FFFDF2">
                    <a:alpha val="30764"/>
                  </a:srgbClr>
                </a:gs>
                <a:gs pos="28571">
                  <a:srgbClr val="FFFDF2">
                    <a:alpha val="24833"/>
                  </a:srgbClr>
                </a:gs>
                <a:gs pos="42857">
                  <a:srgbClr val="FFFDF2">
                    <a:alpha val="17075"/>
                  </a:srgbClr>
                </a:gs>
                <a:gs pos="57143">
                  <a:srgbClr val="FFFDF2">
                    <a:alpha val="9855"/>
                  </a:srgbClr>
                </a:gs>
                <a:gs pos="71429">
                  <a:srgbClr val="FFFDF2">
                    <a:alpha val="4740"/>
                  </a:srgbClr>
                </a:gs>
                <a:gs pos="85714">
                  <a:srgbClr val="FFFDF2">
                    <a:alpha val="1902"/>
                  </a:srgbClr>
                </a:gs>
                <a:gs pos="100000">
                  <a:srgbClr val="FFFD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8515388">
              <a:off x="1936383" y="3160351"/>
              <a:ext cx="36535" cy="21670"/>
            </a:xfrm>
            <a:prstGeom prst="ellipse">
              <a:avLst/>
            </a:prstGeom>
            <a:gradFill>
              <a:gsLst>
                <a:gs pos="0">
                  <a:srgbClr val="EBE3FF">
                    <a:alpha val="32968"/>
                  </a:srgbClr>
                </a:gs>
                <a:gs pos="14286">
                  <a:srgbClr val="EBE3FF">
                    <a:alpha val="30764"/>
                  </a:srgbClr>
                </a:gs>
                <a:gs pos="28571">
                  <a:srgbClr val="EBE3FF">
                    <a:alpha val="24833"/>
                  </a:srgbClr>
                </a:gs>
                <a:gs pos="42857">
                  <a:srgbClr val="EBE3FF">
                    <a:alpha val="17075"/>
                  </a:srgbClr>
                </a:gs>
                <a:gs pos="57143">
                  <a:srgbClr val="EBE3FF">
                    <a:alpha val="9855"/>
                  </a:srgbClr>
                </a:gs>
                <a:gs pos="71429">
                  <a:srgbClr val="EBE3FF">
                    <a:alpha val="4740"/>
                  </a:srgbClr>
                </a:gs>
                <a:gs pos="85714">
                  <a:srgbClr val="EBE3FF">
                    <a:alpha val="1902"/>
                  </a:srgbClr>
                </a:gs>
                <a:gs pos="100000">
                  <a:srgbClr val="EBE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10408599">
              <a:off x="2151206" y="237762"/>
              <a:ext cx="608937" cy="6668"/>
            </a:xfrm>
            <a:prstGeom prst="ellipse">
              <a:avLst/>
            </a:prstGeom>
            <a:gradFill>
              <a:gsLst>
                <a:gs pos="0">
                  <a:srgbClr val="000600">
                    <a:alpha val="32968"/>
                  </a:srgbClr>
                </a:gs>
                <a:gs pos="14286">
                  <a:srgbClr val="000600">
                    <a:alpha val="30764"/>
                  </a:srgbClr>
                </a:gs>
                <a:gs pos="28571">
                  <a:srgbClr val="000600">
                    <a:alpha val="24833"/>
                  </a:srgbClr>
                </a:gs>
                <a:gs pos="42857">
                  <a:srgbClr val="000600">
                    <a:alpha val="17075"/>
                  </a:srgbClr>
                </a:gs>
                <a:gs pos="57143">
                  <a:srgbClr val="000600">
                    <a:alpha val="9855"/>
                  </a:srgbClr>
                </a:gs>
                <a:gs pos="71429">
                  <a:srgbClr val="000600">
                    <a:alpha val="4740"/>
                  </a:srgbClr>
                </a:gs>
                <a:gs pos="85714">
                  <a:srgbClr val="000600">
                    <a:alpha val="1902"/>
                  </a:srgbClr>
                </a:gs>
                <a:gs pos="100000">
                  <a:srgbClr val="00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2982758">
              <a:off x="3187444" y="1659938"/>
              <a:ext cx="363292" cy="218013"/>
            </a:xfrm>
            <a:prstGeom prst="ellipse">
              <a:avLst/>
            </a:prstGeom>
            <a:gradFill>
              <a:gsLst>
                <a:gs pos="0">
                  <a:srgbClr val="000503">
                    <a:alpha val="32968"/>
                  </a:srgbClr>
                </a:gs>
                <a:gs pos="14286">
                  <a:srgbClr val="000503">
                    <a:alpha val="30764"/>
                  </a:srgbClr>
                </a:gs>
                <a:gs pos="28571">
                  <a:srgbClr val="000503">
                    <a:alpha val="24833"/>
                  </a:srgbClr>
                </a:gs>
                <a:gs pos="42857">
                  <a:srgbClr val="000503">
                    <a:alpha val="17075"/>
                  </a:srgbClr>
                </a:gs>
                <a:gs pos="57143">
                  <a:srgbClr val="000503">
                    <a:alpha val="9855"/>
                  </a:srgbClr>
                </a:gs>
                <a:gs pos="71429">
                  <a:srgbClr val="000503">
                    <a:alpha val="4740"/>
                  </a:srgbClr>
                </a:gs>
                <a:gs pos="85714">
                  <a:srgbClr val="000503">
                    <a:alpha val="1902"/>
                  </a:srgbClr>
                </a:gs>
                <a:gs pos="100000">
                  <a:srgbClr val="0005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9376906">
              <a:off x="3332832" y="382627"/>
              <a:ext cx="334871" cy="135718"/>
            </a:xfrm>
            <a:prstGeom prst="ellipse">
              <a:avLst/>
            </a:prstGeom>
            <a:gradFill>
              <a:gsLst>
                <a:gs pos="0">
                  <a:srgbClr val="010100">
                    <a:alpha val="32367"/>
                  </a:srgbClr>
                </a:gs>
                <a:gs pos="14286">
                  <a:srgbClr val="010100">
                    <a:alpha val="30193"/>
                  </a:srgbClr>
                </a:gs>
                <a:gs pos="28571">
                  <a:srgbClr val="010100">
                    <a:alpha val="24352"/>
                  </a:srgbClr>
                </a:gs>
                <a:gs pos="42857">
                  <a:srgbClr val="010100">
                    <a:alpha val="16728"/>
                  </a:srgbClr>
                </a:gs>
                <a:gs pos="57143">
                  <a:srgbClr val="010100">
                    <a:alpha val="9646"/>
                  </a:srgbClr>
                </a:gs>
                <a:gs pos="71429">
                  <a:srgbClr val="010100">
                    <a:alpha val="4637"/>
                  </a:srgbClr>
                </a:gs>
                <a:gs pos="85714">
                  <a:srgbClr val="010100">
                    <a:alpha val="1860"/>
                  </a:srgbClr>
                </a:gs>
                <a:gs pos="100000">
                  <a:srgbClr val="010100">
                    <a:alpha val="6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10336869">
              <a:off x="1898670" y="243513"/>
              <a:ext cx="263642" cy="144316"/>
            </a:xfrm>
            <a:prstGeom prst="ellipse">
              <a:avLst/>
            </a:prstGeom>
            <a:gradFill>
              <a:gsLst>
                <a:gs pos="0">
                  <a:srgbClr val="000705">
                    <a:alpha val="27258"/>
                  </a:srgbClr>
                </a:gs>
                <a:gs pos="14286">
                  <a:srgbClr val="000705">
                    <a:alpha val="25361"/>
                  </a:srgbClr>
                </a:gs>
                <a:gs pos="28571">
                  <a:srgbClr val="000705">
                    <a:alpha val="20317"/>
                  </a:srgbClr>
                </a:gs>
                <a:gs pos="42857">
                  <a:srgbClr val="000705">
                    <a:alpha val="13841"/>
                  </a:srgbClr>
                </a:gs>
                <a:gs pos="57143">
                  <a:srgbClr val="000705">
                    <a:alpha val="7923"/>
                  </a:srgbClr>
                </a:gs>
                <a:gs pos="71429">
                  <a:srgbClr val="000705">
                    <a:alpha val="3790"/>
                  </a:srgbClr>
                </a:gs>
                <a:gs pos="85714">
                  <a:srgbClr val="000705">
                    <a:alpha val="1516"/>
                  </a:srgbClr>
                </a:gs>
                <a:gs pos="100000">
                  <a:srgbClr val="000705">
                    <a:alpha val="5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3520807">
              <a:off x="2125588" y="508353"/>
              <a:ext cx="436238" cy="48169"/>
            </a:xfrm>
            <a:prstGeom prst="ellipse">
              <a:avLst/>
            </a:prstGeom>
            <a:gradFill>
              <a:gsLst>
                <a:gs pos="0">
                  <a:srgbClr val="3A3838">
                    <a:alpha val="32968"/>
                  </a:srgbClr>
                </a:gs>
                <a:gs pos="14286">
                  <a:srgbClr val="3A3838">
                    <a:alpha val="30764"/>
                  </a:srgbClr>
                </a:gs>
                <a:gs pos="28571">
                  <a:srgbClr val="3A3838">
                    <a:alpha val="24833"/>
                  </a:srgbClr>
                </a:gs>
                <a:gs pos="42857">
                  <a:srgbClr val="3A3838">
                    <a:alpha val="17075"/>
                  </a:srgbClr>
                </a:gs>
                <a:gs pos="57143">
                  <a:srgbClr val="3A3838">
                    <a:alpha val="9855"/>
                  </a:srgbClr>
                </a:gs>
                <a:gs pos="71429">
                  <a:srgbClr val="3A3838">
                    <a:alpha val="4740"/>
                  </a:srgbClr>
                </a:gs>
                <a:gs pos="85714">
                  <a:srgbClr val="3A3838">
                    <a:alpha val="1902"/>
                  </a:srgbClr>
                </a:gs>
                <a:gs pos="100000">
                  <a:srgbClr val="3A38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-8915008">
              <a:off x="2508226" y="631291"/>
              <a:ext cx="28987" cy="21669"/>
            </a:xfrm>
            <a:prstGeom prst="ellipse">
              <a:avLst/>
            </a:prstGeom>
            <a:gradFill>
              <a:gsLst>
                <a:gs pos="0">
                  <a:srgbClr val="FFE0FF">
                    <a:alpha val="32968"/>
                  </a:srgbClr>
                </a:gs>
                <a:gs pos="14286">
                  <a:srgbClr val="FFE0FF">
                    <a:alpha val="30764"/>
                  </a:srgbClr>
                </a:gs>
                <a:gs pos="28571">
                  <a:srgbClr val="FFE0FF">
                    <a:alpha val="24833"/>
                  </a:srgbClr>
                </a:gs>
                <a:gs pos="42857">
                  <a:srgbClr val="FFE0FF">
                    <a:alpha val="17075"/>
                  </a:srgbClr>
                </a:gs>
                <a:gs pos="57143">
                  <a:srgbClr val="FFE0FF">
                    <a:alpha val="9855"/>
                  </a:srgbClr>
                </a:gs>
                <a:gs pos="71429">
                  <a:srgbClr val="FFE0FF">
                    <a:alpha val="4740"/>
                  </a:srgbClr>
                </a:gs>
                <a:gs pos="85714">
                  <a:srgbClr val="FFE0FF">
                    <a:alpha val="1902"/>
                  </a:srgbClr>
                </a:gs>
                <a:gs pos="100000">
                  <a:srgbClr val="FFE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-9185744">
              <a:off x="2306395" y="1304183"/>
              <a:ext cx="413004" cy="156972"/>
            </a:xfrm>
            <a:prstGeom prst="ellipse">
              <a:avLst/>
            </a:prstGeom>
            <a:gradFill>
              <a:gsLst>
                <a:gs pos="0">
                  <a:srgbClr val="030406">
                    <a:alpha val="28614"/>
                  </a:srgbClr>
                </a:gs>
                <a:gs pos="14286">
                  <a:srgbClr val="030406">
                    <a:alpha val="26641"/>
                  </a:srgbClr>
                </a:gs>
                <a:gs pos="28571">
                  <a:srgbClr val="030406">
                    <a:alpha val="21380"/>
                  </a:srgbClr>
                </a:gs>
                <a:gs pos="42857">
                  <a:srgbClr val="030406">
                    <a:alpha val="14596"/>
                  </a:srgbClr>
                </a:gs>
                <a:gs pos="57143">
                  <a:srgbClr val="030406">
                    <a:alpha val="8371"/>
                  </a:srgbClr>
                </a:gs>
                <a:gs pos="71429">
                  <a:srgbClr val="030406">
                    <a:alpha val="4010"/>
                  </a:srgbClr>
                </a:gs>
                <a:gs pos="85714">
                  <a:srgbClr val="030406">
                    <a:alpha val="1605"/>
                  </a:srgbClr>
                </a:gs>
                <a:gs pos="100000">
                  <a:srgbClr val="030406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8475062">
              <a:off x="637061" y="132072"/>
              <a:ext cx="42014" cy="19609"/>
            </a:xfrm>
            <a:prstGeom prst="ellipse">
              <a:avLst/>
            </a:prstGeom>
            <a:gradFill>
              <a:gsLst>
                <a:gs pos="0">
                  <a:srgbClr val="E5F4FF">
                    <a:alpha val="32968"/>
                  </a:srgbClr>
                </a:gs>
                <a:gs pos="14286">
                  <a:srgbClr val="E5F4FF">
                    <a:alpha val="30764"/>
                  </a:srgbClr>
                </a:gs>
                <a:gs pos="28571">
                  <a:srgbClr val="E5F4FF">
                    <a:alpha val="24833"/>
                  </a:srgbClr>
                </a:gs>
                <a:gs pos="42857">
                  <a:srgbClr val="E5F4FF">
                    <a:alpha val="17075"/>
                  </a:srgbClr>
                </a:gs>
                <a:gs pos="57143">
                  <a:srgbClr val="E5F4FF">
                    <a:alpha val="9855"/>
                  </a:srgbClr>
                </a:gs>
                <a:gs pos="71429">
                  <a:srgbClr val="E5F4FF">
                    <a:alpha val="4740"/>
                  </a:srgbClr>
                </a:gs>
                <a:gs pos="85714">
                  <a:srgbClr val="E5F4FF">
                    <a:alpha val="1902"/>
                  </a:srgbClr>
                </a:gs>
                <a:gs pos="100000">
                  <a:srgbClr val="E5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-9119751">
              <a:off x="1658478" y="372547"/>
              <a:ext cx="319050" cy="181093"/>
            </a:xfrm>
            <a:prstGeom prst="ellipse">
              <a:avLst/>
            </a:prstGeom>
            <a:gradFill>
              <a:gsLst>
                <a:gs pos="0">
                  <a:srgbClr val="000909">
                    <a:alpha val="30873"/>
                  </a:srgbClr>
                </a:gs>
                <a:gs pos="14286">
                  <a:srgbClr val="000909">
                    <a:alpha val="28778"/>
                  </a:srgbClr>
                </a:gs>
                <a:gs pos="28571">
                  <a:srgbClr val="000909">
                    <a:alpha val="23164"/>
                  </a:srgbClr>
                </a:gs>
                <a:gs pos="42857">
                  <a:srgbClr val="000909">
                    <a:alpha val="15872"/>
                  </a:srgbClr>
                </a:gs>
                <a:gs pos="57143">
                  <a:srgbClr val="000909">
                    <a:alpha val="9133"/>
                  </a:srgbClr>
                </a:gs>
                <a:gs pos="71429">
                  <a:srgbClr val="000909">
                    <a:alpha val="4384"/>
                  </a:srgbClr>
                </a:gs>
                <a:gs pos="85714">
                  <a:srgbClr val="000909">
                    <a:alpha val="1757"/>
                  </a:srgbClr>
                </a:gs>
                <a:gs pos="100000">
                  <a:srgbClr val="000909">
                    <a:alpha val="5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3388844">
              <a:off x="2229104" y="1460120"/>
              <a:ext cx="26148" cy="20494"/>
            </a:xfrm>
            <a:prstGeom prst="ellipse">
              <a:avLst/>
            </a:prstGeom>
            <a:gradFill>
              <a:gsLst>
                <a:gs pos="0">
                  <a:srgbClr val="C1E9FF">
                    <a:alpha val="32968"/>
                  </a:srgbClr>
                </a:gs>
                <a:gs pos="14286">
                  <a:srgbClr val="C1E9FF">
                    <a:alpha val="30764"/>
                  </a:srgbClr>
                </a:gs>
                <a:gs pos="28571">
                  <a:srgbClr val="C1E9FF">
                    <a:alpha val="24833"/>
                  </a:srgbClr>
                </a:gs>
                <a:gs pos="42857">
                  <a:srgbClr val="C1E9FF">
                    <a:alpha val="17075"/>
                  </a:srgbClr>
                </a:gs>
                <a:gs pos="57143">
                  <a:srgbClr val="C1E9FF">
                    <a:alpha val="9855"/>
                  </a:srgbClr>
                </a:gs>
                <a:gs pos="71429">
                  <a:srgbClr val="C1E9FF">
                    <a:alpha val="4740"/>
                  </a:srgbClr>
                </a:gs>
                <a:gs pos="85714">
                  <a:srgbClr val="C1E9FF">
                    <a:alpha val="1902"/>
                  </a:srgbClr>
                </a:gs>
                <a:gs pos="100000">
                  <a:srgbClr val="C1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3363120">
              <a:off x="2892624" y="1828736"/>
              <a:ext cx="469141" cy="27150"/>
            </a:xfrm>
            <a:prstGeom prst="ellipse">
              <a:avLst/>
            </a:prstGeom>
            <a:gradFill>
              <a:gsLst>
                <a:gs pos="0">
                  <a:srgbClr val="282A2A">
                    <a:alpha val="32968"/>
                  </a:srgbClr>
                </a:gs>
                <a:gs pos="14286">
                  <a:srgbClr val="282A2A">
                    <a:alpha val="30764"/>
                  </a:srgbClr>
                </a:gs>
                <a:gs pos="28571">
                  <a:srgbClr val="282A2A">
                    <a:alpha val="24833"/>
                  </a:srgbClr>
                </a:gs>
                <a:gs pos="42857">
                  <a:srgbClr val="282A2A">
                    <a:alpha val="17075"/>
                  </a:srgbClr>
                </a:gs>
                <a:gs pos="57143">
                  <a:srgbClr val="282A2A">
                    <a:alpha val="9855"/>
                  </a:srgbClr>
                </a:gs>
                <a:gs pos="71429">
                  <a:srgbClr val="282A2A">
                    <a:alpha val="4740"/>
                  </a:srgbClr>
                </a:gs>
                <a:gs pos="85714">
                  <a:srgbClr val="282A2A">
                    <a:alpha val="1902"/>
                  </a:srgbClr>
                </a:gs>
                <a:gs pos="100000">
                  <a:srgbClr val="282A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2846481">
              <a:off x="928087" y="2601437"/>
              <a:ext cx="154430" cy="29108"/>
            </a:xfrm>
            <a:prstGeom prst="ellipse">
              <a:avLst/>
            </a:prstGeom>
            <a:gradFill>
              <a:gsLst>
                <a:gs pos="0">
                  <a:srgbClr val="8C989C">
                    <a:alpha val="3461"/>
                  </a:srgbClr>
                </a:gs>
                <a:gs pos="14286">
                  <a:srgbClr val="8C989C">
                    <a:alpha val="3186"/>
                  </a:srgbClr>
                </a:gs>
                <a:gs pos="28571">
                  <a:srgbClr val="8C989C">
                    <a:alpha val="2483"/>
                  </a:srgbClr>
                </a:gs>
                <a:gs pos="42857">
                  <a:srgbClr val="8C989C">
                    <a:alpha val="1635"/>
                  </a:srgbClr>
                </a:gs>
                <a:gs pos="57143">
                  <a:srgbClr val="8C989C">
                    <a:alpha val="910"/>
                  </a:srgbClr>
                </a:gs>
                <a:gs pos="71429">
                  <a:srgbClr val="8C989C">
                    <a:alpha val="427"/>
                  </a:srgbClr>
                </a:gs>
                <a:gs pos="85714">
                  <a:srgbClr val="8C989C">
                    <a:alpha val="169"/>
                  </a:srgbClr>
                </a:gs>
                <a:gs pos="100000">
                  <a:srgbClr val="8C989C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8342431">
              <a:off x="695460" y="2429564"/>
              <a:ext cx="358444" cy="141764"/>
            </a:xfrm>
            <a:prstGeom prst="ellipse">
              <a:avLst/>
            </a:prstGeom>
            <a:gradFill>
              <a:gsLst>
                <a:gs pos="0">
                  <a:srgbClr val="040605">
                    <a:alpha val="32221"/>
                  </a:srgbClr>
                </a:gs>
                <a:gs pos="14286">
                  <a:srgbClr val="040605">
                    <a:alpha val="30055"/>
                  </a:srgbClr>
                </a:gs>
                <a:gs pos="28571">
                  <a:srgbClr val="040605">
                    <a:alpha val="24236"/>
                  </a:srgbClr>
                </a:gs>
                <a:gs pos="42857">
                  <a:srgbClr val="040605">
                    <a:alpha val="16644"/>
                  </a:srgbClr>
                </a:gs>
                <a:gs pos="57143">
                  <a:srgbClr val="040605">
                    <a:alpha val="9595"/>
                  </a:srgbClr>
                </a:gs>
                <a:gs pos="71429">
                  <a:srgbClr val="040605">
                    <a:alpha val="4612"/>
                  </a:srgbClr>
                </a:gs>
                <a:gs pos="85714">
                  <a:srgbClr val="040605">
                    <a:alpha val="1850"/>
                  </a:srgbClr>
                </a:gs>
                <a:gs pos="100000">
                  <a:srgbClr val="040605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-8719498">
              <a:off x="579452" y="956398"/>
              <a:ext cx="71618" cy="36220"/>
            </a:xfrm>
            <a:prstGeom prst="ellipse">
              <a:avLst/>
            </a:prstGeom>
            <a:gradFill>
              <a:gsLst>
                <a:gs pos="0">
                  <a:srgbClr val="D0DFFF">
                    <a:alpha val="32968"/>
                  </a:srgbClr>
                </a:gs>
                <a:gs pos="14286">
                  <a:srgbClr val="D0DFFF">
                    <a:alpha val="30764"/>
                  </a:srgbClr>
                </a:gs>
                <a:gs pos="28571">
                  <a:srgbClr val="D0DFFF">
                    <a:alpha val="24833"/>
                  </a:srgbClr>
                </a:gs>
                <a:gs pos="42857">
                  <a:srgbClr val="D0DFFF">
                    <a:alpha val="17075"/>
                  </a:srgbClr>
                </a:gs>
                <a:gs pos="57143">
                  <a:srgbClr val="D0DFFF">
                    <a:alpha val="9855"/>
                  </a:srgbClr>
                </a:gs>
                <a:gs pos="71429">
                  <a:srgbClr val="D0DFFF">
                    <a:alpha val="4740"/>
                  </a:srgbClr>
                </a:gs>
                <a:gs pos="85714">
                  <a:srgbClr val="D0DFFF">
                    <a:alpha val="1902"/>
                  </a:srgbClr>
                </a:gs>
                <a:gs pos="100000">
                  <a:srgbClr val="D0D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8572885">
              <a:off x="1490181" y="1614151"/>
              <a:ext cx="393637" cy="1368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6716523">
              <a:off x="2550048" y="1313604"/>
              <a:ext cx="30926" cy="22638"/>
            </a:xfrm>
            <a:prstGeom prst="ellipse">
              <a:avLst/>
            </a:prstGeom>
            <a:gradFill>
              <a:gsLst>
                <a:gs pos="0">
                  <a:srgbClr val="CDDAFF">
                    <a:alpha val="32968"/>
                  </a:srgbClr>
                </a:gs>
                <a:gs pos="14286">
                  <a:srgbClr val="CDDAFF">
                    <a:alpha val="30764"/>
                  </a:srgbClr>
                </a:gs>
                <a:gs pos="28571">
                  <a:srgbClr val="CDDAFF">
                    <a:alpha val="24833"/>
                  </a:srgbClr>
                </a:gs>
                <a:gs pos="42857">
                  <a:srgbClr val="CDDAFF">
                    <a:alpha val="17075"/>
                  </a:srgbClr>
                </a:gs>
                <a:gs pos="57143">
                  <a:srgbClr val="CDDAFF">
                    <a:alpha val="9855"/>
                  </a:srgbClr>
                </a:gs>
                <a:gs pos="71429">
                  <a:srgbClr val="CDDAFF">
                    <a:alpha val="4740"/>
                  </a:srgbClr>
                </a:gs>
                <a:gs pos="85714">
                  <a:srgbClr val="CDDAFF">
                    <a:alpha val="1902"/>
                  </a:srgbClr>
                </a:gs>
                <a:gs pos="100000">
                  <a:srgbClr val="CDD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-8332182">
              <a:off x="2323065" y="1094556"/>
              <a:ext cx="53515" cy="22422"/>
            </a:xfrm>
            <a:prstGeom prst="ellipse">
              <a:avLst/>
            </a:prstGeom>
            <a:gradFill>
              <a:gsLst>
                <a:gs pos="0">
                  <a:srgbClr val="9D9CAE">
                    <a:alpha val="32968"/>
                  </a:srgbClr>
                </a:gs>
                <a:gs pos="14286">
                  <a:srgbClr val="9D9CAE">
                    <a:alpha val="30764"/>
                  </a:srgbClr>
                </a:gs>
                <a:gs pos="28571">
                  <a:srgbClr val="9D9CAE">
                    <a:alpha val="24833"/>
                  </a:srgbClr>
                </a:gs>
                <a:gs pos="42857">
                  <a:srgbClr val="9D9CAE">
                    <a:alpha val="17075"/>
                  </a:srgbClr>
                </a:gs>
                <a:gs pos="57143">
                  <a:srgbClr val="9D9CAE">
                    <a:alpha val="9855"/>
                  </a:srgbClr>
                </a:gs>
                <a:gs pos="71429">
                  <a:srgbClr val="9D9CAE">
                    <a:alpha val="4740"/>
                  </a:srgbClr>
                </a:gs>
                <a:gs pos="85714">
                  <a:srgbClr val="9D9CAE">
                    <a:alpha val="1902"/>
                  </a:srgbClr>
                </a:gs>
                <a:gs pos="100000">
                  <a:srgbClr val="9D9C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3252240">
              <a:off x="1080909" y="1305407"/>
              <a:ext cx="551934" cy="175176"/>
            </a:xfrm>
            <a:prstGeom prst="ellipse">
              <a:avLst/>
            </a:prstGeom>
            <a:gradFill>
              <a:gsLst>
                <a:gs pos="0">
                  <a:srgbClr val="010708">
                    <a:alpha val="20218"/>
                  </a:srgbClr>
                </a:gs>
                <a:gs pos="14286">
                  <a:srgbClr val="010708">
                    <a:alpha val="18747"/>
                  </a:srgbClr>
                </a:gs>
                <a:gs pos="28571">
                  <a:srgbClr val="010708">
                    <a:alpha val="14887"/>
                  </a:srgbClr>
                </a:gs>
                <a:gs pos="42857">
                  <a:srgbClr val="010708">
                    <a:alpha val="10033"/>
                  </a:srgbClr>
                </a:gs>
                <a:gs pos="57143">
                  <a:srgbClr val="010708">
                    <a:alpha val="5690"/>
                  </a:srgbClr>
                </a:gs>
                <a:gs pos="71429">
                  <a:srgbClr val="010708">
                    <a:alpha val="2705"/>
                  </a:srgbClr>
                </a:gs>
                <a:gs pos="85714">
                  <a:srgbClr val="010708">
                    <a:alpha val="1079"/>
                  </a:srgbClr>
                </a:gs>
                <a:gs pos="100000">
                  <a:srgbClr val="010708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7226485">
              <a:off x="2339125" y="794099"/>
              <a:ext cx="560261" cy="65256"/>
            </a:xfrm>
            <a:prstGeom prst="ellipse">
              <a:avLst/>
            </a:prstGeom>
            <a:gradFill>
              <a:gsLst>
                <a:gs pos="0">
                  <a:srgbClr val="000600">
                    <a:alpha val="20168"/>
                  </a:srgbClr>
                </a:gs>
                <a:gs pos="14286">
                  <a:srgbClr val="000600">
                    <a:alpha val="18700"/>
                  </a:srgbClr>
                </a:gs>
                <a:gs pos="28571">
                  <a:srgbClr val="000600">
                    <a:alpha val="14849"/>
                  </a:srgbClr>
                </a:gs>
                <a:gs pos="42857">
                  <a:srgbClr val="000600">
                    <a:alpha val="10007"/>
                  </a:srgbClr>
                </a:gs>
                <a:gs pos="57143">
                  <a:srgbClr val="000600">
                    <a:alpha val="5675"/>
                  </a:srgbClr>
                </a:gs>
                <a:gs pos="71429">
                  <a:srgbClr val="000600">
                    <a:alpha val="2698"/>
                  </a:srgbClr>
                </a:gs>
                <a:gs pos="85714">
                  <a:srgbClr val="000600">
                    <a:alpha val="1076"/>
                  </a:srgbClr>
                </a:gs>
                <a:gs pos="100000">
                  <a:srgbClr val="000600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6004018">
              <a:off x="1140850" y="1760661"/>
              <a:ext cx="234998" cy="27238"/>
            </a:xfrm>
            <a:prstGeom prst="ellipse">
              <a:avLst/>
            </a:prstGeom>
            <a:gradFill>
              <a:gsLst>
                <a:gs pos="0">
                  <a:srgbClr val="424A52">
                    <a:alpha val="10581"/>
                  </a:srgbClr>
                </a:gs>
                <a:gs pos="14286">
                  <a:srgbClr val="424A52">
                    <a:alpha val="9769"/>
                  </a:srgbClr>
                </a:gs>
                <a:gs pos="28571">
                  <a:srgbClr val="424A52">
                    <a:alpha val="7671"/>
                  </a:srgbClr>
                </a:gs>
                <a:gs pos="42857">
                  <a:srgbClr val="424A52">
                    <a:alpha val="5101"/>
                  </a:srgbClr>
                </a:gs>
                <a:gs pos="57143">
                  <a:srgbClr val="424A52">
                    <a:alpha val="2859"/>
                  </a:srgbClr>
                </a:gs>
                <a:gs pos="71429">
                  <a:srgbClr val="424A52">
                    <a:alpha val="1349"/>
                  </a:srgbClr>
                </a:gs>
                <a:gs pos="85714">
                  <a:srgbClr val="424A52">
                    <a:alpha val="536"/>
                  </a:srgbClr>
                </a:gs>
                <a:gs pos="100000">
                  <a:srgbClr val="424A52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4016917">
              <a:off x="2817886" y="1681"/>
              <a:ext cx="578422" cy="156144"/>
            </a:xfrm>
            <a:prstGeom prst="ellipse">
              <a:avLst/>
            </a:prstGeom>
            <a:gradFill>
              <a:gsLst>
                <a:gs pos="0">
                  <a:srgbClr val="000602">
                    <a:alpha val="32968"/>
                  </a:srgbClr>
                </a:gs>
                <a:gs pos="14286">
                  <a:srgbClr val="000602">
                    <a:alpha val="30764"/>
                  </a:srgbClr>
                </a:gs>
                <a:gs pos="28571">
                  <a:srgbClr val="000602">
                    <a:alpha val="24833"/>
                  </a:srgbClr>
                </a:gs>
                <a:gs pos="42857">
                  <a:srgbClr val="000602">
                    <a:alpha val="17075"/>
                  </a:srgbClr>
                </a:gs>
                <a:gs pos="57143">
                  <a:srgbClr val="000602">
                    <a:alpha val="9855"/>
                  </a:srgbClr>
                </a:gs>
                <a:gs pos="71429">
                  <a:srgbClr val="000602">
                    <a:alpha val="4740"/>
                  </a:srgbClr>
                </a:gs>
                <a:gs pos="85714">
                  <a:srgbClr val="000602">
                    <a:alpha val="1902"/>
                  </a:srgbClr>
                </a:gs>
                <a:gs pos="100000">
                  <a:srgbClr val="0006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-8161380">
              <a:off x="577754" y="1410021"/>
              <a:ext cx="369637" cy="68739"/>
            </a:xfrm>
            <a:prstGeom prst="ellipse">
              <a:avLst/>
            </a:prstGeom>
            <a:gradFill>
              <a:gsLst>
                <a:gs pos="0">
                  <a:srgbClr val="010100">
                    <a:alpha val="25238"/>
                  </a:srgbClr>
                </a:gs>
                <a:gs pos="14286">
                  <a:srgbClr val="010100">
                    <a:alpha val="23458"/>
                  </a:srgbClr>
                </a:gs>
                <a:gs pos="28571">
                  <a:srgbClr val="010100">
                    <a:alpha val="18744"/>
                  </a:srgbClr>
                </a:gs>
                <a:gs pos="42857">
                  <a:srgbClr val="010100">
                    <a:alpha val="12729"/>
                  </a:srgbClr>
                </a:gs>
                <a:gs pos="57143">
                  <a:srgbClr val="010100">
                    <a:alpha val="7267"/>
                  </a:srgbClr>
                </a:gs>
                <a:gs pos="71429">
                  <a:srgbClr val="010100">
                    <a:alpha val="3470"/>
                  </a:srgbClr>
                </a:gs>
                <a:gs pos="85714">
                  <a:srgbClr val="010100">
                    <a:alpha val="1387"/>
                  </a:srgbClr>
                </a:gs>
                <a:gs pos="100000">
                  <a:srgbClr val="010100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6681985">
              <a:off x="770148" y="200638"/>
              <a:ext cx="521353" cy="54581"/>
            </a:xfrm>
            <a:prstGeom prst="ellipse">
              <a:avLst/>
            </a:prstGeom>
            <a:gradFill>
              <a:gsLst>
                <a:gs pos="0">
                  <a:srgbClr val="0C0F0D">
                    <a:alpha val="32968"/>
                  </a:srgbClr>
                </a:gs>
                <a:gs pos="14286">
                  <a:srgbClr val="0C0F0D">
                    <a:alpha val="30764"/>
                  </a:srgbClr>
                </a:gs>
                <a:gs pos="28571">
                  <a:srgbClr val="0C0F0D">
                    <a:alpha val="24833"/>
                  </a:srgbClr>
                </a:gs>
                <a:gs pos="42857">
                  <a:srgbClr val="0C0F0D">
                    <a:alpha val="17075"/>
                  </a:srgbClr>
                </a:gs>
                <a:gs pos="57143">
                  <a:srgbClr val="0C0F0D">
                    <a:alpha val="9855"/>
                  </a:srgbClr>
                </a:gs>
                <a:gs pos="71429">
                  <a:srgbClr val="0C0F0D">
                    <a:alpha val="4740"/>
                  </a:srgbClr>
                </a:gs>
                <a:gs pos="85714">
                  <a:srgbClr val="0C0F0D">
                    <a:alpha val="1902"/>
                  </a:srgbClr>
                </a:gs>
                <a:gs pos="100000">
                  <a:srgbClr val="0C0F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10732072">
              <a:off x="3036994" y="2985425"/>
              <a:ext cx="516527" cy="66634"/>
            </a:xfrm>
            <a:prstGeom prst="ellipse">
              <a:avLst/>
            </a:prstGeom>
            <a:gradFill>
              <a:gsLst>
                <a:gs pos="0">
                  <a:srgbClr val="020906">
                    <a:alpha val="32968"/>
                  </a:srgbClr>
                </a:gs>
                <a:gs pos="14286">
                  <a:srgbClr val="020906">
                    <a:alpha val="30764"/>
                  </a:srgbClr>
                </a:gs>
                <a:gs pos="28571">
                  <a:srgbClr val="020906">
                    <a:alpha val="24833"/>
                  </a:srgbClr>
                </a:gs>
                <a:gs pos="42857">
                  <a:srgbClr val="020906">
                    <a:alpha val="17075"/>
                  </a:srgbClr>
                </a:gs>
                <a:gs pos="57143">
                  <a:srgbClr val="020906">
                    <a:alpha val="9855"/>
                  </a:srgbClr>
                </a:gs>
                <a:gs pos="71429">
                  <a:srgbClr val="020906">
                    <a:alpha val="4740"/>
                  </a:srgbClr>
                </a:gs>
                <a:gs pos="85714">
                  <a:srgbClr val="020906">
                    <a:alpha val="1902"/>
                  </a:srgbClr>
                </a:gs>
                <a:gs pos="100000">
                  <a:srgbClr val="0209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-10329548">
              <a:off x="1427277" y="2295972"/>
              <a:ext cx="43583" cy="342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-9944245">
              <a:off x="3571484" y="2292388"/>
              <a:ext cx="75002" cy="26483"/>
            </a:xfrm>
            <a:prstGeom prst="ellipse">
              <a:avLst/>
            </a:prstGeom>
            <a:gradFill>
              <a:gsLst>
                <a:gs pos="0">
                  <a:srgbClr val="AD9DAA">
                    <a:alpha val="32968"/>
                  </a:srgbClr>
                </a:gs>
                <a:gs pos="14286">
                  <a:srgbClr val="AD9DAA">
                    <a:alpha val="30764"/>
                  </a:srgbClr>
                </a:gs>
                <a:gs pos="28571">
                  <a:srgbClr val="AD9DAA">
                    <a:alpha val="24833"/>
                  </a:srgbClr>
                </a:gs>
                <a:gs pos="42857">
                  <a:srgbClr val="AD9DAA">
                    <a:alpha val="17075"/>
                  </a:srgbClr>
                </a:gs>
                <a:gs pos="57143">
                  <a:srgbClr val="AD9DAA">
                    <a:alpha val="9855"/>
                  </a:srgbClr>
                </a:gs>
                <a:gs pos="71429">
                  <a:srgbClr val="AD9DAA">
                    <a:alpha val="4740"/>
                  </a:srgbClr>
                </a:gs>
                <a:gs pos="85714">
                  <a:srgbClr val="AD9DAA">
                    <a:alpha val="1902"/>
                  </a:srgbClr>
                </a:gs>
                <a:gs pos="100000">
                  <a:srgbClr val="AD9D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10564987">
              <a:off x="181897" y="2816636"/>
              <a:ext cx="492015" cy="203050"/>
            </a:xfrm>
            <a:prstGeom prst="ellipse">
              <a:avLst/>
            </a:prstGeom>
            <a:gradFill>
              <a:gsLst>
                <a:gs pos="0">
                  <a:srgbClr val="010203">
                    <a:alpha val="21526"/>
                  </a:srgbClr>
                </a:gs>
                <a:gs pos="14286">
                  <a:srgbClr val="010203">
                    <a:alpha val="19972"/>
                  </a:srgbClr>
                </a:gs>
                <a:gs pos="28571">
                  <a:srgbClr val="010203">
                    <a:alpha val="15885"/>
                  </a:srgbClr>
                </a:gs>
                <a:gs pos="42857">
                  <a:srgbClr val="010203">
                    <a:alpha val="10726"/>
                  </a:srgbClr>
                </a:gs>
                <a:gs pos="57143">
                  <a:srgbClr val="010203">
                    <a:alpha val="6094"/>
                  </a:srgbClr>
                </a:gs>
                <a:gs pos="71429">
                  <a:srgbClr val="010203">
                    <a:alpha val="2900"/>
                  </a:srgbClr>
                </a:gs>
                <a:gs pos="85714">
                  <a:srgbClr val="010203">
                    <a:alpha val="1157"/>
                  </a:srgbClr>
                </a:gs>
                <a:gs pos="100000">
                  <a:srgbClr val="010203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7073935">
              <a:off x="2430786" y="679798"/>
              <a:ext cx="434741" cy="43077"/>
            </a:xfrm>
            <a:prstGeom prst="ellipse">
              <a:avLst/>
            </a:prstGeom>
            <a:gradFill>
              <a:gsLst>
                <a:gs pos="0">
                  <a:srgbClr val="060A00">
                    <a:alpha val="32864"/>
                  </a:srgbClr>
                </a:gs>
                <a:gs pos="14286">
                  <a:srgbClr val="060A00">
                    <a:alpha val="30665"/>
                  </a:srgbClr>
                </a:gs>
                <a:gs pos="28571">
                  <a:srgbClr val="060A00">
                    <a:alpha val="24750"/>
                  </a:srgbClr>
                </a:gs>
                <a:gs pos="42857">
                  <a:srgbClr val="060A00">
                    <a:alpha val="17015"/>
                  </a:srgbClr>
                </a:gs>
                <a:gs pos="57143">
                  <a:srgbClr val="060A00">
                    <a:alpha val="9819"/>
                  </a:srgbClr>
                </a:gs>
                <a:gs pos="71429">
                  <a:srgbClr val="060A00">
                    <a:alpha val="4722"/>
                  </a:srgbClr>
                </a:gs>
                <a:gs pos="85714">
                  <a:srgbClr val="060A00">
                    <a:alpha val="1895"/>
                  </a:srgbClr>
                </a:gs>
                <a:gs pos="100000">
                  <a:srgbClr val="060A0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-10560408">
              <a:off x="1357300" y="2960135"/>
              <a:ext cx="223813" cy="6668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5639725">
              <a:off x="2126782" y="474942"/>
              <a:ext cx="429452" cy="1304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10111142">
              <a:off x="1613380" y="735741"/>
              <a:ext cx="75832" cy="28338"/>
            </a:xfrm>
            <a:prstGeom prst="ellipse">
              <a:avLst/>
            </a:prstGeom>
            <a:gradFill>
              <a:gsLst>
                <a:gs pos="0">
                  <a:srgbClr val="FFCEFF">
                    <a:alpha val="25675"/>
                  </a:srgbClr>
                </a:gs>
                <a:gs pos="14286">
                  <a:srgbClr val="FFCEFF">
                    <a:alpha val="23870"/>
                  </a:srgbClr>
                </a:gs>
                <a:gs pos="28571">
                  <a:srgbClr val="FFCEFF">
                    <a:alpha val="19084"/>
                  </a:srgbClr>
                </a:gs>
                <a:gs pos="42857">
                  <a:srgbClr val="FFCEFF">
                    <a:alpha val="12968"/>
                  </a:srgbClr>
                </a:gs>
                <a:gs pos="57143">
                  <a:srgbClr val="FFCEFF">
                    <a:alpha val="7408"/>
                  </a:srgbClr>
                </a:gs>
                <a:gs pos="71429">
                  <a:srgbClr val="FFCEFF">
                    <a:alpha val="3538"/>
                  </a:srgbClr>
                </a:gs>
                <a:gs pos="85714">
                  <a:srgbClr val="FFCEFF">
                    <a:alpha val="1414"/>
                  </a:srgbClr>
                </a:gs>
                <a:gs pos="100000">
                  <a:srgbClr val="FFCEFF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5850721">
              <a:off x="1431691" y="2450446"/>
              <a:ext cx="618070" cy="186976"/>
            </a:xfrm>
            <a:prstGeom prst="ellipse">
              <a:avLst/>
            </a:prstGeom>
            <a:gradFill>
              <a:gsLst>
                <a:gs pos="0">
                  <a:srgbClr val="040806">
                    <a:alpha val="21280"/>
                  </a:srgbClr>
                </a:gs>
                <a:gs pos="14286">
                  <a:srgbClr val="040806">
                    <a:alpha val="19741"/>
                  </a:srgbClr>
                </a:gs>
                <a:gs pos="28571">
                  <a:srgbClr val="040806">
                    <a:alpha val="15697"/>
                  </a:srgbClr>
                </a:gs>
                <a:gs pos="42857">
                  <a:srgbClr val="040806">
                    <a:alpha val="10596"/>
                  </a:srgbClr>
                </a:gs>
                <a:gs pos="57143">
                  <a:srgbClr val="040806">
                    <a:alpha val="6017"/>
                  </a:srgbClr>
                </a:gs>
                <a:gs pos="71429">
                  <a:srgbClr val="040806">
                    <a:alpha val="2863"/>
                  </a:srgbClr>
                </a:gs>
                <a:gs pos="85714">
                  <a:srgbClr val="040806">
                    <a:alpha val="1142"/>
                  </a:srgbClr>
                </a:gs>
                <a:gs pos="100000">
                  <a:srgbClr val="040806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7504043">
              <a:off x="1002899" y="1804008"/>
              <a:ext cx="333219" cy="306386"/>
            </a:xfrm>
            <a:prstGeom prst="ellipse">
              <a:avLst/>
            </a:prstGeom>
            <a:gradFill>
              <a:gsLst>
                <a:gs pos="0">
                  <a:srgbClr val="303631">
                    <a:alpha val="12376"/>
                  </a:srgbClr>
                </a:gs>
                <a:gs pos="14286">
                  <a:srgbClr val="303631">
                    <a:alpha val="11434"/>
                  </a:srgbClr>
                </a:gs>
                <a:gs pos="28571">
                  <a:srgbClr val="303631">
                    <a:alpha val="8997"/>
                  </a:srgbClr>
                </a:gs>
                <a:gs pos="42857">
                  <a:srgbClr val="303631">
                    <a:alpha val="5997"/>
                  </a:srgbClr>
                </a:gs>
                <a:gs pos="57143">
                  <a:srgbClr val="303631">
                    <a:alpha val="3369"/>
                  </a:srgbClr>
                </a:gs>
                <a:gs pos="71429">
                  <a:srgbClr val="303631">
                    <a:alpha val="1591"/>
                  </a:srgbClr>
                </a:gs>
                <a:gs pos="85714">
                  <a:srgbClr val="303631">
                    <a:alpha val="632"/>
                  </a:srgbClr>
                </a:gs>
                <a:gs pos="100000">
                  <a:srgbClr val="303631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7471329">
              <a:off x="-89909" y="1597431"/>
              <a:ext cx="373486" cy="34583"/>
            </a:xfrm>
            <a:prstGeom prst="ellipse">
              <a:avLst/>
            </a:prstGeom>
            <a:gradFill>
              <a:gsLst>
                <a:gs pos="0">
                  <a:srgbClr val="596461">
                    <a:alpha val="4828"/>
                  </a:srgbClr>
                </a:gs>
                <a:gs pos="14286">
                  <a:srgbClr val="596461">
                    <a:alpha val="4446"/>
                  </a:srgbClr>
                </a:gs>
                <a:gs pos="28571">
                  <a:srgbClr val="596461">
                    <a:alpha val="3470"/>
                  </a:srgbClr>
                </a:gs>
                <a:gs pos="42857">
                  <a:srgbClr val="596461">
                    <a:alpha val="2290"/>
                  </a:srgbClr>
                </a:gs>
                <a:gs pos="57143">
                  <a:srgbClr val="596461">
                    <a:alpha val="1275"/>
                  </a:srgbClr>
                </a:gs>
                <a:gs pos="71429">
                  <a:srgbClr val="596461">
                    <a:alpha val="599"/>
                  </a:srgbClr>
                </a:gs>
                <a:gs pos="85714">
                  <a:srgbClr val="596461">
                    <a:alpha val="237"/>
                  </a:srgbClr>
                </a:gs>
                <a:gs pos="100000">
                  <a:srgbClr val="596461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8420236">
              <a:off x="2805352" y="505618"/>
              <a:ext cx="692304" cy="54840"/>
            </a:xfrm>
            <a:prstGeom prst="ellipse">
              <a:avLst/>
            </a:prstGeom>
            <a:gradFill>
              <a:gsLst>
                <a:gs pos="0">
                  <a:srgbClr val="020603">
                    <a:alpha val="32968"/>
                  </a:srgbClr>
                </a:gs>
                <a:gs pos="14286">
                  <a:srgbClr val="020603">
                    <a:alpha val="30764"/>
                  </a:srgbClr>
                </a:gs>
                <a:gs pos="28571">
                  <a:srgbClr val="020603">
                    <a:alpha val="24833"/>
                  </a:srgbClr>
                </a:gs>
                <a:gs pos="42857">
                  <a:srgbClr val="020603">
                    <a:alpha val="17075"/>
                  </a:srgbClr>
                </a:gs>
                <a:gs pos="57143">
                  <a:srgbClr val="020603">
                    <a:alpha val="9855"/>
                  </a:srgbClr>
                </a:gs>
                <a:gs pos="71429">
                  <a:srgbClr val="020603">
                    <a:alpha val="4740"/>
                  </a:srgbClr>
                </a:gs>
                <a:gs pos="85714">
                  <a:srgbClr val="020603">
                    <a:alpha val="1902"/>
                  </a:srgbClr>
                </a:gs>
                <a:gs pos="100000">
                  <a:srgbClr val="0206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2853899">
              <a:off x="1263688" y="3135487"/>
              <a:ext cx="42629" cy="31824"/>
            </a:xfrm>
            <a:prstGeom prst="ellipse">
              <a:avLst/>
            </a:prstGeom>
            <a:gradFill>
              <a:gsLst>
                <a:gs pos="0">
                  <a:srgbClr val="C0DBFF">
                    <a:alpha val="22460"/>
                  </a:srgbClr>
                </a:gs>
                <a:gs pos="14286">
                  <a:srgbClr val="C0DBFF">
                    <a:alpha val="20848"/>
                  </a:srgbClr>
                </a:gs>
                <a:gs pos="28571">
                  <a:srgbClr val="C0DBFF">
                    <a:alpha val="16601"/>
                  </a:srgbClr>
                </a:gs>
                <a:gs pos="42857">
                  <a:srgbClr val="C0DBFF">
                    <a:alpha val="11226"/>
                  </a:srgbClr>
                </a:gs>
                <a:gs pos="57143">
                  <a:srgbClr val="C0DBFF">
                    <a:alpha val="6385"/>
                  </a:srgbClr>
                </a:gs>
                <a:gs pos="71429">
                  <a:srgbClr val="C0DBFF">
                    <a:alpha val="3041"/>
                  </a:srgbClr>
                </a:gs>
                <a:gs pos="85714">
                  <a:srgbClr val="C0DBFF">
                    <a:alpha val="1214"/>
                  </a:srgbClr>
                </a:gs>
                <a:gs pos="100000">
                  <a:srgbClr val="C0DBFF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6874606">
              <a:off x="1313104" y="1425851"/>
              <a:ext cx="59839" cy="23028"/>
            </a:xfrm>
            <a:prstGeom prst="ellipse">
              <a:avLst/>
            </a:prstGeom>
            <a:gradFill>
              <a:gsLst>
                <a:gs pos="0">
                  <a:srgbClr val="969CC6">
                    <a:alpha val="8910"/>
                  </a:srgbClr>
                </a:gs>
                <a:gs pos="14286">
                  <a:srgbClr val="969CC6">
                    <a:alpha val="8220"/>
                  </a:srgbClr>
                </a:gs>
                <a:gs pos="28571">
                  <a:srgbClr val="969CC6">
                    <a:alpha val="6443"/>
                  </a:srgbClr>
                </a:gs>
                <a:gs pos="42857">
                  <a:srgbClr val="969CC6">
                    <a:alpha val="4274"/>
                  </a:srgbClr>
                </a:gs>
                <a:gs pos="57143">
                  <a:srgbClr val="969CC6">
                    <a:alpha val="2391"/>
                  </a:srgbClr>
                </a:gs>
                <a:gs pos="71429">
                  <a:srgbClr val="969CC6">
                    <a:alpha val="1127"/>
                  </a:srgbClr>
                </a:gs>
                <a:gs pos="85714">
                  <a:srgbClr val="969CC6">
                    <a:alpha val="447"/>
                  </a:srgbClr>
                </a:gs>
                <a:gs pos="100000">
                  <a:srgbClr val="969CC6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6689547">
              <a:off x="1175225" y="2130994"/>
              <a:ext cx="37829" cy="31205"/>
            </a:xfrm>
            <a:prstGeom prst="ellipse">
              <a:avLst/>
            </a:prstGeom>
            <a:gradFill>
              <a:gsLst>
                <a:gs pos="0">
                  <a:srgbClr val="FFFFE1">
                    <a:alpha val="32968"/>
                  </a:srgbClr>
                </a:gs>
                <a:gs pos="14286">
                  <a:srgbClr val="FFFFE1">
                    <a:alpha val="30764"/>
                  </a:srgbClr>
                </a:gs>
                <a:gs pos="28571">
                  <a:srgbClr val="FFFFE1">
                    <a:alpha val="24833"/>
                  </a:srgbClr>
                </a:gs>
                <a:gs pos="42857">
                  <a:srgbClr val="FFFFE1">
                    <a:alpha val="17075"/>
                  </a:srgbClr>
                </a:gs>
                <a:gs pos="57143">
                  <a:srgbClr val="FFFFE1">
                    <a:alpha val="9855"/>
                  </a:srgbClr>
                </a:gs>
                <a:gs pos="71429">
                  <a:srgbClr val="FFFFE1">
                    <a:alpha val="4740"/>
                  </a:srgbClr>
                </a:gs>
                <a:gs pos="85714">
                  <a:srgbClr val="FFFFE1">
                    <a:alpha val="1902"/>
                  </a:srgbClr>
                </a:gs>
                <a:gs pos="100000">
                  <a:srgbClr val="FFFF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9897884">
              <a:off x="2647408" y="478956"/>
              <a:ext cx="360919" cy="7451"/>
            </a:xfrm>
            <a:prstGeom prst="ellipse">
              <a:avLst/>
            </a:prstGeom>
            <a:gradFill>
              <a:gsLst>
                <a:gs pos="0">
                  <a:srgbClr val="9ABDBB">
                    <a:alpha val="4395"/>
                  </a:srgbClr>
                </a:gs>
                <a:gs pos="14286">
                  <a:srgbClr val="9ABDBB">
                    <a:alpha val="4047"/>
                  </a:srgbClr>
                </a:gs>
                <a:gs pos="28571">
                  <a:srgbClr val="9ABDBB">
                    <a:alpha val="3157"/>
                  </a:srgbClr>
                </a:gs>
                <a:gs pos="42857">
                  <a:srgbClr val="9ABDBB">
                    <a:alpha val="2082"/>
                  </a:srgbClr>
                </a:gs>
                <a:gs pos="57143">
                  <a:srgbClr val="9ABDBB">
                    <a:alpha val="1159"/>
                  </a:srgbClr>
                </a:gs>
                <a:gs pos="71429">
                  <a:srgbClr val="9ABDBB">
                    <a:alpha val="544"/>
                  </a:srgbClr>
                </a:gs>
                <a:gs pos="85714">
                  <a:srgbClr val="9ABDBB">
                    <a:alpha val="216"/>
                  </a:srgbClr>
                </a:gs>
                <a:gs pos="100000">
                  <a:srgbClr val="9ABDBB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3330829">
              <a:off x="2415402" y="476714"/>
              <a:ext cx="352258" cy="154876"/>
            </a:xfrm>
            <a:prstGeom prst="ellipse">
              <a:avLst/>
            </a:prstGeom>
            <a:gradFill>
              <a:gsLst>
                <a:gs pos="0">
                  <a:srgbClr val="000701">
                    <a:alpha val="12405"/>
                  </a:srgbClr>
                </a:gs>
                <a:gs pos="14286">
                  <a:srgbClr val="000701">
                    <a:alpha val="11462"/>
                  </a:srgbClr>
                </a:gs>
                <a:gs pos="28571">
                  <a:srgbClr val="000701">
                    <a:alpha val="9019"/>
                  </a:srgbClr>
                </a:gs>
                <a:gs pos="42857">
                  <a:srgbClr val="000701">
                    <a:alpha val="6012"/>
                  </a:srgbClr>
                </a:gs>
                <a:gs pos="57143">
                  <a:srgbClr val="000701">
                    <a:alpha val="3377"/>
                  </a:srgbClr>
                </a:gs>
                <a:gs pos="71429">
                  <a:srgbClr val="000701">
                    <a:alpha val="1595"/>
                  </a:srgbClr>
                </a:gs>
                <a:gs pos="85714">
                  <a:srgbClr val="000701">
                    <a:alpha val="634"/>
                  </a:srgbClr>
                </a:gs>
                <a:gs pos="100000">
                  <a:srgbClr val="000701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8573927">
              <a:off x="945297" y="2858391"/>
              <a:ext cx="756125" cy="120314"/>
            </a:xfrm>
            <a:prstGeom prst="ellipse">
              <a:avLst/>
            </a:prstGeom>
            <a:gradFill>
              <a:gsLst>
                <a:gs pos="0">
                  <a:srgbClr val="070807">
                    <a:alpha val="32968"/>
                  </a:srgbClr>
                </a:gs>
                <a:gs pos="14286">
                  <a:srgbClr val="070807">
                    <a:alpha val="30764"/>
                  </a:srgbClr>
                </a:gs>
                <a:gs pos="28571">
                  <a:srgbClr val="070807">
                    <a:alpha val="24833"/>
                  </a:srgbClr>
                </a:gs>
                <a:gs pos="42857">
                  <a:srgbClr val="070807">
                    <a:alpha val="17075"/>
                  </a:srgbClr>
                </a:gs>
                <a:gs pos="57143">
                  <a:srgbClr val="070807">
                    <a:alpha val="9855"/>
                  </a:srgbClr>
                </a:gs>
                <a:gs pos="71429">
                  <a:srgbClr val="070807">
                    <a:alpha val="4740"/>
                  </a:srgbClr>
                </a:gs>
                <a:gs pos="85714">
                  <a:srgbClr val="070807">
                    <a:alpha val="1902"/>
                  </a:srgbClr>
                </a:gs>
                <a:gs pos="100000">
                  <a:srgbClr val="0708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3425693">
              <a:off x="3532002" y="1051898"/>
              <a:ext cx="105653" cy="24504"/>
            </a:xfrm>
            <a:prstGeom prst="ellipse">
              <a:avLst/>
            </a:prstGeom>
            <a:gradFill>
              <a:gsLst>
                <a:gs pos="0">
                  <a:srgbClr val="AF9284">
                    <a:alpha val="13106"/>
                  </a:srgbClr>
                </a:gs>
                <a:gs pos="14286">
                  <a:srgbClr val="AF9284">
                    <a:alpha val="12113"/>
                  </a:srgbClr>
                </a:gs>
                <a:gs pos="28571">
                  <a:srgbClr val="AF9284">
                    <a:alpha val="9539"/>
                  </a:srgbClr>
                </a:gs>
                <a:gs pos="42857">
                  <a:srgbClr val="AF9284">
                    <a:alpha val="6364"/>
                  </a:srgbClr>
                </a:gs>
                <a:gs pos="57143">
                  <a:srgbClr val="AF9284">
                    <a:alpha val="3578"/>
                  </a:srgbClr>
                </a:gs>
                <a:gs pos="71429">
                  <a:srgbClr val="AF9284">
                    <a:alpha val="1691"/>
                  </a:srgbClr>
                </a:gs>
                <a:gs pos="85714">
                  <a:srgbClr val="AF9284">
                    <a:alpha val="672"/>
                  </a:srgbClr>
                </a:gs>
                <a:gs pos="100000">
                  <a:srgbClr val="AF9284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7146980">
              <a:off x="2349216" y="2079712"/>
              <a:ext cx="461324" cy="217774"/>
            </a:xfrm>
            <a:prstGeom prst="ellipse">
              <a:avLst/>
            </a:prstGeom>
            <a:gradFill>
              <a:gsLst>
                <a:gs pos="0">
                  <a:srgbClr val="010608">
                    <a:alpha val="32968"/>
                  </a:srgbClr>
                </a:gs>
                <a:gs pos="14286">
                  <a:srgbClr val="010608">
                    <a:alpha val="30764"/>
                  </a:srgbClr>
                </a:gs>
                <a:gs pos="28571">
                  <a:srgbClr val="010608">
                    <a:alpha val="24833"/>
                  </a:srgbClr>
                </a:gs>
                <a:gs pos="42857">
                  <a:srgbClr val="010608">
                    <a:alpha val="17075"/>
                  </a:srgbClr>
                </a:gs>
                <a:gs pos="57143">
                  <a:srgbClr val="010608">
                    <a:alpha val="9855"/>
                  </a:srgbClr>
                </a:gs>
                <a:gs pos="71429">
                  <a:srgbClr val="010608">
                    <a:alpha val="4740"/>
                  </a:srgbClr>
                </a:gs>
                <a:gs pos="85714">
                  <a:srgbClr val="010608">
                    <a:alpha val="1902"/>
                  </a:srgbClr>
                </a:gs>
                <a:gs pos="100000">
                  <a:srgbClr val="0106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8142809">
              <a:off x="552531" y="2600780"/>
              <a:ext cx="618513" cy="6668"/>
            </a:xfrm>
            <a:prstGeom prst="ellipse">
              <a:avLst/>
            </a:prstGeom>
            <a:gradFill>
              <a:gsLst>
                <a:gs pos="0">
                  <a:srgbClr val="28262A">
                    <a:alpha val="32968"/>
                  </a:srgbClr>
                </a:gs>
                <a:gs pos="14286">
                  <a:srgbClr val="28262A">
                    <a:alpha val="30764"/>
                  </a:srgbClr>
                </a:gs>
                <a:gs pos="28571">
                  <a:srgbClr val="28262A">
                    <a:alpha val="24833"/>
                  </a:srgbClr>
                </a:gs>
                <a:gs pos="42857">
                  <a:srgbClr val="28262A">
                    <a:alpha val="17075"/>
                  </a:srgbClr>
                </a:gs>
                <a:gs pos="57143">
                  <a:srgbClr val="28262A">
                    <a:alpha val="9855"/>
                  </a:srgbClr>
                </a:gs>
                <a:gs pos="71429">
                  <a:srgbClr val="28262A">
                    <a:alpha val="4740"/>
                  </a:srgbClr>
                </a:gs>
                <a:gs pos="85714">
                  <a:srgbClr val="28262A">
                    <a:alpha val="1902"/>
                  </a:srgbClr>
                </a:gs>
                <a:gs pos="100000">
                  <a:srgbClr val="2826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6043888">
              <a:off x="1397380" y="2019444"/>
              <a:ext cx="471438" cy="176882"/>
            </a:xfrm>
            <a:prstGeom prst="ellipse">
              <a:avLst/>
            </a:prstGeom>
            <a:gradFill>
              <a:gsLst>
                <a:gs pos="0">
                  <a:srgbClr val="000507">
                    <a:alpha val="13126"/>
                  </a:srgbClr>
                </a:gs>
                <a:gs pos="14286">
                  <a:srgbClr val="000507">
                    <a:alpha val="12131"/>
                  </a:srgbClr>
                </a:gs>
                <a:gs pos="28571">
                  <a:srgbClr val="000507">
                    <a:alpha val="9554"/>
                  </a:srgbClr>
                </a:gs>
                <a:gs pos="42857">
                  <a:srgbClr val="000507">
                    <a:alpha val="6374"/>
                  </a:srgbClr>
                </a:gs>
                <a:gs pos="57143">
                  <a:srgbClr val="000507">
                    <a:alpha val="3584"/>
                  </a:srgbClr>
                </a:gs>
                <a:gs pos="71429">
                  <a:srgbClr val="000507">
                    <a:alpha val="1694"/>
                  </a:srgbClr>
                </a:gs>
                <a:gs pos="85714">
                  <a:srgbClr val="000507">
                    <a:alpha val="673"/>
                  </a:srgbClr>
                </a:gs>
                <a:gs pos="100000">
                  <a:srgbClr val="000507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9002330">
              <a:off x="1200923" y="2924035"/>
              <a:ext cx="256187" cy="23622"/>
            </a:xfrm>
            <a:prstGeom prst="ellipse">
              <a:avLst/>
            </a:prstGeom>
            <a:gradFill>
              <a:gsLst>
                <a:gs pos="0">
                  <a:srgbClr val="262827">
                    <a:alpha val="32968"/>
                  </a:srgbClr>
                </a:gs>
                <a:gs pos="14286">
                  <a:srgbClr val="262827">
                    <a:alpha val="30764"/>
                  </a:srgbClr>
                </a:gs>
                <a:gs pos="28571">
                  <a:srgbClr val="262827">
                    <a:alpha val="24833"/>
                  </a:srgbClr>
                </a:gs>
                <a:gs pos="42857">
                  <a:srgbClr val="262827">
                    <a:alpha val="17075"/>
                  </a:srgbClr>
                </a:gs>
                <a:gs pos="57143">
                  <a:srgbClr val="262827">
                    <a:alpha val="9855"/>
                  </a:srgbClr>
                </a:gs>
                <a:gs pos="71429">
                  <a:srgbClr val="262827">
                    <a:alpha val="4740"/>
                  </a:srgbClr>
                </a:gs>
                <a:gs pos="85714">
                  <a:srgbClr val="262827">
                    <a:alpha val="1902"/>
                  </a:srgbClr>
                </a:gs>
                <a:gs pos="100000">
                  <a:srgbClr val="26282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7741626">
              <a:off x="3219429" y="2128338"/>
              <a:ext cx="528365" cy="95667"/>
            </a:xfrm>
            <a:prstGeom prst="ellipse">
              <a:avLst/>
            </a:prstGeom>
            <a:gradFill>
              <a:gsLst>
                <a:gs pos="0">
                  <a:srgbClr val="090C0C">
                    <a:alpha val="32968"/>
                  </a:srgbClr>
                </a:gs>
                <a:gs pos="14286">
                  <a:srgbClr val="090C0C">
                    <a:alpha val="30764"/>
                  </a:srgbClr>
                </a:gs>
                <a:gs pos="28571">
                  <a:srgbClr val="090C0C">
                    <a:alpha val="24833"/>
                  </a:srgbClr>
                </a:gs>
                <a:gs pos="42857">
                  <a:srgbClr val="090C0C">
                    <a:alpha val="17075"/>
                  </a:srgbClr>
                </a:gs>
                <a:gs pos="57143">
                  <a:srgbClr val="090C0C">
                    <a:alpha val="9855"/>
                  </a:srgbClr>
                </a:gs>
                <a:gs pos="71429">
                  <a:srgbClr val="090C0C">
                    <a:alpha val="4740"/>
                  </a:srgbClr>
                </a:gs>
                <a:gs pos="85714">
                  <a:srgbClr val="090C0C">
                    <a:alpha val="1902"/>
                  </a:srgbClr>
                </a:gs>
                <a:gs pos="100000">
                  <a:srgbClr val="090C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-9745001">
              <a:off x="554448" y="2042742"/>
              <a:ext cx="174723" cy="58860"/>
            </a:xfrm>
            <a:prstGeom prst="ellipse">
              <a:avLst/>
            </a:prstGeom>
            <a:gradFill>
              <a:gsLst>
                <a:gs pos="0">
                  <a:srgbClr val="484846">
                    <a:alpha val="27570"/>
                  </a:srgbClr>
                </a:gs>
                <a:gs pos="14286">
                  <a:srgbClr val="484846">
                    <a:alpha val="25655"/>
                  </a:srgbClr>
                </a:gs>
                <a:gs pos="28571">
                  <a:srgbClr val="484846">
                    <a:alpha val="20561"/>
                  </a:srgbClr>
                </a:gs>
                <a:gs pos="42857">
                  <a:srgbClr val="484846">
                    <a:alpha val="14014"/>
                  </a:srgbClr>
                </a:gs>
                <a:gs pos="57143">
                  <a:srgbClr val="484846">
                    <a:alpha val="8026"/>
                  </a:srgbClr>
                </a:gs>
                <a:gs pos="71429">
                  <a:srgbClr val="484846">
                    <a:alpha val="3840"/>
                  </a:srgbClr>
                </a:gs>
                <a:gs pos="85714">
                  <a:srgbClr val="484846">
                    <a:alpha val="1537"/>
                  </a:srgbClr>
                </a:gs>
                <a:gs pos="100000">
                  <a:srgbClr val="484846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-9777341">
              <a:off x="1680198" y="1353396"/>
              <a:ext cx="420061" cy="201808"/>
            </a:xfrm>
            <a:prstGeom prst="ellipse">
              <a:avLst/>
            </a:prstGeom>
            <a:gradFill>
              <a:gsLst>
                <a:gs pos="0">
                  <a:srgbClr val="010307">
                    <a:alpha val="17806"/>
                  </a:srgbClr>
                </a:gs>
                <a:gs pos="14286">
                  <a:srgbClr val="010307">
                    <a:alpha val="16492"/>
                  </a:srgbClr>
                </a:gs>
                <a:gs pos="28571">
                  <a:srgbClr val="010307">
                    <a:alpha val="13059"/>
                  </a:srgbClr>
                </a:gs>
                <a:gs pos="42857">
                  <a:srgbClr val="010307">
                    <a:alpha val="8770"/>
                  </a:srgbClr>
                </a:gs>
                <a:gs pos="57143">
                  <a:srgbClr val="010307">
                    <a:alpha val="4959"/>
                  </a:srgbClr>
                </a:gs>
                <a:gs pos="71429">
                  <a:srgbClr val="010307">
                    <a:alpha val="2353"/>
                  </a:srgbClr>
                </a:gs>
                <a:gs pos="85714">
                  <a:srgbClr val="010307">
                    <a:alpha val="937"/>
                  </a:srgbClr>
                </a:gs>
                <a:gs pos="100000">
                  <a:srgbClr val="010307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3412630">
              <a:off x="1026913" y="2017105"/>
              <a:ext cx="512914" cy="170816"/>
            </a:xfrm>
            <a:prstGeom prst="ellipse">
              <a:avLst/>
            </a:prstGeom>
            <a:gradFill>
              <a:gsLst>
                <a:gs pos="0">
                  <a:srgbClr val="060805">
                    <a:alpha val="26402"/>
                  </a:srgbClr>
                </a:gs>
                <a:gs pos="14286">
                  <a:srgbClr val="060805">
                    <a:alpha val="24555"/>
                  </a:srgbClr>
                </a:gs>
                <a:gs pos="28571">
                  <a:srgbClr val="060805">
                    <a:alpha val="19649"/>
                  </a:srgbClr>
                </a:gs>
                <a:gs pos="42857">
                  <a:srgbClr val="060805">
                    <a:alpha val="13368"/>
                  </a:srgbClr>
                </a:gs>
                <a:gs pos="57143">
                  <a:srgbClr val="060805">
                    <a:alpha val="7643"/>
                  </a:srgbClr>
                </a:gs>
                <a:gs pos="71429">
                  <a:srgbClr val="060805">
                    <a:alpha val="3654"/>
                  </a:srgbClr>
                </a:gs>
                <a:gs pos="85714">
                  <a:srgbClr val="060805">
                    <a:alpha val="1461"/>
                  </a:srgbClr>
                </a:gs>
                <a:gs pos="100000">
                  <a:srgbClr val="060805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7387373">
              <a:off x="434213" y="2753584"/>
              <a:ext cx="576786" cy="118944"/>
            </a:xfrm>
            <a:prstGeom prst="ellipse">
              <a:avLst/>
            </a:prstGeom>
            <a:gradFill>
              <a:gsLst>
                <a:gs pos="0">
                  <a:srgbClr val="000402">
                    <a:alpha val="28693"/>
                  </a:srgbClr>
                </a:gs>
                <a:gs pos="14286">
                  <a:srgbClr val="000402">
                    <a:alpha val="26715"/>
                  </a:srgbClr>
                </a:gs>
                <a:gs pos="28571">
                  <a:srgbClr val="000402">
                    <a:alpha val="21442"/>
                  </a:srgbClr>
                </a:gs>
                <a:gs pos="42857">
                  <a:srgbClr val="000402">
                    <a:alpha val="14640"/>
                  </a:srgbClr>
                </a:gs>
                <a:gs pos="57143">
                  <a:srgbClr val="000402">
                    <a:alpha val="8398"/>
                  </a:srgbClr>
                </a:gs>
                <a:gs pos="71429">
                  <a:srgbClr val="000402">
                    <a:alpha val="4023"/>
                  </a:srgbClr>
                </a:gs>
                <a:gs pos="85714">
                  <a:srgbClr val="000402">
                    <a:alpha val="1610"/>
                  </a:srgbClr>
                </a:gs>
                <a:gs pos="100000">
                  <a:srgbClr val="000402">
                    <a:alpha val="5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-9720524">
              <a:off x="431584" y="2062154"/>
              <a:ext cx="427335" cy="481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-9314925">
              <a:off x="1512176" y="1327706"/>
              <a:ext cx="404168" cy="206004"/>
            </a:xfrm>
            <a:prstGeom prst="ellipse">
              <a:avLst/>
            </a:prstGeom>
            <a:gradFill>
              <a:gsLst>
                <a:gs pos="0">
                  <a:srgbClr val="020706">
                    <a:alpha val="22315"/>
                  </a:srgbClr>
                </a:gs>
                <a:gs pos="14286">
                  <a:srgbClr val="020706">
                    <a:alpha val="20712"/>
                  </a:srgbClr>
                </a:gs>
                <a:gs pos="28571">
                  <a:srgbClr val="020706">
                    <a:alpha val="16490"/>
                  </a:srgbClr>
                </a:gs>
                <a:gs pos="42857">
                  <a:srgbClr val="020706">
                    <a:alpha val="11148"/>
                  </a:srgbClr>
                </a:gs>
                <a:gs pos="57143">
                  <a:srgbClr val="020706">
                    <a:alpha val="6340"/>
                  </a:srgbClr>
                </a:gs>
                <a:gs pos="71429">
                  <a:srgbClr val="020706">
                    <a:alpha val="3019"/>
                  </a:srgbClr>
                </a:gs>
                <a:gs pos="85714">
                  <a:srgbClr val="020706">
                    <a:alpha val="1205"/>
                  </a:srgbClr>
                </a:gs>
                <a:gs pos="100000">
                  <a:srgbClr val="020706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7234172">
              <a:off x="439733" y="3022086"/>
              <a:ext cx="426856" cy="264727"/>
            </a:xfrm>
            <a:prstGeom prst="ellipse">
              <a:avLst/>
            </a:prstGeom>
            <a:gradFill>
              <a:gsLst>
                <a:gs pos="0">
                  <a:srgbClr val="353633">
                    <a:alpha val="3718"/>
                  </a:srgbClr>
                </a:gs>
                <a:gs pos="14286">
                  <a:srgbClr val="353633">
                    <a:alpha val="3423"/>
                  </a:srgbClr>
                </a:gs>
                <a:gs pos="28571">
                  <a:srgbClr val="353633">
                    <a:alpha val="2668"/>
                  </a:srgbClr>
                </a:gs>
                <a:gs pos="42857">
                  <a:srgbClr val="353633">
                    <a:alpha val="1758"/>
                  </a:srgbClr>
                </a:gs>
                <a:gs pos="57143">
                  <a:srgbClr val="353633">
                    <a:alpha val="978"/>
                  </a:srgbClr>
                </a:gs>
                <a:gs pos="71429">
                  <a:srgbClr val="353633">
                    <a:alpha val="459"/>
                  </a:srgbClr>
                </a:gs>
                <a:gs pos="85714">
                  <a:srgbClr val="353633">
                    <a:alpha val="182"/>
                  </a:srgbClr>
                </a:gs>
                <a:gs pos="100000">
                  <a:srgbClr val="353633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7857077">
              <a:off x="558953" y="99033"/>
              <a:ext cx="556135" cy="125860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-9895730">
              <a:off x="643497" y="2729480"/>
              <a:ext cx="375204" cy="34271"/>
            </a:xfrm>
            <a:prstGeom prst="ellipse">
              <a:avLst/>
            </a:prstGeom>
            <a:gradFill>
              <a:gsLst>
                <a:gs pos="0">
                  <a:srgbClr val="60686B">
                    <a:alpha val="2044"/>
                  </a:srgbClr>
                </a:gs>
                <a:gs pos="14286">
                  <a:srgbClr val="60686B">
                    <a:alpha val="1881"/>
                  </a:srgbClr>
                </a:gs>
                <a:gs pos="28571">
                  <a:srgbClr val="60686B">
                    <a:alpha val="1463"/>
                  </a:srgbClr>
                </a:gs>
                <a:gs pos="42857">
                  <a:srgbClr val="60686B">
                    <a:alpha val="962"/>
                  </a:srgbClr>
                </a:gs>
                <a:gs pos="57143">
                  <a:srgbClr val="60686B">
                    <a:alpha val="534"/>
                  </a:srgbClr>
                </a:gs>
                <a:gs pos="71429">
                  <a:srgbClr val="60686B">
                    <a:alpha val="250"/>
                  </a:srgbClr>
                </a:gs>
                <a:gs pos="85714">
                  <a:srgbClr val="60686B">
                    <a:alpha val="99"/>
                  </a:srgbClr>
                </a:gs>
                <a:gs pos="100000">
                  <a:srgbClr val="60686B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5353805">
              <a:off x="171417" y="-13057"/>
              <a:ext cx="124003" cy="27431"/>
            </a:xfrm>
            <a:prstGeom prst="ellipse">
              <a:avLst/>
            </a:prstGeom>
            <a:gradFill>
              <a:gsLst>
                <a:gs pos="0">
                  <a:srgbClr val="F6B0A6">
                    <a:alpha val="10458"/>
                  </a:srgbClr>
                </a:gs>
                <a:gs pos="14286">
                  <a:srgbClr val="F6B0A6">
                    <a:alpha val="9655"/>
                  </a:srgbClr>
                </a:gs>
                <a:gs pos="28571">
                  <a:srgbClr val="F6B0A6">
                    <a:alpha val="7581"/>
                  </a:srgbClr>
                </a:gs>
                <a:gs pos="42857">
                  <a:srgbClr val="F6B0A6">
                    <a:alpha val="5039"/>
                  </a:srgbClr>
                </a:gs>
                <a:gs pos="57143">
                  <a:srgbClr val="F6B0A6">
                    <a:alpha val="2825"/>
                  </a:srgbClr>
                </a:gs>
                <a:gs pos="71429">
                  <a:srgbClr val="F6B0A6">
                    <a:alpha val="1332"/>
                  </a:srgbClr>
                </a:gs>
                <a:gs pos="85714">
                  <a:srgbClr val="F6B0A6">
                    <a:alpha val="529"/>
                  </a:srgbClr>
                </a:gs>
                <a:gs pos="100000">
                  <a:srgbClr val="F6B0A6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4569132">
              <a:off x="2255373" y="2386846"/>
              <a:ext cx="588906" cy="276131"/>
            </a:xfrm>
            <a:prstGeom prst="ellipse">
              <a:avLst/>
            </a:prstGeom>
            <a:gradFill>
              <a:gsLst>
                <a:gs pos="0">
                  <a:srgbClr val="000707">
                    <a:alpha val="10735"/>
                  </a:srgbClr>
                </a:gs>
                <a:gs pos="14286">
                  <a:srgbClr val="000707">
                    <a:alpha val="9912"/>
                  </a:srgbClr>
                </a:gs>
                <a:gs pos="28571">
                  <a:srgbClr val="000707">
                    <a:alpha val="7785"/>
                  </a:srgbClr>
                </a:gs>
                <a:gs pos="42857">
                  <a:srgbClr val="000707">
                    <a:alpha val="5177"/>
                  </a:srgbClr>
                </a:gs>
                <a:gs pos="57143">
                  <a:srgbClr val="000707">
                    <a:alpha val="2903"/>
                  </a:srgbClr>
                </a:gs>
                <a:gs pos="71429">
                  <a:srgbClr val="000707">
                    <a:alpha val="1369"/>
                  </a:srgbClr>
                </a:gs>
                <a:gs pos="85714">
                  <a:srgbClr val="000707">
                    <a:alpha val="544"/>
                  </a:srgbClr>
                </a:gs>
                <a:gs pos="100000">
                  <a:srgbClr val="000707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5211791">
              <a:off x="-171246" y="2920334"/>
              <a:ext cx="543062" cy="232829"/>
            </a:xfrm>
            <a:prstGeom prst="ellipse">
              <a:avLst/>
            </a:prstGeom>
            <a:gradFill>
              <a:gsLst>
                <a:gs pos="0">
                  <a:srgbClr val="000200">
                    <a:alpha val="20409"/>
                  </a:srgbClr>
                </a:gs>
                <a:gs pos="14286">
                  <a:srgbClr val="000200">
                    <a:alpha val="18926"/>
                  </a:srgbClr>
                </a:gs>
                <a:gs pos="28571">
                  <a:srgbClr val="000200">
                    <a:alpha val="15033"/>
                  </a:srgbClr>
                </a:gs>
                <a:gs pos="42857">
                  <a:srgbClr val="000200">
                    <a:alpha val="10134"/>
                  </a:srgbClr>
                </a:gs>
                <a:gs pos="57143">
                  <a:srgbClr val="000200">
                    <a:alpha val="5749"/>
                  </a:srgbClr>
                </a:gs>
                <a:gs pos="71429">
                  <a:srgbClr val="000200">
                    <a:alpha val="2733"/>
                  </a:srgbClr>
                </a:gs>
                <a:gs pos="85714">
                  <a:srgbClr val="000200">
                    <a:alpha val="1090"/>
                  </a:srgbClr>
                </a:gs>
                <a:gs pos="100000">
                  <a:srgbClr val="000200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8513568">
              <a:off x="368019" y="2179243"/>
              <a:ext cx="618097" cy="156067"/>
            </a:xfrm>
            <a:prstGeom prst="ellipse">
              <a:avLst/>
            </a:prstGeom>
            <a:gradFill>
              <a:gsLst>
                <a:gs pos="0">
                  <a:srgbClr val="020304">
                    <a:alpha val="32968"/>
                  </a:srgbClr>
                </a:gs>
                <a:gs pos="14286">
                  <a:srgbClr val="020304">
                    <a:alpha val="30764"/>
                  </a:srgbClr>
                </a:gs>
                <a:gs pos="28571">
                  <a:srgbClr val="020304">
                    <a:alpha val="24833"/>
                  </a:srgbClr>
                </a:gs>
                <a:gs pos="42857">
                  <a:srgbClr val="020304">
                    <a:alpha val="17075"/>
                  </a:srgbClr>
                </a:gs>
                <a:gs pos="57143">
                  <a:srgbClr val="020304">
                    <a:alpha val="9855"/>
                  </a:srgbClr>
                </a:gs>
                <a:gs pos="71429">
                  <a:srgbClr val="020304">
                    <a:alpha val="4740"/>
                  </a:srgbClr>
                </a:gs>
                <a:gs pos="85714">
                  <a:srgbClr val="020304">
                    <a:alpha val="1902"/>
                  </a:srgbClr>
                </a:gs>
                <a:gs pos="100000">
                  <a:srgbClr val="0203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3234984">
              <a:off x="838539" y="1314646"/>
              <a:ext cx="525049" cy="163298"/>
            </a:xfrm>
            <a:prstGeom prst="ellipse">
              <a:avLst/>
            </a:prstGeom>
            <a:gradFill>
              <a:gsLst>
                <a:gs pos="0">
                  <a:srgbClr val="010703">
                    <a:alpha val="18054"/>
                  </a:srgbClr>
                </a:gs>
                <a:gs pos="14286">
                  <a:srgbClr val="010703">
                    <a:alpha val="16723"/>
                  </a:srgbClr>
                </a:gs>
                <a:gs pos="28571">
                  <a:srgbClr val="010703">
                    <a:alpha val="13246"/>
                  </a:srgbClr>
                </a:gs>
                <a:gs pos="42857">
                  <a:srgbClr val="010703">
                    <a:alpha val="8899"/>
                  </a:srgbClr>
                </a:gs>
                <a:gs pos="57143">
                  <a:srgbClr val="010703">
                    <a:alpha val="5033"/>
                  </a:srgbClr>
                </a:gs>
                <a:gs pos="71429">
                  <a:srgbClr val="010703">
                    <a:alpha val="2388"/>
                  </a:srgbClr>
                </a:gs>
                <a:gs pos="85714">
                  <a:srgbClr val="010703">
                    <a:alpha val="951"/>
                  </a:srgbClr>
                </a:gs>
                <a:gs pos="100000">
                  <a:srgbClr val="010703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7808015">
              <a:off x="2873208" y="3040624"/>
              <a:ext cx="453147" cy="127523"/>
            </a:xfrm>
            <a:prstGeom prst="ellipse">
              <a:avLst/>
            </a:prstGeom>
            <a:gradFill>
              <a:gsLst>
                <a:gs pos="0">
                  <a:srgbClr val="030802">
                    <a:alpha val="24785"/>
                  </a:srgbClr>
                </a:gs>
                <a:gs pos="14286">
                  <a:srgbClr val="030802">
                    <a:alpha val="23032"/>
                  </a:srgbClr>
                </a:gs>
                <a:gs pos="28571">
                  <a:srgbClr val="030802">
                    <a:alpha val="18394"/>
                  </a:srgbClr>
                </a:gs>
                <a:gs pos="42857">
                  <a:srgbClr val="030802">
                    <a:alpha val="12482"/>
                  </a:srgbClr>
                </a:gs>
                <a:gs pos="57143">
                  <a:srgbClr val="030802">
                    <a:alpha val="7121"/>
                  </a:srgbClr>
                </a:gs>
                <a:gs pos="71429">
                  <a:srgbClr val="030802">
                    <a:alpha val="3399"/>
                  </a:srgbClr>
                </a:gs>
                <a:gs pos="85714">
                  <a:srgbClr val="030802">
                    <a:alpha val="1358"/>
                  </a:srgbClr>
                </a:gs>
                <a:gs pos="100000">
                  <a:srgbClr val="030802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9718084">
              <a:off x="262916" y="1179000"/>
              <a:ext cx="428932" cy="239578"/>
            </a:xfrm>
            <a:prstGeom prst="ellipse">
              <a:avLst/>
            </a:prstGeom>
            <a:gradFill>
              <a:gsLst>
                <a:gs pos="0">
                  <a:srgbClr val="080E0C">
                    <a:alpha val="32968"/>
                  </a:srgbClr>
                </a:gs>
                <a:gs pos="14286">
                  <a:srgbClr val="080E0C">
                    <a:alpha val="30764"/>
                  </a:srgbClr>
                </a:gs>
                <a:gs pos="28571">
                  <a:srgbClr val="080E0C">
                    <a:alpha val="24833"/>
                  </a:srgbClr>
                </a:gs>
                <a:gs pos="42857">
                  <a:srgbClr val="080E0C">
                    <a:alpha val="17075"/>
                  </a:srgbClr>
                </a:gs>
                <a:gs pos="57143">
                  <a:srgbClr val="080E0C">
                    <a:alpha val="9855"/>
                  </a:srgbClr>
                </a:gs>
                <a:gs pos="71429">
                  <a:srgbClr val="080E0C">
                    <a:alpha val="4740"/>
                  </a:srgbClr>
                </a:gs>
                <a:gs pos="85714">
                  <a:srgbClr val="080E0C">
                    <a:alpha val="1902"/>
                  </a:srgbClr>
                </a:gs>
                <a:gs pos="100000">
                  <a:srgbClr val="080E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4402977">
              <a:off x="925020" y="891927"/>
              <a:ext cx="372275" cy="175195"/>
            </a:xfrm>
            <a:prstGeom prst="ellipse">
              <a:avLst/>
            </a:prstGeom>
            <a:gradFill>
              <a:gsLst>
                <a:gs pos="0">
                  <a:srgbClr val="000705">
                    <a:alpha val="23137"/>
                  </a:srgbClr>
                </a:gs>
                <a:gs pos="14286">
                  <a:srgbClr val="000705">
                    <a:alpha val="21484"/>
                  </a:srgbClr>
                </a:gs>
                <a:gs pos="28571">
                  <a:srgbClr val="000705">
                    <a:alpha val="17122"/>
                  </a:srgbClr>
                </a:gs>
                <a:gs pos="42857">
                  <a:srgbClr val="000705">
                    <a:alpha val="11589"/>
                  </a:srgbClr>
                </a:gs>
                <a:gs pos="57143">
                  <a:srgbClr val="000705">
                    <a:alpha val="6598"/>
                  </a:srgbClr>
                </a:gs>
                <a:gs pos="71429">
                  <a:srgbClr val="000705">
                    <a:alpha val="3144"/>
                  </a:srgbClr>
                </a:gs>
                <a:gs pos="85714">
                  <a:srgbClr val="000705">
                    <a:alpha val="1255"/>
                  </a:srgbClr>
                </a:gs>
                <a:gs pos="100000">
                  <a:srgbClr val="000705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5273468">
              <a:off x="64782" y="1854943"/>
              <a:ext cx="317703" cy="163451"/>
            </a:xfrm>
            <a:prstGeom prst="ellipse">
              <a:avLst/>
            </a:prstGeom>
            <a:gradFill>
              <a:gsLst>
                <a:gs pos="0">
                  <a:srgbClr val="06080C">
                    <a:alpha val="32795"/>
                  </a:srgbClr>
                </a:gs>
                <a:gs pos="14286">
                  <a:srgbClr val="06080C">
                    <a:alpha val="30599"/>
                  </a:srgbClr>
                </a:gs>
                <a:gs pos="28571">
                  <a:srgbClr val="06080C">
                    <a:alpha val="24694"/>
                  </a:srgbClr>
                </a:gs>
                <a:gs pos="42857">
                  <a:srgbClr val="06080C">
                    <a:alpha val="16975"/>
                  </a:srgbClr>
                </a:gs>
                <a:gs pos="57143">
                  <a:srgbClr val="06080C">
                    <a:alpha val="9794"/>
                  </a:srgbClr>
                </a:gs>
                <a:gs pos="71429">
                  <a:srgbClr val="06080C">
                    <a:alpha val="4711"/>
                  </a:srgbClr>
                </a:gs>
                <a:gs pos="85714">
                  <a:srgbClr val="06080C">
                    <a:alpha val="1890"/>
                  </a:srgbClr>
                </a:gs>
                <a:gs pos="100000">
                  <a:srgbClr val="06080C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3510483">
              <a:off x="2753600" y="2378541"/>
              <a:ext cx="543282" cy="895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9896357">
              <a:off x="3176794" y="820003"/>
              <a:ext cx="45762" cy="31641"/>
            </a:xfrm>
            <a:prstGeom prst="ellipse">
              <a:avLst/>
            </a:prstGeom>
            <a:gradFill>
              <a:gsLst>
                <a:gs pos="0">
                  <a:srgbClr val="E8E0FF">
                    <a:alpha val="32964"/>
                  </a:srgbClr>
                </a:gs>
                <a:gs pos="14286">
                  <a:srgbClr val="E8E0FF">
                    <a:alpha val="30760"/>
                  </a:srgbClr>
                </a:gs>
                <a:gs pos="28571">
                  <a:srgbClr val="E8E0FF">
                    <a:alpha val="24830"/>
                  </a:srgbClr>
                </a:gs>
                <a:gs pos="42857">
                  <a:srgbClr val="E8E0FF">
                    <a:alpha val="17073"/>
                  </a:srgbClr>
                </a:gs>
                <a:gs pos="57143">
                  <a:srgbClr val="E8E0FF">
                    <a:alpha val="9853"/>
                  </a:srgbClr>
                </a:gs>
                <a:gs pos="71429">
                  <a:srgbClr val="E8E0FF">
                    <a:alpha val="4740"/>
                  </a:srgbClr>
                </a:gs>
                <a:gs pos="85714">
                  <a:srgbClr val="E8E0FF">
                    <a:alpha val="1902"/>
                  </a:srgbClr>
                </a:gs>
                <a:gs pos="100000">
                  <a:srgbClr val="E8E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9391798">
              <a:off x="2872812" y="1901989"/>
              <a:ext cx="641547" cy="190522"/>
            </a:xfrm>
            <a:prstGeom prst="ellipse">
              <a:avLst/>
            </a:prstGeom>
            <a:gradFill>
              <a:gsLst>
                <a:gs pos="0">
                  <a:srgbClr val="090D0D">
                    <a:alpha val="32968"/>
                  </a:srgbClr>
                </a:gs>
                <a:gs pos="14286">
                  <a:srgbClr val="090D0D">
                    <a:alpha val="30764"/>
                  </a:srgbClr>
                </a:gs>
                <a:gs pos="28571">
                  <a:srgbClr val="090D0D">
                    <a:alpha val="24833"/>
                  </a:srgbClr>
                </a:gs>
                <a:gs pos="42857">
                  <a:srgbClr val="090D0D">
                    <a:alpha val="17075"/>
                  </a:srgbClr>
                </a:gs>
                <a:gs pos="57143">
                  <a:srgbClr val="090D0D">
                    <a:alpha val="9855"/>
                  </a:srgbClr>
                </a:gs>
                <a:gs pos="71429">
                  <a:srgbClr val="090D0D">
                    <a:alpha val="4740"/>
                  </a:srgbClr>
                </a:gs>
                <a:gs pos="85714">
                  <a:srgbClr val="090D0D">
                    <a:alpha val="1902"/>
                  </a:srgbClr>
                </a:gs>
                <a:gs pos="100000">
                  <a:srgbClr val="090D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3096412">
              <a:off x="1171622" y="1117269"/>
              <a:ext cx="675327" cy="49647"/>
            </a:xfrm>
            <a:prstGeom prst="ellipse">
              <a:avLst/>
            </a:prstGeom>
            <a:gradFill>
              <a:gsLst>
                <a:gs pos="0">
                  <a:srgbClr val="090806">
                    <a:alpha val="32968"/>
                  </a:srgbClr>
                </a:gs>
                <a:gs pos="14286">
                  <a:srgbClr val="090806">
                    <a:alpha val="30764"/>
                  </a:srgbClr>
                </a:gs>
                <a:gs pos="28571">
                  <a:srgbClr val="090806">
                    <a:alpha val="24833"/>
                  </a:srgbClr>
                </a:gs>
                <a:gs pos="42857">
                  <a:srgbClr val="090806">
                    <a:alpha val="17075"/>
                  </a:srgbClr>
                </a:gs>
                <a:gs pos="57143">
                  <a:srgbClr val="090806">
                    <a:alpha val="9855"/>
                  </a:srgbClr>
                </a:gs>
                <a:gs pos="71429">
                  <a:srgbClr val="090806">
                    <a:alpha val="4740"/>
                  </a:srgbClr>
                </a:gs>
                <a:gs pos="85714">
                  <a:srgbClr val="090806">
                    <a:alpha val="1902"/>
                  </a:srgbClr>
                </a:gs>
                <a:gs pos="100000">
                  <a:srgbClr val="0908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-8488969">
              <a:off x="1725579" y="1184415"/>
              <a:ext cx="434987" cy="197646"/>
            </a:xfrm>
            <a:prstGeom prst="ellipse">
              <a:avLst/>
            </a:prstGeom>
            <a:gradFill>
              <a:gsLst>
                <a:gs pos="0">
                  <a:srgbClr val="01080A">
                    <a:alpha val="18055"/>
                  </a:srgbClr>
                </a:gs>
                <a:gs pos="14286">
                  <a:srgbClr val="01080A">
                    <a:alpha val="16725"/>
                  </a:srgbClr>
                </a:gs>
                <a:gs pos="28571">
                  <a:srgbClr val="01080A">
                    <a:alpha val="13247"/>
                  </a:srgbClr>
                </a:gs>
                <a:gs pos="42857">
                  <a:srgbClr val="01080A">
                    <a:alpha val="8900"/>
                  </a:srgbClr>
                </a:gs>
                <a:gs pos="57143">
                  <a:srgbClr val="01080A">
                    <a:alpha val="5034"/>
                  </a:srgbClr>
                </a:gs>
                <a:gs pos="71429">
                  <a:srgbClr val="01080A">
                    <a:alpha val="2389"/>
                  </a:srgbClr>
                </a:gs>
                <a:gs pos="85714">
                  <a:srgbClr val="01080A">
                    <a:alpha val="951"/>
                  </a:srgbClr>
                </a:gs>
                <a:gs pos="100000">
                  <a:srgbClr val="01080A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3519555">
              <a:off x="2531370" y="523605"/>
              <a:ext cx="557261" cy="126325"/>
            </a:xfrm>
            <a:prstGeom prst="ellipse">
              <a:avLst/>
            </a:prstGeom>
            <a:gradFill>
              <a:gsLst>
                <a:gs pos="0">
                  <a:srgbClr val="050906">
                    <a:alpha val="32968"/>
                  </a:srgbClr>
                </a:gs>
                <a:gs pos="14286">
                  <a:srgbClr val="050906">
                    <a:alpha val="30764"/>
                  </a:srgbClr>
                </a:gs>
                <a:gs pos="28571">
                  <a:srgbClr val="050906">
                    <a:alpha val="24833"/>
                  </a:srgbClr>
                </a:gs>
                <a:gs pos="42857">
                  <a:srgbClr val="050906">
                    <a:alpha val="17075"/>
                  </a:srgbClr>
                </a:gs>
                <a:gs pos="57143">
                  <a:srgbClr val="050906">
                    <a:alpha val="9855"/>
                  </a:srgbClr>
                </a:gs>
                <a:gs pos="71429">
                  <a:srgbClr val="050906">
                    <a:alpha val="4740"/>
                  </a:srgbClr>
                </a:gs>
                <a:gs pos="85714">
                  <a:srgbClr val="050906">
                    <a:alpha val="1902"/>
                  </a:srgbClr>
                </a:gs>
                <a:gs pos="100000">
                  <a:srgbClr val="0509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5205007">
              <a:off x="2791292" y="1893351"/>
              <a:ext cx="492470" cy="225645"/>
            </a:xfrm>
            <a:prstGeom prst="ellipse">
              <a:avLst/>
            </a:prstGeom>
            <a:gradFill>
              <a:gsLst>
                <a:gs pos="0">
                  <a:srgbClr val="040E0E">
                    <a:alpha val="23626"/>
                  </a:srgbClr>
                </a:gs>
                <a:gs pos="14286">
                  <a:srgbClr val="040E0E">
                    <a:alpha val="21943"/>
                  </a:srgbClr>
                </a:gs>
                <a:gs pos="28571">
                  <a:srgbClr val="040E0E">
                    <a:alpha val="17498"/>
                  </a:srgbClr>
                </a:gs>
                <a:gs pos="42857">
                  <a:srgbClr val="040E0E">
                    <a:alpha val="11853"/>
                  </a:srgbClr>
                </a:gs>
                <a:gs pos="57143">
                  <a:srgbClr val="040E0E">
                    <a:alpha val="6752"/>
                  </a:srgbClr>
                </a:gs>
                <a:gs pos="71429">
                  <a:srgbClr val="040E0E">
                    <a:alpha val="3219"/>
                  </a:srgbClr>
                </a:gs>
                <a:gs pos="85714">
                  <a:srgbClr val="040E0E">
                    <a:alpha val="1286"/>
                  </a:srgbClr>
                </a:gs>
                <a:gs pos="100000">
                  <a:srgbClr val="040E0E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4242344">
              <a:off x="3026429" y="18706"/>
              <a:ext cx="480736" cy="211670"/>
            </a:xfrm>
            <a:prstGeom prst="ellipse">
              <a:avLst/>
            </a:prstGeom>
            <a:gradFill>
              <a:gsLst>
                <a:gs pos="0">
                  <a:srgbClr val="010502">
                    <a:alpha val="32968"/>
                  </a:srgbClr>
                </a:gs>
                <a:gs pos="14286">
                  <a:srgbClr val="010502">
                    <a:alpha val="30764"/>
                  </a:srgbClr>
                </a:gs>
                <a:gs pos="28571">
                  <a:srgbClr val="010502">
                    <a:alpha val="24833"/>
                  </a:srgbClr>
                </a:gs>
                <a:gs pos="42857">
                  <a:srgbClr val="010502">
                    <a:alpha val="17075"/>
                  </a:srgbClr>
                </a:gs>
                <a:gs pos="57143">
                  <a:srgbClr val="010502">
                    <a:alpha val="9855"/>
                  </a:srgbClr>
                </a:gs>
                <a:gs pos="71429">
                  <a:srgbClr val="010502">
                    <a:alpha val="4740"/>
                  </a:srgbClr>
                </a:gs>
                <a:gs pos="85714">
                  <a:srgbClr val="010502">
                    <a:alpha val="1902"/>
                  </a:srgbClr>
                </a:gs>
                <a:gs pos="100000">
                  <a:srgbClr val="0105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-8356145">
              <a:off x="308403" y="1651535"/>
              <a:ext cx="573862" cy="44596"/>
            </a:xfrm>
            <a:prstGeom prst="ellipse">
              <a:avLst/>
            </a:prstGeom>
            <a:gradFill>
              <a:gsLst>
                <a:gs pos="0">
                  <a:srgbClr val="302D2C">
                    <a:alpha val="32968"/>
                  </a:srgbClr>
                </a:gs>
                <a:gs pos="14286">
                  <a:srgbClr val="302D2C">
                    <a:alpha val="30764"/>
                  </a:srgbClr>
                </a:gs>
                <a:gs pos="28571">
                  <a:srgbClr val="302D2C">
                    <a:alpha val="24833"/>
                  </a:srgbClr>
                </a:gs>
                <a:gs pos="42857">
                  <a:srgbClr val="302D2C">
                    <a:alpha val="17075"/>
                  </a:srgbClr>
                </a:gs>
                <a:gs pos="57143">
                  <a:srgbClr val="302D2C">
                    <a:alpha val="9855"/>
                  </a:srgbClr>
                </a:gs>
                <a:gs pos="71429">
                  <a:srgbClr val="302D2C">
                    <a:alpha val="4740"/>
                  </a:srgbClr>
                </a:gs>
                <a:gs pos="85714">
                  <a:srgbClr val="302D2C">
                    <a:alpha val="1902"/>
                  </a:srgbClr>
                </a:gs>
                <a:gs pos="100000">
                  <a:srgbClr val="302D2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7931506">
              <a:off x="2050230" y="1762722"/>
              <a:ext cx="582301" cy="31173"/>
            </a:xfrm>
            <a:prstGeom prst="ellipse">
              <a:avLst/>
            </a:prstGeom>
            <a:gradFill>
              <a:gsLst>
                <a:gs pos="0">
                  <a:srgbClr val="48484C">
                    <a:alpha val="5490"/>
                  </a:srgbClr>
                </a:gs>
                <a:gs pos="14286">
                  <a:srgbClr val="48484C">
                    <a:alpha val="5057"/>
                  </a:srgbClr>
                </a:gs>
                <a:gs pos="28571">
                  <a:srgbClr val="48484C">
                    <a:alpha val="3949"/>
                  </a:srgbClr>
                </a:gs>
                <a:gs pos="42857">
                  <a:srgbClr val="48484C">
                    <a:alpha val="2608"/>
                  </a:srgbClr>
                </a:gs>
                <a:gs pos="57143">
                  <a:srgbClr val="48484C">
                    <a:alpha val="1454"/>
                  </a:srgbClr>
                </a:gs>
                <a:gs pos="71429">
                  <a:srgbClr val="48484C">
                    <a:alpha val="683"/>
                  </a:srgbClr>
                </a:gs>
                <a:gs pos="85714">
                  <a:srgbClr val="48484C">
                    <a:alpha val="271"/>
                  </a:srgbClr>
                </a:gs>
                <a:gs pos="100000">
                  <a:srgbClr val="48484C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4909344">
              <a:off x="546535" y="1466477"/>
              <a:ext cx="479953" cy="97139"/>
            </a:xfrm>
            <a:prstGeom prst="ellipse">
              <a:avLst/>
            </a:prstGeom>
            <a:gradFill>
              <a:gsLst>
                <a:gs pos="0">
                  <a:srgbClr val="020204">
                    <a:alpha val="21348"/>
                  </a:srgbClr>
                </a:gs>
                <a:gs pos="14286">
                  <a:srgbClr val="020204">
                    <a:alpha val="19805"/>
                  </a:srgbClr>
                </a:gs>
                <a:gs pos="28571">
                  <a:srgbClr val="020204">
                    <a:alpha val="15749"/>
                  </a:srgbClr>
                </a:gs>
                <a:gs pos="42857">
                  <a:srgbClr val="020204">
                    <a:alpha val="10632"/>
                  </a:srgbClr>
                </a:gs>
                <a:gs pos="57143">
                  <a:srgbClr val="020204">
                    <a:alpha val="6039"/>
                  </a:srgbClr>
                </a:gs>
                <a:gs pos="71429">
                  <a:srgbClr val="020204">
                    <a:alpha val="2873"/>
                  </a:srgbClr>
                </a:gs>
                <a:gs pos="85714">
                  <a:srgbClr val="020204">
                    <a:alpha val="1146"/>
                  </a:srgbClr>
                </a:gs>
                <a:gs pos="100000">
                  <a:srgbClr val="020204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7329167">
              <a:off x="126894" y="3034530"/>
              <a:ext cx="375631" cy="145289"/>
            </a:xfrm>
            <a:prstGeom prst="ellipse">
              <a:avLst/>
            </a:prstGeom>
            <a:gradFill>
              <a:gsLst>
                <a:gs pos="0">
                  <a:srgbClr val="000602">
                    <a:alpha val="11483"/>
                  </a:srgbClr>
                </a:gs>
                <a:gs pos="14286">
                  <a:srgbClr val="000602">
                    <a:alpha val="10605"/>
                  </a:srgbClr>
                </a:gs>
                <a:gs pos="28571">
                  <a:srgbClr val="000602">
                    <a:alpha val="8336"/>
                  </a:srgbClr>
                </a:gs>
                <a:gs pos="42857">
                  <a:srgbClr val="000602">
                    <a:alpha val="5549"/>
                  </a:srgbClr>
                </a:gs>
                <a:gs pos="57143">
                  <a:srgbClr val="000602">
                    <a:alpha val="3114"/>
                  </a:srgbClr>
                </a:gs>
                <a:gs pos="71429">
                  <a:srgbClr val="000602">
                    <a:alpha val="1470"/>
                  </a:srgbClr>
                </a:gs>
                <a:gs pos="85714">
                  <a:srgbClr val="000602">
                    <a:alpha val="584"/>
                  </a:srgbClr>
                </a:gs>
                <a:gs pos="100000">
                  <a:srgbClr val="000602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8893486">
              <a:off x="249935" y="87698"/>
              <a:ext cx="289346" cy="103737"/>
            </a:xfrm>
            <a:prstGeom prst="ellipse">
              <a:avLst/>
            </a:prstGeom>
            <a:gradFill>
              <a:gsLst>
                <a:gs pos="0">
                  <a:srgbClr val="030904">
                    <a:alpha val="32968"/>
                  </a:srgbClr>
                </a:gs>
                <a:gs pos="14286">
                  <a:srgbClr val="030904">
                    <a:alpha val="30764"/>
                  </a:srgbClr>
                </a:gs>
                <a:gs pos="28571">
                  <a:srgbClr val="030904">
                    <a:alpha val="24833"/>
                  </a:srgbClr>
                </a:gs>
                <a:gs pos="42857">
                  <a:srgbClr val="030904">
                    <a:alpha val="17075"/>
                  </a:srgbClr>
                </a:gs>
                <a:gs pos="57143">
                  <a:srgbClr val="030904">
                    <a:alpha val="9855"/>
                  </a:srgbClr>
                </a:gs>
                <a:gs pos="71429">
                  <a:srgbClr val="030904">
                    <a:alpha val="4740"/>
                  </a:srgbClr>
                </a:gs>
                <a:gs pos="85714">
                  <a:srgbClr val="030904">
                    <a:alpha val="1902"/>
                  </a:srgbClr>
                </a:gs>
                <a:gs pos="100000">
                  <a:srgbClr val="0309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8014209">
              <a:off x="-82555" y="561285"/>
              <a:ext cx="365583" cy="144728"/>
            </a:xfrm>
            <a:prstGeom prst="ellipse">
              <a:avLst/>
            </a:prstGeom>
            <a:gradFill>
              <a:gsLst>
                <a:gs pos="0">
                  <a:srgbClr val="000300">
                    <a:alpha val="32968"/>
                  </a:srgbClr>
                </a:gs>
                <a:gs pos="14286">
                  <a:srgbClr val="000300">
                    <a:alpha val="30764"/>
                  </a:srgbClr>
                </a:gs>
                <a:gs pos="28571">
                  <a:srgbClr val="000300">
                    <a:alpha val="24833"/>
                  </a:srgbClr>
                </a:gs>
                <a:gs pos="42857">
                  <a:srgbClr val="000300">
                    <a:alpha val="17075"/>
                  </a:srgbClr>
                </a:gs>
                <a:gs pos="57143">
                  <a:srgbClr val="000300">
                    <a:alpha val="9855"/>
                  </a:srgbClr>
                </a:gs>
                <a:gs pos="71429">
                  <a:srgbClr val="000300">
                    <a:alpha val="4740"/>
                  </a:srgbClr>
                </a:gs>
                <a:gs pos="85714">
                  <a:srgbClr val="000300">
                    <a:alpha val="1902"/>
                  </a:srgbClr>
                </a:gs>
                <a:gs pos="100000">
                  <a:srgbClr val="00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-8856340">
              <a:off x="-22375" y="21335"/>
              <a:ext cx="519918" cy="47769"/>
            </a:xfrm>
            <a:prstGeom prst="ellipse">
              <a:avLst/>
            </a:prstGeom>
            <a:gradFill>
              <a:gsLst>
                <a:gs pos="0">
                  <a:srgbClr val="090D0F">
                    <a:alpha val="32968"/>
                  </a:srgbClr>
                </a:gs>
                <a:gs pos="14286">
                  <a:srgbClr val="090D0F">
                    <a:alpha val="30764"/>
                  </a:srgbClr>
                </a:gs>
                <a:gs pos="28571">
                  <a:srgbClr val="090D0F">
                    <a:alpha val="24833"/>
                  </a:srgbClr>
                </a:gs>
                <a:gs pos="42857">
                  <a:srgbClr val="090D0F">
                    <a:alpha val="17075"/>
                  </a:srgbClr>
                </a:gs>
                <a:gs pos="57143">
                  <a:srgbClr val="090D0F">
                    <a:alpha val="9855"/>
                  </a:srgbClr>
                </a:gs>
                <a:gs pos="71429">
                  <a:srgbClr val="090D0F">
                    <a:alpha val="4740"/>
                  </a:srgbClr>
                </a:gs>
                <a:gs pos="85714">
                  <a:srgbClr val="090D0F">
                    <a:alpha val="1902"/>
                  </a:srgbClr>
                </a:gs>
                <a:gs pos="100000">
                  <a:srgbClr val="090D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4684722">
              <a:off x="969342" y="1840479"/>
              <a:ext cx="32661" cy="17041"/>
            </a:xfrm>
            <a:prstGeom prst="ellipse">
              <a:avLst/>
            </a:prstGeom>
            <a:gradFill>
              <a:gsLst>
                <a:gs pos="0">
                  <a:srgbClr val="55AEF7">
                    <a:alpha val="31067"/>
                  </a:srgbClr>
                </a:gs>
                <a:gs pos="14286">
                  <a:srgbClr val="55AEF7">
                    <a:alpha val="28961"/>
                  </a:srgbClr>
                </a:gs>
                <a:gs pos="28571">
                  <a:srgbClr val="55AEF7">
                    <a:alpha val="23318"/>
                  </a:srgbClr>
                </a:gs>
                <a:gs pos="42857">
                  <a:srgbClr val="55AEF7">
                    <a:alpha val="15983"/>
                  </a:srgbClr>
                </a:gs>
                <a:gs pos="57143">
                  <a:srgbClr val="55AEF7">
                    <a:alpha val="9199"/>
                  </a:srgbClr>
                </a:gs>
                <a:gs pos="71429">
                  <a:srgbClr val="55AEF7">
                    <a:alpha val="4416"/>
                  </a:srgbClr>
                </a:gs>
                <a:gs pos="85714">
                  <a:srgbClr val="55AEF7">
                    <a:alpha val="1770"/>
                  </a:srgbClr>
                </a:gs>
                <a:gs pos="100000">
                  <a:srgbClr val="55AEF7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10078241">
              <a:off x="1836595" y="62272"/>
              <a:ext cx="375238" cy="249381"/>
            </a:xfrm>
            <a:prstGeom prst="ellipse">
              <a:avLst/>
            </a:prstGeom>
            <a:gradFill>
              <a:gsLst>
                <a:gs pos="0">
                  <a:srgbClr val="050E0D">
                    <a:alpha val="27403"/>
                  </a:srgbClr>
                </a:gs>
                <a:gs pos="14286">
                  <a:srgbClr val="050E0D">
                    <a:alpha val="25498"/>
                  </a:srgbClr>
                </a:gs>
                <a:gs pos="28571">
                  <a:srgbClr val="050E0D">
                    <a:alpha val="20431"/>
                  </a:srgbClr>
                </a:gs>
                <a:gs pos="42857">
                  <a:srgbClr val="050E0D">
                    <a:alpha val="13921"/>
                  </a:srgbClr>
                </a:gs>
                <a:gs pos="57143">
                  <a:srgbClr val="050E0D">
                    <a:alpha val="7971"/>
                  </a:srgbClr>
                </a:gs>
                <a:gs pos="71429">
                  <a:srgbClr val="050E0D">
                    <a:alpha val="3814"/>
                  </a:srgbClr>
                </a:gs>
                <a:gs pos="85714">
                  <a:srgbClr val="050E0D">
                    <a:alpha val="1526"/>
                  </a:srgbClr>
                </a:gs>
                <a:gs pos="100000">
                  <a:srgbClr val="050E0D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8664342">
              <a:off x="2594359" y="3040662"/>
              <a:ext cx="416188" cy="1355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8562955">
              <a:off x="16841" y="273463"/>
              <a:ext cx="162634" cy="20601"/>
            </a:xfrm>
            <a:prstGeom prst="ellipse">
              <a:avLst/>
            </a:prstGeom>
            <a:gradFill>
              <a:gsLst>
                <a:gs pos="0">
                  <a:srgbClr val="33343B">
                    <a:alpha val="32968"/>
                  </a:srgbClr>
                </a:gs>
                <a:gs pos="14286">
                  <a:srgbClr val="33343B">
                    <a:alpha val="30764"/>
                  </a:srgbClr>
                </a:gs>
                <a:gs pos="28571">
                  <a:srgbClr val="33343B">
                    <a:alpha val="24833"/>
                  </a:srgbClr>
                </a:gs>
                <a:gs pos="42857">
                  <a:srgbClr val="33343B">
                    <a:alpha val="17075"/>
                  </a:srgbClr>
                </a:gs>
                <a:gs pos="57143">
                  <a:srgbClr val="33343B">
                    <a:alpha val="9855"/>
                  </a:srgbClr>
                </a:gs>
                <a:gs pos="71429">
                  <a:srgbClr val="33343B">
                    <a:alpha val="4740"/>
                  </a:srgbClr>
                </a:gs>
                <a:gs pos="85714">
                  <a:srgbClr val="33343B">
                    <a:alpha val="1902"/>
                  </a:srgbClr>
                </a:gs>
                <a:gs pos="100000">
                  <a:srgbClr val="3334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6669068">
              <a:off x="2307568" y="54739"/>
              <a:ext cx="263517" cy="42821"/>
            </a:xfrm>
            <a:prstGeom prst="ellipse">
              <a:avLst/>
            </a:prstGeom>
            <a:gradFill>
              <a:gsLst>
                <a:gs pos="0">
                  <a:srgbClr val="4E5250">
                    <a:alpha val="2592"/>
                  </a:srgbClr>
                </a:gs>
                <a:gs pos="14286">
                  <a:srgbClr val="4E5250">
                    <a:alpha val="2385"/>
                  </a:srgbClr>
                </a:gs>
                <a:gs pos="28571">
                  <a:srgbClr val="4E5250">
                    <a:alpha val="1857"/>
                  </a:srgbClr>
                </a:gs>
                <a:gs pos="42857">
                  <a:srgbClr val="4E5250">
                    <a:alpha val="1222"/>
                  </a:srgbClr>
                </a:gs>
                <a:gs pos="57143">
                  <a:srgbClr val="4E5250">
                    <a:alpha val="679"/>
                  </a:srgbClr>
                </a:gs>
                <a:gs pos="71429">
                  <a:srgbClr val="4E5250">
                    <a:alpha val="318"/>
                  </a:srgbClr>
                </a:gs>
                <a:gs pos="85714">
                  <a:srgbClr val="4E5250">
                    <a:alpha val="126"/>
                  </a:srgbClr>
                </a:gs>
                <a:gs pos="100000">
                  <a:srgbClr val="4E525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4959698">
              <a:off x="375592" y="1555734"/>
              <a:ext cx="423917" cy="203981"/>
            </a:xfrm>
            <a:prstGeom prst="ellipse">
              <a:avLst/>
            </a:prstGeom>
            <a:gradFill>
              <a:gsLst>
                <a:gs pos="0">
                  <a:srgbClr val="0F0F0D">
                    <a:alpha val="32968"/>
                  </a:srgbClr>
                </a:gs>
                <a:gs pos="14286">
                  <a:srgbClr val="0F0F0D">
                    <a:alpha val="30764"/>
                  </a:srgbClr>
                </a:gs>
                <a:gs pos="28571">
                  <a:srgbClr val="0F0F0D">
                    <a:alpha val="24833"/>
                  </a:srgbClr>
                </a:gs>
                <a:gs pos="42857">
                  <a:srgbClr val="0F0F0D">
                    <a:alpha val="17075"/>
                  </a:srgbClr>
                </a:gs>
                <a:gs pos="57143">
                  <a:srgbClr val="0F0F0D">
                    <a:alpha val="9855"/>
                  </a:srgbClr>
                </a:gs>
                <a:gs pos="71429">
                  <a:srgbClr val="0F0F0D">
                    <a:alpha val="4740"/>
                  </a:srgbClr>
                </a:gs>
                <a:gs pos="85714">
                  <a:srgbClr val="0F0F0D">
                    <a:alpha val="1902"/>
                  </a:srgbClr>
                </a:gs>
                <a:gs pos="100000">
                  <a:srgbClr val="0F0F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5439059">
              <a:off x="3392415" y="1274942"/>
              <a:ext cx="511320" cy="52048"/>
            </a:xfrm>
            <a:prstGeom prst="ellipse">
              <a:avLst/>
            </a:prstGeom>
            <a:gradFill>
              <a:gsLst>
                <a:gs pos="0">
                  <a:srgbClr val="261716">
                    <a:alpha val="14456"/>
                  </a:srgbClr>
                </a:gs>
                <a:gs pos="14286">
                  <a:srgbClr val="261716">
                    <a:alpha val="13369"/>
                  </a:srgbClr>
                </a:gs>
                <a:gs pos="28571">
                  <a:srgbClr val="261716">
                    <a:alpha val="10545"/>
                  </a:srgbClr>
                </a:gs>
                <a:gs pos="42857">
                  <a:srgbClr val="261716">
                    <a:alpha val="7048"/>
                  </a:srgbClr>
                </a:gs>
                <a:gs pos="57143">
                  <a:srgbClr val="261716">
                    <a:alpha val="3969"/>
                  </a:srgbClr>
                </a:gs>
                <a:gs pos="71429">
                  <a:srgbClr val="261716">
                    <a:alpha val="1878"/>
                  </a:srgbClr>
                </a:gs>
                <a:gs pos="85714">
                  <a:srgbClr val="261716">
                    <a:alpha val="747"/>
                  </a:srgbClr>
                </a:gs>
                <a:gs pos="100000">
                  <a:srgbClr val="261716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9811198">
              <a:off x="2769622" y="3114016"/>
              <a:ext cx="565856" cy="134459"/>
            </a:xfrm>
            <a:prstGeom prst="ellipse">
              <a:avLst/>
            </a:prstGeom>
            <a:gradFill>
              <a:gsLst>
                <a:gs pos="0">
                  <a:srgbClr val="4F4D41">
                    <a:alpha val="5517"/>
                  </a:srgbClr>
                </a:gs>
                <a:gs pos="14286">
                  <a:srgbClr val="4F4D41">
                    <a:alpha val="5083"/>
                  </a:srgbClr>
                </a:gs>
                <a:gs pos="28571">
                  <a:srgbClr val="4F4D41">
                    <a:alpha val="3969"/>
                  </a:srgbClr>
                </a:gs>
                <a:gs pos="42857">
                  <a:srgbClr val="4F4D41">
                    <a:alpha val="2622"/>
                  </a:srgbClr>
                </a:gs>
                <a:gs pos="57143">
                  <a:srgbClr val="4F4D41">
                    <a:alpha val="1461"/>
                  </a:srgbClr>
                </a:gs>
                <a:gs pos="71429">
                  <a:srgbClr val="4F4D41">
                    <a:alpha val="687"/>
                  </a:srgbClr>
                </a:gs>
                <a:gs pos="85714">
                  <a:srgbClr val="4F4D41">
                    <a:alpha val="272"/>
                  </a:srgbClr>
                </a:gs>
                <a:gs pos="100000">
                  <a:srgbClr val="4F4D41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3656826">
              <a:off x="2315740" y="78030"/>
              <a:ext cx="137282" cy="27416"/>
            </a:xfrm>
            <a:prstGeom prst="ellipse">
              <a:avLst/>
            </a:prstGeom>
            <a:gradFill>
              <a:gsLst>
                <a:gs pos="0">
                  <a:srgbClr val="434648">
                    <a:alpha val="32968"/>
                  </a:srgbClr>
                </a:gs>
                <a:gs pos="14286">
                  <a:srgbClr val="434648">
                    <a:alpha val="30764"/>
                  </a:srgbClr>
                </a:gs>
                <a:gs pos="28571">
                  <a:srgbClr val="434648">
                    <a:alpha val="24833"/>
                  </a:srgbClr>
                </a:gs>
                <a:gs pos="42857">
                  <a:srgbClr val="434648">
                    <a:alpha val="17075"/>
                  </a:srgbClr>
                </a:gs>
                <a:gs pos="57143">
                  <a:srgbClr val="434648">
                    <a:alpha val="9855"/>
                  </a:srgbClr>
                </a:gs>
                <a:gs pos="71429">
                  <a:srgbClr val="434648">
                    <a:alpha val="4740"/>
                  </a:srgbClr>
                </a:gs>
                <a:gs pos="85714">
                  <a:srgbClr val="434648">
                    <a:alpha val="1902"/>
                  </a:srgbClr>
                </a:gs>
                <a:gs pos="100000">
                  <a:srgbClr val="4346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9643318">
              <a:off x="1929877" y="2300817"/>
              <a:ext cx="418467" cy="38600"/>
            </a:xfrm>
            <a:prstGeom prst="ellipse">
              <a:avLst/>
            </a:prstGeom>
            <a:gradFill>
              <a:gsLst>
                <a:gs pos="0">
                  <a:srgbClr val="161B1A">
                    <a:alpha val="28807"/>
                  </a:srgbClr>
                </a:gs>
                <a:gs pos="14286">
                  <a:srgbClr val="161B1A">
                    <a:alpha val="26823"/>
                  </a:srgbClr>
                </a:gs>
                <a:gs pos="28571">
                  <a:srgbClr val="161B1A">
                    <a:alpha val="21532"/>
                  </a:srgbClr>
                </a:gs>
                <a:gs pos="42857">
                  <a:srgbClr val="161B1A">
                    <a:alpha val="14704"/>
                  </a:srgbClr>
                </a:gs>
                <a:gs pos="57143">
                  <a:srgbClr val="161B1A">
                    <a:alpha val="8436"/>
                  </a:srgbClr>
                </a:gs>
                <a:gs pos="71429">
                  <a:srgbClr val="161B1A">
                    <a:alpha val="4041"/>
                  </a:srgbClr>
                </a:gs>
                <a:gs pos="85714">
                  <a:srgbClr val="161B1A">
                    <a:alpha val="1618"/>
                  </a:srgbClr>
                </a:gs>
                <a:gs pos="100000">
                  <a:srgbClr val="161B1A">
                    <a:alpha val="5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5735921">
              <a:off x="2508739" y="223456"/>
              <a:ext cx="483761" cy="65595"/>
            </a:xfrm>
            <a:prstGeom prst="ellipse">
              <a:avLst/>
            </a:prstGeom>
            <a:gradFill>
              <a:gsLst>
                <a:gs pos="0">
                  <a:srgbClr val="030504">
                    <a:alpha val="16188"/>
                  </a:srgbClr>
                </a:gs>
                <a:gs pos="14286">
                  <a:srgbClr val="030504">
                    <a:alpha val="14982"/>
                  </a:srgbClr>
                </a:gs>
                <a:gs pos="28571">
                  <a:srgbClr val="030504">
                    <a:alpha val="11840"/>
                  </a:srgbClr>
                </a:gs>
                <a:gs pos="42857">
                  <a:srgbClr val="030504">
                    <a:alpha val="7934"/>
                  </a:srgbClr>
                </a:gs>
                <a:gs pos="57143">
                  <a:srgbClr val="030504">
                    <a:alpha val="4477"/>
                  </a:srgbClr>
                </a:gs>
                <a:gs pos="71429">
                  <a:srgbClr val="030504">
                    <a:alpha val="2121"/>
                  </a:srgbClr>
                </a:gs>
                <a:gs pos="85714">
                  <a:srgbClr val="030504">
                    <a:alpha val="844"/>
                  </a:srgbClr>
                </a:gs>
                <a:gs pos="100000">
                  <a:srgbClr val="030504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2882085">
              <a:off x="3129140" y="2523521"/>
              <a:ext cx="516055" cy="274112"/>
            </a:xfrm>
            <a:prstGeom prst="ellipse">
              <a:avLst/>
            </a:prstGeom>
            <a:gradFill>
              <a:gsLst>
                <a:gs pos="0">
                  <a:srgbClr val="2A3330">
                    <a:alpha val="10661"/>
                  </a:srgbClr>
                </a:gs>
                <a:gs pos="14286">
                  <a:srgbClr val="2A3330">
                    <a:alpha val="9842"/>
                  </a:srgbClr>
                </a:gs>
                <a:gs pos="28571">
                  <a:srgbClr val="2A3330">
                    <a:alpha val="7730"/>
                  </a:srgbClr>
                </a:gs>
                <a:gs pos="42857">
                  <a:srgbClr val="2A3330">
                    <a:alpha val="5140"/>
                  </a:srgbClr>
                </a:gs>
                <a:gs pos="57143">
                  <a:srgbClr val="2A3330">
                    <a:alpha val="2882"/>
                  </a:srgbClr>
                </a:gs>
                <a:gs pos="71429">
                  <a:srgbClr val="2A3330">
                    <a:alpha val="1359"/>
                  </a:srgbClr>
                </a:gs>
                <a:gs pos="85714">
                  <a:srgbClr val="2A3330">
                    <a:alpha val="540"/>
                  </a:srgbClr>
                </a:gs>
                <a:gs pos="100000">
                  <a:srgbClr val="2A333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5267536">
              <a:off x="-5670" y="2007204"/>
              <a:ext cx="198150" cy="65431"/>
            </a:xfrm>
            <a:prstGeom prst="ellipse">
              <a:avLst/>
            </a:prstGeom>
            <a:gradFill>
              <a:gsLst>
                <a:gs pos="0">
                  <a:srgbClr val="24272A">
                    <a:alpha val="26342"/>
                  </a:srgbClr>
                </a:gs>
                <a:gs pos="14286">
                  <a:srgbClr val="24272A">
                    <a:alpha val="24498"/>
                  </a:srgbClr>
                </a:gs>
                <a:gs pos="28571">
                  <a:srgbClr val="24272A">
                    <a:alpha val="19603"/>
                  </a:srgbClr>
                </a:gs>
                <a:gs pos="42857">
                  <a:srgbClr val="24272A">
                    <a:alpha val="13335"/>
                  </a:srgbClr>
                </a:gs>
                <a:gs pos="57143">
                  <a:srgbClr val="24272A">
                    <a:alpha val="7624"/>
                  </a:srgbClr>
                </a:gs>
                <a:gs pos="71429">
                  <a:srgbClr val="24272A">
                    <a:alpha val="3644"/>
                  </a:srgbClr>
                </a:gs>
                <a:gs pos="85714">
                  <a:srgbClr val="24272A">
                    <a:alpha val="1457"/>
                  </a:srgbClr>
                </a:gs>
                <a:gs pos="100000">
                  <a:srgbClr val="24272A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8787861">
              <a:off x="-219921" y="7309"/>
              <a:ext cx="544910" cy="234270"/>
            </a:xfrm>
            <a:prstGeom prst="ellipse">
              <a:avLst/>
            </a:prstGeom>
            <a:gradFill>
              <a:gsLst>
                <a:gs pos="0">
                  <a:srgbClr val="423435">
                    <a:alpha val="2836"/>
                  </a:srgbClr>
                </a:gs>
                <a:gs pos="14286">
                  <a:srgbClr val="423435">
                    <a:alpha val="2610"/>
                  </a:srgbClr>
                </a:gs>
                <a:gs pos="28571">
                  <a:srgbClr val="423435">
                    <a:alpha val="2032"/>
                  </a:srgbClr>
                </a:gs>
                <a:gs pos="42857">
                  <a:srgbClr val="423435">
                    <a:alpha val="1338"/>
                  </a:srgbClr>
                </a:gs>
                <a:gs pos="57143">
                  <a:srgbClr val="423435">
                    <a:alpha val="743"/>
                  </a:srgbClr>
                </a:gs>
                <a:gs pos="71429">
                  <a:srgbClr val="423435">
                    <a:alpha val="349"/>
                  </a:srgbClr>
                </a:gs>
                <a:gs pos="85714">
                  <a:srgbClr val="423435">
                    <a:alpha val="138"/>
                  </a:srgbClr>
                </a:gs>
                <a:gs pos="100000">
                  <a:srgbClr val="423435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3519574">
              <a:off x="3046281" y="2270601"/>
              <a:ext cx="679073" cy="217694"/>
            </a:xfrm>
            <a:prstGeom prst="ellipse">
              <a:avLst/>
            </a:prstGeom>
            <a:gradFill>
              <a:gsLst>
                <a:gs pos="0">
                  <a:srgbClr val="000102">
                    <a:alpha val="13858"/>
                  </a:srgbClr>
                </a:gs>
                <a:gs pos="14286">
                  <a:srgbClr val="000102">
                    <a:alpha val="12812"/>
                  </a:srgbClr>
                </a:gs>
                <a:gs pos="28571">
                  <a:srgbClr val="000102">
                    <a:alpha val="10098"/>
                  </a:srgbClr>
                </a:gs>
                <a:gs pos="42857">
                  <a:srgbClr val="000102">
                    <a:alpha val="6744"/>
                  </a:srgbClr>
                </a:gs>
                <a:gs pos="57143">
                  <a:srgbClr val="000102">
                    <a:alpha val="3795"/>
                  </a:srgbClr>
                </a:gs>
                <a:gs pos="71429">
                  <a:srgbClr val="000102">
                    <a:alpha val="1795"/>
                  </a:srgbClr>
                </a:gs>
                <a:gs pos="85714">
                  <a:srgbClr val="000102">
                    <a:alpha val="714"/>
                  </a:srgbClr>
                </a:gs>
                <a:gs pos="100000">
                  <a:srgbClr val="000102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3864810">
              <a:off x="3180592" y="2950891"/>
              <a:ext cx="726305" cy="341549"/>
            </a:xfrm>
            <a:prstGeom prst="ellipse">
              <a:avLst/>
            </a:prstGeom>
            <a:gradFill>
              <a:gsLst>
                <a:gs pos="0">
                  <a:srgbClr val="000501">
                    <a:alpha val="8922"/>
                  </a:srgbClr>
                </a:gs>
                <a:gs pos="14286">
                  <a:srgbClr val="000501">
                    <a:alpha val="8231"/>
                  </a:srgbClr>
                </a:gs>
                <a:gs pos="28571">
                  <a:srgbClr val="000501">
                    <a:alpha val="6451"/>
                  </a:srgbClr>
                </a:gs>
                <a:gs pos="42857">
                  <a:srgbClr val="000501">
                    <a:alpha val="4280"/>
                  </a:srgbClr>
                </a:gs>
                <a:gs pos="57143">
                  <a:srgbClr val="000501">
                    <a:alpha val="2395"/>
                  </a:srgbClr>
                </a:gs>
                <a:gs pos="71429">
                  <a:srgbClr val="000501">
                    <a:alpha val="1128"/>
                  </a:srgbClr>
                </a:gs>
                <a:gs pos="85714">
                  <a:srgbClr val="000501">
                    <a:alpha val="448"/>
                  </a:srgbClr>
                </a:gs>
                <a:gs pos="100000">
                  <a:srgbClr val="000501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10191032">
              <a:off x="2880351" y="2997249"/>
              <a:ext cx="558340" cy="324287"/>
            </a:xfrm>
            <a:prstGeom prst="ellipse">
              <a:avLst/>
            </a:prstGeom>
            <a:gradFill>
              <a:gsLst>
                <a:gs pos="0">
                  <a:srgbClr val="050B0B">
                    <a:alpha val="32968"/>
                  </a:srgbClr>
                </a:gs>
                <a:gs pos="14286">
                  <a:srgbClr val="050B0B">
                    <a:alpha val="30764"/>
                  </a:srgbClr>
                </a:gs>
                <a:gs pos="28571">
                  <a:srgbClr val="050B0B">
                    <a:alpha val="24833"/>
                  </a:srgbClr>
                </a:gs>
                <a:gs pos="42857">
                  <a:srgbClr val="050B0B">
                    <a:alpha val="17075"/>
                  </a:srgbClr>
                </a:gs>
                <a:gs pos="57143">
                  <a:srgbClr val="050B0B">
                    <a:alpha val="9855"/>
                  </a:srgbClr>
                </a:gs>
                <a:gs pos="71429">
                  <a:srgbClr val="050B0B">
                    <a:alpha val="4740"/>
                  </a:srgbClr>
                </a:gs>
                <a:gs pos="85714">
                  <a:srgbClr val="050B0B">
                    <a:alpha val="1902"/>
                  </a:srgbClr>
                </a:gs>
                <a:gs pos="100000">
                  <a:srgbClr val="050B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5905451">
              <a:off x="1264640" y="2837948"/>
              <a:ext cx="639005" cy="343291"/>
            </a:xfrm>
            <a:prstGeom prst="ellipse">
              <a:avLst/>
            </a:prstGeom>
            <a:gradFill>
              <a:gsLst>
                <a:gs pos="0">
                  <a:srgbClr val="000B0A">
                    <a:alpha val="9450"/>
                  </a:srgbClr>
                </a:gs>
                <a:gs pos="14286">
                  <a:srgbClr val="000B0A">
                    <a:alpha val="8720"/>
                  </a:srgbClr>
                </a:gs>
                <a:gs pos="28571">
                  <a:srgbClr val="000B0A">
                    <a:alpha val="6839"/>
                  </a:srgbClr>
                </a:gs>
                <a:gs pos="42857">
                  <a:srgbClr val="000B0A">
                    <a:alpha val="4541"/>
                  </a:srgbClr>
                </a:gs>
                <a:gs pos="57143">
                  <a:srgbClr val="000B0A">
                    <a:alpha val="2542"/>
                  </a:srgbClr>
                </a:gs>
                <a:gs pos="71429">
                  <a:srgbClr val="000B0A">
                    <a:alpha val="1198"/>
                  </a:srgbClr>
                </a:gs>
                <a:gs pos="85714">
                  <a:srgbClr val="000B0A">
                    <a:alpha val="475"/>
                  </a:srgbClr>
                </a:gs>
                <a:gs pos="100000">
                  <a:srgbClr val="000B0A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8166215">
              <a:off x="445748" y="2893740"/>
              <a:ext cx="658975" cy="330080"/>
            </a:xfrm>
            <a:prstGeom prst="ellipse">
              <a:avLst/>
            </a:prstGeom>
            <a:gradFill>
              <a:gsLst>
                <a:gs pos="0">
                  <a:srgbClr val="000501">
                    <a:alpha val="23822"/>
                  </a:srgbClr>
                </a:gs>
                <a:gs pos="14286">
                  <a:srgbClr val="000501">
                    <a:alpha val="22127"/>
                  </a:srgbClr>
                </a:gs>
                <a:gs pos="28571">
                  <a:srgbClr val="000501">
                    <a:alpha val="17649"/>
                  </a:srgbClr>
                </a:gs>
                <a:gs pos="42857">
                  <a:srgbClr val="000501">
                    <a:alpha val="11959"/>
                  </a:srgbClr>
                </a:gs>
                <a:gs pos="57143">
                  <a:srgbClr val="000501">
                    <a:alpha val="6814"/>
                  </a:srgbClr>
                </a:gs>
                <a:gs pos="71429">
                  <a:srgbClr val="000501">
                    <a:alpha val="3250"/>
                  </a:srgbClr>
                </a:gs>
                <a:gs pos="85714">
                  <a:srgbClr val="000501">
                    <a:alpha val="1298"/>
                  </a:srgbClr>
                </a:gs>
                <a:gs pos="100000">
                  <a:srgbClr val="000501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-9111639">
              <a:off x="297931" y="2902016"/>
              <a:ext cx="594739" cy="429910"/>
            </a:xfrm>
            <a:prstGeom prst="ellipse">
              <a:avLst/>
            </a:prstGeom>
            <a:gradFill>
              <a:gsLst>
                <a:gs pos="0">
                  <a:srgbClr val="000900">
                    <a:alpha val="2092"/>
                  </a:srgbClr>
                </a:gs>
                <a:gs pos="14286">
                  <a:srgbClr val="000900">
                    <a:alpha val="1924"/>
                  </a:srgbClr>
                </a:gs>
                <a:gs pos="28571">
                  <a:srgbClr val="000900">
                    <a:alpha val="1497"/>
                  </a:srgbClr>
                </a:gs>
                <a:gs pos="42857">
                  <a:srgbClr val="000900">
                    <a:alpha val="985"/>
                  </a:srgbClr>
                </a:gs>
                <a:gs pos="57143">
                  <a:srgbClr val="000900">
                    <a:alpha val="547"/>
                  </a:srgbClr>
                </a:gs>
                <a:gs pos="71429">
                  <a:srgbClr val="000900">
                    <a:alpha val="256"/>
                  </a:srgbClr>
                </a:gs>
                <a:gs pos="85714">
                  <a:srgbClr val="000900">
                    <a:alpha val="101"/>
                  </a:srgbClr>
                </a:gs>
                <a:gs pos="100000">
                  <a:srgbClr val="0009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10561034">
              <a:off x="2032613" y="2689126"/>
              <a:ext cx="523428" cy="398786"/>
            </a:xfrm>
            <a:prstGeom prst="ellipse">
              <a:avLst/>
            </a:prstGeom>
            <a:gradFill>
              <a:gsLst>
                <a:gs pos="0">
                  <a:srgbClr val="000100">
                    <a:alpha val="10844"/>
                  </a:srgbClr>
                </a:gs>
                <a:gs pos="14286">
                  <a:srgbClr val="000100">
                    <a:alpha val="10013"/>
                  </a:srgbClr>
                </a:gs>
                <a:gs pos="28571">
                  <a:srgbClr val="000100">
                    <a:alpha val="7865"/>
                  </a:srgbClr>
                </a:gs>
                <a:gs pos="42857">
                  <a:srgbClr val="000100">
                    <a:alpha val="5231"/>
                  </a:srgbClr>
                </a:gs>
                <a:gs pos="57143">
                  <a:srgbClr val="000100">
                    <a:alpha val="2933"/>
                  </a:srgbClr>
                </a:gs>
                <a:gs pos="71429">
                  <a:srgbClr val="000100">
                    <a:alpha val="1384"/>
                  </a:srgbClr>
                </a:gs>
                <a:gs pos="85714">
                  <a:srgbClr val="000100">
                    <a:alpha val="550"/>
                  </a:srgbClr>
                </a:gs>
                <a:gs pos="100000">
                  <a:srgbClr val="000100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7507774">
              <a:off x="1251622" y="2754081"/>
              <a:ext cx="683454" cy="195076"/>
            </a:xfrm>
            <a:prstGeom prst="ellipse">
              <a:avLst/>
            </a:prstGeom>
            <a:gradFill>
              <a:gsLst>
                <a:gs pos="0">
                  <a:srgbClr val="0B0E0D">
                    <a:alpha val="32968"/>
                  </a:srgbClr>
                </a:gs>
                <a:gs pos="14286">
                  <a:srgbClr val="0B0E0D">
                    <a:alpha val="30764"/>
                  </a:srgbClr>
                </a:gs>
                <a:gs pos="28571">
                  <a:srgbClr val="0B0E0D">
                    <a:alpha val="24833"/>
                  </a:srgbClr>
                </a:gs>
                <a:gs pos="42857">
                  <a:srgbClr val="0B0E0D">
                    <a:alpha val="17075"/>
                  </a:srgbClr>
                </a:gs>
                <a:gs pos="57143">
                  <a:srgbClr val="0B0E0D">
                    <a:alpha val="9855"/>
                  </a:srgbClr>
                </a:gs>
                <a:gs pos="71429">
                  <a:srgbClr val="0B0E0D">
                    <a:alpha val="4740"/>
                  </a:srgbClr>
                </a:gs>
                <a:gs pos="85714">
                  <a:srgbClr val="0B0E0D">
                    <a:alpha val="1902"/>
                  </a:srgbClr>
                </a:gs>
                <a:gs pos="100000">
                  <a:srgbClr val="0B0E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-10210796">
              <a:off x="658387" y="2888276"/>
              <a:ext cx="117014" cy="36618"/>
            </a:xfrm>
            <a:prstGeom prst="ellipse">
              <a:avLst/>
            </a:prstGeom>
            <a:gradFill>
              <a:gsLst>
                <a:gs pos="0">
                  <a:srgbClr val="FFE0FF">
                    <a:alpha val="32968"/>
                  </a:srgbClr>
                </a:gs>
                <a:gs pos="14286">
                  <a:srgbClr val="FFE0FF">
                    <a:alpha val="30764"/>
                  </a:srgbClr>
                </a:gs>
                <a:gs pos="28571">
                  <a:srgbClr val="FFE0FF">
                    <a:alpha val="24833"/>
                  </a:srgbClr>
                </a:gs>
                <a:gs pos="42857">
                  <a:srgbClr val="FFE0FF">
                    <a:alpha val="17075"/>
                  </a:srgbClr>
                </a:gs>
                <a:gs pos="57143">
                  <a:srgbClr val="FFE0FF">
                    <a:alpha val="9855"/>
                  </a:srgbClr>
                </a:gs>
                <a:gs pos="71429">
                  <a:srgbClr val="FFE0FF">
                    <a:alpha val="4740"/>
                  </a:srgbClr>
                </a:gs>
                <a:gs pos="85714">
                  <a:srgbClr val="FFE0FF">
                    <a:alpha val="1902"/>
                  </a:srgbClr>
                </a:gs>
                <a:gs pos="100000">
                  <a:srgbClr val="FFE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2884596">
              <a:off x="219535" y="2784520"/>
              <a:ext cx="277341" cy="190936"/>
            </a:xfrm>
            <a:prstGeom prst="ellipse">
              <a:avLst/>
            </a:prstGeom>
            <a:gradFill>
              <a:gsLst>
                <a:gs pos="0">
                  <a:srgbClr val="87898B">
                    <a:alpha val="1326"/>
                  </a:srgbClr>
                </a:gs>
                <a:gs pos="14286">
                  <a:srgbClr val="87898B">
                    <a:alpha val="1220"/>
                  </a:srgbClr>
                </a:gs>
                <a:gs pos="28571">
                  <a:srgbClr val="87898B">
                    <a:alpha val="948"/>
                  </a:srgbClr>
                </a:gs>
                <a:gs pos="42857">
                  <a:srgbClr val="87898B">
                    <a:alpha val="623"/>
                  </a:srgbClr>
                </a:gs>
                <a:gs pos="57143">
                  <a:srgbClr val="87898B">
                    <a:alpha val="346"/>
                  </a:srgbClr>
                </a:gs>
                <a:gs pos="71429">
                  <a:srgbClr val="87898B">
                    <a:alpha val="162"/>
                  </a:srgbClr>
                </a:gs>
                <a:gs pos="85714">
                  <a:srgbClr val="87898B">
                    <a:alpha val="64"/>
                  </a:srgbClr>
                </a:gs>
                <a:gs pos="100000">
                  <a:srgbClr val="87898B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4106228">
              <a:off x="3034495" y="2486190"/>
              <a:ext cx="712536" cy="3873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6476551">
              <a:off x="1007444" y="2441195"/>
              <a:ext cx="594969" cy="356135"/>
            </a:xfrm>
            <a:prstGeom prst="ellipse">
              <a:avLst/>
            </a:prstGeom>
            <a:gradFill>
              <a:gsLst>
                <a:gs pos="0">
                  <a:srgbClr val="000103">
                    <a:alpha val="10382"/>
                  </a:srgbClr>
                </a:gs>
                <a:gs pos="14286">
                  <a:srgbClr val="000103">
                    <a:alpha val="9584"/>
                  </a:srgbClr>
                </a:gs>
                <a:gs pos="28571">
                  <a:srgbClr val="000103">
                    <a:alpha val="7525"/>
                  </a:srgbClr>
                </a:gs>
                <a:gs pos="42857">
                  <a:srgbClr val="000103">
                    <a:alpha val="5002"/>
                  </a:srgbClr>
                </a:gs>
                <a:gs pos="57143">
                  <a:srgbClr val="000103">
                    <a:alpha val="2803"/>
                  </a:srgbClr>
                </a:gs>
                <a:gs pos="71429">
                  <a:srgbClr val="000103">
                    <a:alpha val="1322"/>
                  </a:srgbClr>
                </a:gs>
                <a:gs pos="85714">
                  <a:srgbClr val="000103">
                    <a:alpha val="525"/>
                  </a:srgbClr>
                </a:gs>
                <a:gs pos="100000">
                  <a:srgbClr val="000103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4091019">
              <a:off x="3057279" y="2237212"/>
              <a:ext cx="593147" cy="458806"/>
            </a:xfrm>
            <a:prstGeom prst="ellipse">
              <a:avLst/>
            </a:prstGeom>
            <a:gradFill>
              <a:gsLst>
                <a:gs pos="0">
                  <a:srgbClr val="192223">
                    <a:alpha val="3113"/>
                  </a:srgbClr>
                </a:gs>
                <a:gs pos="14286">
                  <a:srgbClr val="192223">
                    <a:alpha val="2865"/>
                  </a:srgbClr>
                </a:gs>
                <a:gs pos="28571">
                  <a:srgbClr val="192223">
                    <a:alpha val="2232"/>
                  </a:srgbClr>
                </a:gs>
                <a:gs pos="42857">
                  <a:srgbClr val="192223">
                    <a:alpha val="1470"/>
                  </a:srgbClr>
                </a:gs>
                <a:gs pos="57143">
                  <a:srgbClr val="192223">
                    <a:alpha val="817"/>
                  </a:srgbClr>
                </a:gs>
                <a:gs pos="71429">
                  <a:srgbClr val="192223">
                    <a:alpha val="383"/>
                  </a:srgbClr>
                </a:gs>
                <a:gs pos="85714">
                  <a:srgbClr val="192223">
                    <a:alpha val="152"/>
                  </a:srgbClr>
                </a:gs>
                <a:gs pos="100000">
                  <a:srgbClr val="192223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10696997">
              <a:off x="2800001" y="2264326"/>
              <a:ext cx="694976" cy="533440"/>
            </a:xfrm>
            <a:prstGeom prst="ellipse">
              <a:avLst/>
            </a:prstGeom>
            <a:gradFill>
              <a:gsLst>
                <a:gs pos="0">
                  <a:srgbClr val="000000">
                    <a:alpha val="17119"/>
                  </a:srgbClr>
                </a:gs>
                <a:gs pos="14286">
                  <a:srgbClr val="000000">
                    <a:alpha val="15851"/>
                  </a:srgbClr>
                </a:gs>
                <a:gs pos="28571">
                  <a:srgbClr val="000000">
                    <a:alpha val="12541"/>
                  </a:srgbClr>
                </a:gs>
                <a:gs pos="42857">
                  <a:srgbClr val="000000">
                    <a:alpha val="8414"/>
                  </a:srgbClr>
                </a:gs>
                <a:gs pos="57143">
                  <a:srgbClr val="000000">
                    <a:alpha val="4754"/>
                  </a:srgbClr>
                </a:gs>
                <a:gs pos="71429">
                  <a:srgbClr val="000000">
                    <a:alpha val="2254"/>
                  </a:srgbClr>
                </a:gs>
                <a:gs pos="85714">
                  <a:srgbClr val="000000">
                    <a:alpha val="897"/>
                  </a:srgbClr>
                </a:gs>
                <a:gs pos="100000">
                  <a:srgbClr val="00000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2979676">
              <a:off x="2777544" y="2318595"/>
              <a:ext cx="612318" cy="388150"/>
            </a:xfrm>
            <a:prstGeom prst="ellipse">
              <a:avLst/>
            </a:prstGeom>
            <a:gradFill>
              <a:gsLst>
                <a:gs pos="0">
                  <a:srgbClr val="1D2422">
                    <a:alpha val="4455"/>
                  </a:srgbClr>
                </a:gs>
                <a:gs pos="14286">
                  <a:srgbClr val="1D2422">
                    <a:alpha val="4102"/>
                  </a:srgbClr>
                </a:gs>
                <a:gs pos="28571">
                  <a:srgbClr val="1D2422">
                    <a:alpha val="3200"/>
                  </a:srgbClr>
                </a:gs>
                <a:gs pos="42857">
                  <a:srgbClr val="1D2422">
                    <a:alpha val="2111"/>
                  </a:srgbClr>
                </a:gs>
                <a:gs pos="57143">
                  <a:srgbClr val="1D2422">
                    <a:alpha val="1175"/>
                  </a:srgbClr>
                </a:gs>
                <a:gs pos="71429">
                  <a:srgbClr val="1D2422">
                    <a:alpha val="552"/>
                  </a:srgbClr>
                </a:gs>
                <a:gs pos="85714">
                  <a:srgbClr val="1D2422">
                    <a:alpha val="219"/>
                  </a:srgbClr>
                </a:gs>
                <a:gs pos="100000">
                  <a:srgbClr val="1D2422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9585297">
              <a:off x="315241" y="2251354"/>
              <a:ext cx="610865" cy="357255"/>
            </a:xfrm>
            <a:prstGeom prst="ellipse">
              <a:avLst/>
            </a:prstGeom>
            <a:gradFill>
              <a:gsLst>
                <a:gs pos="0">
                  <a:srgbClr val="000100">
                    <a:alpha val="18964"/>
                  </a:srgbClr>
                </a:gs>
                <a:gs pos="14286">
                  <a:srgbClr val="000100">
                    <a:alpha val="17574"/>
                  </a:srgbClr>
                </a:gs>
                <a:gs pos="28571">
                  <a:srgbClr val="000100">
                    <a:alpha val="13935"/>
                  </a:srgbClr>
                </a:gs>
                <a:gs pos="42857">
                  <a:srgbClr val="000100">
                    <a:alpha val="9374"/>
                  </a:srgbClr>
                </a:gs>
                <a:gs pos="57143">
                  <a:srgbClr val="000100">
                    <a:alpha val="5308"/>
                  </a:srgbClr>
                </a:gs>
                <a:gs pos="71429">
                  <a:srgbClr val="000100">
                    <a:alpha val="2521"/>
                  </a:srgbClr>
                </a:gs>
                <a:gs pos="85714">
                  <a:srgbClr val="000100">
                    <a:alpha val="1004"/>
                  </a:srgbClr>
                </a:gs>
                <a:gs pos="100000">
                  <a:srgbClr val="000100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5856490">
              <a:off x="3180282" y="2091839"/>
              <a:ext cx="656267" cy="313228"/>
            </a:xfrm>
            <a:prstGeom prst="ellipse">
              <a:avLst/>
            </a:prstGeom>
            <a:gradFill>
              <a:gsLst>
                <a:gs pos="0">
                  <a:srgbClr val="000505">
                    <a:alpha val="10493"/>
                  </a:srgbClr>
                </a:gs>
                <a:gs pos="14286">
                  <a:srgbClr val="000505">
                    <a:alpha val="9687"/>
                  </a:srgbClr>
                </a:gs>
                <a:gs pos="28571">
                  <a:srgbClr val="000505">
                    <a:alpha val="7606"/>
                  </a:srgbClr>
                </a:gs>
                <a:gs pos="42857">
                  <a:srgbClr val="000505">
                    <a:alpha val="5057"/>
                  </a:srgbClr>
                </a:gs>
                <a:gs pos="57143">
                  <a:srgbClr val="000505">
                    <a:alpha val="2834"/>
                  </a:srgbClr>
                </a:gs>
                <a:gs pos="71429">
                  <a:srgbClr val="000505">
                    <a:alpha val="1337"/>
                  </a:srgbClr>
                </a:gs>
                <a:gs pos="85714">
                  <a:srgbClr val="000505">
                    <a:alpha val="531"/>
                  </a:srgbClr>
                </a:gs>
                <a:gs pos="100000">
                  <a:srgbClr val="000505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3270442">
              <a:off x="3347396" y="2211780"/>
              <a:ext cx="81739" cy="34011"/>
            </a:xfrm>
            <a:prstGeom prst="ellipse">
              <a:avLst/>
            </a:prstGeom>
            <a:gradFill>
              <a:gsLst>
                <a:gs pos="0">
                  <a:srgbClr val="E9F9FF">
                    <a:alpha val="32968"/>
                  </a:srgbClr>
                </a:gs>
                <a:gs pos="14286">
                  <a:srgbClr val="E9F9FF">
                    <a:alpha val="30764"/>
                  </a:srgbClr>
                </a:gs>
                <a:gs pos="28571">
                  <a:srgbClr val="E9F9FF">
                    <a:alpha val="24833"/>
                  </a:srgbClr>
                </a:gs>
                <a:gs pos="42857">
                  <a:srgbClr val="E9F9FF">
                    <a:alpha val="17075"/>
                  </a:srgbClr>
                </a:gs>
                <a:gs pos="57143">
                  <a:srgbClr val="E9F9FF">
                    <a:alpha val="9855"/>
                  </a:srgbClr>
                </a:gs>
                <a:gs pos="71429">
                  <a:srgbClr val="E9F9FF">
                    <a:alpha val="4740"/>
                  </a:srgbClr>
                </a:gs>
                <a:gs pos="85714">
                  <a:srgbClr val="E9F9FF">
                    <a:alpha val="1902"/>
                  </a:srgbClr>
                </a:gs>
                <a:gs pos="100000">
                  <a:srgbClr val="E9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10384412">
              <a:off x="1856041" y="2116030"/>
              <a:ext cx="486716" cy="444764"/>
            </a:xfrm>
            <a:prstGeom prst="ellipse">
              <a:avLst/>
            </a:prstGeom>
            <a:gradFill>
              <a:gsLst>
                <a:gs pos="0">
                  <a:srgbClr val="000006">
                    <a:alpha val="7004"/>
                  </a:srgbClr>
                </a:gs>
                <a:gs pos="14286">
                  <a:srgbClr val="000006">
                    <a:alpha val="6456"/>
                  </a:srgbClr>
                </a:gs>
                <a:gs pos="28571">
                  <a:srgbClr val="000006">
                    <a:alpha val="5050"/>
                  </a:srgbClr>
                </a:gs>
                <a:gs pos="42857">
                  <a:srgbClr val="000006">
                    <a:alpha val="3342"/>
                  </a:srgbClr>
                </a:gs>
                <a:gs pos="57143">
                  <a:srgbClr val="000006">
                    <a:alpha val="1866"/>
                  </a:srgbClr>
                </a:gs>
                <a:gs pos="71429">
                  <a:srgbClr val="000006">
                    <a:alpha val="878"/>
                  </a:srgbClr>
                </a:gs>
                <a:gs pos="85714">
                  <a:srgbClr val="000006">
                    <a:alpha val="348"/>
                  </a:srgbClr>
                </a:gs>
                <a:gs pos="100000">
                  <a:srgbClr val="000006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3268858">
              <a:off x="398196" y="2097186"/>
              <a:ext cx="502941" cy="321226"/>
            </a:xfrm>
            <a:prstGeom prst="ellipse">
              <a:avLst/>
            </a:prstGeom>
            <a:gradFill>
              <a:gsLst>
                <a:gs pos="0">
                  <a:srgbClr val="302F31">
                    <a:alpha val="2804"/>
                  </a:srgbClr>
                </a:gs>
                <a:gs pos="14286">
                  <a:srgbClr val="302F31">
                    <a:alpha val="2580"/>
                  </a:srgbClr>
                </a:gs>
                <a:gs pos="28571">
                  <a:srgbClr val="302F31">
                    <a:alpha val="2009"/>
                  </a:srgbClr>
                </a:gs>
                <a:gs pos="42857">
                  <a:srgbClr val="302F31">
                    <a:alpha val="1323"/>
                  </a:srgbClr>
                </a:gs>
                <a:gs pos="57143">
                  <a:srgbClr val="302F31">
                    <a:alpha val="735"/>
                  </a:srgbClr>
                </a:gs>
                <a:gs pos="71429">
                  <a:srgbClr val="302F31">
                    <a:alpha val="345"/>
                  </a:srgbClr>
                </a:gs>
                <a:gs pos="85714">
                  <a:srgbClr val="302F31">
                    <a:alpha val="136"/>
                  </a:srgbClr>
                </a:gs>
                <a:gs pos="100000">
                  <a:srgbClr val="302F31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2860423">
              <a:off x="185311" y="2091250"/>
              <a:ext cx="595283" cy="460843"/>
            </a:xfrm>
            <a:prstGeom prst="ellipse">
              <a:avLst/>
            </a:prstGeom>
            <a:gradFill>
              <a:gsLst>
                <a:gs pos="0">
                  <a:srgbClr val="000004">
                    <a:alpha val="6993"/>
                  </a:srgbClr>
                </a:gs>
                <a:gs pos="14286">
                  <a:srgbClr val="000004">
                    <a:alpha val="6446"/>
                  </a:srgbClr>
                </a:gs>
                <a:gs pos="28571">
                  <a:srgbClr val="000004">
                    <a:alpha val="5042"/>
                  </a:srgbClr>
                </a:gs>
                <a:gs pos="42857">
                  <a:srgbClr val="000004">
                    <a:alpha val="3336"/>
                  </a:srgbClr>
                </a:gs>
                <a:gs pos="57143">
                  <a:srgbClr val="000004">
                    <a:alpha val="1863"/>
                  </a:srgbClr>
                </a:gs>
                <a:gs pos="71429">
                  <a:srgbClr val="000004">
                    <a:alpha val="876"/>
                  </a:srgbClr>
                </a:gs>
                <a:gs pos="85714">
                  <a:srgbClr val="000004">
                    <a:alpha val="347"/>
                  </a:srgbClr>
                </a:gs>
                <a:gs pos="100000">
                  <a:srgbClr val="000004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-10692923">
              <a:off x="3074461" y="1832896"/>
              <a:ext cx="611550" cy="323342"/>
            </a:xfrm>
            <a:prstGeom prst="ellipse">
              <a:avLst/>
            </a:prstGeom>
            <a:gradFill>
              <a:gsLst>
                <a:gs pos="0">
                  <a:srgbClr val="060B0C">
                    <a:alpha val="32968"/>
                  </a:srgbClr>
                </a:gs>
                <a:gs pos="14286">
                  <a:srgbClr val="060B0C">
                    <a:alpha val="30764"/>
                  </a:srgbClr>
                </a:gs>
                <a:gs pos="28571">
                  <a:srgbClr val="060B0C">
                    <a:alpha val="24833"/>
                  </a:srgbClr>
                </a:gs>
                <a:gs pos="42857">
                  <a:srgbClr val="060B0C">
                    <a:alpha val="17075"/>
                  </a:srgbClr>
                </a:gs>
                <a:gs pos="57143">
                  <a:srgbClr val="060B0C">
                    <a:alpha val="9855"/>
                  </a:srgbClr>
                </a:gs>
                <a:gs pos="71429">
                  <a:srgbClr val="060B0C">
                    <a:alpha val="4740"/>
                  </a:srgbClr>
                </a:gs>
                <a:gs pos="85714">
                  <a:srgbClr val="060B0C">
                    <a:alpha val="1902"/>
                  </a:srgbClr>
                </a:gs>
                <a:gs pos="100000">
                  <a:srgbClr val="060B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6965982">
              <a:off x="2943234" y="1864731"/>
              <a:ext cx="613814" cy="437028"/>
            </a:xfrm>
            <a:prstGeom prst="ellipse">
              <a:avLst/>
            </a:prstGeom>
            <a:gradFill>
              <a:gsLst>
                <a:gs pos="0">
                  <a:srgbClr val="000603">
                    <a:alpha val="12641"/>
                  </a:srgbClr>
                </a:gs>
                <a:gs pos="14286">
                  <a:srgbClr val="000603">
                    <a:alpha val="11681"/>
                  </a:srgbClr>
                </a:gs>
                <a:gs pos="28571">
                  <a:srgbClr val="000603">
                    <a:alpha val="9194"/>
                  </a:srgbClr>
                </a:gs>
                <a:gs pos="42857">
                  <a:srgbClr val="000603">
                    <a:alpha val="6130"/>
                  </a:srgbClr>
                </a:gs>
                <a:gs pos="57143">
                  <a:srgbClr val="000603">
                    <a:alpha val="3445"/>
                  </a:srgbClr>
                </a:gs>
                <a:gs pos="71429">
                  <a:srgbClr val="000603">
                    <a:alpha val="1627"/>
                  </a:srgbClr>
                </a:gs>
                <a:gs pos="85714">
                  <a:srgbClr val="000603">
                    <a:alpha val="647"/>
                  </a:srgbClr>
                </a:gs>
                <a:gs pos="100000">
                  <a:srgbClr val="000603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6728671">
              <a:off x="1893310" y="1902277"/>
              <a:ext cx="543470" cy="375500"/>
            </a:xfrm>
            <a:prstGeom prst="ellipse">
              <a:avLst/>
            </a:prstGeom>
            <a:gradFill>
              <a:gsLst>
                <a:gs pos="0">
                  <a:srgbClr val="1D1D1A">
                    <a:alpha val="10518"/>
                  </a:srgbClr>
                </a:gs>
                <a:gs pos="14286">
                  <a:srgbClr val="1D1D1A">
                    <a:alpha val="9710"/>
                  </a:srgbClr>
                </a:gs>
                <a:gs pos="28571">
                  <a:srgbClr val="1D1D1A">
                    <a:alpha val="7624"/>
                  </a:srgbClr>
                </a:gs>
                <a:gs pos="42857">
                  <a:srgbClr val="1D1D1A">
                    <a:alpha val="5069"/>
                  </a:srgbClr>
                </a:gs>
                <a:gs pos="57143">
                  <a:srgbClr val="1D1D1A">
                    <a:alpha val="2841"/>
                  </a:srgbClr>
                </a:gs>
                <a:gs pos="71429">
                  <a:srgbClr val="1D1D1A">
                    <a:alpha val="1340"/>
                  </a:srgbClr>
                </a:gs>
                <a:gs pos="85714">
                  <a:srgbClr val="1D1D1A">
                    <a:alpha val="532"/>
                  </a:srgbClr>
                </a:gs>
                <a:gs pos="100000">
                  <a:srgbClr val="1D1D1A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9260934">
              <a:off x="1341559" y="2007852"/>
              <a:ext cx="460967" cy="120540"/>
            </a:xfrm>
            <a:prstGeom prst="ellipse">
              <a:avLst/>
            </a:prstGeom>
            <a:gradFill>
              <a:gsLst>
                <a:gs pos="0">
                  <a:srgbClr val="89868D">
                    <a:alpha val="1965"/>
                  </a:srgbClr>
                </a:gs>
                <a:gs pos="14286">
                  <a:srgbClr val="89868D">
                    <a:alpha val="1808"/>
                  </a:srgbClr>
                </a:gs>
                <a:gs pos="28571">
                  <a:srgbClr val="89868D">
                    <a:alpha val="1406"/>
                  </a:srgbClr>
                </a:gs>
                <a:gs pos="42857">
                  <a:srgbClr val="89868D">
                    <a:alpha val="925"/>
                  </a:srgbClr>
                </a:gs>
                <a:gs pos="57143">
                  <a:srgbClr val="89868D">
                    <a:alpha val="513"/>
                  </a:srgbClr>
                </a:gs>
                <a:gs pos="71429">
                  <a:srgbClr val="89868D">
                    <a:alpha val="241"/>
                  </a:srgbClr>
                </a:gs>
                <a:gs pos="85714">
                  <a:srgbClr val="89868D">
                    <a:alpha val="95"/>
                  </a:srgbClr>
                </a:gs>
                <a:gs pos="100000">
                  <a:srgbClr val="89868D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7498704">
              <a:off x="1178006" y="1995041"/>
              <a:ext cx="647330" cy="172646"/>
            </a:xfrm>
            <a:prstGeom prst="ellipse">
              <a:avLst/>
            </a:prstGeom>
            <a:gradFill>
              <a:gsLst>
                <a:gs pos="0">
                  <a:srgbClr val="000705">
                    <a:alpha val="32162"/>
                  </a:srgbClr>
                </a:gs>
                <a:gs pos="14286">
                  <a:srgbClr val="000705">
                    <a:alpha val="29999"/>
                  </a:srgbClr>
                </a:gs>
                <a:gs pos="28571">
                  <a:srgbClr val="000705">
                    <a:alpha val="24189"/>
                  </a:srgbClr>
                </a:gs>
                <a:gs pos="42857">
                  <a:srgbClr val="000705">
                    <a:alpha val="16610"/>
                  </a:srgbClr>
                </a:gs>
                <a:gs pos="57143">
                  <a:srgbClr val="000705">
                    <a:alpha val="9575"/>
                  </a:srgbClr>
                </a:gs>
                <a:gs pos="71429">
                  <a:srgbClr val="000705">
                    <a:alpha val="4602"/>
                  </a:srgbClr>
                </a:gs>
                <a:gs pos="85714">
                  <a:srgbClr val="000705">
                    <a:alpha val="1846"/>
                  </a:srgbClr>
                </a:gs>
                <a:gs pos="100000">
                  <a:srgbClr val="000705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5870158">
              <a:off x="294150" y="1931534"/>
              <a:ext cx="576290" cy="412989"/>
            </a:xfrm>
            <a:prstGeom prst="ellipse">
              <a:avLst/>
            </a:prstGeom>
            <a:gradFill>
              <a:gsLst>
                <a:gs pos="0">
                  <a:srgbClr val="010506">
                    <a:alpha val="22668"/>
                  </a:srgbClr>
                </a:gs>
                <a:gs pos="14286">
                  <a:srgbClr val="010506">
                    <a:alpha val="21043"/>
                  </a:srgbClr>
                </a:gs>
                <a:gs pos="28571">
                  <a:srgbClr val="010506">
                    <a:alpha val="16761"/>
                  </a:srgbClr>
                </a:gs>
                <a:gs pos="42857">
                  <a:srgbClr val="010506">
                    <a:alpha val="11337"/>
                  </a:srgbClr>
                </a:gs>
                <a:gs pos="57143">
                  <a:srgbClr val="010506">
                    <a:alpha val="6450"/>
                  </a:srgbClr>
                </a:gs>
                <a:gs pos="71429">
                  <a:srgbClr val="010506">
                    <a:alpha val="3073"/>
                  </a:srgbClr>
                </a:gs>
                <a:gs pos="85714">
                  <a:srgbClr val="010506">
                    <a:alpha val="1227"/>
                  </a:srgbClr>
                </a:gs>
                <a:gs pos="100000">
                  <a:srgbClr val="010506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7364381">
              <a:off x="232555" y="1983759"/>
              <a:ext cx="520046" cy="378916"/>
            </a:xfrm>
            <a:prstGeom prst="ellipse">
              <a:avLst/>
            </a:prstGeom>
            <a:gradFill>
              <a:gsLst>
                <a:gs pos="0">
                  <a:srgbClr val="0E1110">
                    <a:alpha val="8484"/>
                  </a:srgbClr>
                </a:gs>
                <a:gs pos="14286">
                  <a:srgbClr val="0E1110">
                    <a:alpha val="7825"/>
                  </a:srgbClr>
                </a:gs>
                <a:gs pos="28571">
                  <a:srgbClr val="0E1110">
                    <a:alpha val="6131"/>
                  </a:srgbClr>
                </a:gs>
                <a:gs pos="42857">
                  <a:srgbClr val="0E1110">
                    <a:alpha val="4065"/>
                  </a:srgbClr>
                </a:gs>
                <a:gs pos="57143">
                  <a:srgbClr val="0E1110">
                    <a:alpha val="2273"/>
                  </a:srgbClr>
                </a:gs>
                <a:gs pos="71429">
                  <a:srgbClr val="0E1110">
                    <a:alpha val="1071"/>
                  </a:srgbClr>
                </a:gs>
                <a:gs pos="85714">
                  <a:srgbClr val="0E1110">
                    <a:alpha val="425"/>
                  </a:srgbClr>
                </a:gs>
                <a:gs pos="100000">
                  <a:srgbClr val="0E111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-9417842">
              <a:off x="2167839" y="1689948"/>
              <a:ext cx="591368" cy="398103"/>
            </a:xfrm>
            <a:prstGeom prst="ellipse">
              <a:avLst/>
            </a:prstGeom>
            <a:gradFill>
              <a:gsLst>
                <a:gs pos="0">
                  <a:srgbClr val="181614">
                    <a:alpha val="5076"/>
                  </a:srgbClr>
                </a:gs>
                <a:gs pos="14286">
                  <a:srgbClr val="181614">
                    <a:alpha val="4675"/>
                  </a:srgbClr>
                </a:gs>
                <a:gs pos="28571">
                  <a:srgbClr val="181614">
                    <a:alpha val="3649"/>
                  </a:srgbClr>
                </a:gs>
                <a:gs pos="42857">
                  <a:srgbClr val="181614">
                    <a:alpha val="2409"/>
                  </a:srgbClr>
                </a:gs>
                <a:gs pos="57143">
                  <a:srgbClr val="181614">
                    <a:alpha val="1342"/>
                  </a:srgbClr>
                </a:gs>
                <a:gs pos="71429">
                  <a:srgbClr val="181614">
                    <a:alpha val="630"/>
                  </a:srgbClr>
                </a:gs>
                <a:gs pos="85714">
                  <a:srgbClr val="181614">
                    <a:alpha val="250"/>
                  </a:srgbClr>
                </a:gs>
                <a:gs pos="100000">
                  <a:srgbClr val="181614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4143914">
              <a:off x="1856021" y="1662080"/>
              <a:ext cx="671442" cy="336093"/>
            </a:xfrm>
            <a:prstGeom prst="ellipse">
              <a:avLst/>
            </a:prstGeom>
            <a:gradFill>
              <a:gsLst>
                <a:gs pos="0">
                  <a:srgbClr val="03070B">
                    <a:alpha val="14954"/>
                  </a:srgbClr>
                </a:gs>
                <a:gs pos="14286">
                  <a:srgbClr val="03070B">
                    <a:alpha val="13832"/>
                  </a:srgbClr>
                </a:gs>
                <a:gs pos="28571">
                  <a:srgbClr val="03070B">
                    <a:alpha val="10916"/>
                  </a:srgbClr>
                </a:gs>
                <a:gs pos="42857">
                  <a:srgbClr val="03070B">
                    <a:alpha val="7302"/>
                  </a:srgbClr>
                </a:gs>
                <a:gs pos="57143">
                  <a:srgbClr val="03070B">
                    <a:alpha val="4114"/>
                  </a:srgbClr>
                </a:gs>
                <a:gs pos="71429">
                  <a:srgbClr val="03070B">
                    <a:alpha val="1947"/>
                  </a:srgbClr>
                </a:gs>
                <a:gs pos="85714">
                  <a:srgbClr val="03070B">
                    <a:alpha val="775"/>
                  </a:srgbClr>
                </a:gs>
                <a:gs pos="100000">
                  <a:srgbClr val="03070B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7836479">
              <a:off x="889378" y="1780903"/>
              <a:ext cx="537948" cy="346987"/>
            </a:xfrm>
            <a:prstGeom prst="ellipse">
              <a:avLst/>
            </a:prstGeom>
            <a:gradFill>
              <a:gsLst>
                <a:gs pos="0">
                  <a:srgbClr val="000001">
                    <a:alpha val="31870"/>
                  </a:srgbClr>
                </a:gs>
                <a:gs pos="14286">
                  <a:srgbClr val="000001">
                    <a:alpha val="29722"/>
                  </a:srgbClr>
                </a:gs>
                <a:gs pos="28571">
                  <a:srgbClr val="000001">
                    <a:alpha val="23956"/>
                  </a:srgbClr>
                </a:gs>
                <a:gs pos="42857">
                  <a:srgbClr val="000001">
                    <a:alpha val="16442"/>
                  </a:srgbClr>
                </a:gs>
                <a:gs pos="57143">
                  <a:srgbClr val="000001">
                    <a:alpha val="9474"/>
                  </a:srgbClr>
                </a:gs>
                <a:gs pos="71429">
                  <a:srgbClr val="000001">
                    <a:alpha val="4552"/>
                  </a:srgbClr>
                </a:gs>
                <a:gs pos="85714">
                  <a:srgbClr val="000001">
                    <a:alpha val="1826"/>
                  </a:srgbClr>
                </a:gs>
                <a:gs pos="100000">
                  <a:srgbClr val="000001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-9465153">
              <a:off x="562069" y="1675164"/>
              <a:ext cx="590080" cy="402891"/>
            </a:xfrm>
            <a:prstGeom prst="ellipse">
              <a:avLst/>
            </a:prstGeom>
            <a:gradFill>
              <a:gsLst>
                <a:gs pos="0">
                  <a:srgbClr val="060B0C">
                    <a:alpha val="11285"/>
                  </a:srgbClr>
                </a:gs>
                <a:gs pos="14286">
                  <a:srgbClr val="060B0C">
                    <a:alpha val="10422"/>
                  </a:srgbClr>
                </a:gs>
                <a:gs pos="28571">
                  <a:srgbClr val="060B0C">
                    <a:alpha val="8190"/>
                  </a:srgbClr>
                </a:gs>
                <a:gs pos="42857">
                  <a:srgbClr val="060B0C">
                    <a:alpha val="5451"/>
                  </a:srgbClr>
                </a:gs>
                <a:gs pos="57143">
                  <a:srgbClr val="060B0C">
                    <a:alpha val="3058"/>
                  </a:srgbClr>
                </a:gs>
                <a:gs pos="71429">
                  <a:srgbClr val="060B0C">
                    <a:alpha val="1443"/>
                  </a:srgbClr>
                </a:gs>
                <a:gs pos="85714">
                  <a:srgbClr val="060B0C">
                    <a:alpha val="573"/>
                  </a:srgbClr>
                </a:gs>
                <a:gs pos="100000">
                  <a:srgbClr val="060B0C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5872365">
              <a:off x="-162945" y="1749703"/>
              <a:ext cx="557114" cy="350895"/>
            </a:xfrm>
            <a:prstGeom prst="ellipse">
              <a:avLst/>
            </a:prstGeom>
            <a:gradFill>
              <a:gsLst>
                <a:gs pos="0">
                  <a:srgbClr val="00040A">
                    <a:alpha val="5615"/>
                  </a:srgbClr>
                </a:gs>
                <a:gs pos="14286">
                  <a:srgbClr val="00040A">
                    <a:alpha val="5173"/>
                  </a:srgbClr>
                </a:gs>
                <a:gs pos="28571">
                  <a:srgbClr val="00040A">
                    <a:alpha val="4040"/>
                  </a:srgbClr>
                </a:gs>
                <a:gs pos="42857">
                  <a:srgbClr val="00040A">
                    <a:alpha val="2669"/>
                  </a:srgbClr>
                </a:gs>
                <a:gs pos="57143">
                  <a:srgbClr val="00040A">
                    <a:alpha val="1488"/>
                  </a:srgbClr>
                </a:gs>
                <a:gs pos="71429">
                  <a:srgbClr val="00040A">
                    <a:alpha val="699"/>
                  </a:srgbClr>
                </a:gs>
                <a:gs pos="85714">
                  <a:srgbClr val="00040A">
                    <a:alpha val="277"/>
                  </a:srgbClr>
                </a:gs>
                <a:gs pos="100000">
                  <a:srgbClr val="00040A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4896106">
              <a:off x="2691149" y="1495356"/>
              <a:ext cx="692842" cy="443347"/>
            </a:xfrm>
            <a:prstGeom prst="ellipse">
              <a:avLst/>
            </a:prstGeom>
            <a:gradFill>
              <a:gsLst>
                <a:gs pos="0">
                  <a:srgbClr val="000000">
                    <a:alpha val="12747"/>
                  </a:srgbClr>
                </a:gs>
                <a:gs pos="14286">
                  <a:srgbClr val="000000">
                    <a:alpha val="11780"/>
                  </a:srgbClr>
                </a:gs>
                <a:gs pos="28571">
                  <a:srgbClr val="000000">
                    <a:alpha val="9273"/>
                  </a:srgbClr>
                </a:gs>
                <a:gs pos="42857">
                  <a:srgbClr val="000000">
                    <a:alpha val="6184"/>
                  </a:srgbClr>
                </a:gs>
                <a:gs pos="57143">
                  <a:srgbClr val="000000">
                    <a:alpha val="3475"/>
                  </a:srgbClr>
                </a:gs>
                <a:gs pos="71429">
                  <a:srgbClr val="000000">
                    <a:alpha val="1642"/>
                  </a:srgbClr>
                </a:gs>
                <a:gs pos="85714">
                  <a:srgbClr val="000000">
                    <a:alpha val="653"/>
                  </a:srgbClr>
                </a:gs>
                <a:gs pos="100000">
                  <a:srgbClr val="000000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6275037">
              <a:off x="2029766" y="1427697"/>
              <a:ext cx="571292" cy="456115"/>
            </a:xfrm>
            <a:prstGeom prst="ellipse">
              <a:avLst/>
            </a:prstGeom>
            <a:gradFill>
              <a:gsLst>
                <a:gs pos="0">
                  <a:srgbClr val="3D4B4B">
                    <a:alpha val="1360"/>
                  </a:srgbClr>
                </a:gs>
                <a:gs pos="14286">
                  <a:srgbClr val="3D4B4B">
                    <a:alpha val="1251"/>
                  </a:srgbClr>
                </a:gs>
                <a:gs pos="28571">
                  <a:srgbClr val="3D4B4B">
                    <a:alpha val="973"/>
                  </a:srgbClr>
                </a:gs>
                <a:gs pos="42857">
                  <a:srgbClr val="3D4B4B">
                    <a:alpha val="639"/>
                  </a:srgbClr>
                </a:gs>
                <a:gs pos="57143">
                  <a:srgbClr val="3D4B4B">
                    <a:alpha val="355"/>
                  </a:srgbClr>
                </a:gs>
                <a:gs pos="71429">
                  <a:srgbClr val="3D4B4B">
                    <a:alpha val="166"/>
                  </a:srgbClr>
                </a:gs>
                <a:gs pos="85714">
                  <a:srgbClr val="3D4B4B">
                    <a:alpha val="66"/>
                  </a:srgbClr>
                </a:gs>
                <a:gs pos="100000">
                  <a:srgbClr val="3D4B4B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-9059765">
              <a:off x="1233847" y="1591608"/>
              <a:ext cx="728405" cy="268709"/>
            </a:xfrm>
            <a:prstGeom prst="ellipse">
              <a:avLst/>
            </a:prstGeom>
            <a:gradFill>
              <a:gsLst>
                <a:gs pos="0">
                  <a:srgbClr val="050907">
                    <a:alpha val="32968"/>
                  </a:srgbClr>
                </a:gs>
                <a:gs pos="14286">
                  <a:srgbClr val="050907">
                    <a:alpha val="30764"/>
                  </a:srgbClr>
                </a:gs>
                <a:gs pos="28571">
                  <a:srgbClr val="050907">
                    <a:alpha val="24833"/>
                  </a:srgbClr>
                </a:gs>
                <a:gs pos="42857">
                  <a:srgbClr val="050907">
                    <a:alpha val="17075"/>
                  </a:srgbClr>
                </a:gs>
                <a:gs pos="57143">
                  <a:srgbClr val="050907">
                    <a:alpha val="9855"/>
                  </a:srgbClr>
                </a:gs>
                <a:gs pos="71429">
                  <a:srgbClr val="050907">
                    <a:alpha val="4740"/>
                  </a:srgbClr>
                </a:gs>
                <a:gs pos="85714">
                  <a:srgbClr val="050907">
                    <a:alpha val="1902"/>
                  </a:srgbClr>
                </a:gs>
                <a:gs pos="100000">
                  <a:srgbClr val="0509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5425120">
              <a:off x="513583" y="1358557"/>
              <a:ext cx="576688" cy="567338"/>
            </a:xfrm>
            <a:prstGeom prst="ellipse">
              <a:avLst/>
            </a:prstGeom>
            <a:gradFill>
              <a:gsLst>
                <a:gs pos="0">
                  <a:srgbClr val="000908">
                    <a:alpha val="3752"/>
                  </a:srgbClr>
                </a:gs>
                <a:gs pos="14286">
                  <a:srgbClr val="000908">
                    <a:alpha val="3454"/>
                  </a:srgbClr>
                </a:gs>
                <a:gs pos="28571">
                  <a:srgbClr val="000908">
                    <a:alpha val="2693"/>
                  </a:srgbClr>
                </a:gs>
                <a:gs pos="42857">
                  <a:srgbClr val="000908">
                    <a:alpha val="1774"/>
                  </a:srgbClr>
                </a:gs>
                <a:gs pos="57143">
                  <a:srgbClr val="000908">
                    <a:alpha val="987"/>
                  </a:srgbClr>
                </a:gs>
                <a:gs pos="71429">
                  <a:srgbClr val="000908">
                    <a:alpha val="463"/>
                  </a:srgbClr>
                </a:gs>
                <a:gs pos="85714">
                  <a:srgbClr val="000908">
                    <a:alpha val="183"/>
                  </a:srgbClr>
                </a:gs>
                <a:gs pos="100000">
                  <a:srgbClr val="000908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6794319">
              <a:off x="333012" y="1509712"/>
              <a:ext cx="548172" cy="335201"/>
            </a:xfrm>
            <a:prstGeom prst="ellipse">
              <a:avLst/>
            </a:prstGeom>
            <a:gradFill>
              <a:gsLst>
                <a:gs pos="0">
                  <a:srgbClr val="050704">
                    <a:alpha val="32968"/>
                  </a:srgbClr>
                </a:gs>
                <a:gs pos="14286">
                  <a:srgbClr val="050704">
                    <a:alpha val="30764"/>
                  </a:srgbClr>
                </a:gs>
                <a:gs pos="28571">
                  <a:srgbClr val="050704">
                    <a:alpha val="24833"/>
                  </a:srgbClr>
                </a:gs>
                <a:gs pos="42857">
                  <a:srgbClr val="050704">
                    <a:alpha val="17075"/>
                  </a:srgbClr>
                </a:gs>
                <a:gs pos="57143">
                  <a:srgbClr val="050704">
                    <a:alpha val="9855"/>
                  </a:srgbClr>
                </a:gs>
                <a:gs pos="71429">
                  <a:srgbClr val="050704">
                    <a:alpha val="4740"/>
                  </a:srgbClr>
                </a:gs>
                <a:gs pos="85714">
                  <a:srgbClr val="050704">
                    <a:alpha val="1902"/>
                  </a:srgbClr>
                </a:gs>
                <a:gs pos="100000">
                  <a:srgbClr val="0507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-9092542">
              <a:off x="2467056" y="1355245"/>
              <a:ext cx="646051" cy="230642"/>
            </a:xfrm>
            <a:prstGeom prst="ellipse">
              <a:avLst/>
            </a:prstGeom>
            <a:gradFill>
              <a:gsLst>
                <a:gs pos="0">
                  <a:srgbClr val="09080A">
                    <a:alpha val="32968"/>
                  </a:srgbClr>
                </a:gs>
                <a:gs pos="14286">
                  <a:srgbClr val="09080A">
                    <a:alpha val="30764"/>
                  </a:srgbClr>
                </a:gs>
                <a:gs pos="28571">
                  <a:srgbClr val="09080A">
                    <a:alpha val="24833"/>
                  </a:srgbClr>
                </a:gs>
                <a:gs pos="42857">
                  <a:srgbClr val="09080A">
                    <a:alpha val="17075"/>
                  </a:srgbClr>
                </a:gs>
                <a:gs pos="57143">
                  <a:srgbClr val="09080A">
                    <a:alpha val="9855"/>
                  </a:srgbClr>
                </a:gs>
                <a:gs pos="71429">
                  <a:srgbClr val="09080A">
                    <a:alpha val="4740"/>
                  </a:srgbClr>
                </a:gs>
                <a:gs pos="85714">
                  <a:srgbClr val="09080A">
                    <a:alpha val="1902"/>
                  </a:srgbClr>
                </a:gs>
                <a:gs pos="100000">
                  <a:srgbClr val="0908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8235094">
              <a:off x="2195256" y="1372244"/>
              <a:ext cx="510448" cy="355801"/>
            </a:xfrm>
            <a:prstGeom prst="ellipse">
              <a:avLst/>
            </a:prstGeom>
            <a:gradFill>
              <a:gsLst>
                <a:gs pos="0">
                  <a:srgbClr val="000000">
                    <a:alpha val="18622"/>
                  </a:srgbClr>
                </a:gs>
                <a:gs pos="14286">
                  <a:srgbClr val="000000">
                    <a:alpha val="17254"/>
                  </a:srgbClr>
                </a:gs>
                <a:gs pos="28571">
                  <a:srgbClr val="000000">
                    <a:alpha val="13676"/>
                  </a:srgbClr>
                </a:gs>
                <a:gs pos="42857">
                  <a:srgbClr val="000000">
                    <a:alpha val="9195"/>
                  </a:srgbClr>
                </a:gs>
                <a:gs pos="57143">
                  <a:srgbClr val="000000">
                    <a:alpha val="5204"/>
                  </a:srgbClr>
                </a:gs>
                <a:gs pos="71429">
                  <a:srgbClr val="000000">
                    <a:alpha val="2471"/>
                  </a:srgbClr>
                </a:gs>
                <a:gs pos="85714">
                  <a:srgbClr val="000000">
                    <a:alpha val="984"/>
                  </a:srgbClr>
                </a:gs>
                <a:gs pos="100000">
                  <a:srgbClr val="00000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5850619">
              <a:off x="1936485" y="1374314"/>
              <a:ext cx="736536" cy="315065"/>
            </a:xfrm>
            <a:prstGeom prst="ellipse">
              <a:avLst/>
            </a:prstGeom>
            <a:gradFill>
              <a:gsLst>
                <a:gs pos="0">
                  <a:srgbClr val="000000">
                    <a:alpha val="16908"/>
                  </a:srgbClr>
                </a:gs>
                <a:gs pos="14286">
                  <a:srgbClr val="000000">
                    <a:alpha val="15653"/>
                  </a:srgbClr>
                </a:gs>
                <a:gs pos="28571">
                  <a:srgbClr val="000000">
                    <a:alpha val="12382"/>
                  </a:srgbClr>
                </a:gs>
                <a:gs pos="42857">
                  <a:srgbClr val="000000">
                    <a:alpha val="8305"/>
                  </a:srgbClr>
                </a:gs>
                <a:gs pos="57143">
                  <a:srgbClr val="000000">
                    <a:alpha val="4690"/>
                  </a:srgbClr>
                </a:gs>
                <a:gs pos="71429">
                  <a:srgbClr val="000000">
                    <a:alpha val="2224"/>
                  </a:srgbClr>
                </a:gs>
                <a:gs pos="85714">
                  <a:srgbClr val="000000">
                    <a:alpha val="885"/>
                  </a:srgbClr>
                </a:gs>
                <a:gs pos="100000">
                  <a:srgbClr val="000000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6120138">
              <a:off x="-226533" y="1299371"/>
              <a:ext cx="760831" cy="388796"/>
            </a:xfrm>
            <a:prstGeom prst="ellipse">
              <a:avLst/>
            </a:prstGeom>
            <a:gradFill>
              <a:gsLst>
                <a:gs pos="0">
                  <a:srgbClr val="000705">
                    <a:alpha val="15958"/>
                  </a:srgbClr>
                </a:gs>
                <a:gs pos="14286">
                  <a:srgbClr val="000705">
                    <a:alpha val="14768"/>
                  </a:srgbClr>
                </a:gs>
                <a:gs pos="28571">
                  <a:srgbClr val="000705">
                    <a:alpha val="11668"/>
                  </a:srgbClr>
                </a:gs>
                <a:gs pos="42857">
                  <a:srgbClr val="000705">
                    <a:alpha val="7816"/>
                  </a:srgbClr>
                </a:gs>
                <a:gs pos="57143">
                  <a:srgbClr val="000705">
                    <a:alpha val="4409"/>
                  </a:srgbClr>
                </a:gs>
                <a:gs pos="71429">
                  <a:srgbClr val="000705">
                    <a:alpha val="2089"/>
                  </a:srgbClr>
                </a:gs>
                <a:gs pos="85714">
                  <a:srgbClr val="000705">
                    <a:alpha val="831"/>
                  </a:srgbClr>
                </a:gs>
                <a:gs pos="100000">
                  <a:srgbClr val="000705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-10115281">
              <a:off x="3141913" y="1100516"/>
              <a:ext cx="583665" cy="318203"/>
            </a:xfrm>
            <a:prstGeom prst="ellipse">
              <a:avLst/>
            </a:prstGeom>
            <a:gradFill>
              <a:gsLst>
                <a:gs pos="0">
                  <a:srgbClr val="060906">
                    <a:alpha val="29341"/>
                  </a:srgbClr>
                </a:gs>
                <a:gs pos="14286">
                  <a:srgbClr val="060906">
                    <a:alpha val="27328"/>
                  </a:srgbClr>
                </a:gs>
                <a:gs pos="28571">
                  <a:srgbClr val="060906">
                    <a:alpha val="21953"/>
                  </a:srgbClr>
                </a:gs>
                <a:gs pos="42857">
                  <a:srgbClr val="060906">
                    <a:alpha val="15005"/>
                  </a:srgbClr>
                </a:gs>
                <a:gs pos="57143">
                  <a:srgbClr val="060906">
                    <a:alpha val="8614"/>
                  </a:srgbClr>
                </a:gs>
                <a:gs pos="71429">
                  <a:srgbClr val="060906">
                    <a:alpha val="4129"/>
                  </a:srgbClr>
                </a:gs>
                <a:gs pos="85714">
                  <a:srgbClr val="060906">
                    <a:alpha val="1654"/>
                  </a:srgbClr>
                </a:gs>
                <a:gs pos="100000">
                  <a:srgbClr val="060906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6913031">
              <a:off x="2571542" y="1110674"/>
              <a:ext cx="650874" cy="461047"/>
            </a:xfrm>
            <a:prstGeom prst="ellipse">
              <a:avLst/>
            </a:prstGeom>
            <a:gradFill>
              <a:gsLst>
                <a:gs pos="0">
                  <a:srgbClr val="000000">
                    <a:alpha val="15514"/>
                  </a:srgbClr>
                </a:gs>
                <a:gs pos="14286">
                  <a:srgbClr val="000000">
                    <a:alpha val="14354"/>
                  </a:srgbClr>
                </a:gs>
                <a:gs pos="28571">
                  <a:srgbClr val="000000">
                    <a:alpha val="11335"/>
                  </a:srgbClr>
                </a:gs>
                <a:gs pos="42857">
                  <a:srgbClr val="000000">
                    <a:alpha val="7588"/>
                  </a:srgbClr>
                </a:gs>
                <a:gs pos="57143">
                  <a:srgbClr val="000000">
                    <a:alpha val="4278"/>
                  </a:srgbClr>
                </a:gs>
                <a:gs pos="71429">
                  <a:srgbClr val="000000">
                    <a:alpha val="2026"/>
                  </a:srgbClr>
                </a:gs>
                <a:gs pos="85714">
                  <a:srgbClr val="000000">
                    <a:alpha val="806"/>
                  </a:srgbClr>
                </a:gs>
                <a:gs pos="100000">
                  <a:srgbClr val="000000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8864493">
              <a:off x="2170111" y="1007787"/>
              <a:ext cx="610251" cy="450820"/>
            </a:xfrm>
            <a:prstGeom prst="ellipse">
              <a:avLst/>
            </a:prstGeom>
            <a:gradFill>
              <a:gsLst>
                <a:gs pos="0">
                  <a:srgbClr val="000000">
                    <a:alpha val="10013"/>
                  </a:srgbClr>
                </a:gs>
                <a:gs pos="14286">
                  <a:srgbClr val="000000">
                    <a:alpha val="9241"/>
                  </a:srgbClr>
                </a:gs>
                <a:gs pos="28571">
                  <a:srgbClr val="000000">
                    <a:alpha val="7253"/>
                  </a:srgbClr>
                </a:gs>
                <a:gs pos="42857">
                  <a:srgbClr val="000000">
                    <a:alpha val="4818"/>
                  </a:srgbClr>
                </a:gs>
                <a:gs pos="57143">
                  <a:srgbClr val="000000">
                    <a:alpha val="2699"/>
                  </a:srgbClr>
                </a:gs>
                <a:gs pos="71429">
                  <a:srgbClr val="000000">
                    <a:alpha val="1273"/>
                  </a:srgbClr>
                </a:gs>
                <a:gs pos="85714">
                  <a:srgbClr val="000000">
                    <a:alpha val="505"/>
                  </a:srgbClr>
                </a:gs>
                <a:gs pos="100000">
                  <a:srgbClr val="000000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-9233232">
              <a:off x="2048674" y="1190561"/>
              <a:ext cx="364568" cy="63408"/>
            </a:xfrm>
            <a:prstGeom prst="ellipse">
              <a:avLst/>
            </a:prstGeom>
            <a:gradFill>
              <a:gsLst>
                <a:gs pos="0">
                  <a:srgbClr val="85898B">
                    <a:alpha val="3549"/>
                  </a:srgbClr>
                </a:gs>
                <a:gs pos="14286">
                  <a:srgbClr val="85898B">
                    <a:alpha val="3267"/>
                  </a:srgbClr>
                </a:gs>
                <a:gs pos="28571">
                  <a:srgbClr val="85898B">
                    <a:alpha val="2546"/>
                  </a:srgbClr>
                </a:gs>
                <a:gs pos="42857">
                  <a:srgbClr val="85898B">
                    <a:alpha val="1677"/>
                  </a:srgbClr>
                </a:gs>
                <a:gs pos="57143">
                  <a:srgbClr val="85898B">
                    <a:alpha val="933"/>
                  </a:srgbClr>
                </a:gs>
                <a:gs pos="71429">
                  <a:srgbClr val="85898B">
                    <a:alpha val="438"/>
                  </a:srgbClr>
                </a:gs>
                <a:gs pos="85714">
                  <a:srgbClr val="85898B">
                    <a:alpha val="173"/>
                  </a:srgbClr>
                </a:gs>
                <a:gs pos="100000">
                  <a:srgbClr val="85898B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-10464312">
              <a:off x="425026" y="1194571"/>
              <a:ext cx="747388" cy="312396"/>
            </a:xfrm>
            <a:prstGeom prst="ellipse">
              <a:avLst/>
            </a:prstGeom>
            <a:gradFill>
              <a:gsLst>
                <a:gs pos="0">
                  <a:srgbClr val="000100">
                    <a:alpha val="22289"/>
                  </a:srgbClr>
                </a:gs>
                <a:gs pos="14286">
                  <a:srgbClr val="000100">
                    <a:alpha val="20687"/>
                  </a:srgbClr>
                </a:gs>
                <a:gs pos="28571">
                  <a:srgbClr val="000100">
                    <a:alpha val="16470"/>
                  </a:srgbClr>
                </a:gs>
                <a:gs pos="42857">
                  <a:srgbClr val="000100">
                    <a:alpha val="11134"/>
                  </a:srgbClr>
                </a:gs>
                <a:gs pos="57143">
                  <a:srgbClr val="000100">
                    <a:alpha val="6331"/>
                  </a:srgbClr>
                </a:gs>
                <a:gs pos="71429">
                  <a:srgbClr val="000100">
                    <a:alpha val="3015"/>
                  </a:srgbClr>
                </a:gs>
                <a:gs pos="85714">
                  <a:srgbClr val="000100">
                    <a:alpha val="1203"/>
                  </a:srgbClr>
                </a:gs>
                <a:gs pos="100000">
                  <a:srgbClr val="0001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5034047">
              <a:off x="2216562" y="831119"/>
              <a:ext cx="568715" cy="445299"/>
            </a:xfrm>
            <a:prstGeom prst="ellipse">
              <a:avLst/>
            </a:prstGeom>
            <a:gradFill>
              <a:gsLst>
                <a:gs pos="0">
                  <a:srgbClr val="040905">
                    <a:alpha val="14640"/>
                  </a:srgbClr>
                </a:gs>
                <a:gs pos="14286">
                  <a:srgbClr val="040905">
                    <a:alpha val="13541"/>
                  </a:srgbClr>
                </a:gs>
                <a:gs pos="28571">
                  <a:srgbClr val="040905">
                    <a:alpha val="10682"/>
                  </a:srgbClr>
                </a:gs>
                <a:gs pos="42857">
                  <a:srgbClr val="040905">
                    <a:alpha val="7142"/>
                  </a:srgbClr>
                </a:gs>
                <a:gs pos="57143">
                  <a:srgbClr val="040905">
                    <a:alpha val="4023"/>
                  </a:srgbClr>
                </a:gs>
                <a:gs pos="71429">
                  <a:srgbClr val="040905">
                    <a:alpha val="1904"/>
                  </a:srgbClr>
                </a:gs>
                <a:gs pos="85714">
                  <a:srgbClr val="040905">
                    <a:alpha val="757"/>
                  </a:srgbClr>
                </a:gs>
                <a:gs pos="100000">
                  <a:srgbClr val="040905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4781851">
              <a:off x="404771" y="877841"/>
              <a:ext cx="642884" cy="337722"/>
            </a:xfrm>
            <a:prstGeom prst="ellipse">
              <a:avLst/>
            </a:prstGeom>
            <a:gradFill>
              <a:gsLst>
                <a:gs pos="0">
                  <a:srgbClr val="000100">
                    <a:alpha val="5565"/>
                  </a:srgbClr>
                </a:gs>
                <a:gs pos="14286">
                  <a:srgbClr val="000100">
                    <a:alpha val="5127"/>
                  </a:srgbClr>
                </a:gs>
                <a:gs pos="28571">
                  <a:srgbClr val="000100">
                    <a:alpha val="4004"/>
                  </a:srgbClr>
                </a:gs>
                <a:gs pos="42857">
                  <a:srgbClr val="000100">
                    <a:alpha val="2645"/>
                  </a:srgbClr>
                </a:gs>
                <a:gs pos="57143">
                  <a:srgbClr val="000100">
                    <a:alpha val="1474"/>
                  </a:srgbClr>
                </a:gs>
                <a:gs pos="71429">
                  <a:srgbClr val="000100">
                    <a:alpha val="693"/>
                  </a:srgbClr>
                </a:gs>
                <a:gs pos="85714">
                  <a:srgbClr val="000100">
                    <a:alpha val="275"/>
                  </a:srgbClr>
                </a:gs>
                <a:gs pos="100000">
                  <a:srgbClr val="000100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4208566">
              <a:off x="3073662" y="708407"/>
              <a:ext cx="596938" cy="414216"/>
            </a:xfrm>
            <a:prstGeom prst="ellipse">
              <a:avLst/>
            </a:prstGeom>
            <a:gradFill>
              <a:gsLst>
                <a:gs pos="0">
                  <a:srgbClr val="05100C">
                    <a:alpha val="17686"/>
                  </a:srgbClr>
                </a:gs>
                <a:gs pos="14286">
                  <a:srgbClr val="05100C">
                    <a:alpha val="16380"/>
                  </a:srgbClr>
                </a:gs>
                <a:gs pos="28571">
                  <a:srgbClr val="05100C">
                    <a:alpha val="12968"/>
                  </a:srgbClr>
                </a:gs>
                <a:gs pos="42857">
                  <a:srgbClr val="05100C">
                    <a:alpha val="8708"/>
                  </a:srgbClr>
                </a:gs>
                <a:gs pos="57143">
                  <a:srgbClr val="05100C">
                    <a:alpha val="4923"/>
                  </a:srgbClr>
                </a:gs>
                <a:gs pos="71429">
                  <a:srgbClr val="05100C">
                    <a:alpha val="2335"/>
                  </a:srgbClr>
                </a:gs>
                <a:gs pos="85714">
                  <a:srgbClr val="05100C">
                    <a:alpha val="930"/>
                  </a:srgbClr>
                </a:gs>
                <a:gs pos="100000">
                  <a:srgbClr val="05100C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9685891">
              <a:off x="2384500" y="755958"/>
              <a:ext cx="495764" cy="322866"/>
            </a:xfrm>
            <a:prstGeom prst="ellipse">
              <a:avLst/>
            </a:prstGeom>
            <a:gradFill>
              <a:gsLst>
                <a:gs pos="0">
                  <a:srgbClr val="000100">
                    <a:alpha val="12580"/>
                  </a:srgbClr>
                </a:gs>
                <a:gs pos="14286">
                  <a:srgbClr val="000100">
                    <a:alpha val="11624"/>
                  </a:srgbClr>
                </a:gs>
                <a:gs pos="28571">
                  <a:srgbClr val="000100">
                    <a:alpha val="9149"/>
                  </a:srgbClr>
                </a:gs>
                <a:gs pos="42857">
                  <a:srgbClr val="000100">
                    <a:alpha val="6099"/>
                  </a:srgbClr>
                </a:gs>
                <a:gs pos="57143">
                  <a:srgbClr val="000100">
                    <a:alpha val="3427"/>
                  </a:srgbClr>
                </a:gs>
                <a:gs pos="71429">
                  <a:srgbClr val="000100">
                    <a:alpha val="1619"/>
                  </a:srgbClr>
                </a:gs>
                <a:gs pos="85714">
                  <a:srgbClr val="000100">
                    <a:alpha val="643"/>
                  </a:srgbClr>
                </a:gs>
                <a:gs pos="100000">
                  <a:srgbClr val="000100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6921083">
              <a:off x="2274915" y="812318"/>
              <a:ext cx="486121" cy="240689"/>
            </a:xfrm>
            <a:prstGeom prst="ellipse">
              <a:avLst/>
            </a:prstGeom>
            <a:gradFill>
              <a:gsLst>
                <a:gs pos="0">
                  <a:srgbClr val="424445">
                    <a:alpha val="4011"/>
                  </a:srgbClr>
                </a:gs>
                <a:gs pos="14286">
                  <a:srgbClr val="424445">
                    <a:alpha val="3693"/>
                  </a:srgbClr>
                </a:gs>
                <a:gs pos="28571">
                  <a:srgbClr val="424445">
                    <a:alpha val="2879"/>
                  </a:srgbClr>
                </a:gs>
                <a:gs pos="42857">
                  <a:srgbClr val="424445">
                    <a:alpha val="1898"/>
                  </a:srgbClr>
                </a:gs>
                <a:gs pos="57143">
                  <a:srgbClr val="424445">
                    <a:alpha val="1056"/>
                  </a:srgbClr>
                </a:gs>
                <a:gs pos="71429">
                  <a:srgbClr val="424445">
                    <a:alpha val="496"/>
                  </a:srgbClr>
                </a:gs>
                <a:gs pos="85714">
                  <a:srgbClr val="424445">
                    <a:alpha val="196"/>
                  </a:srgbClr>
                </a:gs>
                <a:gs pos="100000">
                  <a:srgbClr val="424445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-9716798">
              <a:off x="2038698" y="657317"/>
              <a:ext cx="616463" cy="317654"/>
            </a:xfrm>
            <a:prstGeom prst="ellipse">
              <a:avLst/>
            </a:prstGeom>
            <a:gradFill>
              <a:gsLst>
                <a:gs pos="0">
                  <a:srgbClr val="070B07">
                    <a:alpha val="17962"/>
                  </a:srgbClr>
                </a:gs>
                <a:gs pos="14286">
                  <a:srgbClr val="070B07">
                    <a:alpha val="16638"/>
                  </a:srgbClr>
                </a:gs>
                <a:gs pos="28571">
                  <a:srgbClr val="070B07">
                    <a:alpha val="13176"/>
                  </a:srgbClr>
                </a:gs>
                <a:gs pos="42857">
                  <a:srgbClr val="070B07">
                    <a:alpha val="8851"/>
                  </a:srgbClr>
                </a:gs>
                <a:gs pos="57143">
                  <a:srgbClr val="070B07">
                    <a:alpha val="5006"/>
                  </a:srgbClr>
                </a:gs>
                <a:gs pos="71429">
                  <a:srgbClr val="070B07">
                    <a:alpha val="2375"/>
                  </a:srgbClr>
                </a:gs>
                <a:gs pos="85714">
                  <a:srgbClr val="070B07">
                    <a:alpha val="946"/>
                  </a:srgbClr>
                </a:gs>
                <a:gs pos="100000">
                  <a:srgbClr val="070B07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6548264">
              <a:off x="1500809" y="726470"/>
              <a:ext cx="452070" cy="238471"/>
            </a:xfrm>
            <a:prstGeom prst="ellipse">
              <a:avLst/>
            </a:prstGeom>
            <a:gradFill>
              <a:gsLst>
                <a:gs pos="0">
                  <a:srgbClr val="10110F">
                    <a:alpha val="29896"/>
                  </a:srgbClr>
                </a:gs>
                <a:gs pos="14286">
                  <a:srgbClr val="10110F">
                    <a:alpha val="27852"/>
                  </a:srgbClr>
                </a:gs>
                <a:gs pos="28571">
                  <a:srgbClr val="10110F">
                    <a:alpha val="22390"/>
                  </a:srgbClr>
                </a:gs>
                <a:gs pos="42857">
                  <a:srgbClr val="10110F">
                    <a:alpha val="15317"/>
                  </a:srgbClr>
                </a:gs>
                <a:gs pos="57143">
                  <a:srgbClr val="10110F">
                    <a:alpha val="8801"/>
                  </a:srgbClr>
                </a:gs>
                <a:gs pos="71429">
                  <a:srgbClr val="10110F">
                    <a:alpha val="4221"/>
                  </a:srgbClr>
                </a:gs>
                <a:gs pos="85714">
                  <a:srgbClr val="10110F">
                    <a:alpha val="1691"/>
                  </a:srgbClr>
                </a:gs>
                <a:gs pos="100000">
                  <a:srgbClr val="10110F">
                    <a:alpha val="5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5482046">
              <a:off x="882115" y="578668"/>
              <a:ext cx="586401" cy="427557"/>
            </a:xfrm>
            <a:prstGeom prst="ellipse">
              <a:avLst/>
            </a:prstGeom>
            <a:gradFill>
              <a:gsLst>
                <a:gs pos="0">
                  <a:srgbClr val="000B07">
                    <a:alpha val="13014"/>
                  </a:srgbClr>
                </a:gs>
                <a:gs pos="14286">
                  <a:srgbClr val="000B07">
                    <a:alpha val="12028"/>
                  </a:srgbClr>
                </a:gs>
                <a:gs pos="28571">
                  <a:srgbClr val="000B07">
                    <a:alpha val="9471"/>
                  </a:srgbClr>
                </a:gs>
                <a:gs pos="42857">
                  <a:srgbClr val="000B07">
                    <a:alpha val="6318"/>
                  </a:srgbClr>
                </a:gs>
                <a:gs pos="57143">
                  <a:srgbClr val="000B07">
                    <a:alpha val="3552"/>
                  </a:srgbClr>
                </a:gs>
                <a:gs pos="71429">
                  <a:srgbClr val="000B07">
                    <a:alpha val="1679"/>
                  </a:srgbClr>
                </a:gs>
                <a:gs pos="85714">
                  <a:srgbClr val="000B07">
                    <a:alpha val="667"/>
                  </a:srgbClr>
                </a:gs>
                <a:gs pos="100000">
                  <a:srgbClr val="000B07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6908448">
              <a:off x="-30193" y="717965"/>
              <a:ext cx="569707" cy="445655"/>
            </a:xfrm>
            <a:prstGeom prst="ellipse">
              <a:avLst/>
            </a:prstGeom>
            <a:gradFill>
              <a:gsLst>
                <a:gs pos="0">
                  <a:srgbClr val="020A04">
                    <a:alpha val="13733"/>
                  </a:srgbClr>
                </a:gs>
                <a:gs pos="14286">
                  <a:srgbClr val="020A04">
                    <a:alpha val="12696"/>
                  </a:srgbClr>
                </a:gs>
                <a:gs pos="28571">
                  <a:srgbClr val="020A04">
                    <a:alpha val="10006"/>
                  </a:srgbClr>
                </a:gs>
                <a:gs pos="42857">
                  <a:srgbClr val="020A04">
                    <a:alpha val="6681"/>
                  </a:srgbClr>
                </a:gs>
                <a:gs pos="57143">
                  <a:srgbClr val="020A04">
                    <a:alpha val="3759"/>
                  </a:srgbClr>
                </a:gs>
                <a:gs pos="71429">
                  <a:srgbClr val="020A04">
                    <a:alpha val="1778"/>
                  </a:srgbClr>
                </a:gs>
                <a:gs pos="85714">
                  <a:srgbClr val="020A04">
                    <a:alpha val="707"/>
                  </a:srgbClr>
                </a:gs>
                <a:gs pos="100000">
                  <a:srgbClr val="020A04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10620152">
              <a:off x="-239852" y="582659"/>
              <a:ext cx="671182" cy="529145"/>
            </a:xfrm>
            <a:prstGeom prst="ellipse">
              <a:avLst/>
            </a:prstGeom>
            <a:gradFill>
              <a:gsLst>
                <a:gs pos="0">
                  <a:srgbClr val="080E08">
                    <a:alpha val="12785"/>
                  </a:srgbClr>
                </a:gs>
                <a:gs pos="14286">
                  <a:srgbClr val="080E08">
                    <a:alpha val="11814"/>
                  </a:srgbClr>
                </a:gs>
                <a:gs pos="28571">
                  <a:srgbClr val="080E08">
                    <a:alpha val="9301"/>
                  </a:srgbClr>
                </a:gs>
                <a:gs pos="42857">
                  <a:srgbClr val="080E08">
                    <a:alpha val="6202"/>
                  </a:srgbClr>
                </a:gs>
                <a:gs pos="57143">
                  <a:srgbClr val="080E08">
                    <a:alpha val="3486"/>
                  </a:srgbClr>
                </a:gs>
                <a:gs pos="71429">
                  <a:srgbClr val="080E08">
                    <a:alpha val="1647"/>
                  </a:srgbClr>
                </a:gs>
                <a:gs pos="85714">
                  <a:srgbClr val="080E08">
                    <a:alpha val="655"/>
                  </a:srgbClr>
                </a:gs>
                <a:gs pos="100000">
                  <a:srgbClr val="080E08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7092900">
              <a:off x="2994277" y="512345"/>
              <a:ext cx="465909" cy="418596"/>
            </a:xfrm>
            <a:prstGeom prst="ellipse">
              <a:avLst/>
            </a:prstGeom>
            <a:gradFill>
              <a:gsLst>
                <a:gs pos="0">
                  <a:srgbClr val="07110D">
                    <a:alpha val="11595"/>
                  </a:srgbClr>
                </a:gs>
                <a:gs pos="14286">
                  <a:srgbClr val="07110D">
                    <a:alpha val="10709"/>
                  </a:srgbClr>
                </a:gs>
                <a:gs pos="28571">
                  <a:srgbClr val="07110D">
                    <a:alpha val="8419"/>
                  </a:srgbClr>
                </a:gs>
                <a:gs pos="42857">
                  <a:srgbClr val="07110D">
                    <a:alpha val="5606"/>
                  </a:srgbClr>
                </a:gs>
                <a:gs pos="57143">
                  <a:srgbClr val="07110D">
                    <a:alpha val="3146"/>
                  </a:srgbClr>
                </a:gs>
                <a:gs pos="71429">
                  <a:srgbClr val="07110D">
                    <a:alpha val="1485"/>
                  </a:srgbClr>
                </a:gs>
                <a:gs pos="85714">
                  <a:srgbClr val="07110D">
                    <a:alpha val="590"/>
                  </a:srgbClr>
                </a:gs>
                <a:gs pos="100000">
                  <a:srgbClr val="07110D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10351306">
              <a:off x="2140498" y="530069"/>
              <a:ext cx="584935" cy="454676"/>
            </a:xfrm>
            <a:prstGeom prst="ellipse">
              <a:avLst/>
            </a:prstGeom>
            <a:gradFill>
              <a:gsLst>
                <a:gs pos="0">
                  <a:srgbClr val="000600">
                    <a:alpha val="4445"/>
                  </a:srgbClr>
                </a:gs>
                <a:gs pos="14286">
                  <a:srgbClr val="000600">
                    <a:alpha val="4092"/>
                  </a:srgbClr>
                </a:gs>
                <a:gs pos="28571">
                  <a:srgbClr val="000600">
                    <a:alpha val="3192"/>
                  </a:srgbClr>
                </a:gs>
                <a:gs pos="42857">
                  <a:srgbClr val="000600">
                    <a:alpha val="2106"/>
                  </a:srgbClr>
                </a:gs>
                <a:gs pos="57143">
                  <a:srgbClr val="000600">
                    <a:alpha val="1172"/>
                  </a:srgbClr>
                </a:gs>
                <a:gs pos="71429">
                  <a:srgbClr val="000600">
                    <a:alpha val="550"/>
                  </a:srgbClr>
                </a:gs>
                <a:gs pos="85714">
                  <a:srgbClr val="000600">
                    <a:alpha val="218"/>
                  </a:srgbClr>
                </a:gs>
                <a:gs pos="100000">
                  <a:srgbClr val="0006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3502138">
              <a:off x="2234031" y="755216"/>
              <a:ext cx="130790" cy="26357"/>
            </a:xfrm>
            <a:prstGeom prst="ellipse">
              <a:avLst/>
            </a:prstGeom>
            <a:gradFill>
              <a:gsLst>
                <a:gs pos="0">
                  <a:srgbClr val="F7D1DA">
                    <a:alpha val="12117"/>
                  </a:srgbClr>
                </a:gs>
                <a:gs pos="14286">
                  <a:srgbClr val="F7D1DA">
                    <a:alpha val="11194"/>
                  </a:srgbClr>
                </a:gs>
                <a:gs pos="28571">
                  <a:srgbClr val="F7D1DA">
                    <a:alpha val="8806"/>
                  </a:srgbClr>
                </a:gs>
                <a:gs pos="42857">
                  <a:srgbClr val="F7D1DA">
                    <a:alpha val="5867"/>
                  </a:srgbClr>
                </a:gs>
                <a:gs pos="57143">
                  <a:srgbClr val="F7D1DA">
                    <a:alpha val="3295"/>
                  </a:srgbClr>
                </a:gs>
                <a:gs pos="71429">
                  <a:srgbClr val="F7D1DA">
                    <a:alpha val="1556"/>
                  </a:srgbClr>
                </a:gs>
                <a:gs pos="85714">
                  <a:srgbClr val="F7D1DA">
                    <a:alpha val="618"/>
                  </a:srgbClr>
                </a:gs>
                <a:gs pos="100000">
                  <a:srgbClr val="F7D1DA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5400794">
              <a:off x="1631477" y="518668"/>
              <a:ext cx="531800" cy="417897"/>
            </a:xfrm>
            <a:prstGeom prst="ellipse">
              <a:avLst/>
            </a:prstGeom>
            <a:gradFill>
              <a:gsLst>
                <a:gs pos="0">
                  <a:srgbClr val="000000">
                    <a:alpha val="11663"/>
                  </a:srgbClr>
                </a:gs>
                <a:gs pos="14286">
                  <a:srgbClr val="000000">
                    <a:alpha val="10772"/>
                  </a:srgbClr>
                </a:gs>
                <a:gs pos="28571">
                  <a:srgbClr val="000000">
                    <a:alpha val="8470"/>
                  </a:srgbClr>
                </a:gs>
                <a:gs pos="42857">
                  <a:srgbClr val="000000">
                    <a:alpha val="5640"/>
                  </a:srgbClr>
                </a:gs>
                <a:gs pos="57143">
                  <a:srgbClr val="000000">
                    <a:alpha val="3165"/>
                  </a:srgbClr>
                </a:gs>
                <a:gs pos="71429">
                  <a:srgbClr val="000000">
                    <a:alpha val="1494"/>
                  </a:srgbClr>
                </a:gs>
                <a:gs pos="85714">
                  <a:srgbClr val="000000">
                    <a:alpha val="594"/>
                  </a:srgbClr>
                </a:gs>
                <a:gs pos="100000">
                  <a:srgbClr val="000000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5984820">
              <a:off x="448047" y="534810"/>
              <a:ext cx="519143" cy="127697"/>
            </a:xfrm>
            <a:prstGeom prst="ellipse">
              <a:avLst/>
            </a:prstGeom>
            <a:gradFill>
              <a:gsLst>
                <a:gs pos="0">
                  <a:srgbClr val="060A09">
                    <a:alpha val="32968"/>
                  </a:srgbClr>
                </a:gs>
                <a:gs pos="14286">
                  <a:srgbClr val="060A09">
                    <a:alpha val="30764"/>
                  </a:srgbClr>
                </a:gs>
                <a:gs pos="28571">
                  <a:srgbClr val="060A09">
                    <a:alpha val="24833"/>
                  </a:srgbClr>
                </a:gs>
                <a:gs pos="42857">
                  <a:srgbClr val="060A09">
                    <a:alpha val="17075"/>
                  </a:srgbClr>
                </a:gs>
                <a:gs pos="57143">
                  <a:srgbClr val="060A09">
                    <a:alpha val="9855"/>
                  </a:srgbClr>
                </a:gs>
                <a:gs pos="71429">
                  <a:srgbClr val="060A09">
                    <a:alpha val="4740"/>
                  </a:srgbClr>
                </a:gs>
                <a:gs pos="85714">
                  <a:srgbClr val="060A09">
                    <a:alpha val="1902"/>
                  </a:srgbClr>
                </a:gs>
                <a:gs pos="100000">
                  <a:srgbClr val="060A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10091984">
              <a:off x="3083707" y="197294"/>
              <a:ext cx="661419" cy="471831"/>
            </a:xfrm>
            <a:prstGeom prst="ellipse">
              <a:avLst/>
            </a:prstGeom>
            <a:gradFill>
              <a:gsLst>
                <a:gs pos="0">
                  <a:srgbClr val="39524E">
                    <a:alpha val="1310"/>
                  </a:srgbClr>
                </a:gs>
                <a:gs pos="14286">
                  <a:srgbClr val="39524E">
                    <a:alpha val="1205"/>
                  </a:srgbClr>
                </a:gs>
                <a:gs pos="28571">
                  <a:srgbClr val="39524E">
                    <a:alpha val="937"/>
                  </a:srgbClr>
                </a:gs>
                <a:gs pos="42857">
                  <a:srgbClr val="39524E">
                    <a:alpha val="615"/>
                  </a:srgbClr>
                </a:gs>
                <a:gs pos="57143">
                  <a:srgbClr val="39524E">
                    <a:alpha val="341"/>
                  </a:srgbClr>
                </a:gs>
                <a:gs pos="71429">
                  <a:srgbClr val="39524E">
                    <a:alpha val="160"/>
                  </a:srgbClr>
                </a:gs>
                <a:gs pos="85714">
                  <a:srgbClr val="39524E">
                    <a:alpha val="63"/>
                  </a:srgbClr>
                </a:gs>
                <a:gs pos="100000">
                  <a:srgbClr val="39524E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7179658">
              <a:off x="158792" y="282904"/>
              <a:ext cx="604596" cy="485512"/>
            </a:xfrm>
            <a:prstGeom prst="ellipse">
              <a:avLst/>
            </a:prstGeom>
            <a:gradFill>
              <a:gsLst>
                <a:gs pos="0">
                  <a:srgbClr val="000A08">
                    <a:alpha val="10738"/>
                  </a:srgbClr>
                </a:gs>
                <a:gs pos="14286">
                  <a:srgbClr val="000A08">
                    <a:alpha val="9914"/>
                  </a:srgbClr>
                </a:gs>
                <a:gs pos="28571">
                  <a:srgbClr val="000A08">
                    <a:alpha val="7787"/>
                  </a:srgbClr>
                </a:gs>
                <a:gs pos="42857">
                  <a:srgbClr val="000A08">
                    <a:alpha val="5178"/>
                  </a:srgbClr>
                </a:gs>
                <a:gs pos="57143">
                  <a:srgbClr val="000A08">
                    <a:alpha val="2903"/>
                  </a:srgbClr>
                </a:gs>
                <a:gs pos="71429">
                  <a:srgbClr val="000A08">
                    <a:alpha val="1370"/>
                  </a:srgbClr>
                </a:gs>
                <a:gs pos="85714">
                  <a:srgbClr val="000A08">
                    <a:alpha val="544"/>
                  </a:srgbClr>
                </a:gs>
                <a:gs pos="100000">
                  <a:srgbClr val="000A08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6478590">
              <a:off x="-37584" y="253354"/>
              <a:ext cx="636867" cy="591916"/>
            </a:xfrm>
            <a:prstGeom prst="ellipse">
              <a:avLst/>
            </a:prstGeom>
            <a:gradFill>
              <a:gsLst>
                <a:gs pos="0">
                  <a:srgbClr val="000506">
                    <a:alpha val="4150"/>
                  </a:srgbClr>
                </a:gs>
                <a:gs pos="14286">
                  <a:srgbClr val="000506">
                    <a:alpha val="3821"/>
                  </a:srgbClr>
                </a:gs>
                <a:gs pos="28571">
                  <a:srgbClr val="000506">
                    <a:alpha val="2979"/>
                  </a:srgbClr>
                </a:gs>
                <a:gs pos="42857">
                  <a:srgbClr val="000506">
                    <a:alpha val="1964"/>
                  </a:srgbClr>
                </a:gs>
                <a:gs pos="57143">
                  <a:srgbClr val="000506">
                    <a:alpha val="1093"/>
                  </a:srgbClr>
                </a:gs>
                <a:gs pos="71429">
                  <a:srgbClr val="000506">
                    <a:alpha val="513"/>
                  </a:srgbClr>
                </a:gs>
                <a:gs pos="85714">
                  <a:srgbClr val="000506">
                    <a:alpha val="203"/>
                  </a:srgbClr>
                </a:gs>
                <a:gs pos="100000">
                  <a:srgbClr val="000506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7431157">
              <a:off x="-161043" y="220139"/>
              <a:ext cx="564181" cy="554042"/>
            </a:xfrm>
            <a:prstGeom prst="ellipse">
              <a:avLst/>
            </a:prstGeom>
            <a:gradFill>
              <a:gsLst>
                <a:gs pos="0">
                  <a:srgbClr val="00110B">
                    <a:alpha val="3845"/>
                  </a:srgbClr>
                </a:gs>
                <a:gs pos="14286">
                  <a:srgbClr val="00110B">
                    <a:alpha val="3540"/>
                  </a:srgbClr>
                </a:gs>
                <a:gs pos="28571">
                  <a:srgbClr val="00110B">
                    <a:alpha val="2759"/>
                  </a:srgbClr>
                </a:gs>
                <a:gs pos="42857">
                  <a:srgbClr val="00110B">
                    <a:alpha val="1819"/>
                  </a:srgbClr>
                </a:gs>
                <a:gs pos="57143">
                  <a:srgbClr val="00110B">
                    <a:alpha val="1012"/>
                  </a:srgbClr>
                </a:gs>
                <a:gs pos="71429">
                  <a:srgbClr val="00110B">
                    <a:alpha val="475"/>
                  </a:srgbClr>
                </a:gs>
                <a:gs pos="85714">
                  <a:srgbClr val="00110B">
                    <a:alpha val="188"/>
                  </a:srgbClr>
                </a:gs>
                <a:gs pos="100000">
                  <a:srgbClr val="00110B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6284331">
              <a:off x="3327172" y="5514"/>
              <a:ext cx="600535" cy="579487"/>
            </a:xfrm>
            <a:prstGeom prst="ellipse">
              <a:avLst/>
            </a:prstGeom>
            <a:gradFill>
              <a:gsLst>
                <a:gs pos="0">
                  <a:srgbClr val="2D0A00">
                    <a:alpha val="1891"/>
                  </a:srgbClr>
                </a:gs>
                <a:gs pos="14286">
                  <a:srgbClr val="2D0A00">
                    <a:alpha val="1739"/>
                  </a:srgbClr>
                </a:gs>
                <a:gs pos="28571">
                  <a:srgbClr val="2D0A00">
                    <a:alpha val="1353"/>
                  </a:srgbClr>
                </a:gs>
                <a:gs pos="42857">
                  <a:srgbClr val="2D0A00">
                    <a:alpha val="890"/>
                  </a:srgbClr>
                </a:gs>
                <a:gs pos="57143">
                  <a:srgbClr val="2D0A00">
                    <a:alpha val="494"/>
                  </a:srgbClr>
                </a:gs>
                <a:gs pos="71429">
                  <a:srgbClr val="2D0A00">
                    <a:alpha val="232"/>
                  </a:srgbClr>
                </a:gs>
                <a:gs pos="85714">
                  <a:srgbClr val="2D0A00">
                    <a:alpha val="92"/>
                  </a:srgbClr>
                </a:gs>
                <a:gs pos="100000">
                  <a:srgbClr val="2D0A00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8484890">
              <a:off x="3153839" y="192905"/>
              <a:ext cx="517793" cy="381471"/>
            </a:xfrm>
            <a:prstGeom prst="ellipse">
              <a:avLst/>
            </a:prstGeom>
            <a:gradFill>
              <a:gsLst>
                <a:gs pos="0">
                  <a:srgbClr val="000000">
                    <a:alpha val="19556"/>
                  </a:srgbClr>
                </a:gs>
                <a:gs pos="14286">
                  <a:srgbClr val="000000">
                    <a:alpha val="18127"/>
                  </a:srgbClr>
                </a:gs>
                <a:gs pos="28571">
                  <a:srgbClr val="000000">
                    <a:alpha val="14383"/>
                  </a:srgbClr>
                </a:gs>
                <a:gs pos="42857">
                  <a:srgbClr val="000000">
                    <a:alpha val="9684"/>
                  </a:srgbClr>
                </a:gs>
                <a:gs pos="57143">
                  <a:srgbClr val="000000">
                    <a:alpha val="5488"/>
                  </a:srgbClr>
                </a:gs>
                <a:gs pos="71429">
                  <a:srgbClr val="000000">
                    <a:alpha val="2607"/>
                  </a:srgbClr>
                </a:gs>
                <a:gs pos="85714">
                  <a:srgbClr val="000000">
                    <a:alpha val="1039"/>
                  </a:srgbClr>
                </a:gs>
                <a:gs pos="100000">
                  <a:srgbClr val="00000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10654166">
              <a:off x="2625418" y="198009"/>
              <a:ext cx="539295" cy="316725"/>
            </a:xfrm>
            <a:prstGeom prst="ellipse">
              <a:avLst/>
            </a:prstGeom>
            <a:gradFill>
              <a:gsLst>
                <a:gs pos="0">
                  <a:srgbClr val="000702">
                    <a:alpha val="13836"/>
                  </a:srgbClr>
                </a:gs>
                <a:gs pos="14286">
                  <a:srgbClr val="000702">
                    <a:alpha val="12792"/>
                  </a:srgbClr>
                </a:gs>
                <a:gs pos="28571">
                  <a:srgbClr val="000702">
                    <a:alpha val="10083"/>
                  </a:srgbClr>
                </a:gs>
                <a:gs pos="42857">
                  <a:srgbClr val="000702">
                    <a:alpha val="6734"/>
                  </a:srgbClr>
                </a:gs>
                <a:gs pos="57143">
                  <a:srgbClr val="000702">
                    <a:alpha val="3789"/>
                  </a:srgbClr>
                </a:gs>
                <a:gs pos="71429">
                  <a:srgbClr val="000702">
                    <a:alpha val="1792"/>
                  </a:srgbClr>
                </a:gs>
                <a:gs pos="85714">
                  <a:srgbClr val="000702">
                    <a:alpha val="712"/>
                  </a:srgbClr>
                </a:gs>
                <a:gs pos="100000">
                  <a:srgbClr val="000702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7877597">
              <a:off x="2392100" y="146354"/>
              <a:ext cx="453167" cy="305360"/>
            </a:xfrm>
            <a:prstGeom prst="ellipse">
              <a:avLst/>
            </a:prstGeom>
            <a:gradFill>
              <a:gsLst>
                <a:gs pos="0">
                  <a:srgbClr val="000503">
                    <a:alpha val="10694"/>
                  </a:srgbClr>
                </a:gs>
                <a:gs pos="14286">
                  <a:srgbClr val="000503">
                    <a:alpha val="9873"/>
                  </a:srgbClr>
                </a:gs>
                <a:gs pos="28571">
                  <a:srgbClr val="000503">
                    <a:alpha val="7754"/>
                  </a:srgbClr>
                </a:gs>
                <a:gs pos="42857">
                  <a:srgbClr val="000503">
                    <a:alpha val="5157"/>
                  </a:srgbClr>
                </a:gs>
                <a:gs pos="57143">
                  <a:srgbClr val="000503">
                    <a:alpha val="2891"/>
                  </a:srgbClr>
                </a:gs>
                <a:gs pos="71429">
                  <a:srgbClr val="000503">
                    <a:alpha val="1364"/>
                  </a:srgbClr>
                </a:gs>
                <a:gs pos="85714">
                  <a:srgbClr val="000503">
                    <a:alpha val="542"/>
                  </a:srgbClr>
                </a:gs>
                <a:gs pos="100000">
                  <a:srgbClr val="000503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5240877">
              <a:off x="405363" y="168729"/>
              <a:ext cx="662976" cy="423240"/>
            </a:xfrm>
            <a:prstGeom prst="ellipse">
              <a:avLst/>
            </a:prstGeom>
            <a:gradFill>
              <a:gsLst>
                <a:gs pos="0">
                  <a:srgbClr val="040704">
                    <a:alpha val="23616"/>
                  </a:srgbClr>
                </a:gs>
                <a:gs pos="14286">
                  <a:srgbClr val="040704">
                    <a:alpha val="21933"/>
                  </a:srgbClr>
                </a:gs>
                <a:gs pos="28571">
                  <a:srgbClr val="040704">
                    <a:alpha val="17490"/>
                  </a:srgbClr>
                </a:gs>
                <a:gs pos="42857">
                  <a:srgbClr val="040704">
                    <a:alpha val="11848"/>
                  </a:srgbClr>
                </a:gs>
                <a:gs pos="57143">
                  <a:srgbClr val="040704">
                    <a:alpha val="6749"/>
                  </a:srgbClr>
                </a:gs>
                <a:gs pos="71429">
                  <a:srgbClr val="040704">
                    <a:alpha val="3218"/>
                  </a:srgbClr>
                </a:gs>
                <a:gs pos="85714">
                  <a:srgbClr val="040704">
                    <a:alpha val="1285"/>
                  </a:srgbClr>
                </a:gs>
                <a:gs pos="100000">
                  <a:srgbClr val="040704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-8417487">
              <a:off x="354817" y="109519"/>
              <a:ext cx="573587" cy="373884"/>
            </a:xfrm>
            <a:prstGeom prst="ellipse">
              <a:avLst/>
            </a:prstGeom>
            <a:gradFill>
              <a:gsLst>
                <a:gs pos="0">
                  <a:srgbClr val="0D1110">
                    <a:alpha val="32968"/>
                  </a:srgbClr>
                </a:gs>
                <a:gs pos="14286">
                  <a:srgbClr val="0D1110">
                    <a:alpha val="30764"/>
                  </a:srgbClr>
                </a:gs>
                <a:gs pos="28571">
                  <a:srgbClr val="0D1110">
                    <a:alpha val="24833"/>
                  </a:srgbClr>
                </a:gs>
                <a:gs pos="42857">
                  <a:srgbClr val="0D1110">
                    <a:alpha val="17075"/>
                  </a:srgbClr>
                </a:gs>
                <a:gs pos="57143">
                  <a:srgbClr val="0D1110">
                    <a:alpha val="9855"/>
                  </a:srgbClr>
                </a:gs>
                <a:gs pos="71429">
                  <a:srgbClr val="0D1110">
                    <a:alpha val="4740"/>
                  </a:srgbClr>
                </a:gs>
                <a:gs pos="85714">
                  <a:srgbClr val="0D1110">
                    <a:alpha val="1902"/>
                  </a:srgbClr>
                </a:gs>
                <a:gs pos="100000">
                  <a:srgbClr val="0D11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-8862032">
              <a:off x="2164801" y="-54643"/>
              <a:ext cx="658459" cy="429583"/>
            </a:xfrm>
            <a:prstGeom prst="ellipse">
              <a:avLst/>
            </a:prstGeom>
            <a:gradFill>
              <a:gsLst>
                <a:gs pos="0">
                  <a:srgbClr val="000904">
                    <a:alpha val="5915"/>
                  </a:srgbClr>
                </a:gs>
                <a:gs pos="14286">
                  <a:srgbClr val="000904">
                    <a:alpha val="5450"/>
                  </a:srgbClr>
                </a:gs>
                <a:gs pos="28571">
                  <a:srgbClr val="000904">
                    <a:alpha val="4258"/>
                  </a:srgbClr>
                </a:gs>
                <a:gs pos="42857">
                  <a:srgbClr val="000904">
                    <a:alpha val="2814"/>
                  </a:srgbClr>
                </a:gs>
                <a:gs pos="57143">
                  <a:srgbClr val="000904">
                    <a:alpha val="1569"/>
                  </a:srgbClr>
                </a:gs>
                <a:gs pos="71429">
                  <a:srgbClr val="000904">
                    <a:alpha val="738"/>
                  </a:srgbClr>
                </a:gs>
                <a:gs pos="85714">
                  <a:srgbClr val="000904">
                    <a:alpha val="292"/>
                  </a:srgbClr>
                </a:gs>
                <a:gs pos="100000">
                  <a:srgbClr val="000904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-10371296">
              <a:off x="2040491" y="-152171"/>
              <a:ext cx="558248" cy="459040"/>
            </a:xfrm>
            <a:prstGeom prst="ellipse">
              <a:avLst/>
            </a:prstGeom>
            <a:gradFill>
              <a:gsLst>
                <a:gs pos="0">
                  <a:srgbClr val="000000">
                    <a:alpha val="8750"/>
                  </a:srgbClr>
                </a:gs>
                <a:gs pos="14286">
                  <a:srgbClr val="000000">
                    <a:alpha val="8072"/>
                  </a:srgbClr>
                </a:gs>
                <a:gs pos="28571">
                  <a:srgbClr val="000000">
                    <a:alpha val="6326"/>
                  </a:srgbClr>
                </a:gs>
                <a:gs pos="42857">
                  <a:srgbClr val="000000">
                    <a:alpha val="4196"/>
                  </a:srgbClr>
                </a:gs>
                <a:gs pos="57143">
                  <a:srgbClr val="000000">
                    <a:alpha val="2347"/>
                  </a:srgbClr>
                </a:gs>
                <a:gs pos="71429">
                  <a:srgbClr val="000000">
                    <a:alpha val="1106"/>
                  </a:srgbClr>
                </a:gs>
                <a:gs pos="85714">
                  <a:srgbClr val="000000">
                    <a:alpha val="439"/>
                  </a:srgbClr>
                </a:gs>
                <a:gs pos="100000">
                  <a:srgbClr val="000000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3885015">
              <a:off x="667649" y="202600"/>
              <a:ext cx="324194" cy="98376"/>
            </a:xfrm>
            <a:prstGeom prst="ellipse">
              <a:avLst/>
            </a:prstGeom>
            <a:gradFill>
              <a:gsLst>
                <a:gs pos="0">
                  <a:srgbClr val="9B9587">
                    <a:alpha val="3314"/>
                  </a:srgbClr>
                </a:gs>
                <a:gs pos="14286">
                  <a:srgbClr val="9B9587">
                    <a:alpha val="3050"/>
                  </a:srgbClr>
                </a:gs>
                <a:gs pos="28571">
                  <a:srgbClr val="9B9587">
                    <a:alpha val="2376"/>
                  </a:srgbClr>
                </a:gs>
                <a:gs pos="42857">
                  <a:srgbClr val="9B9587">
                    <a:alpha val="1565"/>
                  </a:srgbClr>
                </a:gs>
                <a:gs pos="57143">
                  <a:srgbClr val="9B9587">
                    <a:alpha val="870"/>
                  </a:srgbClr>
                </a:gs>
                <a:gs pos="71429">
                  <a:srgbClr val="9B9587">
                    <a:alpha val="408"/>
                  </a:srgbClr>
                </a:gs>
                <a:gs pos="85714">
                  <a:srgbClr val="9B9587">
                    <a:alpha val="162"/>
                  </a:srgbClr>
                </a:gs>
                <a:gs pos="100000">
                  <a:srgbClr val="9B9587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8777835">
              <a:off x="329826" y="-13807"/>
              <a:ext cx="706503" cy="397721"/>
            </a:xfrm>
            <a:prstGeom prst="ellipse">
              <a:avLst/>
            </a:prstGeom>
            <a:gradFill>
              <a:gsLst>
                <a:gs pos="0">
                  <a:srgbClr val="090908">
                    <a:alpha val="32968"/>
                  </a:srgbClr>
                </a:gs>
                <a:gs pos="14286">
                  <a:srgbClr val="090908">
                    <a:alpha val="30764"/>
                  </a:srgbClr>
                </a:gs>
                <a:gs pos="28571">
                  <a:srgbClr val="090908">
                    <a:alpha val="24833"/>
                  </a:srgbClr>
                </a:gs>
                <a:gs pos="42857">
                  <a:srgbClr val="090908">
                    <a:alpha val="17075"/>
                  </a:srgbClr>
                </a:gs>
                <a:gs pos="57143">
                  <a:srgbClr val="090908">
                    <a:alpha val="9855"/>
                  </a:srgbClr>
                </a:gs>
                <a:gs pos="71429">
                  <a:srgbClr val="090908">
                    <a:alpha val="4740"/>
                  </a:srgbClr>
                </a:gs>
                <a:gs pos="85714">
                  <a:srgbClr val="090908">
                    <a:alpha val="1902"/>
                  </a:srgbClr>
                </a:gs>
                <a:gs pos="100000">
                  <a:srgbClr val="0909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-8220665">
              <a:off x="-203996" y="-157280"/>
              <a:ext cx="621616" cy="476779"/>
            </a:xfrm>
            <a:prstGeom prst="ellipse">
              <a:avLst/>
            </a:prstGeom>
            <a:gradFill>
              <a:gsLst>
                <a:gs pos="0">
                  <a:srgbClr val="040B09">
                    <a:alpha val="16167"/>
                  </a:srgbClr>
                </a:gs>
                <a:gs pos="14286">
                  <a:srgbClr val="040B09">
                    <a:alpha val="14963"/>
                  </a:srgbClr>
                </a:gs>
                <a:gs pos="28571">
                  <a:srgbClr val="040B09">
                    <a:alpha val="11825"/>
                  </a:srgbClr>
                </a:gs>
                <a:gs pos="42857">
                  <a:srgbClr val="040B09">
                    <a:alpha val="7923"/>
                  </a:srgbClr>
                </a:gs>
                <a:gs pos="57143">
                  <a:srgbClr val="040B09">
                    <a:alpha val="4471"/>
                  </a:srgbClr>
                </a:gs>
                <a:gs pos="71429">
                  <a:srgbClr val="040B09">
                    <a:alpha val="2118"/>
                  </a:srgbClr>
                </a:gs>
                <a:gs pos="85714">
                  <a:srgbClr val="040B09">
                    <a:alpha val="843"/>
                  </a:srgbClr>
                </a:gs>
                <a:gs pos="100000">
                  <a:srgbClr val="040B09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5400000">
              <a:off x="2323887" y="28054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D">
                    <a:alpha val="18127"/>
                  </a:srgbClr>
                </a:gs>
                <a:gs pos="14286">
                  <a:srgbClr val="0D0F0D">
                    <a:alpha val="16792"/>
                  </a:srgbClr>
                </a:gs>
                <a:gs pos="28571">
                  <a:srgbClr val="0D0F0D">
                    <a:alpha val="13301"/>
                  </a:srgbClr>
                </a:gs>
                <a:gs pos="42857">
                  <a:srgbClr val="0D0F0D">
                    <a:alpha val="8937"/>
                  </a:srgbClr>
                </a:gs>
                <a:gs pos="57143">
                  <a:srgbClr val="0D0F0D">
                    <a:alpha val="5055"/>
                  </a:srgbClr>
                </a:gs>
                <a:gs pos="71429">
                  <a:srgbClr val="0D0F0D">
                    <a:alpha val="2399"/>
                  </a:srgbClr>
                </a:gs>
                <a:gs pos="85714">
                  <a:srgbClr val="0D0F0D">
                    <a:alpha val="956"/>
                  </a:srgbClr>
                </a:gs>
                <a:gs pos="100000">
                  <a:srgbClr val="0D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5400000">
              <a:off x="1115292" y="30580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E">
                    <a:alpha val="18127"/>
                  </a:srgbClr>
                </a:gs>
                <a:gs pos="14286">
                  <a:srgbClr val="0C0F0E">
                    <a:alpha val="16792"/>
                  </a:srgbClr>
                </a:gs>
                <a:gs pos="28571">
                  <a:srgbClr val="0C0F0E">
                    <a:alpha val="13301"/>
                  </a:srgbClr>
                </a:gs>
                <a:gs pos="42857">
                  <a:srgbClr val="0C0F0E">
                    <a:alpha val="8937"/>
                  </a:srgbClr>
                </a:gs>
                <a:gs pos="57143">
                  <a:srgbClr val="0C0F0E">
                    <a:alpha val="5055"/>
                  </a:srgbClr>
                </a:gs>
                <a:gs pos="71429">
                  <a:srgbClr val="0C0F0E">
                    <a:alpha val="2399"/>
                  </a:srgbClr>
                </a:gs>
                <a:gs pos="85714">
                  <a:srgbClr val="0C0F0E">
                    <a:alpha val="956"/>
                  </a:srgbClr>
                </a:gs>
                <a:gs pos="100000">
                  <a:srgbClr val="0C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5400000">
              <a:off x="183701" y="41411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F10">
                    <a:alpha val="18127"/>
                  </a:srgbClr>
                </a:gs>
                <a:gs pos="14286">
                  <a:srgbClr val="0B0F10">
                    <a:alpha val="16792"/>
                  </a:srgbClr>
                </a:gs>
                <a:gs pos="28571">
                  <a:srgbClr val="0B0F10">
                    <a:alpha val="13301"/>
                  </a:srgbClr>
                </a:gs>
                <a:gs pos="42857">
                  <a:srgbClr val="0B0F10">
                    <a:alpha val="8937"/>
                  </a:srgbClr>
                </a:gs>
                <a:gs pos="57143">
                  <a:srgbClr val="0B0F10">
                    <a:alpha val="5055"/>
                  </a:srgbClr>
                </a:gs>
                <a:gs pos="71429">
                  <a:srgbClr val="0B0F10">
                    <a:alpha val="2399"/>
                  </a:srgbClr>
                </a:gs>
                <a:gs pos="85714">
                  <a:srgbClr val="0B0F10">
                    <a:alpha val="956"/>
                  </a:srgbClr>
                </a:gs>
                <a:gs pos="100000">
                  <a:srgbClr val="0B0F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5400000">
              <a:off x="3147965" y="138546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112">
                    <a:alpha val="18127"/>
                  </a:srgbClr>
                </a:gs>
                <a:gs pos="14286">
                  <a:srgbClr val="0D1112">
                    <a:alpha val="16792"/>
                  </a:srgbClr>
                </a:gs>
                <a:gs pos="28571">
                  <a:srgbClr val="0D1112">
                    <a:alpha val="13301"/>
                  </a:srgbClr>
                </a:gs>
                <a:gs pos="42857">
                  <a:srgbClr val="0D1112">
                    <a:alpha val="8937"/>
                  </a:srgbClr>
                </a:gs>
                <a:gs pos="57143">
                  <a:srgbClr val="0D1112">
                    <a:alpha val="5055"/>
                  </a:srgbClr>
                </a:gs>
                <a:gs pos="71429">
                  <a:srgbClr val="0D1112">
                    <a:alpha val="2399"/>
                  </a:srgbClr>
                </a:gs>
                <a:gs pos="85714">
                  <a:srgbClr val="0D1112">
                    <a:alpha val="956"/>
                  </a:srgbClr>
                </a:gs>
                <a:gs pos="100000">
                  <a:srgbClr val="0D111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5400000">
              <a:off x="690107" y="2034944"/>
              <a:ext cx="602456" cy="602456"/>
            </a:xfrm>
            <a:prstGeom prst="ellipse">
              <a:avLst/>
            </a:prstGeom>
            <a:gradFill>
              <a:gsLst>
                <a:gs pos="0">
                  <a:srgbClr val="111212">
                    <a:alpha val="18127"/>
                  </a:srgbClr>
                </a:gs>
                <a:gs pos="14286">
                  <a:srgbClr val="111212">
                    <a:alpha val="16792"/>
                  </a:srgbClr>
                </a:gs>
                <a:gs pos="28571">
                  <a:srgbClr val="111212">
                    <a:alpha val="13301"/>
                  </a:srgbClr>
                </a:gs>
                <a:gs pos="42857">
                  <a:srgbClr val="111212">
                    <a:alpha val="8937"/>
                  </a:srgbClr>
                </a:gs>
                <a:gs pos="57143">
                  <a:srgbClr val="111212">
                    <a:alpha val="5055"/>
                  </a:srgbClr>
                </a:gs>
                <a:gs pos="71429">
                  <a:srgbClr val="111212">
                    <a:alpha val="2399"/>
                  </a:srgbClr>
                </a:gs>
                <a:gs pos="85714">
                  <a:srgbClr val="111212">
                    <a:alpha val="956"/>
                  </a:srgbClr>
                </a:gs>
                <a:gs pos="100000">
                  <a:srgbClr val="11121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5400000">
              <a:off x="179570" y="658866"/>
              <a:ext cx="602456" cy="602456"/>
            </a:xfrm>
            <a:prstGeom prst="ellipse">
              <a:avLst/>
            </a:prstGeom>
            <a:gradFill>
              <a:gsLst>
                <a:gs pos="0">
                  <a:srgbClr val="161C1E">
                    <a:alpha val="18127"/>
                  </a:srgbClr>
                </a:gs>
                <a:gs pos="14286">
                  <a:srgbClr val="161C1E">
                    <a:alpha val="16792"/>
                  </a:srgbClr>
                </a:gs>
                <a:gs pos="28571">
                  <a:srgbClr val="161C1E">
                    <a:alpha val="13301"/>
                  </a:srgbClr>
                </a:gs>
                <a:gs pos="42857">
                  <a:srgbClr val="161C1E">
                    <a:alpha val="8937"/>
                  </a:srgbClr>
                </a:gs>
                <a:gs pos="57143">
                  <a:srgbClr val="161C1E">
                    <a:alpha val="5055"/>
                  </a:srgbClr>
                </a:gs>
                <a:gs pos="71429">
                  <a:srgbClr val="161C1E">
                    <a:alpha val="2399"/>
                  </a:srgbClr>
                </a:gs>
                <a:gs pos="85714">
                  <a:srgbClr val="161C1E">
                    <a:alpha val="956"/>
                  </a:srgbClr>
                </a:gs>
                <a:gs pos="100000">
                  <a:srgbClr val="161C1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5400000">
              <a:off x="-36354" y="251894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B">
                    <a:alpha val="18127"/>
                  </a:srgbClr>
                </a:gs>
                <a:gs pos="14286">
                  <a:srgbClr val="0B0D0B">
                    <a:alpha val="16792"/>
                  </a:srgbClr>
                </a:gs>
                <a:gs pos="28571">
                  <a:srgbClr val="0B0D0B">
                    <a:alpha val="13301"/>
                  </a:srgbClr>
                </a:gs>
                <a:gs pos="42857">
                  <a:srgbClr val="0B0D0B">
                    <a:alpha val="8937"/>
                  </a:srgbClr>
                </a:gs>
                <a:gs pos="57143">
                  <a:srgbClr val="0B0D0B">
                    <a:alpha val="5055"/>
                  </a:srgbClr>
                </a:gs>
                <a:gs pos="71429">
                  <a:srgbClr val="0B0D0B">
                    <a:alpha val="2399"/>
                  </a:srgbClr>
                </a:gs>
                <a:gs pos="85714">
                  <a:srgbClr val="0B0D0B">
                    <a:alpha val="956"/>
                  </a:srgbClr>
                </a:gs>
                <a:gs pos="100000">
                  <a:srgbClr val="0B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5400000">
              <a:off x="2464783" y="23020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151E23">
                    <a:alpha val="18127"/>
                  </a:srgbClr>
                </a:gs>
                <a:gs pos="14286">
                  <a:srgbClr val="151E23">
                    <a:alpha val="16792"/>
                  </a:srgbClr>
                </a:gs>
                <a:gs pos="28571">
                  <a:srgbClr val="151E23">
                    <a:alpha val="13301"/>
                  </a:srgbClr>
                </a:gs>
                <a:gs pos="42857">
                  <a:srgbClr val="151E23">
                    <a:alpha val="8937"/>
                  </a:srgbClr>
                </a:gs>
                <a:gs pos="57143">
                  <a:srgbClr val="151E23">
                    <a:alpha val="5055"/>
                  </a:srgbClr>
                </a:gs>
                <a:gs pos="71429">
                  <a:srgbClr val="151E23">
                    <a:alpha val="2399"/>
                  </a:srgbClr>
                </a:gs>
                <a:gs pos="85714">
                  <a:srgbClr val="151E23">
                    <a:alpha val="956"/>
                  </a:srgbClr>
                </a:gs>
                <a:gs pos="100000">
                  <a:srgbClr val="151E23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5400000">
              <a:off x="-279544" y="1111171"/>
              <a:ext cx="602456" cy="602456"/>
            </a:xfrm>
            <a:prstGeom prst="ellipse">
              <a:avLst/>
            </a:prstGeom>
            <a:gradFill>
              <a:gsLst>
                <a:gs pos="0">
                  <a:srgbClr val="13110F">
                    <a:alpha val="18127"/>
                  </a:srgbClr>
                </a:gs>
                <a:gs pos="14286">
                  <a:srgbClr val="13110F">
                    <a:alpha val="16792"/>
                  </a:srgbClr>
                </a:gs>
                <a:gs pos="28571">
                  <a:srgbClr val="13110F">
                    <a:alpha val="13301"/>
                  </a:srgbClr>
                </a:gs>
                <a:gs pos="42857">
                  <a:srgbClr val="13110F">
                    <a:alpha val="8937"/>
                  </a:srgbClr>
                </a:gs>
                <a:gs pos="57143">
                  <a:srgbClr val="13110F">
                    <a:alpha val="5055"/>
                  </a:srgbClr>
                </a:gs>
                <a:gs pos="71429">
                  <a:srgbClr val="13110F">
                    <a:alpha val="2399"/>
                  </a:srgbClr>
                </a:gs>
                <a:gs pos="85714">
                  <a:srgbClr val="13110F">
                    <a:alpha val="956"/>
                  </a:srgbClr>
                </a:gs>
                <a:gs pos="100000">
                  <a:srgbClr val="1311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5400000">
              <a:off x="400225" y="235043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D">
                    <a:alpha val="18127"/>
                  </a:srgbClr>
                </a:gs>
                <a:gs pos="14286">
                  <a:srgbClr val="0D0F0D">
                    <a:alpha val="16792"/>
                  </a:srgbClr>
                </a:gs>
                <a:gs pos="28571">
                  <a:srgbClr val="0D0F0D">
                    <a:alpha val="13301"/>
                  </a:srgbClr>
                </a:gs>
                <a:gs pos="42857">
                  <a:srgbClr val="0D0F0D">
                    <a:alpha val="8937"/>
                  </a:srgbClr>
                </a:gs>
                <a:gs pos="57143">
                  <a:srgbClr val="0D0F0D">
                    <a:alpha val="5055"/>
                  </a:srgbClr>
                </a:gs>
                <a:gs pos="71429">
                  <a:srgbClr val="0D0F0D">
                    <a:alpha val="2399"/>
                  </a:srgbClr>
                </a:gs>
                <a:gs pos="85714">
                  <a:srgbClr val="0D0F0D">
                    <a:alpha val="956"/>
                  </a:srgbClr>
                </a:gs>
                <a:gs pos="100000">
                  <a:srgbClr val="0D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5400000">
              <a:off x="-88812" y="2161340"/>
              <a:ext cx="602456" cy="602456"/>
            </a:xfrm>
            <a:prstGeom prst="ellipse">
              <a:avLst/>
            </a:prstGeom>
            <a:gradFill>
              <a:gsLst>
                <a:gs pos="0">
                  <a:srgbClr val="301F1D">
                    <a:alpha val="18127"/>
                  </a:srgbClr>
                </a:gs>
                <a:gs pos="14286">
                  <a:srgbClr val="301F1D">
                    <a:alpha val="16792"/>
                  </a:srgbClr>
                </a:gs>
                <a:gs pos="28571">
                  <a:srgbClr val="301F1D">
                    <a:alpha val="13301"/>
                  </a:srgbClr>
                </a:gs>
                <a:gs pos="42857">
                  <a:srgbClr val="301F1D">
                    <a:alpha val="8937"/>
                  </a:srgbClr>
                </a:gs>
                <a:gs pos="57143">
                  <a:srgbClr val="301F1D">
                    <a:alpha val="5055"/>
                  </a:srgbClr>
                </a:gs>
                <a:gs pos="71429">
                  <a:srgbClr val="301F1D">
                    <a:alpha val="2399"/>
                  </a:srgbClr>
                </a:gs>
                <a:gs pos="85714">
                  <a:srgbClr val="301F1D">
                    <a:alpha val="956"/>
                  </a:srgbClr>
                </a:gs>
                <a:gs pos="100000">
                  <a:srgbClr val="301F1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5400000">
              <a:off x="1171019" y="1561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C">
                    <a:alpha val="18127"/>
                  </a:srgbClr>
                </a:gs>
                <a:gs pos="14286">
                  <a:srgbClr val="0C0E0C">
                    <a:alpha val="16792"/>
                  </a:srgbClr>
                </a:gs>
                <a:gs pos="28571">
                  <a:srgbClr val="0C0E0C">
                    <a:alpha val="13301"/>
                  </a:srgbClr>
                </a:gs>
                <a:gs pos="42857">
                  <a:srgbClr val="0C0E0C">
                    <a:alpha val="8937"/>
                  </a:srgbClr>
                </a:gs>
                <a:gs pos="57143">
                  <a:srgbClr val="0C0E0C">
                    <a:alpha val="5055"/>
                  </a:srgbClr>
                </a:gs>
                <a:gs pos="71429">
                  <a:srgbClr val="0C0E0C">
                    <a:alpha val="2399"/>
                  </a:srgbClr>
                </a:gs>
                <a:gs pos="85714">
                  <a:srgbClr val="0C0E0C">
                    <a:alpha val="956"/>
                  </a:srgbClr>
                </a:gs>
                <a:gs pos="100000">
                  <a:srgbClr val="0C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5400000">
              <a:off x="908297" y="266786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C">
                    <a:alpha val="18127"/>
                  </a:srgbClr>
                </a:gs>
                <a:gs pos="14286">
                  <a:srgbClr val="0B0D0C">
                    <a:alpha val="16792"/>
                  </a:srgbClr>
                </a:gs>
                <a:gs pos="28571">
                  <a:srgbClr val="0B0D0C">
                    <a:alpha val="13301"/>
                  </a:srgbClr>
                </a:gs>
                <a:gs pos="42857">
                  <a:srgbClr val="0B0D0C">
                    <a:alpha val="8937"/>
                  </a:srgbClr>
                </a:gs>
                <a:gs pos="57143">
                  <a:srgbClr val="0B0D0C">
                    <a:alpha val="5055"/>
                  </a:srgbClr>
                </a:gs>
                <a:gs pos="71429">
                  <a:srgbClr val="0B0D0C">
                    <a:alpha val="2399"/>
                  </a:srgbClr>
                </a:gs>
                <a:gs pos="85714">
                  <a:srgbClr val="0B0D0C">
                    <a:alpha val="956"/>
                  </a:srgbClr>
                </a:gs>
                <a:gs pos="100000">
                  <a:srgbClr val="0B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5400000">
              <a:off x="1720237" y="2310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271F27">
                    <a:alpha val="18127"/>
                  </a:srgbClr>
                </a:gs>
                <a:gs pos="14286">
                  <a:srgbClr val="271F27">
                    <a:alpha val="16792"/>
                  </a:srgbClr>
                </a:gs>
                <a:gs pos="28571">
                  <a:srgbClr val="271F27">
                    <a:alpha val="13301"/>
                  </a:srgbClr>
                </a:gs>
                <a:gs pos="42857">
                  <a:srgbClr val="271F27">
                    <a:alpha val="8937"/>
                  </a:srgbClr>
                </a:gs>
                <a:gs pos="57143">
                  <a:srgbClr val="271F27">
                    <a:alpha val="5055"/>
                  </a:srgbClr>
                </a:gs>
                <a:gs pos="71429">
                  <a:srgbClr val="271F27">
                    <a:alpha val="2399"/>
                  </a:srgbClr>
                </a:gs>
                <a:gs pos="85714">
                  <a:srgbClr val="271F27">
                    <a:alpha val="956"/>
                  </a:srgbClr>
                </a:gs>
                <a:gs pos="100000">
                  <a:srgbClr val="271F2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5400000">
              <a:off x="2286146" y="20782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141B22">
                    <a:alpha val="18127"/>
                  </a:srgbClr>
                </a:gs>
                <a:gs pos="14286">
                  <a:srgbClr val="141B22">
                    <a:alpha val="16792"/>
                  </a:srgbClr>
                </a:gs>
                <a:gs pos="28571">
                  <a:srgbClr val="141B22">
                    <a:alpha val="13301"/>
                  </a:srgbClr>
                </a:gs>
                <a:gs pos="42857">
                  <a:srgbClr val="141B22">
                    <a:alpha val="8937"/>
                  </a:srgbClr>
                </a:gs>
                <a:gs pos="57143">
                  <a:srgbClr val="141B22">
                    <a:alpha val="5055"/>
                  </a:srgbClr>
                </a:gs>
                <a:gs pos="71429">
                  <a:srgbClr val="141B22">
                    <a:alpha val="2399"/>
                  </a:srgbClr>
                </a:gs>
                <a:gs pos="85714">
                  <a:srgbClr val="141B22">
                    <a:alpha val="956"/>
                  </a:srgbClr>
                </a:gs>
                <a:gs pos="100000">
                  <a:srgbClr val="141B2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5400000">
              <a:off x="232932" y="85216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0F0D">
                    <a:alpha val="18127"/>
                  </a:srgbClr>
                </a:gs>
                <a:gs pos="14286">
                  <a:srgbClr val="0F0F0D">
                    <a:alpha val="16792"/>
                  </a:srgbClr>
                </a:gs>
                <a:gs pos="28571">
                  <a:srgbClr val="0F0F0D">
                    <a:alpha val="13301"/>
                  </a:srgbClr>
                </a:gs>
                <a:gs pos="42857">
                  <a:srgbClr val="0F0F0D">
                    <a:alpha val="8937"/>
                  </a:srgbClr>
                </a:gs>
                <a:gs pos="57143">
                  <a:srgbClr val="0F0F0D">
                    <a:alpha val="5055"/>
                  </a:srgbClr>
                </a:gs>
                <a:gs pos="71429">
                  <a:srgbClr val="0F0F0D">
                    <a:alpha val="2399"/>
                  </a:srgbClr>
                </a:gs>
                <a:gs pos="85714">
                  <a:srgbClr val="0F0F0D">
                    <a:alpha val="956"/>
                  </a:srgbClr>
                </a:gs>
                <a:gs pos="100000">
                  <a:srgbClr val="0F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5400000">
              <a:off x="2570800" y="16911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1416">
                    <a:alpha val="18127"/>
                  </a:srgbClr>
                </a:gs>
                <a:gs pos="14286">
                  <a:srgbClr val="0E1416">
                    <a:alpha val="16792"/>
                  </a:srgbClr>
                </a:gs>
                <a:gs pos="28571">
                  <a:srgbClr val="0E1416">
                    <a:alpha val="13301"/>
                  </a:srgbClr>
                </a:gs>
                <a:gs pos="42857">
                  <a:srgbClr val="0E1416">
                    <a:alpha val="8937"/>
                  </a:srgbClr>
                </a:gs>
                <a:gs pos="57143">
                  <a:srgbClr val="0E1416">
                    <a:alpha val="5055"/>
                  </a:srgbClr>
                </a:gs>
                <a:gs pos="71429">
                  <a:srgbClr val="0E1416">
                    <a:alpha val="2399"/>
                  </a:srgbClr>
                </a:gs>
                <a:gs pos="85714">
                  <a:srgbClr val="0E1416">
                    <a:alpha val="956"/>
                  </a:srgbClr>
                </a:gs>
                <a:gs pos="100000">
                  <a:srgbClr val="0E1416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5400000">
              <a:off x="2831145" y="95238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B">
                    <a:alpha val="18127"/>
                  </a:srgbClr>
                </a:gs>
                <a:gs pos="14286">
                  <a:srgbClr val="0B0D0B">
                    <a:alpha val="16792"/>
                  </a:srgbClr>
                </a:gs>
                <a:gs pos="28571">
                  <a:srgbClr val="0B0D0B">
                    <a:alpha val="13301"/>
                  </a:srgbClr>
                </a:gs>
                <a:gs pos="42857">
                  <a:srgbClr val="0B0D0B">
                    <a:alpha val="8937"/>
                  </a:srgbClr>
                </a:gs>
                <a:gs pos="57143">
                  <a:srgbClr val="0B0D0B">
                    <a:alpha val="5055"/>
                  </a:srgbClr>
                </a:gs>
                <a:gs pos="71429">
                  <a:srgbClr val="0B0D0B">
                    <a:alpha val="2399"/>
                  </a:srgbClr>
                </a:gs>
                <a:gs pos="85714">
                  <a:srgbClr val="0B0D0B">
                    <a:alpha val="956"/>
                  </a:srgbClr>
                </a:gs>
                <a:gs pos="100000">
                  <a:srgbClr val="0B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5400000">
              <a:off x="1335501" y="138567"/>
              <a:ext cx="602456" cy="602456"/>
            </a:xfrm>
            <a:prstGeom prst="ellipse">
              <a:avLst/>
            </a:prstGeom>
            <a:gradFill>
              <a:gsLst>
                <a:gs pos="0">
                  <a:srgbClr val="3A272F">
                    <a:alpha val="18127"/>
                  </a:srgbClr>
                </a:gs>
                <a:gs pos="14286">
                  <a:srgbClr val="3A272F">
                    <a:alpha val="16792"/>
                  </a:srgbClr>
                </a:gs>
                <a:gs pos="28571">
                  <a:srgbClr val="3A272F">
                    <a:alpha val="13301"/>
                  </a:srgbClr>
                </a:gs>
                <a:gs pos="42857">
                  <a:srgbClr val="3A272F">
                    <a:alpha val="8937"/>
                  </a:srgbClr>
                </a:gs>
                <a:gs pos="57143">
                  <a:srgbClr val="3A272F">
                    <a:alpha val="5055"/>
                  </a:srgbClr>
                </a:gs>
                <a:gs pos="71429">
                  <a:srgbClr val="3A272F">
                    <a:alpha val="2399"/>
                  </a:srgbClr>
                </a:gs>
                <a:gs pos="85714">
                  <a:srgbClr val="3A272F">
                    <a:alpha val="956"/>
                  </a:srgbClr>
                </a:gs>
                <a:gs pos="100000">
                  <a:srgbClr val="3A272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5400000">
              <a:off x="3144533" y="28801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E0E">
                    <a:alpha val="18127"/>
                  </a:srgbClr>
                </a:gs>
                <a:gs pos="14286">
                  <a:srgbClr val="0D0E0E">
                    <a:alpha val="16792"/>
                  </a:srgbClr>
                </a:gs>
                <a:gs pos="28571">
                  <a:srgbClr val="0D0E0E">
                    <a:alpha val="13301"/>
                  </a:srgbClr>
                </a:gs>
                <a:gs pos="42857">
                  <a:srgbClr val="0D0E0E">
                    <a:alpha val="8937"/>
                  </a:srgbClr>
                </a:gs>
                <a:gs pos="57143">
                  <a:srgbClr val="0D0E0E">
                    <a:alpha val="5055"/>
                  </a:srgbClr>
                </a:gs>
                <a:gs pos="71429">
                  <a:srgbClr val="0D0E0E">
                    <a:alpha val="2399"/>
                  </a:srgbClr>
                </a:gs>
                <a:gs pos="85714">
                  <a:srgbClr val="0D0E0E">
                    <a:alpha val="956"/>
                  </a:srgbClr>
                </a:gs>
                <a:gs pos="100000">
                  <a:srgbClr val="0D0E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5400000">
              <a:off x="1765026" y="282487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1010">
                    <a:alpha val="18127"/>
                  </a:srgbClr>
                </a:gs>
                <a:gs pos="14286">
                  <a:srgbClr val="0E1010">
                    <a:alpha val="16792"/>
                  </a:srgbClr>
                </a:gs>
                <a:gs pos="28571">
                  <a:srgbClr val="0E1010">
                    <a:alpha val="13301"/>
                  </a:srgbClr>
                </a:gs>
                <a:gs pos="42857">
                  <a:srgbClr val="0E1010">
                    <a:alpha val="8937"/>
                  </a:srgbClr>
                </a:gs>
                <a:gs pos="57143">
                  <a:srgbClr val="0E1010">
                    <a:alpha val="5055"/>
                  </a:srgbClr>
                </a:gs>
                <a:gs pos="71429">
                  <a:srgbClr val="0E1010">
                    <a:alpha val="2399"/>
                  </a:srgbClr>
                </a:gs>
                <a:gs pos="85714">
                  <a:srgbClr val="0E1010">
                    <a:alpha val="956"/>
                  </a:srgbClr>
                </a:gs>
                <a:gs pos="100000">
                  <a:srgbClr val="0E10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5400000">
              <a:off x="2371349" y="-269565"/>
              <a:ext cx="602456" cy="602456"/>
            </a:xfrm>
            <a:prstGeom prst="ellipse">
              <a:avLst/>
            </a:prstGeom>
            <a:gradFill>
              <a:gsLst>
                <a:gs pos="0">
                  <a:srgbClr val="11191C">
                    <a:alpha val="18127"/>
                  </a:srgbClr>
                </a:gs>
                <a:gs pos="14286">
                  <a:srgbClr val="11191C">
                    <a:alpha val="16792"/>
                  </a:srgbClr>
                </a:gs>
                <a:gs pos="28571">
                  <a:srgbClr val="11191C">
                    <a:alpha val="13301"/>
                  </a:srgbClr>
                </a:gs>
                <a:gs pos="42857">
                  <a:srgbClr val="11191C">
                    <a:alpha val="8937"/>
                  </a:srgbClr>
                </a:gs>
                <a:gs pos="57143">
                  <a:srgbClr val="11191C">
                    <a:alpha val="5055"/>
                  </a:srgbClr>
                </a:gs>
                <a:gs pos="71429">
                  <a:srgbClr val="11191C">
                    <a:alpha val="2399"/>
                  </a:srgbClr>
                </a:gs>
                <a:gs pos="85714">
                  <a:srgbClr val="11191C">
                    <a:alpha val="956"/>
                  </a:srgbClr>
                </a:gs>
                <a:gs pos="100000">
                  <a:srgbClr val="11191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5400000">
              <a:off x="-291383" y="15562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0F0E">
                    <a:alpha val="18127"/>
                  </a:srgbClr>
                </a:gs>
                <a:gs pos="14286">
                  <a:srgbClr val="0F0F0E">
                    <a:alpha val="16792"/>
                  </a:srgbClr>
                </a:gs>
                <a:gs pos="28571">
                  <a:srgbClr val="0F0F0E">
                    <a:alpha val="13301"/>
                  </a:srgbClr>
                </a:gs>
                <a:gs pos="42857">
                  <a:srgbClr val="0F0F0E">
                    <a:alpha val="8937"/>
                  </a:srgbClr>
                </a:gs>
                <a:gs pos="57143">
                  <a:srgbClr val="0F0F0E">
                    <a:alpha val="5055"/>
                  </a:srgbClr>
                </a:gs>
                <a:gs pos="71429">
                  <a:srgbClr val="0F0F0E">
                    <a:alpha val="2399"/>
                  </a:srgbClr>
                </a:gs>
                <a:gs pos="85714">
                  <a:srgbClr val="0F0F0E">
                    <a:alpha val="956"/>
                  </a:srgbClr>
                </a:gs>
                <a:gs pos="100000">
                  <a:srgbClr val="0F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5400000">
              <a:off x="1987691" y="2113437"/>
              <a:ext cx="602456" cy="602456"/>
            </a:xfrm>
            <a:prstGeom prst="ellipse">
              <a:avLst/>
            </a:prstGeom>
            <a:gradFill>
              <a:gsLst>
                <a:gs pos="0">
                  <a:srgbClr val="111213">
                    <a:alpha val="18127"/>
                  </a:srgbClr>
                </a:gs>
                <a:gs pos="14286">
                  <a:srgbClr val="111213">
                    <a:alpha val="16792"/>
                  </a:srgbClr>
                </a:gs>
                <a:gs pos="28571">
                  <a:srgbClr val="111213">
                    <a:alpha val="13301"/>
                  </a:srgbClr>
                </a:gs>
                <a:gs pos="42857">
                  <a:srgbClr val="111213">
                    <a:alpha val="8937"/>
                  </a:srgbClr>
                </a:gs>
                <a:gs pos="57143">
                  <a:srgbClr val="111213">
                    <a:alpha val="5055"/>
                  </a:srgbClr>
                </a:gs>
                <a:gs pos="71429">
                  <a:srgbClr val="111213">
                    <a:alpha val="2399"/>
                  </a:srgbClr>
                </a:gs>
                <a:gs pos="85714">
                  <a:srgbClr val="111213">
                    <a:alpha val="956"/>
                  </a:srgbClr>
                </a:gs>
                <a:gs pos="100000">
                  <a:srgbClr val="111213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5400000">
              <a:off x="2576569" y="6462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20212C">
                    <a:alpha val="18127"/>
                  </a:srgbClr>
                </a:gs>
                <a:gs pos="14286">
                  <a:srgbClr val="20212C">
                    <a:alpha val="16792"/>
                  </a:srgbClr>
                </a:gs>
                <a:gs pos="28571">
                  <a:srgbClr val="20212C">
                    <a:alpha val="13301"/>
                  </a:srgbClr>
                </a:gs>
                <a:gs pos="42857">
                  <a:srgbClr val="20212C">
                    <a:alpha val="8937"/>
                  </a:srgbClr>
                </a:gs>
                <a:gs pos="57143">
                  <a:srgbClr val="20212C">
                    <a:alpha val="5055"/>
                  </a:srgbClr>
                </a:gs>
                <a:gs pos="71429">
                  <a:srgbClr val="20212C">
                    <a:alpha val="2399"/>
                  </a:srgbClr>
                </a:gs>
                <a:gs pos="85714">
                  <a:srgbClr val="20212C">
                    <a:alpha val="956"/>
                  </a:srgbClr>
                </a:gs>
                <a:gs pos="100000">
                  <a:srgbClr val="20212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5400000">
              <a:off x="3310162" y="20307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0F0D">
                    <a:alpha val="18127"/>
                  </a:srgbClr>
                </a:gs>
                <a:gs pos="14286">
                  <a:srgbClr val="0E0F0D">
                    <a:alpha val="16792"/>
                  </a:srgbClr>
                </a:gs>
                <a:gs pos="28571">
                  <a:srgbClr val="0E0F0D">
                    <a:alpha val="13301"/>
                  </a:srgbClr>
                </a:gs>
                <a:gs pos="42857">
                  <a:srgbClr val="0E0F0D">
                    <a:alpha val="8937"/>
                  </a:srgbClr>
                </a:gs>
                <a:gs pos="57143">
                  <a:srgbClr val="0E0F0D">
                    <a:alpha val="5055"/>
                  </a:srgbClr>
                </a:gs>
                <a:gs pos="71429">
                  <a:srgbClr val="0E0F0D">
                    <a:alpha val="2399"/>
                  </a:srgbClr>
                </a:gs>
                <a:gs pos="85714">
                  <a:srgbClr val="0E0F0D">
                    <a:alpha val="956"/>
                  </a:srgbClr>
                </a:gs>
                <a:gs pos="100000">
                  <a:srgbClr val="0E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5400000">
              <a:off x="-2764" y="2242507"/>
              <a:ext cx="602456" cy="602456"/>
            </a:xfrm>
            <a:prstGeom prst="ellipse">
              <a:avLst/>
            </a:prstGeom>
            <a:gradFill>
              <a:gsLst>
                <a:gs pos="0">
                  <a:srgbClr val="10100F">
                    <a:alpha val="18127"/>
                  </a:srgbClr>
                </a:gs>
                <a:gs pos="14286">
                  <a:srgbClr val="10100F">
                    <a:alpha val="16792"/>
                  </a:srgbClr>
                </a:gs>
                <a:gs pos="28571">
                  <a:srgbClr val="10100F">
                    <a:alpha val="13301"/>
                  </a:srgbClr>
                </a:gs>
                <a:gs pos="42857">
                  <a:srgbClr val="10100F">
                    <a:alpha val="8937"/>
                  </a:srgbClr>
                </a:gs>
                <a:gs pos="57143">
                  <a:srgbClr val="10100F">
                    <a:alpha val="5055"/>
                  </a:srgbClr>
                </a:gs>
                <a:gs pos="71429">
                  <a:srgbClr val="10100F">
                    <a:alpha val="2399"/>
                  </a:srgbClr>
                </a:gs>
                <a:gs pos="85714">
                  <a:srgbClr val="10100F">
                    <a:alpha val="956"/>
                  </a:srgbClr>
                </a:gs>
                <a:gs pos="100000">
                  <a:srgbClr val="1010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5400000">
              <a:off x="3268234" y="219579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F">
                    <a:alpha val="18127"/>
                  </a:srgbClr>
                </a:gs>
                <a:gs pos="14286">
                  <a:srgbClr val="0D0F0F">
                    <a:alpha val="16792"/>
                  </a:srgbClr>
                </a:gs>
                <a:gs pos="28571">
                  <a:srgbClr val="0D0F0F">
                    <a:alpha val="13301"/>
                  </a:srgbClr>
                </a:gs>
                <a:gs pos="42857">
                  <a:srgbClr val="0D0F0F">
                    <a:alpha val="8937"/>
                  </a:srgbClr>
                </a:gs>
                <a:gs pos="57143">
                  <a:srgbClr val="0D0F0F">
                    <a:alpha val="5055"/>
                  </a:srgbClr>
                </a:gs>
                <a:gs pos="71429">
                  <a:srgbClr val="0D0F0F">
                    <a:alpha val="2399"/>
                  </a:srgbClr>
                </a:gs>
                <a:gs pos="85714">
                  <a:srgbClr val="0D0F0F">
                    <a:alpha val="956"/>
                  </a:srgbClr>
                </a:gs>
                <a:gs pos="100000">
                  <a:srgbClr val="0D0F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5400000">
              <a:off x="1642543" y="2134894"/>
              <a:ext cx="602456" cy="602456"/>
            </a:xfrm>
            <a:prstGeom prst="ellipse">
              <a:avLst/>
            </a:prstGeom>
            <a:gradFill>
              <a:gsLst>
                <a:gs pos="0">
                  <a:srgbClr val="111823">
                    <a:alpha val="18127"/>
                  </a:srgbClr>
                </a:gs>
                <a:gs pos="14286">
                  <a:srgbClr val="111823">
                    <a:alpha val="16792"/>
                  </a:srgbClr>
                </a:gs>
                <a:gs pos="28571">
                  <a:srgbClr val="111823">
                    <a:alpha val="13301"/>
                  </a:srgbClr>
                </a:gs>
                <a:gs pos="42857">
                  <a:srgbClr val="111823">
                    <a:alpha val="8937"/>
                  </a:srgbClr>
                </a:gs>
                <a:gs pos="57143">
                  <a:srgbClr val="111823">
                    <a:alpha val="5055"/>
                  </a:srgbClr>
                </a:gs>
                <a:gs pos="71429">
                  <a:srgbClr val="111823">
                    <a:alpha val="2399"/>
                  </a:srgbClr>
                </a:gs>
                <a:gs pos="85714">
                  <a:srgbClr val="111823">
                    <a:alpha val="956"/>
                  </a:srgbClr>
                </a:gs>
                <a:gs pos="100000">
                  <a:srgbClr val="111823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5400000">
              <a:off x="-15072" y="255889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E0B">
                    <a:alpha val="18127"/>
                  </a:srgbClr>
                </a:gs>
                <a:gs pos="14286">
                  <a:srgbClr val="0D0E0B">
                    <a:alpha val="16792"/>
                  </a:srgbClr>
                </a:gs>
                <a:gs pos="28571">
                  <a:srgbClr val="0D0E0B">
                    <a:alpha val="13301"/>
                  </a:srgbClr>
                </a:gs>
                <a:gs pos="42857">
                  <a:srgbClr val="0D0E0B">
                    <a:alpha val="8937"/>
                  </a:srgbClr>
                </a:gs>
                <a:gs pos="57143">
                  <a:srgbClr val="0D0E0B">
                    <a:alpha val="5055"/>
                  </a:srgbClr>
                </a:gs>
                <a:gs pos="71429">
                  <a:srgbClr val="0D0E0B">
                    <a:alpha val="2399"/>
                  </a:srgbClr>
                </a:gs>
                <a:gs pos="85714">
                  <a:srgbClr val="0D0E0B">
                    <a:alpha val="956"/>
                  </a:srgbClr>
                </a:gs>
                <a:gs pos="100000">
                  <a:srgbClr val="0D0E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5400000">
              <a:off x="3326035" y="27337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1111">
                    <a:alpha val="18127"/>
                  </a:srgbClr>
                </a:gs>
                <a:gs pos="14286">
                  <a:srgbClr val="0C1111">
                    <a:alpha val="16792"/>
                  </a:srgbClr>
                </a:gs>
                <a:gs pos="28571">
                  <a:srgbClr val="0C1111">
                    <a:alpha val="13301"/>
                  </a:srgbClr>
                </a:gs>
                <a:gs pos="42857">
                  <a:srgbClr val="0C1111">
                    <a:alpha val="8937"/>
                  </a:srgbClr>
                </a:gs>
                <a:gs pos="57143">
                  <a:srgbClr val="0C1111">
                    <a:alpha val="5055"/>
                  </a:srgbClr>
                </a:gs>
                <a:gs pos="71429">
                  <a:srgbClr val="0C1111">
                    <a:alpha val="2399"/>
                  </a:srgbClr>
                </a:gs>
                <a:gs pos="85714">
                  <a:srgbClr val="0C1111">
                    <a:alpha val="956"/>
                  </a:srgbClr>
                </a:gs>
                <a:gs pos="100000">
                  <a:srgbClr val="0C111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5400000">
              <a:off x="1758503" y="127517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D0C">
                    <a:alpha val="18127"/>
                  </a:srgbClr>
                </a:gs>
                <a:gs pos="14286">
                  <a:srgbClr val="0A0D0C">
                    <a:alpha val="16792"/>
                  </a:srgbClr>
                </a:gs>
                <a:gs pos="28571">
                  <a:srgbClr val="0A0D0C">
                    <a:alpha val="13301"/>
                  </a:srgbClr>
                </a:gs>
                <a:gs pos="42857">
                  <a:srgbClr val="0A0D0C">
                    <a:alpha val="8937"/>
                  </a:srgbClr>
                </a:gs>
                <a:gs pos="57143">
                  <a:srgbClr val="0A0D0C">
                    <a:alpha val="5055"/>
                  </a:srgbClr>
                </a:gs>
                <a:gs pos="71429">
                  <a:srgbClr val="0A0D0C">
                    <a:alpha val="2399"/>
                  </a:srgbClr>
                </a:gs>
                <a:gs pos="85714">
                  <a:srgbClr val="0A0D0C">
                    <a:alpha val="956"/>
                  </a:srgbClr>
                </a:gs>
                <a:gs pos="100000">
                  <a:srgbClr val="0A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5400000">
              <a:off x="1866324" y="2842668"/>
              <a:ext cx="602456" cy="602456"/>
            </a:xfrm>
            <a:prstGeom prst="ellipse">
              <a:avLst/>
            </a:prstGeom>
            <a:gradFill>
              <a:gsLst>
                <a:gs pos="0">
                  <a:srgbClr val="1A242F">
                    <a:alpha val="18127"/>
                  </a:srgbClr>
                </a:gs>
                <a:gs pos="14286">
                  <a:srgbClr val="1A242F">
                    <a:alpha val="16792"/>
                  </a:srgbClr>
                </a:gs>
                <a:gs pos="28571">
                  <a:srgbClr val="1A242F">
                    <a:alpha val="13301"/>
                  </a:srgbClr>
                </a:gs>
                <a:gs pos="42857">
                  <a:srgbClr val="1A242F">
                    <a:alpha val="8937"/>
                  </a:srgbClr>
                </a:gs>
                <a:gs pos="57143">
                  <a:srgbClr val="1A242F">
                    <a:alpha val="5055"/>
                  </a:srgbClr>
                </a:gs>
                <a:gs pos="71429">
                  <a:srgbClr val="1A242F">
                    <a:alpha val="2399"/>
                  </a:srgbClr>
                </a:gs>
                <a:gs pos="85714">
                  <a:srgbClr val="1A242F">
                    <a:alpha val="956"/>
                  </a:srgbClr>
                </a:gs>
                <a:gs pos="100000">
                  <a:srgbClr val="1A242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5400000">
              <a:off x="2511838" y="-285409"/>
              <a:ext cx="602456" cy="602456"/>
            </a:xfrm>
            <a:prstGeom prst="ellipse">
              <a:avLst/>
            </a:prstGeom>
            <a:gradFill>
              <a:gsLst>
                <a:gs pos="0">
                  <a:srgbClr val="191C17">
                    <a:alpha val="18127"/>
                  </a:srgbClr>
                </a:gs>
                <a:gs pos="14286">
                  <a:srgbClr val="191C17">
                    <a:alpha val="16792"/>
                  </a:srgbClr>
                </a:gs>
                <a:gs pos="28571">
                  <a:srgbClr val="191C17">
                    <a:alpha val="13301"/>
                  </a:srgbClr>
                </a:gs>
                <a:gs pos="42857">
                  <a:srgbClr val="191C17">
                    <a:alpha val="8937"/>
                  </a:srgbClr>
                </a:gs>
                <a:gs pos="57143">
                  <a:srgbClr val="191C17">
                    <a:alpha val="5055"/>
                  </a:srgbClr>
                </a:gs>
                <a:gs pos="71429">
                  <a:srgbClr val="191C17">
                    <a:alpha val="2399"/>
                  </a:srgbClr>
                </a:gs>
                <a:gs pos="85714">
                  <a:srgbClr val="191C17">
                    <a:alpha val="956"/>
                  </a:srgbClr>
                </a:gs>
                <a:gs pos="100000">
                  <a:srgbClr val="191C1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5400000">
              <a:off x="1654119" y="200002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011">
                    <a:alpha val="18127"/>
                  </a:srgbClr>
                </a:gs>
                <a:gs pos="14286">
                  <a:srgbClr val="0D1011">
                    <a:alpha val="16792"/>
                  </a:srgbClr>
                </a:gs>
                <a:gs pos="28571">
                  <a:srgbClr val="0D1011">
                    <a:alpha val="13301"/>
                  </a:srgbClr>
                </a:gs>
                <a:gs pos="42857">
                  <a:srgbClr val="0D1011">
                    <a:alpha val="8937"/>
                  </a:srgbClr>
                </a:gs>
                <a:gs pos="57143">
                  <a:srgbClr val="0D1011">
                    <a:alpha val="5055"/>
                  </a:srgbClr>
                </a:gs>
                <a:gs pos="71429">
                  <a:srgbClr val="0D1011">
                    <a:alpha val="2399"/>
                  </a:srgbClr>
                </a:gs>
                <a:gs pos="85714">
                  <a:srgbClr val="0D1011">
                    <a:alpha val="956"/>
                  </a:srgbClr>
                </a:gs>
                <a:gs pos="100000">
                  <a:srgbClr val="0D101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5400000">
              <a:off x="1828172" y="2204293"/>
              <a:ext cx="602456" cy="602456"/>
            </a:xfrm>
            <a:prstGeom prst="ellipse">
              <a:avLst/>
            </a:prstGeom>
            <a:gradFill>
              <a:gsLst>
                <a:gs pos="0">
                  <a:srgbClr val="49413D">
                    <a:alpha val="18127"/>
                  </a:srgbClr>
                </a:gs>
                <a:gs pos="14286">
                  <a:srgbClr val="49413D">
                    <a:alpha val="16792"/>
                  </a:srgbClr>
                </a:gs>
                <a:gs pos="28571">
                  <a:srgbClr val="49413D">
                    <a:alpha val="13301"/>
                  </a:srgbClr>
                </a:gs>
                <a:gs pos="42857">
                  <a:srgbClr val="49413D">
                    <a:alpha val="8937"/>
                  </a:srgbClr>
                </a:gs>
                <a:gs pos="57143">
                  <a:srgbClr val="49413D">
                    <a:alpha val="5055"/>
                  </a:srgbClr>
                </a:gs>
                <a:gs pos="71429">
                  <a:srgbClr val="49413D">
                    <a:alpha val="2399"/>
                  </a:srgbClr>
                </a:gs>
                <a:gs pos="85714">
                  <a:srgbClr val="49413D">
                    <a:alpha val="956"/>
                  </a:srgbClr>
                </a:gs>
                <a:gs pos="100000">
                  <a:srgbClr val="49413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5400000">
              <a:off x="3254119" y="37204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D0A">
                    <a:alpha val="18127"/>
                  </a:srgbClr>
                </a:gs>
                <a:gs pos="14286">
                  <a:srgbClr val="0D0D0A">
                    <a:alpha val="16792"/>
                  </a:srgbClr>
                </a:gs>
                <a:gs pos="28571">
                  <a:srgbClr val="0D0D0A">
                    <a:alpha val="13301"/>
                  </a:srgbClr>
                </a:gs>
                <a:gs pos="42857">
                  <a:srgbClr val="0D0D0A">
                    <a:alpha val="8937"/>
                  </a:srgbClr>
                </a:gs>
                <a:gs pos="57143">
                  <a:srgbClr val="0D0D0A">
                    <a:alpha val="5055"/>
                  </a:srgbClr>
                </a:gs>
                <a:gs pos="71429">
                  <a:srgbClr val="0D0D0A">
                    <a:alpha val="2399"/>
                  </a:srgbClr>
                </a:gs>
                <a:gs pos="85714">
                  <a:srgbClr val="0D0D0A">
                    <a:alpha val="956"/>
                  </a:srgbClr>
                </a:gs>
                <a:gs pos="100000">
                  <a:srgbClr val="0D0D0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5400000">
              <a:off x="1649195" y="134527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D0B">
                    <a:alpha val="18127"/>
                  </a:srgbClr>
                </a:gs>
                <a:gs pos="14286">
                  <a:srgbClr val="0C0D0B">
                    <a:alpha val="16792"/>
                  </a:srgbClr>
                </a:gs>
                <a:gs pos="28571">
                  <a:srgbClr val="0C0D0B">
                    <a:alpha val="13301"/>
                  </a:srgbClr>
                </a:gs>
                <a:gs pos="42857">
                  <a:srgbClr val="0C0D0B">
                    <a:alpha val="8937"/>
                  </a:srgbClr>
                </a:gs>
                <a:gs pos="57143">
                  <a:srgbClr val="0C0D0B">
                    <a:alpha val="5055"/>
                  </a:srgbClr>
                </a:gs>
                <a:gs pos="71429">
                  <a:srgbClr val="0C0D0B">
                    <a:alpha val="2399"/>
                  </a:srgbClr>
                </a:gs>
                <a:gs pos="85714">
                  <a:srgbClr val="0C0D0B">
                    <a:alpha val="956"/>
                  </a:srgbClr>
                </a:gs>
                <a:gs pos="100000">
                  <a:srgbClr val="0C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5400000">
              <a:off x="3333867" y="202085"/>
              <a:ext cx="602456" cy="602456"/>
            </a:xfrm>
            <a:prstGeom prst="ellipse">
              <a:avLst/>
            </a:prstGeom>
            <a:gradFill>
              <a:gsLst>
                <a:gs pos="0">
                  <a:srgbClr val="10100E">
                    <a:alpha val="18127"/>
                  </a:srgbClr>
                </a:gs>
                <a:gs pos="14286">
                  <a:srgbClr val="10100E">
                    <a:alpha val="16792"/>
                  </a:srgbClr>
                </a:gs>
                <a:gs pos="28571">
                  <a:srgbClr val="10100E">
                    <a:alpha val="13301"/>
                  </a:srgbClr>
                </a:gs>
                <a:gs pos="42857">
                  <a:srgbClr val="10100E">
                    <a:alpha val="8937"/>
                  </a:srgbClr>
                </a:gs>
                <a:gs pos="57143">
                  <a:srgbClr val="10100E">
                    <a:alpha val="5055"/>
                  </a:srgbClr>
                </a:gs>
                <a:gs pos="71429">
                  <a:srgbClr val="10100E">
                    <a:alpha val="2399"/>
                  </a:srgbClr>
                </a:gs>
                <a:gs pos="85714">
                  <a:srgbClr val="10100E">
                    <a:alpha val="956"/>
                  </a:srgbClr>
                </a:gs>
                <a:gs pos="100000">
                  <a:srgbClr val="1010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5400000">
              <a:off x="635988" y="23788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D">
                    <a:alpha val="18127"/>
                  </a:srgbClr>
                </a:gs>
                <a:gs pos="14286">
                  <a:srgbClr val="0C0F0D">
                    <a:alpha val="16792"/>
                  </a:srgbClr>
                </a:gs>
                <a:gs pos="28571">
                  <a:srgbClr val="0C0F0D">
                    <a:alpha val="13301"/>
                  </a:srgbClr>
                </a:gs>
                <a:gs pos="42857">
                  <a:srgbClr val="0C0F0D">
                    <a:alpha val="8937"/>
                  </a:srgbClr>
                </a:gs>
                <a:gs pos="57143">
                  <a:srgbClr val="0C0F0D">
                    <a:alpha val="5055"/>
                  </a:srgbClr>
                </a:gs>
                <a:gs pos="71429">
                  <a:srgbClr val="0C0F0D">
                    <a:alpha val="2399"/>
                  </a:srgbClr>
                </a:gs>
                <a:gs pos="85714">
                  <a:srgbClr val="0C0F0D">
                    <a:alpha val="956"/>
                  </a:srgbClr>
                </a:gs>
                <a:gs pos="100000">
                  <a:srgbClr val="0C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5400000">
              <a:off x="2853701" y="736011"/>
              <a:ext cx="602456" cy="602456"/>
            </a:xfrm>
            <a:prstGeom prst="ellipse">
              <a:avLst/>
            </a:prstGeom>
            <a:gradFill>
              <a:gsLst>
                <a:gs pos="0">
                  <a:srgbClr val="101010">
                    <a:alpha val="18127"/>
                  </a:srgbClr>
                </a:gs>
                <a:gs pos="14286">
                  <a:srgbClr val="101010">
                    <a:alpha val="16792"/>
                  </a:srgbClr>
                </a:gs>
                <a:gs pos="28571">
                  <a:srgbClr val="101010">
                    <a:alpha val="13301"/>
                  </a:srgbClr>
                </a:gs>
                <a:gs pos="42857">
                  <a:srgbClr val="101010">
                    <a:alpha val="8937"/>
                  </a:srgbClr>
                </a:gs>
                <a:gs pos="57143">
                  <a:srgbClr val="101010">
                    <a:alpha val="5055"/>
                  </a:srgbClr>
                </a:gs>
                <a:gs pos="71429">
                  <a:srgbClr val="101010">
                    <a:alpha val="2399"/>
                  </a:srgbClr>
                </a:gs>
                <a:gs pos="85714">
                  <a:srgbClr val="101010">
                    <a:alpha val="956"/>
                  </a:srgbClr>
                </a:gs>
                <a:gs pos="100000">
                  <a:srgbClr val="1010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5400000">
              <a:off x="2404265" y="2775146"/>
              <a:ext cx="602456" cy="602456"/>
            </a:xfrm>
            <a:prstGeom prst="ellipse">
              <a:avLst/>
            </a:prstGeom>
            <a:gradFill>
              <a:gsLst>
                <a:gs pos="0">
                  <a:srgbClr val="1F1A21">
                    <a:alpha val="18127"/>
                  </a:srgbClr>
                </a:gs>
                <a:gs pos="14286">
                  <a:srgbClr val="1F1A21">
                    <a:alpha val="16792"/>
                  </a:srgbClr>
                </a:gs>
                <a:gs pos="28571">
                  <a:srgbClr val="1F1A21">
                    <a:alpha val="13301"/>
                  </a:srgbClr>
                </a:gs>
                <a:gs pos="42857">
                  <a:srgbClr val="1F1A21">
                    <a:alpha val="8937"/>
                  </a:srgbClr>
                </a:gs>
                <a:gs pos="57143">
                  <a:srgbClr val="1F1A21">
                    <a:alpha val="5055"/>
                  </a:srgbClr>
                </a:gs>
                <a:gs pos="71429">
                  <a:srgbClr val="1F1A21">
                    <a:alpha val="2399"/>
                  </a:srgbClr>
                </a:gs>
                <a:gs pos="85714">
                  <a:srgbClr val="1F1A21">
                    <a:alpha val="956"/>
                  </a:srgbClr>
                </a:gs>
                <a:gs pos="100000">
                  <a:srgbClr val="1F1A2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5400000">
              <a:off x="597746" y="352418"/>
              <a:ext cx="602456" cy="602456"/>
            </a:xfrm>
            <a:prstGeom prst="ellipse">
              <a:avLst/>
            </a:prstGeom>
            <a:gradFill>
              <a:gsLst>
                <a:gs pos="0">
                  <a:srgbClr val="1E181C">
                    <a:alpha val="18127"/>
                  </a:srgbClr>
                </a:gs>
                <a:gs pos="14286">
                  <a:srgbClr val="1E181C">
                    <a:alpha val="16792"/>
                  </a:srgbClr>
                </a:gs>
                <a:gs pos="28571">
                  <a:srgbClr val="1E181C">
                    <a:alpha val="13301"/>
                  </a:srgbClr>
                </a:gs>
                <a:gs pos="42857">
                  <a:srgbClr val="1E181C">
                    <a:alpha val="8937"/>
                  </a:srgbClr>
                </a:gs>
                <a:gs pos="57143">
                  <a:srgbClr val="1E181C">
                    <a:alpha val="5055"/>
                  </a:srgbClr>
                </a:gs>
                <a:gs pos="71429">
                  <a:srgbClr val="1E181C">
                    <a:alpha val="2399"/>
                  </a:srgbClr>
                </a:gs>
                <a:gs pos="85714">
                  <a:srgbClr val="1E181C">
                    <a:alpha val="956"/>
                  </a:srgbClr>
                </a:gs>
                <a:gs pos="100000">
                  <a:srgbClr val="1E181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5400000">
              <a:off x="-172770" y="91949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D0B">
                    <a:alpha val="18127"/>
                  </a:srgbClr>
                </a:gs>
                <a:gs pos="14286">
                  <a:srgbClr val="0A0D0B">
                    <a:alpha val="16792"/>
                  </a:srgbClr>
                </a:gs>
                <a:gs pos="28571">
                  <a:srgbClr val="0A0D0B">
                    <a:alpha val="13301"/>
                  </a:srgbClr>
                </a:gs>
                <a:gs pos="42857">
                  <a:srgbClr val="0A0D0B">
                    <a:alpha val="8937"/>
                  </a:srgbClr>
                </a:gs>
                <a:gs pos="57143">
                  <a:srgbClr val="0A0D0B">
                    <a:alpha val="5055"/>
                  </a:srgbClr>
                </a:gs>
                <a:gs pos="71429">
                  <a:srgbClr val="0A0D0B">
                    <a:alpha val="2399"/>
                  </a:srgbClr>
                </a:gs>
                <a:gs pos="85714">
                  <a:srgbClr val="0A0D0B">
                    <a:alpha val="956"/>
                  </a:srgbClr>
                </a:gs>
                <a:gs pos="100000">
                  <a:srgbClr val="0A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5400000">
              <a:off x="1594122" y="159249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C">
                    <a:alpha val="18127"/>
                  </a:srgbClr>
                </a:gs>
                <a:gs pos="14286">
                  <a:srgbClr val="0B0D0C">
                    <a:alpha val="16792"/>
                  </a:srgbClr>
                </a:gs>
                <a:gs pos="28571">
                  <a:srgbClr val="0B0D0C">
                    <a:alpha val="13301"/>
                  </a:srgbClr>
                </a:gs>
                <a:gs pos="42857">
                  <a:srgbClr val="0B0D0C">
                    <a:alpha val="8937"/>
                  </a:srgbClr>
                </a:gs>
                <a:gs pos="57143">
                  <a:srgbClr val="0B0D0C">
                    <a:alpha val="5055"/>
                  </a:srgbClr>
                </a:gs>
                <a:gs pos="71429">
                  <a:srgbClr val="0B0D0C">
                    <a:alpha val="2399"/>
                  </a:srgbClr>
                </a:gs>
                <a:gs pos="85714">
                  <a:srgbClr val="0B0D0C">
                    <a:alpha val="956"/>
                  </a:srgbClr>
                </a:gs>
                <a:gs pos="100000">
                  <a:srgbClr val="0B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5400000">
              <a:off x="3323373" y="1860370"/>
              <a:ext cx="602456" cy="602456"/>
            </a:xfrm>
            <a:prstGeom prst="ellipse">
              <a:avLst/>
            </a:prstGeom>
            <a:gradFill>
              <a:gsLst>
                <a:gs pos="0">
                  <a:srgbClr val="111517">
                    <a:alpha val="18127"/>
                  </a:srgbClr>
                </a:gs>
                <a:gs pos="14286">
                  <a:srgbClr val="111517">
                    <a:alpha val="16792"/>
                  </a:srgbClr>
                </a:gs>
                <a:gs pos="28571">
                  <a:srgbClr val="111517">
                    <a:alpha val="13301"/>
                  </a:srgbClr>
                </a:gs>
                <a:gs pos="42857">
                  <a:srgbClr val="111517">
                    <a:alpha val="8937"/>
                  </a:srgbClr>
                </a:gs>
                <a:gs pos="57143">
                  <a:srgbClr val="111517">
                    <a:alpha val="5055"/>
                  </a:srgbClr>
                </a:gs>
                <a:gs pos="71429">
                  <a:srgbClr val="111517">
                    <a:alpha val="2399"/>
                  </a:srgbClr>
                </a:gs>
                <a:gs pos="85714">
                  <a:srgbClr val="111517">
                    <a:alpha val="956"/>
                  </a:srgbClr>
                </a:gs>
                <a:gs pos="100000">
                  <a:srgbClr val="11151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5400000">
              <a:off x="2503797" y="53035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111">
                    <a:alpha val="18127"/>
                  </a:srgbClr>
                </a:gs>
                <a:gs pos="14286">
                  <a:srgbClr val="0D1111">
                    <a:alpha val="16792"/>
                  </a:srgbClr>
                </a:gs>
                <a:gs pos="28571">
                  <a:srgbClr val="0D1111">
                    <a:alpha val="13301"/>
                  </a:srgbClr>
                </a:gs>
                <a:gs pos="42857">
                  <a:srgbClr val="0D1111">
                    <a:alpha val="8937"/>
                  </a:srgbClr>
                </a:gs>
                <a:gs pos="57143">
                  <a:srgbClr val="0D1111">
                    <a:alpha val="5055"/>
                  </a:srgbClr>
                </a:gs>
                <a:gs pos="71429">
                  <a:srgbClr val="0D1111">
                    <a:alpha val="2399"/>
                  </a:srgbClr>
                </a:gs>
                <a:gs pos="85714">
                  <a:srgbClr val="0D1111">
                    <a:alpha val="956"/>
                  </a:srgbClr>
                </a:gs>
                <a:gs pos="100000">
                  <a:srgbClr val="0D111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5400000">
              <a:off x="1835368" y="610710"/>
              <a:ext cx="602456" cy="602456"/>
            </a:xfrm>
            <a:prstGeom prst="ellipse">
              <a:avLst/>
            </a:prstGeom>
            <a:gradFill>
              <a:gsLst>
                <a:gs pos="0">
                  <a:srgbClr val="1D1E25">
                    <a:alpha val="18127"/>
                  </a:srgbClr>
                </a:gs>
                <a:gs pos="14286">
                  <a:srgbClr val="1D1E25">
                    <a:alpha val="16792"/>
                  </a:srgbClr>
                </a:gs>
                <a:gs pos="28571">
                  <a:srgbClr val="1D1E25">
                    <a:alpha val="13301"/>
                  </a:srgbClr>
                </a:gs>
                <a:gs pos="42857">
                  <a:srgbClr val="1D1E25">
                    <a:alpha val="8937"/>
                  </a:srgbClr>
                </a:gs>
                <a:gs pos="57143">
                  <a:srgbClr val="1D1E25">
                    <a:alpha val="5055"/>
                  </a:srgbClr>
                </a:gs>
                <a:gs pos="71429">
                  <a:srgbClr val="1D1E25">
                    <a:alpha val="2399"/>
                  </a:srgbClr>
                </a:gs>
                <a:gs pos="85714">
                  <a:srgbClr val="1D1E25">
                    <a:alpha val="956"/>
                  </a:srgbClr>
                </a:gs>
                <a:gs pos="100000">
                  <a:srgbClr val="1D1E25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5400000">
              <a:off x="3297832" y="4046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181925">
                    <a:alpha val="18127"/>
                  </a:srgbClr>
                </a:gs>
                <a:gs pos="14286">
                  <a:srgbClr val="181925">
                    <a:alpha val="16792"/>
                  </a:srgbClr>
                </a:gs>
                <a:gs pos="28571">
                  <a:srgbClr val="181925">
                    <a:alpha val="13301"/>
                  </a:srgbClr>
                </a:gs>
                <a:gs pos="42857">
                  <a:srgbClr val="181925">
                    <a:alpha val="8937"/>
                  </a:srgbClr>
                </a:gs>
                <a:gs pos="57143">
                  <a:srgbClr val="181925">
                    <a:alpha val="5055"/>
                  </a:srgbClr>
                </a:gs>
                <a:gs pos="71429">
                  <a:srgbClr val="181925">
                    <a:alpha val="2399"/>
                  </a:srgbClr>
                </a:gs>
                <a:gs pos="85714">
                  <a:srgbClr val="181925">
                    <a:alpha val="956"/>
                  </a:srgbClr>
                </a:gs>
                <a:gs pos="100000">
                  <a:srgbClr val="181925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5400000">
              <a:off x="1816945" y="70667"/>
              <a:ext cx="602456" cy="602456"/>
            </a:xfrm>
            <a:prstGeom prst="ellipse">
              <a:avLst/>
            </a:prstGeom>
            <a:gradFill>
              <a:gsLst>
                <a:gs pos="0">
                  <a:srgbClr val="2B2E37">
                    <a:alpha val="18127"/>
                  </a:srgbClr>
                </a:gs>
                <a:gs pos="14286">
                  <a:srgbClr val="2B2E37">
                    <a:alpha val="16792"/>
                  </a:srgbClr>
                </a:gs>
                <a:gs pos="28571">
                  <a:srgbClr val="2B2E37">
                    <a:alpha val="13301"/>
                  </a:srgbClr>
                </a:gs>
                <a:gs pos="42857">
                  <a:srgbClr val="2B2E37">
                    <a:alpha val="8937"/>
                  </a:srgbClr>
                </a:gs>
                <a:gs pos="57143">
                  <a:srgbClr val="2B2E37">
                    <a:alpha val="5055"/>
                  </a:srgbClr>
                </a:gs>
                <a:gs pos="71429">
                  <a:srgbClr val="2B2E37">
                    <a:alpha val="2399"/>
                  </a:srgbClr>
                </a:gs>
                <a:gs pos="85714">
                  <a:srgbClr val="2B2E37">
                    <a:alpha val="956"/>
                  </a:srgbClr>
                </a:gs>
                <a:gs pos="100000">
                  <a:srgbClr val="2B2E3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5400000">
              <a:off x="1447147" y="209885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1010">
                    <a:alpha val="18127"/>
                  </a:srgbClr>
                </a:gs>
                <a:gs pos="14286">
                  <a:srgbClr val="0F1010">
                    <a:alpha val="16792"/>
                  </a:srgbClr>
                </a:gs>
                <a:gs pos="28571">
                  <a:srgbClr val="0F1010">
                    <a:alpha val="13301"/>
                  </a:srgbClr>
                </a:gs>
                <a:gs pos="42857">
                  <a:srgbClr val="0F1010">
                    <a:alpha val="8937"/>
                  </a:srgbClr>
                </a:gs>
                <a:gs pos="57143">
                  <a:srgbClr val="0F1010">
                    <a:alpha val="5055"/>
                  </a:srgbClr>
                </a:gs>
                <a:gs pos="71429">
                  <a:srgbClr val="0F1010">
                    <a:alpha val="2399"/>
                  </a:srgbClr>
                </a:gs>
                <a:gs pos="85714">
                  <a:srgbClr val="0F1010">
                    <a:alpha val="956"/>
                  </a:srgbClr>
                </a:gs>
                <a:gs pos="100000">
                  <a:srgbClr val="0F10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5400000">
              <a:off x="-6918" y="113156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E0C">
                    <a:alpha val="18127"/>
                  </a:srgbClr>
                </a:gs>
                <a:gs pos="14286">
                  <a:srgbClr val="0A0E0C">
                    <a:alpha val="16792"/>
                  </a:srgbClr>
                </a:gs>
                <a:gs pos="28571">
                  <a:srgbClr val="0A0E0C">
                    <a:alpha val="13301"/>
                  </a:srgbClr>
                </a:gs>
                <a:gs pos="42857">
                  <a:srgbClr val="0A0E0C">
                    <a:alpha val="8937"/>
                  </a:srgbClr>
                </a:gs>
                <a:gs pos="57143">
                  <a:srgbClr val="0A0E0C">
                    <a:alpha val="5055"/>
                  </a:srgbClr>
                </a:gs>
                <a:gs pos="71429">
                  <a:srgbClr val="0A0E0C">
                    <a:alpha val="2399"/>
                  </a:srgbClr>
                </a:gs>
                <a:gs pos="85714">
                  <a:srgbClr val="0A0E0C">
                    <a:alpha val="956"/>
                  </a:srgbClr>
                </a:gs>
                <a:gs pos="100000">
                  <a:srgbClr val="0A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5400000">
              <a:off x="2339632" y="21067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C">
                    <a:alpha val="18127"/>
                  </a:srgbClr>
                </a:gs>
                <a:gs pos="14286">
                  <a:srgbClr val="0C0E0C">
                    <a:alpha val="16792"/>
                  </a:srgbClr>
                </a:gs>
                <a:gs pos="28571">
                  <a:srgbClr val="0C0E0C">
                    <a:alpha val="13301"/>
                  </a:srgbClr>
                </a:gs>
                <a:gs pos="42857">
                  <a:srgbClr val="0C0E0C">
                    <a:alpha val="8937"/>
                  </a:srgbClr>
                </a:gs>
                <a:gs pos="57143">
                  <a:srgbClr val="0C0E0C">
                    <a:alpha val="5055"/>
                  </a:srgbClr>
                </a:gs>
                <a:gs pos="71429">
                  <a:srgbClr val="0C0E0C">
                    <a:alpha val="2399"/>
                  </a:srgbClr>
                </a:gs>
                <a:gs pos="85714">
                  <a:srgbClr val="0C0E0C">
                    <a:alpha val="956"/>
                  </a:srgbClr>
                </a:gs>
                <a:gs pos="100000">
                  <a:srgbClr val="0C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5400000">
              <a:off x="1164958" y="10410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E0C">
                    <a:alpha val="18127"/>
                  </a:srgbClr>
                </a:gs>
                <a:gs pos="14286">
                  <a:srgbClr val="0A0E0C">
                    <a:alpha val="16792"/>
                  </a:srgbClr>
                </a:gs>
                <a:gs pos="28571">
                  <a:srgbClr val="0A0E0C">
                    <a:alpha val="13301"/>
                  </a:srgbClr>
                </a:gs>
                <a:gs pos="42857">
                  <a:srgbClr val="0A0E0C">
                    <a:alpha val="8937"/>
                  </a:srgbClr>
                </a:gs>
                <a:gs pos="57143">
                  <a:srgbClr val="0A0E0C">
                    <a:alpha val="5055"/>
                  </a:srgbClr>
                </a:gs>
                <a:gs pos="71429">
                  <a:srgbClr val="0A0E0C">
                    <a:alpha val="2399"/>
                  </a:srgbClr>
                </a:gs>
                <a:gs pos="85714">
                  <a:srgbClr val="0A0E0C">
                    <a:alpha val="956"/>
                  </a:srgbClr>
                </a:gs>
                <a:gs pos="100000">
                  <a:srgbClr val="0A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5400000">
              <a:off x="382725" y="245606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B">
                    <a:alpha val="18127"/>
                  </a:srgbClr>
                </a:gs>
                <a:gs pos="14286">
                  <a:srgbClr val="0B0D0B">
                    <a:alpha val="16792"/>
                  </a:srgbClr>
                </a:gs>
                <a:gs pos="28571">
                  <a:srgbClr val="0B0D0B">
                    <a:alpha val="13301"/>
                  </a:srgbClr>
                </a:gs>
                <a:gs pos="42857">
                  <a:srgbClr val="0B0D0B">
                    <a:alpha val="8937"/>
                  </a:srgbClr>
                </a:gs>
                <a:gs pos="57143">
                  <a:srgbClr val="0B0D0B">
                    <a:alpha val="5055"/>
                  </a:srgbClr>
                </a:gs>
                <a:gs pos="71429">
                  <a:srgbClr val="0B0D0B">
                    <a:alpha val="2399"/>
                  </a:srgbClr>
                </a:gs>
                <a:gs pos="85714">
                  <a:srgbClr val="0B0D0B">
                    <a:alpha val="956"/>
                  </a:srgbClr>
                </a:gs>
                <a:gs pos="100000">
                  <a:srgbClr val="0B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5400000">
              <a:off x="659473" y="2460788"/>
              <a:ext cx="602456" cy="602456"/>
            </a:xfrm>
            <a:prstGeom prst="ellipse">
              <a:avLst/>
            </a:prstGeom>
            <a:gradFill>
              <a:gsLst>
                <a:gs pos="0">
                  <a:srgbClr val="433641">
                    <a:alpha val="18127"/>
                  </a:srgbClr>
                </a:gs>
                <a:gs pos="14286">
                  <a:srgbClr val="433641">
                    <a:alpha val="16792"/>
                  </a:srgbClr>
                </a:gs>
                <a:gs pos="28571">
                  <a:srgbClr val="433641">
                    <a:alpha val="13301"/>
                  </a:srgbClr>
                </a:gs>
                <a:gs pos="42857">
                  <a:srgbClr val="433641">
                    <a:alpha val="8937"/>
                  </a:srgbClr>
                </a:gs>
                <a:gs pos="57143">
                  <a:srgbClr val="433641">
                    <a:alpha val="5055"/>
                  </a:srgbClr>
                </a:gs>
                <a:gs pos="71429">
                  <a:srgbClr val="433641">
                    <a:alpha val="2399"/>
                  </a:srgbClr>
                </a:gs>
                <a:gs pos="85714">
                  <a:srgbClr val="433641">
                    <a:alpha val="956"/>
                  </a:srgbClr>
                </a:gs>
                <a:gs pos="100000">
                  <a:srgbClr val="43364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5400000">
              <a:off x="3321423" y="17201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011">
                    <a:alpha val="18127"/>
                  </a:srgbClr>
                </a:gs>
                <a:gs pos="14286">
                  <a:srgbClr val="0D1011">
                    <a:alpha val="16792"/>
                  </a:srgbClr>
                </a:gs>
                <a:gs pos="28571">
                  <a:srgbClr val="0D1011">
                    <a:alpha val="13301"/>
                  </a:srgbClr>
                </a:gs>
                <a:gs pos="42857">
                  <a:srgbClr val="0D1011">
                    <a:alpha val="8937"/>
                  </a:srgbClr>
                </a:gs>
                <a:gs pos="57143">
                  <a:srgbClr val="0D1011">
                    <a:alpha val="5055"/>
                  </a:srgbClr>
                </a:gs>
                <a:gs pos="71429">
                  <a:srgbClr val="0D1011">
                    <a:alpha val="2399"/>
                  </a:srgbClr>
                </a:gs>
                <a:gs pos="85714">
                  <a:srgbClr val="0D1011">
                    <a:alpha val="956"/>
                  </a:srgbClr>
                </a:gs>
                <a:gs pos="100000">
                  <a:srgbClr val="0D101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5400000">
              <a:off x="738003" y="93229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110">
                    <a:alpha val="18127"/>
                  </a:srgbClr>
                </a:gs>
                <a:gs pos="14286">
                  <a:srgbClr val="0D1110">
                    <a:alpha val="16792"/>
                  </a:srgbClr>
                </a:gs>
                <a:gs pos="28571">
                  <a:srgbClr val="0D1110">
                    <a:alpha val="13301"/>
                  </a:srgbClr>
                </a:gs>
                <a:gs pos="42857">
                  <a:srgbClr val="0D1110">
                    <a:alpha val="8937"/>
                  </a:srgbClr>
                </a:gs>
                <a:gs pos="57143">
                  <a:srgbClr val="0D1110">
                    <a:alpha val="5055"/>
                  </a:srgbClr>
                </a:gs>
                <a:gs pos="71429">
                  <a:srgbClr val="0D1110">
                    <a:alpha val="2399"/>
                  </a:srgbClr>
                </a:gs>
                <a:gs pos="85714">
                  <a:srgbClr val="0D1110">
                    <a:alpha val="956"/>
                  </a:srgbClr>
                </a:gs>
                <a:gs pos="100000">
                  <a:srgbClr val="0D11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5400000">
              <a:off x="1535737" y="86071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D">
                    <a:alpha val="18127"/>
                  </a:srgbClr>
                </a:gs>
                <a:gs pos="14286">
                  <a:srgbClr val="0B0E0D">
                    <a:alpha val="16792"/>
                  </a:srgbClr>
                </a:gs>
                <a:gs pos="28571">
                  <a:srgbClr val="0B0E0D">
                    <a:alpha val="13301"/>
                  </a:srgbClr>
                </a:gs>
                <a:gs pos="42857">
                  <a:srgbClr val="0B0E0D">
                    <a:alpha val="8937"/>
                  </a:srgbClr>
                </a:gs>
                <a:gs pos="57143">
                  <a:srgbClr val="0B0E0D">
                    <a:alpha val="5055"/>
                  </a:srgbClr>
                </a:gs>
                <a:gs pos="71429">
                  <a:srgbClr val="0B0E0D">
                    <a:alpha val="2399"/>
                  </a:srgbClr>
                </a:gs>
                <a:gs pos="85714">
                  <a:srgbClr val="0B0E0D">
                    <a:alpha val="956"/>
                  </a:srgbClr>
                </a:gs>
                <a:gs pos="100000">
                  <a:srgbClr val="0B0E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5400000">
              <a:off x="1094927" y="30510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C">
                    <a:alpha val="18127"/>
                  </a:srgbClr>
                </a:gs>
                <a:gs pos="14286">
                  <a:srgbClr val="0B0E0C">
                    <a:alpha val="16792"/>
                  </a:srgbClr>
                </a:gs>
                <a:gs pos="28571">
                  <a:srgbClr val="0B0E0C">
                    <a:alpha val="13301"/>
                  </a:srgbClr>
                </a:gs>
                <a:gs pos="42857">
                  <a:srgbClr val="0B0E0C">
                    <a:alpha val="8937"/>
                  </a:srgbClr>
                </a:gs>
                <a:gs pos="57143">
                  <a:srgbClr val="0B0E0C">
                    <a:alpha val="5055"/>
                  </a:srgbClr>
                </a:gs>
                <a:gs pos="71429">
                  <a:srgbClr val="0B0E0C">
                    <a:alpha val="2399"/>
                  </a:srgbClr>
                </a:gs>
                <a:gs pos="85714">
                  <a:srgbClr val="0B0E0C">
                    <a:alpha val="956"/>
                  </a:srgbClr>
                </a:gs>
                <a:gs pos="100000">
                  <a:srgbClr val="0B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5400000">
              <a:off x="1533627" y="204417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C">
                    <a:alpha val="18127"/>
                  </a:srgbClr>
                </a:gs>
                <a:gs pos="14286">
                  <a:srgbClr val="0C0F0C">
                    <a:alpha val="16792"/>
                  </a:srgbClr>
                </a:gs>
                <a:gs pos="28571">
                  <a:srgbClr val="0C0F0C">
                    <a:alpha val="13301"/>
                  </a:srgbClr>
                </a:gs>
                <a:gs pos="42857">
                  <a:srgbClr val="0C0F0C">
                    <a:alpha val="8937"/>
                  </a:srgbClr>
                </a:gs>
                <a:gs pos="57143">
                  <a:srgbClr val="0C0F0C">
                    <a:alpha val="5055"/>
                  </a:srgbClr>
                </a:gs>
                <a:gs pos="71429">
                  <a:srgbClr val="0C0F0C">
                    <a:alpha val="2399"/>
                  </a:srgbClr>
                </a:gs>
                <a:gs pos="85714">
                  <a:srgbClr val="0C0F0C">
                    <a:alpha val="956"/>
                  </a:srgbClr>
                </a:gs>
                <a:gs pos="100000">
                  <a:srgbClr val="0C0F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5400000">
              <a:off x="1544617" y="198458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D">
                    <a:alpha val="18127"/>
                  </a:srgbClr>
                </a:gs>
                <a:gs pos="14286">
                  <a:srgbClr val="0C0E0D">
                    <a:alpha val="16792"/>
                  </a:srgbClr>
                </a:gs>
                <a:gs pos="28571">
                  <a:srgbClr val="0C0E0D">
                    <a:alpha val="13301"/>
                  </a:srgbClr>
                </a:gs>
                <a:gs pos="42857">
                  <a:srgbClr val="0C0E0D">
                    <a:alpha val="8937"/>
                  </a:srgbClr>
                </a:gs>
                <a:gs pos="57143">
                  <a:srgbClr val="0C0E0D">
                    <a:alpha val="5055"/>
                  </a:srgbClr>
                </a:gs>
                <a:gs pos="71429">
                  <a:srgbClr val="0C0E0D">
                    <a:alpha val="2399"/>
                  </a:srgbClr>
                </a:gs>
                <a:gs pos="85714">
                  <a:srgbClr val="0C0E0D">
                    <a:alpha val="956"/>
                  </a:srgbClr>
                </a:gs>
                <a:gs pos="100000">
                  <a:srgbClr val="0C0E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5400000">
              <a:off x="2441872" y="-975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C">
                    <a:alpha val="18127"/>
                  </a:srgbClr>
                </a:gs>
                <a:gs pos="14286">
                  <a:srgbClr val="0B0E0C">
                    <a:alpha val="16792"/>
                  </a:srgbClr>
                </a:gs>
                <a:gs pos="28571">
                  <a:srgbClr val="0B0E0C">
                    <a:alpha val="13301"/>
                  </a:srgbClr>
                </a:gs>
                <a:gs pos="42857">
                  <a:srgbClr val="0B0E0C">
                    <a:alpha val="8937"/>
                  </a:srgbClr>
                </a:gs>
                <a:gs pos="57143">
                  <a:srgbClr val="0B0E0C">
                    <a:alpha val="5055"/>
                  </a:srgbClr>
                </a:gs>
                <a:gs pos="71429">
                  <a:srgbClr val="0B0E0C">
                    <a:alpha val="2399"/>
                  </a:srgbClr>
                </a:gs>
                <a:gs pos="85714">
                  <a:srgbClr val="0B0E0C">
                    <a:alpha val="956"/>
                  </a:srgbClr>
                </a:gs>
                <a:gs pos="100000">
                  <a:srgbClr val="0B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5400000">
              <a:off x="223518" y="449567"/>
              <a:ext cx="602456" cy="602456"/>
            </a:xfrm>
            <a:prstGeom prst="ellipse">
              <a:avLst/>
            </a:prstGeom>
            <a:gradFill>
              <a:gsLst>
                <a:gs pos="0">
                  <a:srgbClr val="653946">
                    <a:alpha val="18127"/>
                  </a:srgbClr>
                </a:gs>
                <a:gs pos="14286">
                  <a:srgbClr val="653946">
                    <a:alpha val="16792"/>
                  </a:srgbClr>
                </a:gs>
                <a:gs pos="28571">
                  <a:srgbClr val="653946">
                    <a:alpha val="13301"/>
                  </a:srgbClr>
                </a:gs>
                <a:gs pos="42857">
                  <a:srgbClr val="653946">
                    <a:alpha val="8937"/>
                  </a:srgbClr>
                </a:gs>
                <a:gs pos="57143">
                  <a:srgbClr val="653946">
                    <a:alpha val="5055"/>
                  </a:srgbClr>
                </a:gs>
                <a:gs pos="71429">
                  <a:srgbClr val="653946">
                    <a:alpha val="2399"/>
                  </a:srgbClr>
                </a:gs>
                <a:gs pos="85714">
                  <a:srgbClr val="653946">
                    <a:alpha val="956"/>
                  </a:srgbClr>
                </a:gs>
                <a:gs pos="100000">
                  <a:srgbClr val="653946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5400000">
              <a:off x="2341981" y="263378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C">
                    <a:alpha val="18127"/>
                  </a:srgbClr>
                </a:gs>
                <a:gs pos="14286">
                  <a:srgbClr val="0B0E0C">
                    <a:alpha val="16792"/>
                  </a:srgbClr>
                </a:gs>
                <a:gs pos="28571">
                  <a:srgbClr val="0B0E0C">
                    <a:alpha val="13301"/>
                  </a:srgbClr>
                </a:gs>
                <a:gs pos="42857">
                  <a:srgbClr val="0B0E0C">
                    <a:alpha val="8937"/>
                  </a:srgbClr>
                </a:gs>
                <a:gs pos="57143">
                  <a:srgbClr val="0B0E0C">
                    <a:alpha val="5055"/>
                  </a:srgbClr>
                </a:gs>
                <a:gs pos="71429">
                  <a:srgbClr val="0B0E0C">
                    <a:alpha val="2399"/>
                  </a:srgbClr>
                </a:gs>
                <a:gs pos="85714">
                  <a:srgbClr val="0B0E0C">
                    <a:alpha val="956"/>
                  </a:srgbClr>
                </a:gs>
                <a:gs pos="100000">
                  <a:srgbClr val="0B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5400000">
              <a:off x="2964194" y="26370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D">
                    <a:alpha val="18127"/>
                  </a:srgbClr>
                </a:gs>
                <a:gs pos="14286">
                  <a:srgbClr val="0D0F0D">
                    <a:alpha val="16792"/>
                  </a:srgbClr>
                </a:gs>
                <a:gs pos="28571">
                  <a:srgbClr val="0D0F0D">
                    <a:alpha val="13301"/>
                  </a:srgbClr>
                </a:gs>
                <a:gs pos="42857">
                  <a:srgbClr val="0D0F0D">
                    <a:alpha val="8937"/>
                  </a:srgbClr>
                </a:gs>
                <a:gs pos="57143">
                  <a:srgbClr val="0D0F0D">
                    <a:alpha val="5055"/>
                  </a:srgbClr>
                </a:gs>
                <a:gs pos="71429">
                  <a:srgbClr val="0D0F0D">
                    <a:alpha val="2399"/>
                  </a:srgbClr>
                </a:gs>
                <a:gs pos="85714">
                  <a:srgbClr val="0D0F0D">
                    <a:alpha val="956"/>
                  </a:srgbClr>
                </a:gs>
                <a:gs pos="100000">
                  <a:srgbClr val="0D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5400000">
              <a:off x="29550" y="1535553"/>
              <a:ext cx="602456" cy="602456"/>
            </a:xfrm>
            <a:prstGeom prst="ellipse">
              <a:avLst/>
            </a:prstGeom>
            <a:gradFill>
              <a:gsLst>
                <a:gs pos="0">
                  <a:srgbClr val="1C1A20">
                    <a:alpha val="18127"/>
                  </a:srgbClr>
                </a:gs>
                <a:gs pos="14286">
                  <a:srgbClr val="1C1A20">
                    <a:alpha val="16792"/>
                  </a:srgbClr>
                </a:gs>
                <a:gs pos="28571">
                  <a:srgbClr val="1C1A20">
                    <a:alpha val="13301"/>
                  </a:srgbClr>
                </a:gs>
                <a:gs pos="42857">
                  <a:srgbClr val="1C1A20">
                    <a:alpha val="8937"/>
                  </a:srgbClr>
                </a:gs>
                <a:gs pos="57143">
                  <a:srgbClr val="1C1A20">
                    <a:alpha val="5055"/>
                  </a:srgbClr>
                </a:gs>
                <a:gs pos="71429">
                  <a:srgbClr val="1C1A20">
                    <a:alpha val="2399"/>
                  </a:srgbClr>
                </a:gs>
                <a:gs pos="85714">
                  <a:srgbClr val="1C1A20">
                    <a:alpha val="956"/>
                  </a:srgbClr>
                </a:gs>
                <a:gs pos="100000">
                  <a:srgbClr val="1C1A2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5400000">
              <a:off x="203370" y="71871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C0A">
                    <a:alpha val="18127"/>
                  </a:srgbClr>
                </a:gs>
                <a:gs pos="14286">
                  <a:srgbClr val="0A0C0A">
                    <a:alpha val="16792"/>
                  </a:srgbClr>
                </a:gs>
                <a:gs pos="28571">
                  <a:srgbClr val="0A0C0A">
                    <a:alpha val="13301"/>
                  </a:srgbClr>
                </a:gs>
                <a:gs pos="42857">
                  <a:srgbClr val="0A0C0A">
                    <a:alpha val="8937"/>
                  </a:srgbClr>
                </a:gs>
                <a:gs pos="57143">
                  <a:srgbClr val="0A0C0A">
                    <a:alpha val="5055"/>
                  </a:srgbClr>
                </a:gs>
                <a:gs pos="71429">
                  <a:srgbClr val="0A0C0A">
                    <a:alpha val="2399"/>
                  </a:srgbClr>
                </a:gs>
                <a:gs pos="85714">
                  <a:srgbClr val="0A0C0A">
                    <a:alpha val="956"/>
                  </a:srgbClr>
                </a:gs>
                <a:gs pos="100000">
                  <a:srgbClr val="0A0C0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5400000">
              <a:off x="2400626" y="20802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1010">
                    <a:alpha val="18127"/>
                  </a:srgbClr>
                </a:gs>
                <a:gs pos="14286">
                  <a:srgbClr val="0E1010">
                    <a:alpha val="16792"/>
                  </a:srgbClr>
                </a:gs>
                <a:gs pos="28571">
                  <a:srgbClr val="0E1010">
                    <a:alpha val="13301"/>
                  </a:srgbClr>
                </a:gs>
                <a:gs pos="42857">
                  <a:srgbClr val="0E1010">
                    <a:alpha val="8937"/>
                  </a:srgbClr>
                </a:gs>
                <a:gs pos="57143">
                  <a:srgbClr val="0E1010">
                    <a:alpha val="5055"/>
                  </a:srgbClr>
                </a:gs>
                <a:gs pos="71429">
                  <a:srgbClr val="0E1010">
                    <a:alpha val="2399"/>
                  </a:srgbClr>
                </a:gs>
                <a:gs pos="85714">
                  <a:srgbClr val="0E1010">
                    <a:alpha val="956"/>
                  </a:srgbClr>
                </a:gs>
                <a:gs pos="100000">
                  <a:srgbClr val="0E10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5400000">
              <a:off x="2549616" y="78649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C">
                    <a:alpha val="18127"/>
                  </a:srgbClr>
                </a:gs>
                <a:gs pos="14286">
                  <a:srgbClr val="0C0F0C">
                    <a:alpha val="16792"/>
                  </a:srgbClr>
                </a:gs>
                <a:gs pos="28571">
                  <a:srgbClr val="0C0F0C">
                    <a:alpha val="13301"/>
                  </a:srgbClr>
                </a:gs>
                <a:gs pos="42857">
                  <a:srgbClr val="0C0F0C">
                    <a:alpha val="8937"/>
                  </a:srgbClr>
                </a:gs>
                <a:gs pos="57143">
                  <a:srgbClr val="0C0F0C">
                    <a:alpha val="5055"/>
                  </a:srgbClr>
                </a:gs>
                <a:gs pos="71429">
                  <a:srgbClr val="0C0F0C">
                    <a:alpha val="2399"/>
                  </a:srgbClr>
                </a:gs>
                <a:gs pos="85714">
                  <a:srgbClr val="0C0F0C">
                    <a:alpha val="956"/>
                  </a:srgbClr>
                </a:gs>
                <a:gs pos="100000">
                  <a:srgbClr val="0C0F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5400000">
              <a:off x="1986866" y="28315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110">
                    <a:alpha val="18127"/>
                  </a:srgbClr>
                </a:gs>
                <a:gs pos="14286">
                  <a:srgbClr val="0D1110">
                    <a:alpha val="16792"/>
                  </a:srgbClr>
                </a:gs>
                <a:gs pos="28571">
                  <a:srgbClr val="0D1110">
                    <a:alpha val="13301"/>
                  </a:srgbClr>
                </a:gs>
                <a:gs pos="42857">
                  <a:srgbClr val="0D1110">
                    <a:alpha val="8937"/>
                  </a:srgbClr>
                </a:gs>
                <a:gs pos="57143">
                  <a:srgbClr val="0D1110">
                    <a:alpha val="5055"/>
                  </a:srgbClr>
                </a:gs>
                <a:gs pos="71429">
                  <a:srgbClr val="0D1110">
                    <a:alpha val="2399"/>
                  </a:srgbClr>
                </a:gs>
                <a:gs pos="85714">
                  <a:srgbClr val="0D1110">
                    <a:alpha val="956"/>
                  </a:srgbClr>
                </a:gs>
                <a:gs pos="100000">
                  <a:srgbClr val="0D11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5400000">
              <a:off x="375909" y="23207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6B3B2C">
                    <a:alpha val="18127"/>
                  </a:srgbClr>
                </a:gs>
                <a:gs pos="14286">
                  <a:srgbClr val="6B3B2C">
                    <a:alpha val="16792"/>
                  </a:srgbClr>
                </a:gs>
                <a:gs pos="28571">
                  <a:srgbClr val="6B3B2C">
                    <a:alpha val="13301"/>
                  </a:srgbClr>
                </a:gs>
                <a:gs pos="42857">
                  <a:srgbClr val="6B3B2C">
                    <a:alpha val="8937"/>
                  </a:srgbClr>
                </a:gs>
                <a:gs pos="57143">
                  <a:srgbClr val="6B3B2C">
                    <a:alpha val="5055"/>
                  </a:srgbClr>
                </a:gs>
                <a:gs pos="71429">
                  <a:srgbClr val="6B3B2C">
                    <a:alpha val="2399"/>
                  </a:srgbClr>
                </a:gs>
                <a:gs pos="85714">
                  <a:srgbClr val="6B3B2C">
                    <a:alpha val="956"/>
                  </a:srgbClr>
                </a:gs>
                <a:gs pos="100000">
                  <a:srgbClr val="6B3B2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5400000">
              <a:off x="3000733" y="25728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3F4A4F">
                    <a:alpha val="18127"/>
                  </a:srgbClr>
                </a:gs>
                <a:gs pos="14286">
                  <a:srgbClr val="3F4A4F">
                    <a:alpha val="16792"/>
                  </a:srgbClr>
                </a:gs>
                <a:gs pos="28571">
                  <a:srgbClr val="3F4A4F">
                    <a:alpha val="13301"/>
                  </a:srgbClr>
                </a:gs>
                <a:gs pos="42857">
                  <a:srgbClr val="3F4A4F">
                    <a:alpha val="8937"/>
                  </a:srgbClr>
                </a:gs>
                <a:gs pos="57143">
                  <a:srgbClr val="3F4A4F">
                    <a:alpha val="5055"/>
                  </a:srgbClr>
                </a:gs>
                <a:gs pos="71429">
                  <a:srgbClr val="3F4A4F">
                    <a:alpha val="2399"/>
                  </a:srgbClr>
                </a:gs>
                <a:gs pos="85714">
                  <a:srgbClr val="3F4A4F">
                    <a:alpha val="956"/>
                  </a:srgbClr>
                </a:gs>
                <a:gs pos="100000">
                  <a:srgbClr val="3F4A4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5400000">
              <a:off x="1762455" y="45966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D">
                    <a:alpha val="18127"/>
                  </a:srgbClr>
                </a:gs>
                <a:gs pos="14286">
                  <a:srgbClr val="0C0E0D">
                    <a:alpha val="16792"/>
                  </a:srgbClr>
                </a:gs>
                <a:gs pos="28571">
                  <a:srgbClr val="0C0E0D">
                    <a:alpha val="13301"/>
                  </a:srgbClr>
                </a:gs>
                <a:gs pos="42857">
                  <a:srgbClr val="0C0E0D">
                    <a:alpha val="8937"/>
                  </a:srgbClr>
                </a:gs>
                <a:gs pos="57143">
                  <a:srgbClr val="0C0E0D">
                    <a:alpha val="5055"/>
                  </a:srgbClr>
                </a:gs>
                <a:gs pos="71429">
                  <a:srgbClr val="0C0E0D">
                    <a:alpha val="2399"/>
                  </a:srgbClr>
                </a:gs>
                <a:gs pos="85714">
                  <a:srgbClr val="0C0E0D">
                    <a:alpha val="956"/>
                  </a:srgbClr>
                </a:gs>
                <a:gs pos="100000">
                  <a:srgbClr val="0C0E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5400000">
              <a:off x="728677" y="89912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D0D">
                    <a:alpha val="18127"/>
                  </a:srgbClr>
                </a:gs>
                <a:gs pos="14286">
                  <a:srgbClr val="0A0D0D">
                    <a:alpha val="16792"/>
                  </a:srgbClr>
                </a:gs>
                <a:gs pos="28571">
                  <a:srgbClr val="0A0D0D">
                    <a:alpha val="13301"/>
                  </a:srgbClr>
                </a:gs>
                <a:gs pos="42857">
                  <a:srgbClr val="0A0D0D">
                    <a:alpha val="8937"/>
                  </a:srgbClr>
                </a:gs>
                <a:gs pos="57143">
                  <a:srgbClr val="0A0D0D">
                    <a:alpha val="5055"/>
                  </a:srgbClr>
                </a:gs>
                <a:gs pos="71429">
                  <a:srgbClr val="0A0D0D">
                    <a:alpha val="2399"/>
                  </a:srgbClr>
                </a:gs>
                <a:gs pos="85714">
                  <a:srgbClr val="0A0D0D">
                    <a:alpha val="956"/>
                  </a:srgbClr>
                </a:gs>
                <a:gs pos="100000">
                  <a:srgbClr val="0A0D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5400000">
              <a:off x="1550314" y="4734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0F0D">
                    <a:alpha val="18127"/>
                  </a:srgbClr>
                </a:gs>
                <a:gs pos="14286">
                  <a:srgbClr val="0E0F0D">
                    <a:alpha val="16792"/>
                  </a:srgbClr>
                </a:gs>
                <a:gs pos="28571">
                  <a:srgbClr val="0E0F0D">
                    <a:alpha val="13301"/>
                  </a:srgbClr>
                </a:gs>
                <a:gs pos="42857">
                  <a:srgbClr val="0E0F0D">
                    <a:alpha val="8937"/>
                  </a:srgbClr>
                </a:gs>
                <a:gs pos="57143">
                  <a:srgbClr val="0E0F0D">
                    <a:alpha val="5055"/>
                  </a:srgbClr>
                </a:gs>
                <a:gs pos="71429">
                  <a:srgbClr val="0E0F0D">
                    <a:alpha val="2399"/>
                  </a:srgbClr>
                </a:gs>
                <a:gs pos="85714">
                  <a:srgbClr val="0E0F0D">
                    <a:alpha val="956"/>
                  </a:srgbClr>
                </a:gs>
                <a:gs pos="100000">
                  <a:srgbClr val="0E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5400000">
              <a:off x="1021547" y="2030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C">
                    <a:alpha val="18127"/>
                  </a:srgbClr>
                </a:gs>
                <a:gs pos="14286">
                  <a:srgbClr val="0B0D0C">
                    <a:alpha val="16792"/>
                  </a:srgbClr>
                </a:gs>
                <a:gs pos="28571">
                  <a:srgbClr val="0B0D0C">
                    <a:alpha val="13301"/>
                  </a:srgbClr>
                </a:gs>
                <a:gs pos="42857">
                  <a:srgbClr val="0B0D0C">
                    <a:alpha val="8937"/>
                  </a:srgbClr>
                </a:gs>
                <a:gs pos="57143">
                  <a:srgbClr val="0B0D0C">
                    <a:alpha val="5055"/>
                  </a:srgbClr>
                </a:gs>
                <a:gs pos="71429">
                  <a:srgbClr val="0B0D0C">
                    <a:alpha val="2399"/>
                  </a:srgbClr>
                </a:gs>
                <a:gs pos="85714">
                  <a:srgbClr val="0B0D0C">
                    <a:alpha val="956"/>
                  </a:srgbClr>
                </a:gs>
                <a:gs pos="100000">
                  <a:srgbClr val="0B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5400000">
              <a:off x="3268262" y="134724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F0D">
                    <a:alpha val="18127"/>
                  </a:srgbClr>
                </a:gs>
                <a:gs pos="14286">
                  <a:srgbClr val="0B0F0D">
                    <a:alpha val="16792"/>
                  </a:srgbClr>
                </a:gs>
                <a:gs pos="28571">
                  <a:srgbClr val="0B0F0D">
                    <a:alpha val="13301"/>
                  </a:srgbClr>
                </a:gs>
                <a:gs pos="42857">
                  <a:srgbClr val="0B0F0D">
                    <a:alpha val="8937"/>
                  </a:srgbClr>
                </a:gs>
                <a:gs pos="57143">
                  <a:srgbClr val="0B0F0D">
                    <a:alpha val="5055"/>
                  </a:srgbClr>
                </a:gs>
                <a:gs pos="71429">
                  <a:srgbClr val="0B0F0D">
                    <a:alpha val="2399"/>
                  </a:srgbClr>
                </a:gs>
                <a:gs pos="85714">
                  <a:srgbClr val="0B0F0D">
                    <a:alpha val="956"/>
                  </a:srgbClr>
                </a:gs>
                <a:gs pos="100000">
                  <a:srgbClr val="0B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5400000">
              <a:off x="-292499" y="176220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0F0D">
                    <a:alpha val="18127"/>
                  </a:srgbClr>
                </a:gs>
                <a:gs pos="14286">
                  <a:srgbClr val="0E0F0D">
                    <a:alpha val="16792"/>
                  </a:srgbClr>
                </a:gs>
                <a:gs pos="28571">
                  <a:srgbClr val="0E0F0D">
                    <a:alpha val="13301"/>
                  </a:srgbClr>
                </a:gs>
                <a:gs pos="42857">
                  <a:srgbClr val="0E0F0D">
                    <a:alpha val="8937"/>
                  </a:srgbClr>
                </a:gs>
                <a:gs pos="57143">
                  <a:srgbClr val="0E0F0D">
                    <a:alpha val="5055"/>
                  </a:srgbClr>
                </a:gs>
                <a:gs pos="71429">
                  <a:srgbClr val="0E0F0D">
                    <a:alpha val="2399"/>
                  </a:srgbClr>
                </a:gs>
                <a:gs pos="85714">
                  <a:srgbClr val="0E0F0D">
                    <a:alpha val="956"/>
                  </a:srgbClr>
                </a:gs>
                <a:gs pos="100000">
                  <a:srgbClr val="0E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5400000">
              <a:off x="1033641" y="12204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121D24">
                    <a:alpha val="18127"/>
                  </a:srgbClr>
                </a:gs>
                <a:gs pos="14286">
                  <a:srgbClr val="121D24">
                    <a:alpha val="16792"/>
                  </a:srgbClr>
                </a:gs>
                <a:gs pos="28571">
                  <a:srgbClr val="121D24">
                    <a:alpha val="13301"/>
                  </a:srgbClr>
                </a:gs>
                <a:gs pos="42857">
                  <a:srgbClr val="121D24">
                    <a:alpha val="8937"/>
                  </a:srgbClr>
                </a:gs>
                <a:gs pos="57143">
                  <a:srgbClr val="121D24">
                    <a:alpha val="5055"/>
                  </a:srgbClr>
                </a:gs>
                <a:gs pos="71429">
                  <a:srgbClr val="121D24">
                    <a:alpha val="2399"/>
                  </a:srgbClr>
                </a:gs>
                <a:gs pos="85714">
                  <a:srgbClr val="121D24">
                    <a:alpha val="956"/>
                  </a:srgbClr>
                </a:gs>
                <a:gs pos="100000">
                  <a:srgbClr val="121D24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5400000">
              <a:off x="2438657" y="24510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E0D">
                    <a:alpha val="18127"/>
                  </a:srgbClr>
                </a:gs>
                <a:gs pos="14286">
                  <a:srgbClr val="0D0E0D">
                    <a:alpha val="16792"/>
                  </a:srgbClr>
                </a:gs>
                <a:gs pos="28571">
                  <a:srgbClr val="0D0E0D">
                    <a:alpha val="13301"/>
                  </a:srgbClr>
                </a:gs>
                <a:gs pos="42857">
                  <a:srgbClr val="0D0E0D">
                    <a:alpha val="8937"/>
                  </a:srgbClr>
                </a:gs>
                <a:gs pos="57143">
                  <a:srgbClr val="0D0E0D">
                    <a:alpha val="5055"/>
                  </a:srgbClr>
                </a:gs>
                <a:gs pos="71429">
                  <a:srgbClr val="0D0E0D">
                    <a:alpha val="2399"/>
                  </a:srgbClr>
                </a:gs>
                <a:gs pos="85714">
                  <a:srgbClr val="0D0E0D">
                    <a:alpha val="956"/>
                  </a:srgbClr>
                </a:gs>
                <a:gs pos="100000">
                  <a:srgbClr val="0D0E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5400000">
              <a:off x="1212484" y="330273"/>
              <a:ext cx="602456" cy="602456"/>
            </a:xfrm>
            <a:prstGeom prst="ellipse">
              <a:avLst/>
            </a:prstGeom>
            <a:gradFill>
              <a:gsLst>
                <a:gs pos="0">
                  <a:srgbClr val="643532">
                    <a:alpha val="18127"/>
                  </a:srgbClr>
                </a:gs>
                <a:gs pos="14286">
                  <a:srgbClr val="643532">
                    <a:alpha val="16792"/>
                  </a:srgbClr>
                </a:gs>
                <a:gs pos="28571">
                  <a:srgbClr val="643532">
                    <a:alpha val="13301"/>
                  </a:srgbClr>
                </a:gs>
                <a:gs pos="42857">
                  <a:srgbClr val="643532">
                    <a:alpha val="8937"/>
                  </a:srgbClr>
                </a:gs>
                <a:gs pos="57143">
                  <a:srgbClr val="643532">
                    <a:alpha val="5055"/>
                  </a:srgbClr>
                </a:gs>
                <a:gs pos="71429">
                  <a:srgbClr val="643532">
                    <a:alpha val="2399"/>
                  </a:srgbClr>
                </a:gs>
                <a:gs pos="85714">
                  <a:srgbClr val="643532">
                    <a:alpha val="956"/>
                  </a:srgbClr>
                </a:gs>
                <a:gs pos="100000">
                  <a:srgbClr val="64353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5400000">
              <a:off x="2620248" y="1745229"/>
              <a:ext cx="602456" cy="602456"/>
            </a:xfrm>
            <a:prstGeom prst="ellipse">
              <a:avLst/>
            </a:prstGeom>
            <a:gradFill>
              <a:gsLst>
                <a:gs pos="0">
                  <a:srgbClr val="3F2224">
                    <a:alpha val="18127"/>
                  </a:srgbClr>
                </a:gs>
                <a:gs pos="14286">
                  <a:srgbClr val="3F2224">
                    <a:alpha val="16792"/>
                  </a:srgbClr>
                </a:gs>
                <a:gs pos="28571">
                  <a:srgbClr val="3F2224">
                    <a:alpha val="13301"/>
                  </a:srgbClr>
                </a:gs>
                <a:gs pos="42857">
                  <a:srgbClr val="3F2224">
                    <a:alpha val="8937"/>
                  </a:srgbClr>
                </a:gs>
                <a:gs pos="57143">
                  <a:srgbClr val="3F2224">
                    <a:alpha val="5055"/>
                  </a:srgbClr>
                </a:gs>
                <a:gs pos="71429">
                  <a:srgbClr val="3F2224">
                    <a:alpha val="2399"/>
                  </a:srgbClr>
                </a:gs>
                <a:gs pos="85714">
                  <a:srgbClr val="3F2224">
                    <a:alpha val="956"/>
                  </a:srgbClr>
                </a:gs>
                <a:gs pos="100000">
                  <a:srgbClr val="3F2224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5400000">
              <a:off x="3216496" y="225860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E">
                    <a:alpha val="18127"/>
                  </a:srgbClr>
                </a:gs>
                <a:gs pos="14286">
                  <a:srgbClr val="0D0F0E">
                    <a:alpha val="16792"/>
                  </a:srgbClr>
                </a:gs>
                <a:gs pos="28571">
                  <a:srgbClr val="0D0F0E">
                    <a:alpha val="13301"/>
                  </a:srgbClr>
                </a:gs>
                <a:gs pos="42857">
                  <a:srgbClr val="0D0F0E">
                    <a:alpha val="8937"/>
                  </a:srgbClr>
                </a:gs>
                <a:gs pos="57143">
                  <a:srgbClr val="0D0F0E">
                    <a:alpha val="5055"/>
                  </a:srgbClr>
                </a:gs>
                <a:gs pos="71429">
                  <a:srgbClr val="0D0F0E">
                    <a:alpha val="2399"/>
                  </a:srgbClr>
                </a:gs>
                <a:gs pos="85714">
                  <a:srgbClr val="0D0F0E">
                    <a:alpha val="956"/>
                  </a:srgbClr>
                </a:gs>
                <a:gs pos="100000">
                  <a:srgbClr val="0D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5400000">
              <a:off x="2504028" y="55428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F0E">
                    <a:alpha val="18127"/>
                  </a:srgbClr>
                </a:gs>
                <a:gs pos="14286">
                  <a:srgbClr val="0B0F0E">
                    <a:alpha val="16792"/>
                  </a:srgbClr>
                </a:gs>
                <a:gs pos="28571">
                  <a:srgbClr val="0B0F0E">
                    <a:alpha val="13301"/>
                  </a:srgbClr>
                </a:gs>
                <a:gs pos="42857">
                  <a:srgbClr val="0B0F0E">
                    <a:alpha val="8937"/>
                  </a:srgbClr>
                </a:gs>
                <a:gs pos="57143">
                  <a:srgbClr val="0B0F0E">
                    <a:alpha val="5055"/>
                  </a:srgbClr>
                </a:gs>
                <a:gs pos="71429">
                  <a:srgbClr val="0B0F0E">
                    <a:alpha val="2399"/>
                  </a:srgbClr>
                </a:gs>
                <a:gs pos="85714">
                  <a:srgbClr val="0B0F0E">
                    <a:alpha val="956"/>
                  </a:srgbClr>
                </a:gs>
                <a:gs pos="100000">
                  <a:srgbClr val="0B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5400000">
              <a:off x="3340277" y="1541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12110E">
                    <a:alpha val="18127"/>
                  </a:srgbClr>
                </a:gs>
                <a:gs pos="14286">
                  <a:srgbClr val="12110E">
                    <a:alpha val="16792"/>
                  </a:srgbClr>
                </a:gs>
                <a:gs pos="28571">
                  <a:srgbClr val="12110E">
                    <a:alpha val="13301"/>
                  </a:srgbClr>
                </a:gs>
                <a:gs pos="42857">
                  <a:srgbClr val="12110E">
                    <a:alpha val="8937"/>
                  </a:srgbClr>
                </a:gs>
                <a:gs pos="57143">
                  <a:srgbClr val="12110E">
                    <a:alpha val="5055"/>
                  </a:srgbClr>
                </a:gs>
                <a:gs pos="71429">
                  <a:srgbClr val="12110E">
                    <a:alpha val="2399"/>
                  </a:srgbClr>
                </a:gs>
                <a:gs pos="85714">
                  <a:srgbClr val="12110E">
                    <a:alpha val="956"/>
                  </a:srgbClr>
                </a:gs>
                <a:gs pos="100000">
                  <a:srgbClr val="1211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5400000">
              <a:off x="-287349" y="2310285"/>
              <a:ext cx="602456" cy="602456"/>
            </a:xfrm>
            <a:prstGeom prst="ellipse">
              <a:avLst/>
            </a:prstGeom>
            <a:gradFill>
              <a:gsLst>
                <a:gs pos="0">
                  <a:srgbClr val="101317">
                    <a:alpha val="18127"/>
                  </a:srgbClr>
                </a:gs>
                <a:gs pos="14286">
                  <a:srgbClr val="101317">
                    <a:alpha val="16792"/>
                  </a:srgbClr>
                </a:gs>
                <a:gs pos="28571">
                  <a:srgbClr val="101317">
                    <a:alpha val="13301"/>
                  </a:srgbClr>
                </a:gs>
                <a:gs pos="42857">
                  <a:srgbClr val="101317">
                    <a:alpha val="8937"/>
                  </a:srgbClr>
                </a:gs>
                <a:gs pos="57143">
                  <a:srgbClr val="101317">
                    <a:alpha val="5055"/>
                  </a:srgbClr>
                </a:gs>
                <a:gs pos="71429">
                  <a:srgbClr val="101317">
                    <a:alpha val="2399"/>
                  </a:srgbClr>
                </a:gs>
                <a:gs pos="85714">
                  <a:srgbClr val="101317">
                    <a:alpha val="956"/>
                  </a:srgbClr>
                </a:gs>
                <a:gs pos="100000">
                  <a:srgbClr val="10131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5400000">
              <a:off x="-301228" y="220311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0F0D">
                    <a:alpha val="18127"/>
                  </a:srgbClr>
                </a:gs>
                <a:gs pos="14286">
                  <a:srgbClr val="0E0F0D">
                    <a:alpha val="16792"/>
                  </a:srgbClr>
                </a:gs>
                <a:gs pos="28571">
                  <a:srgbClr val="0E0F0D">
                    <a:alpha val="13301"/>
                  </a:srgbClr>
                </a:gs>
                <a:gs pos="42857">
                  <a:srgbClr val="0E0F0D">
                    <a:alpha val="8937"/>
                  </a:srgbClr>
                </a:gs>
                <a:gs pos="57143">
                  <a:srgbClr val="0E0F0D">
                    <a:alpha val="5055"/>
                  </a:srgbClr>
                </a:gs>
                <a:gs pos="71429">
                  <a:srgbClr val="0E0F0D">
                    <a:alpha val="2399"/>
                  </a:srgbClr>
                </a:gs>
                <a:gs pos="85714">
                  <a:srgbClr val="0E0F0D">
                    <a:alpha val="956"/>
                  </a:srgbClr>
                </a:gs>
                <a:gs pos="100000">
                  <a:srgbClr val="0E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5400000">
              <a:off x="751487" y="8721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232E3E">
                    <a:alpha val="18127"/>
                  </a:srgbClr>
                </a:gs>
                <a:gs pos="14286">
                  <a:srgbClr val="232E3E">
                    <a:alpha val="16792"/>
                  </a:srgbClr>
                </a:gs>
                <a:gs pos="28571">
                  <a:srgbClr val="232E3E">
                    <a:alpha val="13301"/>
                  </a:srgbClr>
                </a:gs>
                <a:gs pos="42857">
                  <a:srgbClr val="232E3E">
                    <a:alpha val="8937"/>
                  </a:srgbClr>
                </a:gs>
                <a:gs pos="57143">
                  <a:srgbClr val="232E3E">
                    <a:alpha val="5055"/>
                  </a:srgbClr>
                </a:gs>
                <a:gs pos="71429">
                  <a:srgbClr val="232E3E">
                    <a:alpha val="2399"/>
                  </a:srgbClr>
                </a:gs>
                <a:gs pos="85714">
                  <a:srgbClr val="232E3E">
                    <a:alpha val="956"/>
                  </a:srgbClr>
                </a:gs>
                <a:gs pos="100000">
                  <a:srgbClr val="232E3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5400000">
              <a:off x="1751906" y="57938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D0C">
                    <a:alpha val="18127"/>
                  </a:srgbClr>
                </a:gs>
                <a:gs pos="14286">
                  <a:srgbClr val="0A0D0C">
                    <a:alpha val="16792"/>
                  </a:srgbClr>
                </a:gs>
                <a:gs pos="28571">
                  <a:srgbClr val="0A0D0C">
                    <a:alpha val="13301"/>
                  </a:srgbClr>
                </a:gs>
                <a:gs pos="42857">
                  <a:srgbClr val="0A0D0C">
                    <a:alpha val="8937"/>
                  </a:srgbClr>
                </a:gs>
                <a:gs pos="57143">
                  <a:srgbClr val="0A0D0C">
                    <a:alpha val="5055"/>
                  </a:srgbClr>
                </a:gs>
                <a:gs pos="71429">
                  <a:srgbClr val="0A0D0C">
                    <a:alpha val="2399"/>
                  </a:srgbClr>
                </a:gs>
                <a:gs pos="85714">
                  <a:srgbClr val="0A0D0C">
                    <a:alpha val="956"/>
                  </a:srgbClr>
                </a:gs>
                <a:gs pos="100000">
                  <a:srgbClr val="0A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5400000">
              <a:off x="1092180" y="242921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C">
                    <a:alpha val="18127"/>
                  </a:srgbClr>
                </a:gs>
                <a:gs pos="14286">
                  <a:srgbClr val="0C0E0C">
                    <a:alpha val="16792"/>
                  </a:srgbClr>
                </a:gs>
                <a:gs pos="28571">
                  <a:srgbClr val="0C0E0C">
                    <a:alpha val="13301"/>
                  </a:srgbClr>
                </a:gs>
                <a:gs pos="42857">
                  <a:srgbClr val="0C0E0C">
                    <a:alpha val="8937"/>
                  </a:srgbClr>
                </a:gs>
                <a:gs pos="57143">
                  <a:srgbClr val="0C0E0C">
                    <a:alpha val="5055"/>
                  </a:srgbClr>
                </a:gs>
                <a:gs pos="71429">
                  <a:srgbClr val="0C0E0C">
                    <a:alpha val="2399"/>
                  </a:srgbClr>
                </a:gs>
                <a:gs pos="85714">
                  <a:srgbClr val="0C0E0C">
                    <a:alpha val="956"/>
                  </a:srgbClr>
                </a:gs>
                <a:gs pos="100000">
                  <a:srgbClr val="0C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5400000">
              <a:off x="2512013" y="-33695"/>
              <a:ext cx="602456" cy="602456"/>
            </a:xfrm>
            <a:prstGeom prst="ellipse">
              <a:avLst/>
            </a:prstGeom>
            <a:gradFill>
              <a:gsLst>
                <a:gs pos="0">
                  <a:srgbClr val="101516">
                    <a:alpha val="18127"/>
                  </a:srgbClr>
                </a:gs>
                <a:gs pos="14286">
                  <a:srgbClr val="101516">
                    <a:alpha val="16792"/>
                  </a:srgbClr>
                </a:gs>
                <a:gs pos="28571">
                  <a:srgbClr val="101516">
                    <a:alpha val="13301"/>
                  </a:srgbClr>
                </a:gs>
                <a:gs pos="42857">
                  <a:srgbClr val="101516">
                    <a:alpha val="8937"/>
                  </a:srgbClr>
                </a:gs>
                <a:gs pos="57143">
                  <a:srgbClr val="101516">
                    <a:alpha val="5055"/>
                  </a:srgbClr>
                </a:gs>
                <a:gs pos="71429">
                  <a:srgbClr val="101516">
                    <a:alpha val="2399"/>
                  </a:srgbClr>
                </a:gs>
                <a:gs pos="85714">
                  <a:srgbClr val="101516">
                    <a:alpha val="956"/>
                  </a:srgbClr>
                </a:gs>
                <a:gs pos="100000">
                  <a:srgbClr val="101516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5400000">
              <a:off x="269204" y="6597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15171D">
                    <a:alpha val="18127"/>
                  </a:srgbClr>
                </a:gs>
                <a:gs pos="14286">
                  <a:srgbClr val="15171D">
                    <a:alpha val="16792"/>
                  </a:srgbClr>
                </a:gs>
                <a:gs pos="28571">
                  <a:srgbClr val="15171D">
                    <a:alpha val="13301"/>
                  </a:srgbClr>
                </a:gs>
                <a:gs pos="42857">
                  <a:srgbClr val="15171D">
                    <a:alpha val="8937"/>
                  </a:srgbClr>
                </a:gs>
                <a:gs pos="57143">
                  <a:srgbClr val="15171D">
                    <a:alpha val="5055"/>
                  </a:srgbClr>
                </a:gs>
                <a:gs pos="71429">
                  <a:srgbClr val="15171D">
                    <a:alpha val="2399"/>
                  </a:srgbClr>
                </a:gs>
                <a:gs pos="85714">
                  <a:srgbClr val="15171D">
                    <a:alpha val="956"/>
                  </a:srgbClr>
                </a:gs>
                <a:gs pos="100000">
                  <a:srgbClr val="15171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5400000">
              <a:off x="1781146" y="129485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010">
                    <a:alpha val="18127"/>
                  </a:srgbClr>
                </a:gs>
                <a:gs pos="14286">
                  <a:srgbClr val="0D1010">
                    <a:alpha val="16792"/>
                  </a:srgbClr>
                </a:gs>
                <a:gs pos="28571">
                  <a:srgbClr val="0D1010">
                    <a:alpha val="13301"/>
                  </a:srgbClr>
                </a:gs>
                <a:gs pos="42857">
                  <a:srgbClr val="0D1010">
                    <a:alpha val="8937"/>
                  </a:srgbClr>
                </a:gs>
                <a:gs pos="57143">
                  <a:srgbClr val="0D1010">
                    <a:alpha val="5055"/>
                  </a:srgbClr>
                </a:gs>
                <a:gs pos="71429">
                  <a:srgbClr val="0D1010">
                    <a:alpha val="2399"/>
                  </a:srgbClr>
                </a:gs>
                <a:gs pos="85714">
                  <a:srgbClr val="0D1010">
                    <a:alpha val="956"/>
                  </a:srgbClr>
                </a:gs>
                <a:gs pos="100000">
                  <a:srgbClr val="0D10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5400000">
              <a:off x="3263895" y="359236"/>
              <a:ext cx="602456" cy="602456"/>
            </a:xfrm>
            <a:prstGeom prst="ellipse">
              <a:avLst/>
            </a:prstGeom>
            <a:gradFill>
              <a:gsLst>
                <a:gs pos="0">
                  <a:srgbClr val="35383B">
                    <a:alpha val="18127"/>
                  </a:srgbClr>
                </a:gs>
                <a:gs pos="14286">
                  <a:srgbClr val="35383B">
                    <a:alpha val="16792"/>
                  </a:srgbClr>
                </a:gs>
                <a:gs pos="28571">
                  <a:srgbClr val="35383B">
                    <a:alpha val="13301"/>
                  </a:srgbClr>
                </a:gs>
                <a:gs pos="42857">
                  <a:srgbClr val="35383B">
                    <a:alpha val="8937"/>
                  </a:srgbClr>
                </a:gs>
                <a:gs pos="57143">
                  <a:srgbClr val="35383B">
                    <a:alpha val="5055"/>
                  </a:srgbClr>
                </a:gs>
                <a:gs pos="71429">
                  <a:srgbClr val="35383B">
                    <a:alpha val="2399"/>
                  </a:srgbClr>
                </a:gs>
                <a:gs pos="85714">
                  <a:srgbClr val="35383B">
                    <a:alpha val="956"/>
                  </a:srgbClr>
                </a:gs>
                <a:gs pos="100000">
                  <a:srgbClr val="35383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5400000">
              <a:off x="428163" y="222234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E">
                    <a:alpha val="18127"/>
                  </a:srgbClr>
                </a:gs>
                <a:gs pos="14286">
                  <a:srgbClr val="0D0F0E">
                    <a:alpha val="16792"/>
                  </a:srgbClr>
                </a:gs>
                <a:gs pos="28571">
                  <a:srgbClr val="0D0F0E">
                    <a:alpha val="13301"/>
                  </a:srgbClr>
                </a:gs>
                <a:gs pos="42857">
                  <a:srgbClr val="0D0F0E">
                    <a:alpha val="8937"/>
                  </a:srgbClr>
                </a:gs>
                <a:gs pos="57143">
                  <a:srgbClr val="0D0F0E">
                    <a:alpha val="5055"/>
                  </a:srgbClr>
                </a:gs>
                <a:gs pos="71429">
                  <a:srgbClr val="0D0F0E">
                    <a:alpha val="2399"/>
                  </a:srgbClr>
                </a:gs>
                <a:gs pos="85714">
                  <a:srgbClr val="0D0F0E">
                    <a:alpha val="956"/>
                  </a:srgbClr>
                </a:gs>
                <a:gs pos="100000">
                  <a:srgbClr val="0D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5400000">
              <a:off x="1366325" y="211571"/>
              <a:ext cx="602456" cy="602456"/>
            </a:xfrm>
            <a:prstGeom prst="ellipse">
              <a:avLst/>
            </a:prstGeom>
            <a:gradFill>
              <a:gsLst>
                <a:gs pos="0">
                  <a:srgbClr val="4D4B49">
                    <a:alpha val="18127"/>
                  </a:srgbClr>
                </a:gs>
                <a:gs pos="14286">
                  <a:srgbClr val="4D4B49">
                    <a:alpha val="16792"/>
                  </a:srgbClr>
                </a:gs>
                <a:gs pos="28571">
                  <a:srgbClr val="4D4B49">
                    <a:alpha val="13301"/>
                  </a:srgbClr>
                </a:gs>
                <a:gs pos="42857">
                  <a:srgbClr val="4D4B49">
                    <a:alpha val="8937"/>
                  </a:srgbClr>
                </a:gs>
                <a:gs pos="57143">
                  <a:srgbClr val="4D4B49">
                    <a:alpha val="5055"/>
                  </a:srgbClr>
                </a:gs>
                <a:gs pos="71429">
                  <a:srgbClr val="4D4B49">
                    <a:alpha val="2399"/>
                  </a:srgbClr>
                </a:gs>
                <a:gs pos="85714">
                  <a:srgbClr val="4D4B49">
                    <a:alpha val="956"/>
                  </a:srgbClr>
                </a:gs>
                <a:gs pos="100000">
                  <a:srgbClr val="4D4B4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5400000">
              <a:off x="2348043" y="10419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C">
                    <a:alpha val="18127"/>
                  </a:srgbClr>
                </a:gs>
                <a:gs pos="14286">
                  <a:srgbClr val="0C0E0C">
                    <a:alpha val="16792"/>
                  </a:srgbClr>
                </a:gs>
                <a:gs pos="28571">
                  <a:srgbClr val="0C0E0C">
                    <a:alpha val="13301"/>
                  </a:srgbClr>
                </a:gs>
                <a:gs pos="42857">
                  <a:srgbClr val="0C0E0C">
                    <a:alpha val="8937"/>
                  </a:srgbClr>
                </a:gs>
                <a:gs pos="57143">
                  <a:srgbClr val="0C0E0C">
                    <a:alpha val="5055"/>
                  </a:srgbClr>
                </a:gs>
                <a:gs pos="71429">
                  <a:srgbClr val="0C0E0C">
                    <a:alpha val="2399"/>
                  </a:srgbClr>
                </a:gs>
                <a:gs pos="85714">
                  <a:srgbClr val="0C0E0C">
                    <a:alpha val="956"/>
                  </a:srgbClr>
                </a:gs>
                <a:gs pos="100000">
                  <a:srgbClr val="0C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5400000">
              <a:off x="-13185" y="2213004"/>
              <a:ext cx="602456" cy="602456"/>
            </a:xfrm>
            <a:prstGeom prst="ellipse">
              <a:avLst/>
            </a:prstGeom>
            <a:gradFill>
              <a:gsLst>
                <a:gs pos="0">
                  <a:srgbClr val="121212">
                    <a:alpha val="18127"/>
                  </a:srgbClr>
                </a:gs>
                <a:gs pos="14286">
                  <a:srgbClr val="121212">
                    <a:alpha val="16792"/>
                  </a:srgbClr>
                </a:gs>
                <a:gs pos="28571">
                  <a:srgbClr val="121212">
                    <a:alpha val="13301"/>
                  </a:srgbClr>
                </a:gs>
                <a:gs pos="42857">
                  <a:srgbClr val="121212">
                    <a:alpha val="8937"/>
                  </a:srgbClr>
                </a:gs>
                <a:gs pos="57143">
                  <a:srgbClr val="121212">
                    <a:alpha val="5055"/>
                  </a:srgbClr>
                </a:gs>
                <a:gs pos="71429">
                  <a:srgbClr val="121212">
                    <a:alpha val="2399"/>
                  </a:srgbClr>
                </a:gs>
                <a:gs pos="85714">
                  <a:srgbClr val="121212">
                    <a:alpha val="956"/>
                  </a:srgbClr>
                </a:gs>
                <a:gs pos="100000">
                  <a:srgbClr val="12121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5400000">
              <a:off x="959582" y="185803"/>
              <a:ext cx="602456" cy="602456"/>
            </a:xfrm>
            <a:prstGeom prst="ellipse">
              <a:avLst/>
            </a:prstGeom>
            <a:gradFill>
              <a:gsLst>
                <a:gs pos="0">
                  <a:srgbClr val="5A5865">
                    <a:alpha val="18127"/>
                  </a:srgbClr>
                </a:gs>
                <a:gs pos="14286">
                  <a:srgbClr val="5A5865">
                    <a:alpha val="16792"/>
                  </a:srgbClr>
                </a:gs>
                <a:gs pos="28571">
                  <a:srgbClr val="5A5865">
                    <a:alpha val="13301"/>
                  </a:srgbClr>
                </a:gs>
                <a:gs pos="42857">
                  <a:srgbClr val="5A5865">
                    <a:alpha val="8937"/>
                  </a:srgbClr>
                </a:gs>
                <a:gs pos="57143">
                  <a:srgbClr val="5A5865">
                    <a:alpha val="5055"/>
                  </a:srgbClr>
                </a:gs>
                <a:gs pos="71429">
                  <a:srgbClr val="5A5865">
                    <a:alpha val="2399"/>
                  </a:srgbClr>
                </a:gs>
                <a:gs pos="85714">
                  <a:srgbClr val="5A5865">
                    <a:alpha val="956"/>
                  </a:srgbClr>
                </a:gs>
                <a:gs pos="100000">
                  <a:srgbClr val="5A5865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5400000">
              <a:off x="1141046" y="-269921"/>
              <a:ext cx="602456" cy="602456"/>
            </a:xfrm>
            <a:prstGeom prst="ellipse">
              <a:avLst/>
            </a:prstGeom>
            <a:gradFill>
              <a:gsLst>
                <a:gs pos="0">
                  <a:srgbClr val="11110E">
                    <a:alpha val="18127"/>
                  </a:srgbClr>
                </a:gs>
                <a:gs pos="14286">
                  <a:srgbClr val="11110E">
                    <a:alpha val="16792"/>
                  </a:srgbClr>
                </a:gs>
                <a:gs pos="28571">
                  <a:srgbClr val="11110E">
                    <a:alpha val="13301"/>
                  </a:srgbClr>
                </a:gs>
                <a:gs pos="42857">
                  <a:srgbClr val="11110E">
                    <a:alpha val="8937"/>
                  </a:srgbClr>
                </a:gs>
                <a:gs pos="57143">
                  <a:srgbClr val="11110E">
                    <a:alpha val="5055"/>
                  </a:srgbClr>
                </a:gs>
                <a:gs pos="71429">
                  <a:srgbClr val="11110E">
                    <a:alpha val="2399"/>
                  </a:srgbClr>
                </a:gs>
                <a:gs pos="85714">
                  <a:srgbClr val="11110E">
                    <a:alpha val="956"/>
                  </a:srgbClr>
                </a:gs>
                <a:gs pos="100000">
                  <a:srgbClr val="1111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5400000">
              <a:off x="-21452" y="228364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E">
                    <a:alpha val="18127"/>
                  </a:srgbClr>
                </a:gs>
                <a:gs pos="14286">
                  <a:srgbClr val="0C0E0E">
                    <a:alpha val="16792"/>
                  </a:srgbClr>
                </a:gs>
                <a:gs pos="28571">
                  <a:srgbClr val="0C0E0E">
                    <a:alpha val="13301"/>
                  </a:srgbClr>
                </a:gs>
                <a:gs pos="42857">
                  <a:srgbClr val="0C0E0E">
                    <a:alpha val="8937"/>
                  </a:srgbClr>
                </a:gs>
                <a:gs pos="57143">
                  <a:srgbClr val="0C0E0E">
                    <a:alpha val="5055"/>
                  </a:srgbClr>
                </a:gs>
                <a:gs pos="71429">
                  <a:srgbClr val="0C0E0E">
                    <a:alpha val="2399"/>
                  </a:srgbClr>
                </a:gs>
                <a:gs pos="85714">
                  <a:srgbClr val="0C0E0E">
                    <a:alpha val="956"/>
                  </a:srgbClr>
                </a:gs>
                <a:gs pos="100000">
                  <a:srgbClr val="0C0E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5400000">
              <a:off x="193429" y="1114101"/>
              <a:ext cx="602456" cy="602456"/>
            </a:xfrm>
            <a:prstGeom prst="ellipse">
              <a:avLst/>
            </a:prstGeom>
            <a:gradFill>
              <a:gsLst>
                <a:gs pos="0">
                  <a:srgbClr val="5B5859">
                    <a:alpha val="18127"/>
                  </a:srgbClr>
                </a:gs>
                <a:gs pos="14286">
                  <a:srgbClr val="5B5859">
                    <a:alpha val="16792"/>
                  </a:srgbClr>
                </a:gs>
                <a:gs pos="28571">
                  <a:srgbClr val="5B5859">
                    <a:alpha val="13301"/>
                  </a:srgbClr>
                </a:gs>
                <a:gs pos="42857">
                  <a:srgbClr val="5B5859">
                    <a:alpha val="8937"/>
                  </a:srgbClr>
                </a:gs>
                <a:gs pos="57143">
                  <a:srgbClr val="5B5859">
                    <a:alpha val="5055"/>
                  </a:srgbClr>
                </a:gs>
                <a:gs pos="71429">
                  <a:srgbClr val="5B5859">
                    <a:alpha val="2399"/>
                  </a:srgbClr>
                </a:gs>
                <a:gs pos="85714">
                  <a:srgbClr val="5B5859">
                    <a:alpha val="956"/>
                  </a:srgbClr>
                </a:gs>
                <a:gs pos="100000">
                  <a:srgbClr val="5B585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5400000">
              <a:off x="2575188" y="50606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0F0E">
                    <a:alpha val="18127"/>
                  </a:srgbClr>
                </a:gs>
                <a:gs pos="14286">
                  <a:srgbClr val="0F0F0E">
                    <a:alpha val="16792"/>
                  </a:srgbClr>
                </a:gs>
                <a:gs pos="28571">
                  <a:srgbClr val="0F0F0E">
                    <a:alpha val="13301"/>
                  </a:srgbClr>
                </a:gs>
                <a:gs pos="42857">
                  <a:srgbClr val="0F0F0E">
                    <a:alpha val="8937"/>
                  </a:srgbClr>
                </a:gs>
                <a:gs pos="57143">
                  <a:srgbClr val="0F0F0E">
                    <a:alpha val="5055"/>
                  </a:srgbClr>
                </a:gs>
                <a:gs pos="71429">
                  <a:srgbClr val="0F0F0E">
                    <a:alpha val="2399"/>
                  </a:srgbClr>
                </a:gs>
                <a:gs pos="85714">
                  <a:srgbClr val="0F0F0E">
                    <a:alpha val="956"/>
                  </a:srgbClr>
                </a:gs>
                <a:gs pos="100000">
                  <a:srgbClr val="0F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5400000">
              <a:off x="1560936" y="-1582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90E0B">
                    <a:alpha val="18127"/>
                  </a:srgbClr>
                </a:gs>
                <a:gs pos="14286">
                  <a:srgbClr val="090E0B">
                    <a:alpha val="16792"/>
                  </a:srgbClr>
                </a:gs>
                <a:gs pos="28571">
                  <a:srgbClr val="090E0B">
                    <a:alpha val="13301"/>
                  </a:srgbClr>
                </a:gs>
                <a:gs pos="42857">
                  <a:srgbClr val="090E0B">
                    <a:alpha val="8937"/>
                  </a:srgbClr>
                </a:gs>
                <a:gs pos="57143">
                  <a:srgbClr val="090E0B">
                    <a:alpha val="5055"/>
                  </a:srgbClr>
                </a:gs>
                <a:gs pos="71429">
                  <a:srgbClr val="090E0B">
                    <a:alpha val="2399"/>
                  </a:srgbClr>
                </a:gs>
                <a:gs pos="85714">
                  <a:srgbClr val="090E0B">
                    <a:alpha val="956"/>
                  </a:srgbClr>
                </a:gs>
                <a:gs pos="100000">
                  <a:srgbClr val="090E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5400000">
              <a:off x="1594869" y="17945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14191D">
                    <a:alpha val="18127"/>
                  </a:srgbClr>
                </a:gs>
                <a:gs pos="14286">
                  <a:srgbClr val="14191D">
                    <a:alpha val="16792"/>
                  </a:srgbClr>
                </a:gs>
                <a:gs pos="28571">
                  <a:srgbClr val="14191D">
                    <a:alpha val="13301"/>
                  </a:srgbClr>
                </a:gs>
                <a:gs pos="42857">
                  <a:srgbClr val="14191D">
                    <a:alpha val="8937"/>
                  </a:srgbClr>
                </a:gs>
                <a:gs pos="57143">
                  <a:srgbClr val="14191D">
                    <a:alpha val="5055"/>
                  </a:srgbClr>
                </a:gs>
                <a:gs pos="71429">
                  <a:srgbClr val="14191D">
                    <a:alpha val="2399"/>
                  </a:srgbClr>
                </a:gs>
                <a:gs pos="85714">
                  <a:srgbClr val="14191D">
                    <a:alpha val="956"/>
                  </a:srgbClr>
                </a:gs>
                <a:gs pos="100000">
                  <a:srgbClr val="14191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5400000">
              <a:off x="708190" y="3934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302828">
                    <a:alpha val="18127"/>
                  </a:srgbClr>
                </a:gs>
                <a:gs pos="14286">
                  <a:srgbClr val="302828">
                    <a:alpha val="16792"/>
                  </a:srgbClr>
                </a:gs>
                <a:gs pos="28571">
                  <a:srgbClr val="302828">
                    <a:alpha val="13301"/>
                  </a:srgbClr>
                </a:gs>
                <a:gs pos="42857">
                  <a:srgbClr val="302828">
                    <a:alpha val="8937"/>
                  </a:srgbClr>
                </a:gs>
                <a:gs pos="57143">
                  <a:srgbClr val="302828">
                    <a:alpha val="5055"/>
                  </a:srgbClr>
                </a:gs>
                <a:gs pos="71429">
                  <a:srgbClr val="302828">
                    <a:alpha val="2399"/>
                  </a:srgbClr>
                </a:gs>
                <a:gs pos="85714">
                  <a:srgbClr val="302828">
                    <a:alpha val="956"/>
                  </a:srgbClr>
                </a:gs>
                <a:gs pos="100000">
                  <a:srgbClr val="302828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5400000">
              <a:off x="-186035" y="23244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4C4459">
                    <a:alpha val="18127"/>
                  </a:srgbClr>
                </a:gs>
                <a:gs pos="14286">
                  <a:srgbClr val="4C4459">
                    <a:alpha val="16792"/>
                  </a:srgbClr>
                </a:gs>
                <a:gs pos="28571">
                  <a:srgbClr val="4C4459">
                    <a:alpha val="13301"/>
                  </a:srgbClr>
                </a:gs>
                <a:gs pos="42857">
                  <a:srgbClr val="4C4459">
                    <a:alpha val="8937"/>
                  </a:srgbClr>
                </a:gs>
                <a:gs pos="57143">
                  <a:srgbClr val="4C4459">
                    <a:alpha val="5055"/>
                  </a:srgbClr>
                </a:gs>
                <a:gs pos="71429">
                  <a:srgbClr val="4C4459">
                    <a:alpha val="2399"/>
                  </a:srgbClr>
                </a:gs>
                <a:gs pos="85714">
                  <a:srgbClr val="4C4459">
                    <a:alpha val="956"/>
                  </a:srgbClr>
                </a:gs>
                <a:gs pos="100000">
                  <a:srgbClr val="4C445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5400000">
              <a:off x="995735" y="2134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3F3E4A">
                    <a:alpha val="18127"/>
                  </a:srgbClr>
                </a:gs>
                <a:gs pos="14286">
                  <a:srgbClr val="3F3E4A">
                    <a:alpha val="16792"/>
                  </a:srgbClr>
                </a:gs>
                <a:gs pos="28571">
                  <a:srgbClr val="3F3E4A">
                    <a:alpha val="13301"/>
                  </a:srgbClr>
                </a:gs>
                <a:gs pos="42857">
                  <a:srgbClr val="3F3E4A">
                    <a:alpha val="8937"/>
                  </a:srgbClr>
                </a:gs>
                <a:gs pos="57143">
                  <a:srgbClr val="3F3E4A">
                    <a:alpha val="5055"/>
                  </a:srgbClr>
                </a:gs>
                <a:gs pos="71429">
                  <a:srgbClr val="3F3E4A">
                    <a:alpha val="2399"/>
                  </a:srgbClr>
                </a:gs>
                <a:gs pos="85714">
                  <a:srgbClr val="3F3E4A">
                    <a:alpha val="956"/>
                  </a:srgbClr>
                </a:gs>
                <a:gs pos="100000">
                  <a:srgbClr val="3F3E4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5400000">
              <a:off x="192724" y="1643465"/>
              <a:ext cx="602456" cy="602456"/>
            </a:xfrm>
            <a:prstGeom prst="ellipse">
              <a:avLst/>
            </a:prstGeom>
            <a:gradFill>
              <a:gsLst>
                <a:gs pos="0">
                  <a:srgbClr val="201B22">
                    <a:alpha val="18127"/>
                  </a:srgbClr>
                </a:gs>
                <a:gs pos="14286">
                  <a:srgbClr val="201B22">
                    <a:alpha val="16792"/>
                  </a:srgbClr>
                </a:gs>
                <a:gs pos="28571">
                  <a:srgbClr val="201B22">
                    <a:alpha val="13301"/>
                  </a:srgbClr>
                </a:gs>
                <a:gs pos="42857">
                  <a:srgbClr val="201B22">
                    <a:alpha val="8937"/>
                  </a:srgbClr>
                </a:gs>
                <a:gs pos="57143">
                  <a:srgbClr val="201B22">
                    <a:alpha val="5055"/>
                  </a:srgbClr>
                </a:gs>
                <a:gs pos="71429">
                  <a:srgbClr val="201B22">
                    <a:alpha val="2399"/>
                  </a:srgbClr>
                </a:gs>
                <a:gs pos="85714">
                  <a:srgbClr val="201B22">
                    <a:alpha val="956"/>
                  </a:srgbClr>
                </a:gs>
                <a:gs pos="100000">
                  <a:srgbClr val="201B2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5400000">
              <a:off x="451991" y="23588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F0E">
                    <a:alpha val="18127"/>
                  </a:srgbClr>
                </a:gs>
                <a:gs pos="14286">
                  <a:srgbClr val="0B0F0E">
                    <a:alpha val="16792"/>
                  </a:srgbClr>
                </a:gs>
                <a:gs pos="28571">
                  <a:srgbClr val="0B0F0E">
                    <a:alpha val="13301"/>
                  </a:srgbClr>
                </a:gs>
                <a:gs pos="42857">
                  <a:srgbClr val="0B0F0E">
                    <a:alpha val="8937"/>
                  </a:srgbClr>
                </a:gs>
                <a:gs pos="57143">
                  <a:srgbClr val="0B0F0E">
                    <a:alpha val="5055"/>
                  </a:srgbClr>
                </a:gs>
                <a:gs pos="71429">
                  <a:srgbClr val="0B0F0E">
                    <a:alpha val="2399"/>
                  </a:srgbClr>
                </a:gs>
                <a:gs pos="85714">
                  <a:srgbClr val="0B0F0E">
                    <a:alpha val="956"/>
                  </a:srgbClr>
                </a:gs>
                <a:gs pos="100000">
                  <a:srgbClr val="0B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5400000">
              <a:off x="802632" y="2564853"/>
              <a:ext cx="602456" cy="602456"/>
            </a:xfrm>
            <a:prstGeom prst="ellipse">
              <a:avLst/>
            </a:prstGeom>
            <a:gradFill>
              <a:gsLst>
                <a:gs pos="0">
                  <a:srgbClr val="23292E">
                    <a:alpha val="18127"/>
                  </a:srgbClr>
                </a:gs>
                <a:gs pos="14286">
                  <a:srgbClr val="23292E">
                    <a:alpha val="16792"/>
                  </a:srgbClr>
                </a:gs>
                <a:gs pos="28571">
                  <a:srgbClr val="23292E">
                    <a:alpha val="13301"/>
                  </a:srgbClr>
                </a:gs>
                <a:gs pos="42857">
                  <a:srgbClr val="23292E">
                    <a:alpha val="8937"/>
                  </a:srgbClr>
                </a:gs>
                <a:gs pos="57143">
                  <a:srgbClr val="23292E">
                    <a:alpha val="5055"/>
                  </a:srgbClr>
                </a:gs>
                <a:gs pos="71429">
                  <a:srgbClr val="23292E">
                    <a:alpha val="2399"/>
                  </a:srgbClr>
                </a:gs>
                <a:gs pos="85714">
                  <a:srgbClr val="23292E">
                    <a:alpha val="956"/>
                  </a:srgbClr>
                </a:gs>
                <a:gs pos="100000">
                  <a:srgbClr val="23292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5400000">
              <a:off x="498818" y="21718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D">
                    <a:alpha val="18127"/>
                  </a:srgbClr>
                </a:gs>
                <a:gs pos="14286">
                  <a:srgbClr val="0C0E0D">
                    <a:alpha val="16792"/>
                  </a:srgbClr>
                </a:gs>
                <a:gs pos="28571">
                  <a:srgbClr val="0C0E0D">
                    <a:alpha val="13301"/>
                  </a:srgbClr>
                </a:gs>
                <a:gs pos="42857">
                  <a:srgbClr val="0C0E0D">
                    <a:alpha val="8937"/>
                  </a:srgbClr>
                </a:gs>
                <a:gs pos="57143">
                  <a:srgbClr val="0C0E0D">
                    <a:alpha val="5055"/>
                  </a:srgbClr>
                </a:gs>
                <a:gs pos="71429">
                  <a:srgbClr val="0C0E0D">
                    <a:alpha val="2399"/>
                  </a:srgbClr>
                </a:gs>
                <a:gs pos="85714">
                  <a:srgbClr val="0C0E0D">
                    <a:alpha val="956"/>
                  </a:srgbClr>
                </a:gs>
                <a:gs pos="100000">
                  <a:srgbClr val="0C0E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5400000">
              <a:off x="2410098" y="1967531"/>
              <a:ext cx="602456" cy="602456"/>
            </a:xfrm>
            <a:prstGeom prst="ellipse">
              <a:avLst/>
            </a:prstGeom>
            <a:gradFill>
              <a:gsLst>
                <a:gs pos="0">
                  <a:srgbClr val="2E1F29">
                    <a:alpha val="18127"/>
                  </a:srgbClr>
                </a:gs>
                <a:gs pos="14286">
                  <a:srgbClr val="2E1F29">
                    <a:alpha val="16792"/>
                  </a:srgbClr>
                </a:gs>
                <a:gs pos="28571">
                  <a:srgbClr val="2E1F29">
                    <a:alpha val="13301"/>
                  </a:srgbClr>
                </a:gs>
                <a:gs pos="42857">
                  <a:srgbClr val="2E1F29">
                    <a:alpha val="8937"/>
                  </a:srgbClr>
                </a:gs>
                <a:gs pos="57143">
                  <a:srgbClr val="2E1F29">
                    <a:alpha val="5055"/>
                  </a:srgbClr>
                </a:gs>
                <a:gs pos="71429">
                  <a:srgbClr val="2E1F29">
                    <a:alpha val="2399"/>
                  </a:srgbClr>
                </a:gs>
                <a:gs pos="85714">
                  <a:srgbClr val="2E1F29">
                    <a:alpha val="956"/>
                  </a:srgbClr>
                </a:gs>
                <a:gs pos="100000">
                  <a:srgbClr val="2E1F2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5400000">
              <a:off x="1921952" y="-38684"/>
              <a:ext cx="602456" cy="602456"/>
            </a:xfrm>
            <a:prstGeom prst="ellipse">
              <a:avLst/>
            </a:prstGeom>
            <a:gradFill>
              <a:gsLst>
                <a:gs pos="0">
                  <a:srgbClr val="4B3E3C">
                    <a:alpha val="18127"/>
                  </a:srgbClr>
                </a:gs>
                <a:gs pos="14286">
                  <a:srgbClr val="4B3E3C">
                    <a:alpha val="16792"/>
                  </a:srgbClr>
                </a:gs>
                <a:gs pos="28571">
                  <a:srgbClr val="4B3E3C">
                    <a:alpha val="13301"/>
                  </a:srgbClr>
                </a:gs>
                <a:gs pos="42857">
                  <a:srgbClr val="4B3E3C">
                    <a:alpha val="8937"/>
                  </a:srgbClr>
                </a:gs>
                <a:gs pos="57143">
                  <a:srgbClr val="4B3E3C">
                    <a:alpha val="5055"/>
                  </a:srgbClr>
                </a:gs>
                <a:gs pos="71429">
                  <a:srgbClr val="4B3E3C">
                    <a:alpha val="2399"/>
                  </a:srgbClr>
                </a:gs>
                <a:gs pos="85714">
                  <a:srgbClr val="4B3E3C">
                    <a:alpha val="956"/>
                  </a:srgbClr>
                </a:gs>
                <a:gs pos="100000">
                  <a:srgbClr val="4B3E3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5400000">
              <a:off x="2525878" y="2331863"/>
              <a:ext cx="602456" cy="602456"/>
            </a:xfrm>
            <a:prstGeom prst="ellipse">
              <a:avLst/>
            </a:prstGeom>
            <a:gradFill>
              <a:gsLst>
                <a:gs pos="0">
                  <a:srgbClr val="292729">
                    <a:alpha val="18127"/>
                  </a:srgbClr>
                </a:gs>
                <a:gs pos="14286">
                  <a:srgbClr val="292729">
                    <a:alpha val="16792"/>
                  </a:srgbClr>
                </a:gs>
                <a:gs pos="28571">
                  <a:srgbClr val="292729">
                    <a:alpha val="13301"/>
                  </a:srgbClr>
                </a:gs>
                <a:gs pos="42857">
                  <a:srgbClr val="292729">
                    <a:alpha val="8937"/>
                  </a:srgbClr>
                </a:gs>
                <a:gs pos="57143">
                  <a:srgbClr val="292729">
                    <a:alpha val="5055"/>
                  </a:srgbClr>
                </a:gs>
                <a:gs pos="71429">
                  <a:srgbClr val="292729">
                    <a:alpha val="2399"/>
                  </a:srgbClr>
                </a:gs>
                <a:gs pos="85714">
                  <a:srgbClr val="292729">
                    <a:alpha val="956"/>
                  </a:srgbClr>
                </a:gs>
                <a:gs pos="100000">
                  <a:srgbClr val="29272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5400000">
              <a:off x="-270759" y="159577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D">
                    <a:alpha val="18127"/>
                  </a:srgbClr>
                </a:gs>
                <a:gs pos="14286">
                  <a:srgbClr val="0D0F0D">
                    <a:alpha val="16792"/>
                  </a:srgbClr>
                </a:gs>
                <a:gs pos="28571">
                  <a:srgbClr val="0D0F0D">
                    <a:alpha val="13301"/>
                  </a:srgbClr>
                </a:gs>
                <a:gs pos="42857">
                  <a:srgbClr val="0D0F0D">
                    <a:alpha val="8937"/>
                  </a:srgbClr>
                </a:gs>
                <a:gs pos="57143">
                  <a:srgbClr val="0D0F0D">
                    <a:alpha val="5055"/>
                  </a:srgbClr>
                </a:gs>
                <a:gs pos="71429">
                  <a:srgbClr val="0D0F0D">
                    <a:alpha val="2399"/>
                  </a:srgbClr>
                </a:gs>
                <a:gs pos="85714">
                  <a:srgbClr val="0D0F0D">
                    <a:alpha val="956"/>
                  </a:srgbClr>
                </a:gs>
                <a:gs pos="100000">
                  <a:srgbClr val="0D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5400000">
              <a:off x="1927267" y="271806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C">
                    <a:alpha val="18127"/>
                  </a:srgbClr>
                </a:gs>
                <a:gs pos="14286">
                  <a:srgbClr val="0B0D0C">
                    <a:alpha val="16792"/>
                  </a:srgbClr>
                </a:gs>
                <a:gs pos="28571">
                  <a:srgbClr val="0B0D0C">
                    <a:alpha val="13301"/>
                  </a:srgbClr>
                </a:gs>
                <a:gs pos="42857">
                  <a:srgbClr val="0B0D0C">
                    <a:alpha val="8937"/>
                  </a:srgbClr>
                </a:gs>
                <a:gs pos="57143">
                  <a:srgbClr val="0B0D0C">
                    <a:alpha val="5055"/>
                  </a:srgbClr>
                </a:gs>
                <a:gs pos="71429">
                  <a:srgbClr val="0B0D0C">
                    <a:alpha val="2399"/>
                  </a:srgbClr>
                </a:gs>
                <a:gs pos="85714">
                  <a:srgbClr val="0B0D0C">
                    <a:alpha val="956"/>
                  </a:srgbClr>
                </a:gs>
                <a:gs pos="100000">
                  <a:srgbClr val="0B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5400000">
              <a:off x="1098800" y="248462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E0E">
                    <a:alpha val="18127"/>
                  </a:srgbClr>
                </a:gs>
                <a:gs pos="14286">
                  <a:srgbClr val="0D0E0E">
                    <a:alpha val="16792"/>
                  </a:srgbClr>
                </a:gs>
                <a:gs pos="28571">
                  <a:srgbClr val="0D0E0E">
                    <a:alpha val="13301"/>
                  </a:srgbClr>
                </a:gs>
                <a:gs pos="42857">
                  <a:srgbClr val="0D0E0E">
                    <a:alpha val="8937"/>
                  </a:srgbClr>
                </a:gs>
                <a:gs pos="57143">
                  <a:srgbClr val="0D0E0E">
                    <a:alpha val="5055"/>
                  </a:srgbClr>
                </a:gs>
                <a:gs pos="71429">
                  <a:srgbClr val="0D0E0E">
                    <a:alpha val="2399"/>
                  </a:srgbClr>
                </a:gs>
                <a:gs pos="85714">
                  <a:srgbClr val="0D0E0E">
                    <a:alpha val="956"/>
                  </a:srgbClr>
                </a:gs>
                <a:gs pos="100000">
                  <a:srgbClr val="0D0E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5400000">
              <a:off x="1768827" y="3495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1212">
                    <a:alpha val="18127"/>
                  </a:srgbClr>
                </a:gs>
                <a:gs pos="14286">
                  <a:srgbClr val="0E1212">
                    <a:alpha val="16792"/>
                  </a:srgbClr>
                </a:gs>
                <a:gs pos="28571">
                  <a:srgbClr val="0E1212">
                    <a:alpha val="13301"/>
                  </a:srgbClr>
                </a:gs>
                <a:gs pos="42857">
                  <a:srgbClr val="0E1212">
                    <a:alpha val="8937"/>
                  </a:srgbClr>
                </a:gs>
                <a:gs pos="57143">
                  <a:srgbClr val="0E1212">
                    <a:alpha val="5055"/>
                  </a:srgbClr>
                </a:gs>
                <a:gs pos="71429">
                  <a:srgbClr val="0E1212">
                    <a:alpha val="2399"/>
                  </a:srgbClr>
                </a:gs>
                <a:gs pos="85714">
                  <a:srgbClr val="0E1212">
                    <a:alpha val="956"/>
                  </a:srgbClr>
                </a:gs>
                <a:gs pos="100000">
                  <a:srgbClr val="0E121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5400000">
              <a:off x="69983" y="1553632"/>
              <a:ext cx="602456" cy="602456"/>
            </a:xfrm>
            <a:prstGeom prst="ellipse">
              <a:avLst/>
            </a:prstGeom>
            <a:gradFill>
              <a:gsLst>
                <a:gs pos="0">
                  <a:srgbClr val="262A30">
                    <a:alpha val="18127"/>
                  </a:srgbClr>
                </a:gs>
                <a:gs pos="14286">
                  <a:srgbClr val="262A30">
                    <a:alpha val="16792"/>
                  </a:srgbClr>
                </a:gs>
                <a:gs pos="28571">
                  <a:srgbClr val="262A30">
                    <a:alpha val="13301"/>
                  </a:srgbClr>
                </a:gs>
                <a:gs pos="42857">
                  <a:srgbClr val="262A30">
                    <a:alpha val="8937"/>
                  </a:srgbClr>
                </a:gs>
                <a:gs pos="57143">
                  <a:srgbClr val="262A30">
                    <a:alpha val="5055"/>
                  </a:srgbClr>
                </a:gs>
                <a:gs pos="71429">
                  <a:srgbClr val="262A30">
                    <a:alpha val="2399"/>
                  </a:srgbClr>
                </a:gs>
                <a:gs pos="85714">
                  <a:srgbClr val="262A30">
                    <a:alpha val="956"/>
                  </a:srgbClr>
                </a:gs>
                <a:gs pos="100000">
                  <a:srgbClr val="262A3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5400000">
              <a:off x="2589895" y="53752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100F">
                    <a:alpha val="18127"/>
                  </a:srgbClr>
                </a:gs>
                <a:gs pos="14286">
                  <a:srgbClr val="0C100F">
                    <a:alpha val="16792"/>
                  </a:srgbClr>
                </a:gs>
                <a:gs pos="28571">
                  <a:srgbClr val="0C100F">
                    <a:alpha val="13301"/>
                  </a:srgbClr>
                </a:gs>
                <a:gs pos="42857">
                  <a:srgbClr val="0C100F">
                    <a:alpha val="8937"/>
                  </a:srgbClr>
                </a:gs>
                <a:gs pos="57143">
                  <a:srgbClr val="0C100F">
                    <a:alpha val="5055"/>
                  </a:srgbClr>
                </a:gs>
                <a:gs pos="71429">
                  <a:srgbClr val="0C100F">
                    <a:alpha val="2399"/>
                  </a:srgbClr>
                </a:gs>
                <a:gs pos="85714">
                  <a:srgbClr val="0C100F">
                    <a:alpha val="956"/>
                  </a:srgbClr>
                </a:gs>
                <a:gs pos="100000">
                  <a:srgbClr val="0C10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5400000">
              <a:off x="1782875" y="2803939"/>
              <a:ext cx="602456" cy="602456"/>
            </a:xfrm>
            <a:prstGeom prst="ellipse">
              <a:avLst/>
            </a:prstGeom>
            <a:gradFill>
              <a:gsLst>
                <a:gs pos="0">
                  <a:srgbClr val="2E384B">
                    <a:alpha val="18127"/>
                  </a:srgbClr>
                </a:gs>
                <a:gs pos="14286">
                  <a:srgbClr val="2E384B">
                    <a:alpha val="16792"/>
                  </a:srgbClr>
                </a:gs>
                <a:gs pos="28571">
                  <a:srgbClr val="2E384B">
                    <a:alpha val="13301"/>
                  </a:srgbClr>
                </a:gs>
                <a:gs pos="42857">
                  <a:srgbClr val="2E384B">
                    <a:alpha val="8937"/>
                  </a:srgbClr>
                </a:gs>
                <a:gs pos="57143">
                  <a:srgbClr val="2E384B">
                    <a:alpha val="5055"/>
                  </a:srgbClr>
                </a:gs>
                <a:gs pos="71429">
                  <a:srgbClr val="2E384B">
                    <a:alpha val="2399"/>
                  </a:srgbClr>
                </a:gs>
                <a:gs pos="85714">
                  <a:srgbClr val="2E384B">
                    <a:alpha val="956"/>
                  </a:srgbClr>
                </a:gs>
                <a:gs pos="100000">
                  <a:srgbClr val="2E384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5400000">
              <a:off x="822410" y="262396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C0B">
                    <a:alpha val="18127"/>
                  </a:srgbClr>
                </a:gs>
                <a:gs pos="14286">
                  <a:srgbClr val="0A0C0B">
                    <a:alpha val="16792"/>
                  </a:srgbClr>
                </a:gs>
                <a:gs pos="28571">
                  <a:srgbClr val="0A0C0B">
                    <a:alpha val="13301"/>
                  </a:srgbClr>
                </a:gs>
                <a:gs pos="42857">
                  <a:srgbClr val="0A0C0B">
                    <a:alpha val="8937"/>
                  </a:srgbClr>
                </a:gs>
                <a:gs pos="57143">
                  <a:srgbClr val="0A0C0B">
                    <a:alpha val="5055"/>
                  </a:srgbClr>
                </a:gs>
                <a:gs pos="71429">
                  <a:srgbClr val="0A0C0B">
                    <a:alpha val="2399"/>
                  </a:srgbClr>
                </a:gs>
                <a:gs pos="85714">
                  <a:srgbClr val="0A0C0B">
                    <a:alpha val="956"/>
                  </a:srgbClr>
                </a:gs>
                <a:gs pos="100000">
                  <a:srgbClr val="0A0C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5400000">
              <a:off x="1508437" y="1919376"/>
              <a:ext cx="602456" cy="602456"/>
            </a:xfrm>
            <a:prstGeom prst="ellipse">
              <a:avLst/>
            </a:prstGeom>
            <a:gradFill>
              <a:gsLst>
                <a:gs pos="0">
                  <a:srgbClr val="645B63">
                    <a:alpha val="18127"/>
                  </a:srgbClr>
                </a:gs>
                <a:gs pos="14286">
                  <a:srgbClr val="645B63">
                    <a:alpha val="16792"/>
                  </a:srgbClr>
                </a:gs>
                <a:gs pos="28571">
                  <a:srgbClr val="645B63">
                    <a:alpha val="13301"/>
                  </a:srgbClr>
                </a:gs>
                <a:gs pos="42857">
                  <a:srgbClr val="645B63">
                    <a:alpha val="8937"/>
                  </a:srgbClr>
                </a:gs>
                <a:gs pos="57143">
                  <a:srgbClr val="645B63">
                    <a:alpha val="5055"/>
                  </a:srgbClr>
                </a:gs>
                <a:gs pos="71429">
                  <a:srgbClr val="645B63">
                    <a:alpha val="2399"/>
                  </a:srgbClr>
                </a:gs>
                <a:gs pos="85714">
                  <a:srgbClr val="645B63">
                    <a:alpha val="956"/>
                  </a:srgbClr>
                </a:gs>
                <a:gs pos="100000">
                  <a:srgbClr val="645B63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5400000">
              <a:off x="207662" y="683115"/>
              <a:ext cx="602456" cy="602456"/>
            </a:xfrm>
            <a:prstGeom prst="ellipse">
              <a:avLst/>
            </a:prstGeom>
            <a:gradFill>
              <a:gsLst>
                <a:gs pos="0">
                  <a:srgbClr val="1D2426">
                    <a:alpha val="18127"/>
                  </a:srgbClr>
                </a:gs>
                <a:gs pos="14286">
                  <a:srgbClr val="1D2426">
                    <a:alpha val="16792"/>
                  </a:srgbClr>
                </a:gs>
                <a:gs pos="28571">
                  <a:srgbClr val="1D2426">
                    <a:alpha val="13301"/>
                  </a:srgbClr>
                </a:gs>
                <a:gs pos="42857">
                  <a:srgbClr val="1D2426">
                    <a:alpha val="8937"/>
                  </a:srgbClr>
                </a:gs>
                <a:gs pos="57143">
                  <a:srgbClr val="1D2426">
                    <a:alpha val="5055"/>
                  </a:srgbClr>
                </a:gs>
                <a:gs pos="71429">
                  <a:srgbClr val="1D2426">
                    <a:alpha val="2399"/>
                  </a:srgbClr>
                </a:gs>
                <a:gs pos="85714">
                  <a:srgbClr val="1D2426">
                    <a:alpha val="956"/>
                  </a:srgbClr>
                </a:gs>
                <a:gs pos="100000">
                  <a:srgbClr val="1D2426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5400000">
              <a:off x="2434360" y="832349"/>
              <a:ext cx="602456" cy="602456"/>
            </a:xfrm>
            <a:prstGeom prst="ellipse">
              <a:avLst/>
            </a:prstGeom>
            <a:gradFill>
              <a:gsLst>
                <a:gs pos="0">
                  <a:srgbClr val="2E1C23">
                    <a:alpha val="18127"/>
                  </a:srgbClr>
                </a:gs>
                <a:gs pos="14286">
                  <a:srgbClr val="2E1C23">
                    <a:alpha val="16792"/>
                  </a:srgbClr>
                </a:gs>
                <a:gs pos="28571">
                  <a:srgbClr val="2E1C23">
                    <a:alpha val="13301"/>
                  </a:srgbClr>
                </a:gs>
                <a:gs pos="42857">
                  <a:srgbClr val="2E1C23">
                    <a:alpha val="8937"/>
                  </a:srgbClr>
                </a:gs>
                <a:gs pos="57143">
                  <a:srgbClr val="2E1C23">
                    <a:alpha val="5055"/>
                  </a:srgbClr>
                </a:gs>
                <a:gs pos="71429">
                  <a:srgbClr val="2E1C23">
                    <a:alpha val="2399"/>
                  </a:srgbClr>
                </a:gs>
                <a:gs pos="85714">
                  <a:srgbClr val="2E1C23">
                    <a:alpha val="956"/>
                  </a:srgbClr>
                </a:gs>
                <a:gs pos="100000">
                  <a:srgbClr val="2E1C23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5400000">
              <a:off x="948073" y="113277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D0C">
                    <a:alpha val="18127"/>
                  </a:srgbClr>
                </a:gs>
                <a:gs pos="14286">
                  <a:srgbClr val="0C0D0C">
                    <a:alpha val="16792"/>
                  </a:srgbClr>
                </a:gs>
                <a:gs pos="28571">
                  <a:srgbClr val="0C0D0C">
                    <a:alpha val="13301"/>
                  </a:srgbClr>
                </a:gs>
                <a:gs pos="42857">
                  <a:srgbClr val="0C0D0C">
                    <a:alpha val="8937"/>
                  </a:srgbClr>
                </a:gs>
                <a:gs pos="57143">
                  <a:srgbClr val="0C0D0C">
                    <a:alpha val="5055"/>
                  </a:srgbClr>
                </a:gs>
                <a:gs pos="71429">
                  <a:srgbClr val="0C0D0C">
                    <a:alpha val="2399"/>
                  </a:srgbClr>
                </a:gs>
                <a:gs pos="85714">
                  <a:srgbClr val="0C0D0C">
                    <a:alpha val="956"/>
                  </a:srgbClr>
                </a:gs>
                <a:gs pos="100000">
                  <a:srgbClr val="0C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5400000">
              <a:off x="-300236" y="2309358"/>
              <a:ext cx="602456" cy="602456"/>
            </a:xfrm>
            <a:prstGeom prst="ellipse">
              <a:avLst/>
            </a:prstGeom>
            <a:gradFill>
              <a:gsLst>
                <a:gs pos="0">
                  <a:srgbClr val="11141A">
                    <a:alpha val="18127"/>
                  </a:srgbClr>
                </a:gs>
                <a:gs pos="14286">
                  <a:srgbClr val="11141A">
                    <a:alpha val="16792"/>
                  </a:srgbClr>
                </a:gs>
                <a:gs pos="28571">
                  <a:srgbClr val="11141A">
                    <a:alpha val="13301"/>
                  </a:srgbClr>
                </a:gs>
                <a:gs pos="42857">
                  <a:srgbClr val="11141A">
                    <a:alpha val="8937"/>
                  </a:srgbClr>
                </a:gs>
                <a:gs pos="57143">
                  <a:srgbClr val="11141A">
                    <a:alpha val="5055"/>
                  </a:srgbClr>
                </a:gs>
                <a:gs pos="71429">
                  <a:srgbClr val="11141A">
                    <a:alpha val="2399"/>
                  </a:srgbClr>
                </a:gs>
                <a:gs pos="85714">
                  <a:srgbClr val="11141A">
                    <a:alpha val="956"/>
                  </a:srgbClr>
                </a:gs>
                <a:gs pos="100000">
                  <a:srgbClr val="11141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5400000">
              <a:off x="-205121" y="80186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1616">
                    <a:alpha val="18127"/>
                  </a:srgbClr>
                </a:gs>
                <a:gs pos="14286">
                  <a:srgbClr val="0F1616">
                    <a:alpha val="16792"/>
                  </a:srgbClr>
                </a:gs>
                <a:gs pos="28571">
                  <a:srgbClr val="0F1616">
                    <a:alpha val="13301"/>
                  </a:srgbClr>
                </a:gs>
                <a:gs pos="42857">
                  <a:srgbClr val="0F1616">
                    <a:alpha val="8937"/>
                  </a:srgbClr>
                </a:gs>
                <a:gs pos="57143">
                  <a:srgbClr val="0F1616">
                    <a:alpha val="5055"/>
                  </a:srgbClr>
                </a:gs>
                <a:gs pos="71429">
                  <a:srgbClr val="0F1616">
                    <a:alpha val="2399"/>
                  </a:srgbClr>
                </a:gs>
                <a:gs pos="85714">
                  <a:srgbClr val="0F1616">
                    <a:alpha val="956"/>
                  </a:srgbClr>
                </a:gs>
                <a:gs pos="100000">
                  <a:srgbClr val="0F1616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5400000">
              <a:off x="1509446" y="1821890"/>
              <a:ext cx="602456" cy="602456"/>
            </a:xfrm>
            <a:prstGeom prst="ellipse">
              <a:avLst/>
            </a:prstGeom>
            <a:gradFill>
              <a:gsLst>
                <a:gs pos="0">
                  <a:srgbClr val="211C20">
                    <a:alpha val="18127"/>
                  </a:srgbClr>
                </a:gs>
                <a:gs pos="14286">
                  <a:srgbClr val="211C20">
                    <a:alpha val="16792"/>
                  </a:srgbClr>
                </a:gs>
                <a:gs pos="28571">
                  <a:srgbClr val="211C20">
                    <a:alpha val="13301"/>
                  </a:srgbClr>
                </a:gs>
                <a:gs pos="42857">
                  <a:srgbClr val="211C20">
                    <a:alpha val="8937"/>
                  </a:srgbClr>
                </a:gs>
                <a:gs pos="57143">
                  <a:srgbClr val="211C20">
                    <a:alpha val="5055"/>
                  </a:srgbClr>
                </a:gs>
                <a:gs pos="71429">
                  <a:srgbClr val="211C20">
                    <a:alpha val="2399"/>
                  </a:srgbClr>
                </a:gs>
                <a:gs pos="85714">
                  <a:srgbClr val="211C20">
                    <a:alpha val="956"/>
                  </a:srgbClr>
                </a:gs>
                <a:gs pos="100000">
                  <a:srgbClr val="211C2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5400000">
              <a:off x="1505064" y="125351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E0D">
                    <a:alpha val="18127"/>
                  </a:srgbClr>
                </a:gs>
                <a:gs pos="14286">
                  <a:srgbClr val="0D0E0D">
                    <a:alpha val="16792"/>
                  </a:srgbClr>
                </a:gs>
                <a:gs pos="28571">
                  <a:srgbClr val="0D0E0D">
                    <a:alpha val="13301"/>
                  </a:srgbClr>
                </a:gs>
                <a:gs pos="42857">
                  <a:srgbClr val="0D0E0D">
                    <a:alpha val="8937"/>
                  </a:srgbClr>
                </a:gs>
                <a:gs pos="57143">
                  <a:srgbClr val="0D0E0D">
                    <a:alpha val="5055"/>
                  </a:srgbClr>
                </a:gs>
                <a:gs pos="71429">
                  <a:srgbClr val="0D0E0D">
                    <a:alpha val="2399"/>
                  </a:srgbClr>
                </a:gs>
                <a:gs pos="85714">
                  <a:srgbClr val="0D0E0D">
                    <a:alpha val="956"/>
                  </a:srgbClr>
                </a:gs>
                <a:gs pos="100000">
                  <a:srgbClr val="0D0E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5400000">
              <a:off x="441899" y="2323637"/>
              <a:ext cx="602456" cy="602456"/>
            </a:xfrm>
            <a:prstGeom prst="ellipse">
              <a:avLst/>
            </a:prstGeom>
            <a:gradFill>
              <a:gsLst>
                <a:gs pos="0">
                  <a:srgbClr val="10130E">
                    <a:alpha val="18127"/>
                  </a:srgbClr>
                </a:gs>
                <a:gs pos="14286">
                  <a:srgbClr val="10130E">
                    <a:alpha val="16792"/>
                  </a:srgbClr>
                </a:gs>
                <a:gs pos="28571">
                  <a:srgbClr val="10130E">
                    <a:alpha val="13301"/>
                  </a:srgbClr>
                </a:gs>
                <a:gs pos="42857">
                  <a:srgbClr val="10130E">
                    <a:alpha val="8937"/>
                  </a:srgbClr>
                </a:gs>
                <a:gs pos="57143">
                  <a:srgbClr val="10130E">
                    <a:alpha val="5055"/>
                  </a:srgbClr>
                </a:gs>
                <a:gs pos="71429">
                  <a:srgbClr val="10130E">
                    <a:alpha val="2399"/>
                  </a:srgbClr>
                </a:gs>
                <a:gs pos="85714">
                  <a:srgbClr val="10130E">
                    <a:alpha val="956"/>
                  </a:srgbClr>
                </a:gs>
                <a:gs pos="100000">
                  <a:srgbClr val="1013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5400000">
              <a:off x="2554498" y="59153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011">
                    <a:alpha val="18127"/>
                  </a:srgbClr>
                </a:gs>
                <a:gs pos="14286">
                  <a:srgbClr val="0D1011">
                    <a:alpha val="16792"/>
                  </a:srgbClr>
                </a:gs>
                <a:gs pos="28571">
                  <a:srgbClr val="0D1011">
                    <a:alpha val="13301"/>
                  </a:srgbClr>
                </a:gs>
                <a:gs pos="42857">
                  <a:srgbClr val="0D1011">
                    <a:alpha val="8937"/>
                  </a:srgbClr>
                </a:gs>
                <a:gs pos="57143">
                  <a:srgbClr val="0D1011">
                    <a:alpha val="5055"/>
                  </a:srgbClr>
                </a:gs>
                <a:gs pos="71429">
                  <a:srgbClr val="0D1011">
                    <a:alpha val="2399"/>
                  </a:srgbClr>
                </a:gs>
                <a:gs pos="85714">
                  <a:srgbClr val="0D1011">
                    <a:alpha val="956"/>
                  </a:srgbClr>
                </a:gs>
                <a:gs pos="100000">
                  <a:srgbClr val="0D101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5400000">
              <a:off x="-39037" y="1503557"/>
              <a:ext cx="602456" cy="602456"/>
            </a:xfrm>
            <a:prstGeom prst="ellipse">
              <a:avLst/>
            </a:prstGeom>
            <a:gradFill>
              <a:gsLst>
                <a:gs pos="0">
                  <a:srgbClr val="4A383B">
                    <a:alpha val="18127"/>
                  </a:srgbClr>
                </a:gs>
                <a:gs pos="14286">
                  <a:srgbClr val="4A383B">
                    <a:alpha val="16792"/>
                  </a:srgbClr>
                </a:gs>
                <a:gs pos="28571">
                  <a:srgbClr val="4A383B">
                    <a:alpha val="13301"/>
                  </a:srgbClr>
                </a:gs>
                <a:gs pos="42857">
                  <a:srgbClr val="4A383B">
                    <a:alpha val="8937"/>
                  </a:srgbClr>
                </a:gs>
                <a:gs pos="57143">
                  <a:srgbClr val="4A383B">
                    <a:alpha val="5055"/>
                  </a:srgbClr>
                </a:gs>
                <a:gs pos="71429">
                  <a:srgbClr val="4A383B">
                    <a:alpha val="2399"/>
                  </a:srgbClr>
                </a:gs>
                <a:gs pos="85714">
                  <a:srgbClr val="4A383B">
                    <a:alpha val="956"/>
                  </a:srgbClr>
                </a:gs>
                <a:gs pos="100000">
                  <a:srgbClr val="4A383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5400000">
              <a:off x="-273820" y="224514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0F0E">
                    <a:alpha val="18127"/>
                  </a:srgbClr>
                </a:gs>
                <a:gs pos="14286">
                  <a:srgbClr val="0E0F0E">
                    <a:alpha val="16792"/>
                  </a:srgbClr>
                </a:gs>
                <a:gs pos="28571">
                  <a:srgbClr val="0E0F0E">
                    <a:alpha val="13301"/>
                  </a:srgbClr>
                </a:gs>
                <a:gs pos="42857">
                  <a:srgbClr val="0E0F0E">
                    <a:alpha val="8937"/>
                  </a:srgbClr>
                </a:gs>
                <a:gs pos="57143">
                  <a:srgbClr val="0E0F0E">
                    <a:alpha val="5055"/>
                  </a:srgbClr>
                </a:gs>
                <a:gs pos="71429">
                  <a:srgbClr val="0E0F0E">
                    <a:alpha val="2399"/>
                  </a:srgbClr>
                </a:gs>
                <a:gs pos="85714">
                  <a:srgbClr val="0E0F0E">
                    <a:alpha val="956"/>
                  </a:srgbClr>
                </a:gs>
                <a:gs pos="100000">
                  <a:srgbClr val="0E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5400000">
              <a:off x="180106" y="68488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C">
                    <a:alpha val="18127"/>
                  </a:srgbClr>
                </a:gs>
                <a:gs pos="14286">
                  <a:srgbClr val="0B0E0C">
                    <a:alpha val="16792"/>
                  </a:srgbClr>
                </a:gs>
                <a:gs pos="28571">
                  <a:srgbClr val="0B0E0C">
                    <a:alpha val="13301"/>
                  </a:srgbClr>
                </a:gs>
                <a:gs pos="42857">
                  <a:srgbClr val="0B0E0C">
                    <a:alpha val="8937"/>
                  </a:srgbClr>
                </a:gs>
                <a:gs pos="57143">
                  <a:srgbClr val="0B0E0C">
                    <a:alpha val="5055"/>
                  </a:srgbClr>
                </a:gs>
                <a:gs pos="71429">
                  <a:srgbClr val="0B0E0C">
                    <a:alpha val="2399"/>
                  </a:srgbClr>
                </a:gs>
                <a:gs pos="85714">
                  <a:srgbClr val="0B0E0C">
                    <a:alpha val="956"/>
                  </a:srgbClr>
                </a:gs>
                <a:gs pos="100000">
                  <a:srgbClr val="0B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5400000">
              <a:off x="1852286" y="354007"/>
              <a:ext cx="602456" cy="602456"/>
            </a:xfrm>
            <a:prstGeom prst="ellipse">
              <a:avLst/>
            </a:prstGeom>
            <a:gradFill>
              <a:gsLst>
                <a:gs pos="0">
                  <a:srgbClr val="201F24">
                    <a:alpha val="18127"/>
                  </a:srgbClr>
                </a:gs>
                <a:gs pos="14286">
                  <a:srgbClr val="201F24">
                    <a:alpha val="16792"/>
                  </a:srgbClr>
                </a:gs>
                <a:gs pos="28571">
                  <a:srgbClr val="201F24">
                    <a:alpha val="13301"/>
                  </a:srgbClr>
                </a:gs>
                <a:gs pos="42857">
                  <a:srgbClr val="201F24">
                    <a:alpha val="8937"/>
                  </a:srgbClr>
                </a:gs>
                <a:gs pos="57143">
                  <a:srgbClr val="201F24">
                    <a:alpha val="5055"/>
                  </a:srgbClr>
                </a:gs>
                <a:gs pos="71429">
                  <a:srgbClr val="201F24">
                    <a:alpha val="2399"/>
                  </a:srgbClr>
                </a:gs>
                <a:gs pos="85714">
                  <a:srgbClr val="201F24">
                    <a:alpha val="956"/>
                  </a:srgbClr>
                </a:gs>
                <a:gs pos="100000">
                  <a:srgbClr val="201F24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5400000">
              <a:off x="1737923" y="54266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B">
                    <a:alpha val="18127"/>
                  </a:srgbClr>
                </a:gs>
                <a:gs pos="14286">
                  <a:srgbClr val="0B0D0B">
                    <a:alpha val="16792"/>
                  </a:srgbClr>
                </a:gs>
                <a:gs pos="28571">
                  <a:srgbClr val="0B0D0B">
                    <a:alpha val="13301"/>
                  </a:srgbClr>
                </a:gs>
                <a:gs pos="42857">
                  <a:srgbClr val="0B0D0B">
                    <a:alpha val="8937"/>
                  </a:srgbClr>
                </a:gs>
                <a:gs pos="57143">
                  <a:srgbClr val="0B0D0B">
                    <a:alpha val="5055"/>
                  </a:srgbClr>
                </a:gs>
                <a:gs pos="71429">
                  <a:srgbClr val="0B0D0B">
                    <a:alpha val="2399"/>
                  </a:srgbClr>
                </a:gs>
                <a:gs pos="85714">
                  <a:srgbClr val="0B0D0B">
                    <a:alpha val="956"/>
                  </a:srgbClr>
                </a:gs>
                <a:gs pos="100000">
                  <a:srgbClr val="0B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5400000">
              <a:off x="1803754" y="109080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C">
                    <a:alpha val="18127"/>
                  </a:srgbClr>
                </a:gs>
                <a:gs pos="14286">
                  <a:srgbClr val="0B0D0C">
                    <a:alpha val="16792"/>
                  </a:srgbClr>
                </a:gs>
                <a:gs pos="28571">
                  <a:srgbClr val="0B0D0C">
                    <a:alpha val="13301"/>
                  </a:srgbClr>
                </a:gs>
                <a:gs pos="42857">
                  <a:srgbClr val="0B0D0C">
                    <a:alpha val="8937"/>
                  </a:srgbClr>
                </a:gs>
                <a:gs pos="57143">
                  <a:srgbClr val="0B0D0C">
                    <a:alpha val="5055"/>
                  </a:srgbClr>
                </a:gs>
                <a:gs pos="71429">
                  <a:srgbClr val="0B0D0C">
                    <a:alpha val="2399"/>
                  </a:srgbClr>
                </a:gs>
                <a:gs pos="85714">
                  <a:srgbClr val="0B0D0C">
                    <a:alpha val="956"/>
                  </a:srgbClr>
                </a:gs>
                <a:gs pos="100000">
                  <a:srgbClr val="0B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5400000">
              <a:off x="1664661" y="-3012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131517">
                    <a:alpha val="18127"/>
                  </a:srgbClr>
                </a:gs>
                <a:gs pos="14286">
                  <a:srgbClr val="131517">
                    <a:alpha val="16792"/>
                  </a:srgbClr>
                </a:gs>
                <a:gs pos="28571">
                  <a:srgbClr val="131517">
                    <a:alpha val="13301"/>
                  </a:srgbClr>
                </a:gs>
                <a:gs pos="42857">
                  <a:srgbClr val="131517">
                    <a:alpha val="8937"/>
                  </a:srgbClr>
                </a:gs>
                <a:gs pos="57143">
                  <a:srgbClr val="131517">
                    <a:alpha val="5055"/>
                  </a:srgbClr>
                </a:gs>
                <a:gs pos="71429">
                  <a:srgbClr val="131517">
                    <a:alpha val="2399"/>
                  </a:srgbClr>
                </a:gs>
                <a:gs pos="85714">
                  <a:srgbClr val="131517">
                    <a:alpha val="956"/>
                  </a:srgbClr>
                </a:gs>
                <a:gs pos="100000">
                  <a:srgbClr val="13151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5400000">
              <a:off x="1418158" y="9077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C">
                    <a:alpha val="18127"/>
                  </a:srgbClr>
                </a:gs>
                <a:gs pos="14286">
                  <a:srgbClr val="0C0E0C">
                    <a:alpha val="16792"/>
                  </a:srgbClr>
                </a:gs>
                <a:gs pos="28571">
                  <a:srgbClr val="0C0E0C">
                    <a:alpha val="13301"/>
                  </a:srgbClr>
                </a:gs>
                <a:gs pos="42857">
                  <a:srgbClr val="0C0E0C">
                    <a:alpha val="8937"/>
                  </a:srgbClr>
                </a:gs>
                <a:gs pos="57143">
                  <a:srgbClr val="0C0E0C">
                    <a:alpha val="5055"/>
                  </a:srgbClr>
                </a:gs>
                <a:gs pos="71429">
                  <a:srgbClr val="0C0E0C">
                    <a:alpha val="2399"/>
                  </a:srgbClr>
                </a:gs>
                <a:gs pos="85714">
                  <a:srgbClr val="0C0E0C">
                    <a:alpha val="956"/>
                  </a:srgbClr>
                </a:gs>
                <a:gs pos="100000">
                  <a:srgbClr val="0C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5400000">
              <a:off x="-301228" y="149452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0F0C">
                    <a:alpha val="18127"/>
                  </a:srgbClr>
                </a:gs>
                <a:gs pos="14286">
                  <a:srgbClr val="0E0F0C">
                    <a:alpha val="16792"/>
                  </a:srgbClr>
                </a:gs>
                <a:gs pos="28571">
                  <a:srgbClr val="0E0F0C">
                    <a:alpha val="13301"/>
                  </a:srgbClr>
                </a:gs>
                <a:gs pos="42857">
                  <a:srgbClr val="0E0F0C">
                    <a:alpha val="8937"/>
                  </a:srgbClr>
                </a:gs>
                <a:gs pos="57143">
                  <a:srgbClr val="0E0F0C">
                    <a:alpha val="5055"/>
                  </a:srgbClr>
                </a:gs>
                <a:gs pos="71429">
                  <a:srgbClr val="0E0F0C">
                    <a:alpha val="2399"/>
                  </a:srgbClr>
                </a:gs>
                <a:gs pos="85714">
                  <a:srgbClr val="0E0F0C">
                    <a:alpha val="956"/>
                  </a:srgbClr>
                </a:gs>
                <a:gs pos="100000">
                  <a:srgbClr val="0E0F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5400000">
              <a:off x="-52019" y="283911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1214">
                    <a:alpha val="18127"/>
                  </a:srgbClr>
                </a:gs>
                <a:gs pos="14286">
                  <a:srgbClr val="0C1214">
                    <a:alpha val="16792"/>
                  </a:srgbClr>
                </a:gs>
                <a:gs pos="28571">
                  <a:srgbClr val="0C1214">
                    <a:alpha val="13301"/>
                  </a:srgbClr>
                </a:gs>
                <a:gs pos="42857">
                  <a:srgbClr val="0C1214">
                    <a:alpha val="8937"/>
                  </a:srgbClr>
                </a:gs>
                <a:gs pos="57143">
                  <a:srgbClr val="0C1214">
                    <a:alpha val="5055"/>
                  </a:srgbClr>
                </a:gs>
                <a:gs pos="71429">
                  <a:srgbClr val="0C1214">
                    <a:alpha val="2399"/>
                  </a:srgbClr>
                </a:gs>
                <a:gs pos="85714">
                  <a:srgbClr val="0C1214">
                    <a:alpha val="956"/>
                  </a:srgbClr>
                </a:gs>
                <a:gs pos="100000">
                  <a:srgbClr val="0C1214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5400000">
              <a:off x="104050" y="89249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C">
                    <a:alpha val="18127"/>
                  </a:srgbClr>
                </a:gs>
                <a:gs pos="14286">
                  <a:srgbClr val="0C0F0C">
                    <a:alpha val="16792"/>
                  </a:srgbClr>
                </a:gs>
                <a:gs pos="28571">
                  <a:srgbClr val="0C0F0C">
                    <a:alpha val="13301"/>
                  </a:srgbClr>
                </a:gs>
                <a:gs pos="42857">
                  <a:srgbClr val="0C0F0C">
                    <a:alpha val="8937"/>
                  </a:srgbClr>
                </a:gs>
                <a:gs pos="57143">
                  <a:srgbClr val="0C0F0C">
                    <a:alpha val="5055"/>
                  </a:srgbClr>
                </a:gs>
                <a:gs pos="71429">
                  <a:srgbClr val="0C0F0C">
                    <a:alpha val="2399"/>
                  </a:srgbClr>
                </a:gs>
                <a:gs pos="85714">
                  <a:srgbClr val="0C0F0C">
                    <a:alpha val="956"/>
                  </a:srgbClr>
                </a:gs>
                <a:gs pos="100000">
                  <a:srgbClr val="0C0F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5400000">
              <a:off x="934885" y="148429"/>
              <a:ext cx="602456" cy="602456"/>
            </a:xfrm>
            <a:prstGeom prst="ellipse">
              <a:avLst/>
            </a:prstGeom>
            <a:gradFill>
              <a:gsLst>
                <a:gs pos="0">
                  <a:srgbClr val="484D51">
                    <a:alpha val="18127"/>
                  </a:srgbClr>
                </a:gs>
                <a:gs pos="14286">
                  <a:srgbClr val="484D51">
                    <a:alpha val="16792"/>
                  </a:srgbClr>
                </a:gs>
                <a:gs pos="28571">
                  <a:srgbClr val="484D51">
                    <a:alpha val="13301"/>
                  </a:srgbClr>
                </a:gs>
                <a:gs pos="42857">
                  <a:srgbClr val="484D51">
                    <a:alpha val="8937"/>
                  </a:srgbClr>
                </a:gs>
                <a:gs pos="57143">
                  <a:srgbClr val="484D51">
                    <a:alpha val="5055"/>
                  </a:srgbClr>
                </a:gs>
                <a:gs pos="71429">
                  <a:srgbClr val="484D51">
                    <a:alpha val="2399"/>
                  </a:srgbClr>
                </a:gs>
                <a:gs pos="85714">
                  <a:srgbClr val="484D51">
                    <a:alpha val="956"/>
                  </a:srgbClr>
                </a:gs>
                <a:gs pos="100000">
                  <a:srgbClr val="484D5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5400000">
              <a:off x="2653417" y="6249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D">
                    <a:alpha val="18127"/>
                  </a:srgbClr>
                </a:gs>
                <a:gs pos="14286">
                  <a:srgbClr val="0B0E0D">
                    <a:alpha val="16792"/>
                  </a:srgbClr>
                </a:gs>
                <a:gs pos="28571">
                  <a:srgbClr val="0B0E0D">
                    <a:alpha val="13301"/>
                  </a:srgbClr>
                </a:gs>
                <a:gs pos="42857">
                  <a:srgbClr val="0B0E0D">
                    <a:alpha val="8937"/>
                  </a:srgbClr>
                </a:gs>
                <a:gs pos="57143">
                  <a:srgbClr val="0B0E0D">
                    <a:alpha val="5055"/>
                  </a:srgbClr>
                </a:gs>
                <a:gs pos="71429">
                  <a:srgbClr val="0B0E0D">
                    <a:alpha val="2399"/>
                  </a:srgbClr>
                </a:gs>
                <a:gs pos="85714">
                  <a:srgbClr val="0B0E0D">
                    <a:alpha val="956"/>
                  </a:srgbClr>
                </a:gs>
                <a:gs pos="100000">
                  <a:srgbClr val="0B0E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5400000">
              <a:off x="216203" y="84107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D0C">
                    <a:alpha val="18127"/>
                  </a:srgbClr>
                </a:gs>
                <a:gs pos="14286">
                  <a:srgbClr val="0C0D0C">
                    <a:alpha val="16792"/>
                  </a:srgbClr>
                </a:gs>
                <a:gs pos="28571">
                  <a:srgbClr val="0C0D0C">
                    <a:alpha val="13301"/>
                  </a:srgbClr>
                </a:gs>
                <a:gs pos="42857">
                  <a:srgbClr val="0C0D0C">
                    <a:alpha val="8937"/>
                  </a:srgbClr>
                </a:gs>
                <a:gs pos="57143">
                  <a:srgbClr val="0C0D0C">
                    <a:alpha val="5055"/>
                  </a:srgbClr>
                </a:gs>
                <a:gs pos="71429">
                  <a:srgbClr val="0C0D0C">
                    <a:alpha val="2399"/>
                  </a:srgbClr>
                </a:gs>
                <a:gs pos="85714">
                  <a:srgbClr val="0C0D0C">
                    <a:alpha val="956"/>
                  </a:srgbClr>
                </a:gs>
                <a:gs pos="100000">
                  <a:srgbClr val="0C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5400000">
              <a:off x="-124721" y="2586436"/>
              <a:ext cx="602456" cy="602456"/>
            </a:xfrm>
            <a:prstGeom prst="ellipse">
              <a:avLst/>
            </a:prstGeom>
            <a:gradFill>
              <a:gsLst>
                <a:gs pos="0">
                  <a:srgbClr val="353F4C">
                    <a:alpha val="18127"/>
                  </a:srgbClr>
                </a:gs>
                <a:gs pos="14286">
                  <a:srgbClr val="353F4C">
                    <a:alpha val="16792"/>
                  </a:srgbClr>
                </a:gs>
                <a:gs pos="28571">
                  <a:srgbClr val="353F4C">
                    <a:alpha val="13301"/>
                  </a:srgbClr>
                </a:gs>
                <a:gs pos="42857">
                  <a:srgbClr val="353F4C">
                    <a:alpha val="8937"/>
                  </a:srgbClr>
                </a:gs>
                <a:gs pos="57143">
                  <a:srgbClr val="353F4C">
                    <a:alpha val="5055"/>
                  </a:srgbClr>
                </a:gs>
                <a:gs pos="71429">
                  <a:srgbClr val="353F4C">
                    <a:alpha val="2399"/>
                  </a:srgbClr>
                </a:gs>
                <a:gs pos="85714">
                  <a:srgbClr val="353F4C">
                    <a:alpha val="956"/>
                  </a:srgbClr>
                </a:gs>
                <a:gs pos="100000">
                  <a:srgbClr val="353F4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5400000">
              <a:off x="1760385" y="21631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D0D">
                    <a:alpha val="18127"/>
                  </a:srgbClr>
                </a:gs>
                <a:gs pos="14286">
                  <a:srgbClr val="0C0D0D">
                    <a:alpha val="16792"/>
                  </a:srgbClr>
                </a:gs>
                <a:gs pos="28571">
                  <a:srgbClr val="0C0D0D">
                    <a:alpha val="13301"/>
                  </a:srgbClr>
                </a:gs>
                <a:gs pos="42857">
                  <a:srgbClr val="0C0D0D">
                    <a:alpha val="8937"/>
                  </a:srgbClr>
                </a:gs>
                <a:gs pos="57143">
                  <a:srgbClr val="0C0D0D">
                    <a:alpha val="5055"/>
                  </a:srgbClr>
                </a:gs>
                <a:gs pos="71429">
                  <a:srgbClr val="0C0D0D">
                    <a:alpha val="2399"/>
                  </a:srgbClr>
                </a:gs>
                <a:gs pos="85714">
                  <a:srgbClr val="0C0D0D">
                    <a:alpha val="956"/>
                  </a:srgbClr>
                </a:gs>
                <a:gs pos="100000">
                  <a:srgbClr val="0C0D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5400000">
              <a:off x="-286876" y="7701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1311">
                    <a:alpha val="18127"/>
                  </a:srgbClr>
                </a:gs>
                <a:gs pos="14286">
                  <a:srgbClr val="0F1311">
                    <a:alpha val="16792"/>
                  </a:srgbClr>
                </a:gs>
                <a:gs pos="28571">
                  <a:srgbClr val="0F1311">
                    <a:alpha val="13301"/>
                  </a:srgbClr>
                </a:gs>
                <a:gs pos="42857">
                  <a:srgbClr val="0F1311">
                    <a:alpha val="8937"/>
                  </a:srgbClr>
                </a:gs>
                <a:gs pos="57143">
                  <a:srgbClr val="0F1311">
                    <a:alpha val="5055"/>
                  </a:srgbClr>
                </a:gs>
                <a:gs pos="71429">
                  <a:srgbClr val="0F1311">
                    <a:alpha val="2399"/>
                  </a:srgbClr>
                </a:gs>
                <a:gs pos="85714">
                  <a:srgbClr val="0F1311">
                    <a:alpha val="956"/>
                  </a:srgbClr>
                </a:gs>
                <a:gs pos="100000">
                  <a:srgbClr val="0F131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5400000">
              <a:off x="1498026" y="956014"/>
              <a:ext cx="602456" cy="602456"/>
            </a:xfrm>
            <a:prstGeom prst="ellipse">
              <a:avLst/>
            </a:prstGeom>
            <a:gradFill>
              <a:gsLst>
                <a:gs pos="0">
                  <a:srgbClr val="21232A">
                    <a:alpha val="18127"/>
                  </a:srgbClr>
                </a:gs>
                <a:gs pos="14286">
                  <a:srgbClr val="21232A">
                    <a:alpha val="16792"/>
                  </a:srgbClr>
                </a:gs>
                <a:gs pos="28571">
                  <a:srgbClr val="21232A">
                    <a:alpha val="13301"/>
                  </a:srgbClr>
                </a:gs>
                <a:gs pos="42857">
                  <a:srgbClr val="21232A">
                    <a:alpha val="8937"/>
                  </a:srgbClr>
                </a:gs>
                <a:gs pos="57143">
                  <a:srgbClr val="21232A">
                    <a:alpha val="5055"/>
                  </a:srgbClr>
                </a:gs>
                <a:gs pos="71429">
                  <a:srgbClr val="21232A">
                    <a:alpha val="2399"/>
                  </a:srgbClr>
                </a:gs>
                <a:gs pos="85714">
                  <a:srgbClr val="21232A">
                    <a:alpha val="956"/>
                  </a:srgbClr>
                </a:gs>
                <a:gs pos="100000">
                  <a:srgbClr val="21232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5400000">
              <a:off x="1435708" y="180409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100F">
                    <a:alpha val="18127"/>
                  </a:srgbClr>
                </a:gs>
                <a:gs pos="14286">
                  <a:srgbClr val="0F100F">
                    <a:alpha val="16792"/>
                  </a:srgbClr>
                </a:gs>
                <a:gs pos="28571">
                  <a:srgbClr val="0F100F">
                    <a:alpha val="13301"/>
                  </a:srgbClr>
                </a:gs>
                <a:gs pos="42857">
                  <a:srgbClr val="0F100F">
                    <a:alpha val="8937"/>
                  </a:srgbClr>
                </a:gs>
                <a:gs pos="57143">
                  <a:srgbClr val="0F100F">
                    <a:alpha val="5055"/>
                  </a:srgbClr>
                </a:gs>
                <a:gs pos="71429">
                  <a:srgbClr val="0F100F">
                    <a:alpha val="2399"/>
                  </a:srgbClr>
                </a:gs>
                <a:gs pos="85714">
                  <a:srgbClr val="0F100F">
                    <a:alpha val="956"/>
                  </a:srgbClr>
                </a:gs>
                <a:gs pos="100000">
                  <a:srgbClr val="0F10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5400000">
              <a:off x="2098127" y="28106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112">
                    <a:alpha val="18127"/>
                  </a:srgbClr>
                </a:gs>
                <a:gs pos="14286">
                  <a:srgbClr val="0D1112">
                    <a:alpha val="16792"/>
                  </a:srgbClr>
                </a:gs>
                <a:gs pos="28571">
                  <a:srgbClr val="0D1112">
                    <a:alpha val="13301"/>
                  </a:srgbClr>
                </a:gs>
                <a:gs pos="42857">
                  <a:srgbClr val="0D1112">
                    <a:alpha val="8937"/>
                  </a:srgbClr>
                </a:gs>
                <a:gs pos="57143">
                  <a:srgbClr val="0D1112">
                    <a:alpha val="5055"/>
                  </a:srgbClr>
                </a:gs>
                <a:gs pos="71429">
                  <a:srgbClr val="0D1112">
                    <a:alpha val="2399"/>
                  </a:srgbClr>
                </a:gs>
                <a:gs pos="85714">
                  <a:srgbClr val="0D1112">
                    <a:alpha val="956"/>
                  </a:srgbClr>
                </a:gs>
                <a:gs pos="100000">
                  <a:srgbClr val="0D111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5400000">
              <a:off x="1487017" y="161174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D0B">
                    <a:alpha val="18127"/>
                  </a:srgbClr>
                </a:gs>
                <a:gs pos="14286">
                  <a:srgbClr val="0A0D0B">
                    <a:alpha val="16792"/>
                  </a:srgbClr>
                </a:gs>
                <a:gs pos="28571">
                  <a:srgbClr val="0A0D0B">
                    <a:alpha val="13301"/>
                  </a:srgbClr>
                </a:gs>
                <a:gs pos="42857">
                  <a:srgbClr val="0A0D0B">
                    <a:alpha val="8937"/>
                  </a:srgbClr>
                </a:gs>
                <a:gs pos="57143">
                  <a:srgbClr val="0A0D0B">
                    <a:alpha val="5055"/>
                  </a:srgbClr>
                </a:gs>
                <a:gs pos="71429">
                  <a:srgbClr val="0A0D0B">
                    <a:alpha val="2399"/>
                  </a:srgbClr>
                </a:gs>
                <a:gs pos="85714">
                  <a:srgbClr val="0A0D0B">
                    <a:alpha val="956"/>
                  </a:srgbClr>
                </a:gs>
                <a:gs pos="100000">
                  <a:srgbClr val="0A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5400000">
              <a:off x="971150" y="11367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E0D">
                    <a:alpha val="18127"/>
                  </a:srgbClr>
                </a:gs>
                <a:gs pos="14286">
                  <a:srgbClr val="0D0E0D">
                    <a:alpha val="16792"/>
                  </a:srgbClr>
                </a:gs>
                <a:gs pos="28571">
                  <a:srgbClr val="0D0E0D">
                    <a:alpha val="13301"/>
                  </a:srgbClr>
                </a:gs>
                <a:gs pos="42857">
                  <a:srgbClr val="0D0E0D">
                    <a:alpha val="8937"/>
                  </a:srgbClr>
                </a:gs>
                <a:gs pos="57143">
                  <a:srgbClr val="0D0E0D">
                    <a:alpha val="5055"/>
                  </a:srgbClr>
                </a:gs>
                <a:gs pos="71429">
                  <a:srgbClr val="0D0E0D">
                    <a:alpha val="2399"/>
                  </a:srgbClr>
                </a:gs>
                <a:gs pos="85714">
                  <a:srgbClr val="0D0E0D">
                    <a:alpha val="956"/>
                  </a:srgbClr>
                </a:gs>
                <a:gs pos="100000">
                  <a:srgbClr val="0D0E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5400000">
              <a:off x="645704" y="2428699"/>
              <a:ext cx="602456" cy="602456"/>
            </a:xfrm>
            <a:prstGeom prst="ellipse">
              <a:avLst/>
            </a:prstGeom>
            <a:gradFill>
              <a:gsLst>
                <a:gs pos="0">
                  <a:srgbClr val="241A1E">
                    <a:alpha val="18127"/>
                  </a:srgbClr>
                </a:gs>
                <a:gs pos="14286">
                  <a:srgbClr val="241A1E">
                    <a:alpha val="16792"/>
                  </a:srgbClr>
                </a:gs>
                <a:gs pos="28571">
                  <a:srgbClr val="241A1E">
                    <a:alpha val="13301"/>
                  </a:srgbClr>
                </a:gs>
                <a:gs pos="42857">
                  <a:srgbClr val="241A1E">
                    <a:alpha val="8937"/>
                  </a:srgbClr>
                </a:gs>
                <a:gs pos="57143">
                  <a:srgbClr val="241A1E">
                    <a:alpha val="5055"/>
                  </a:srgbClr>
                </a:gs>
                <a:gs pos="71429">
                  <a:srgbClr val="241A1E">
                    <a:alpha val="2399"/>
                  </a:srgbClr>
                </a:gs>
                <a:gs pos="85714">
                  <a:srgbClr val="241A1E">
                    <a:alpha val="956"/>
                  </a:srgbClr>
                </a:gs>
                <a:gs pos="100000">
                  <a:srgbClr val="241A1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5400000">
              <a:off x="26652" y="21387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F">
                    <a:alpha val="18127"/>
                  </a:srgbClr>
                </a:gs>
                <a:gs pos="14286">
                  <a:srgbClr val="0C0F0F">
                    <a:alpha val="16792"/>
                  </a:srgbClr>
                </a:gs>
                <a:gs pos="28571">
                  <a:srgbClr val="0C0F0F">
                    <a:alpha val="13301"/>
                  </a:srgbClr>
                </a:gs>
                <a:gs pos="42857">
                  <a:srgbClr val="0C0F0F">
                    <a:alpha val="8937"/>
                  </a:srgbClr>
                </a:gs>
                <a:gs pos="57143">
                  <a:srgbClr val="0C0F0F">
                    <a:alpha val="5055"/>
                  </a:srgbClr>
                </a:gs>
                <a:gs pos="71429">
                  <a:srgbClr val="0C0F0F">
                    <a:alpha val="2399"/>
                  </a:srgbClr>
                </a:gs>
                <a:gs pos="85714">
                  <a:srgbClr val="0C0F0F">
                    <a:alpha val="956"/>
                  </a:srgbClr>
                </a:gs>
                <a:gs pos="100000">
                  <a:srgbClr val="0C0F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5400000">
              <a:off x="-163776" y="84422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B">
                    <a:alpha val="18127"/>
                  </a:srgbClr>
                </a:gs>
                <a:gs pos="14286">
                  <a:srgbClr val="0B0D0B">
                    <a:alpha val="16792"/>
                  </a:srgbClr>
                </a:gs>
                <a:gs pos="28571">
                  <a:srgbClr val="0B0D0B">
                    <a:alpha val="13301"/>
                  </a:srgbClr>
                </a:gs>
                <a:gs pos="42857">
                  <a:srgbClr val="0B0D0B">
                    <a:alpha val="8937"/>
                  </a:srgbClr>
                </a:gs>
                <a:gs pos="57143">
                  <a:srgbClr val="0B0D0B">
                    <a:alpha val="5055"/>
                  </a:srgbClr>
                </a:gs>
                <a:gs pos="71429">
                  <a:srgbClr val="0B0D0B">
                    <a:alpha val="2399"/>
                  </a:srgbClr>
                </a:gs>
                <a:gs pos="85714">
                  <a:srgbClr val="0B0D0B">
                    <a:alpha val="956"/>
                  </a:srgbClr>
                </a:gs>
                <a:gs pos="100000">
                  <a:srgbClr val="0B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5400000">
              <a:off x="2375332" y="3949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E">
                    <a:alpha val="18127"/>
                  </a:srgbClr>
                </a:gs>
                <a:gs pos="14286">
                  <a:srgbClr val="0C0E0E">
                    <a:alpha val="16792"/>
                  </a:srgbClr>
                </a:gs>
                <a:gs pos="28571">
                  <a:srgbClr val="0C0E0E">
                    <a:alpha val="13301"/>
                  </a:srgbClr>
                </a:gs>
                <a:gs pos="42857">
                  <a:srgbClr val="0C0E0E">
                    <a:alpha val="8937"/>
                  </a:srgbClr>
                </a:gs>
                <a:gs pos="57143">
                  <a:srgbClr val="0C0E0E">
                    <a:alpha val="5055"/>
                  </a:srgbClr>
                </a:gs>
                <a:gs pos="71429">
                  <a:srgbClr val="0C0E0E">
                    <a:alpha val="2399"/>
                  </a:srgbClr>
                </a:gs>
                <a:gs pos="85714">
                  <a:srgbClr val="0C0E0E">
                    <a:alpha val="956"/>
                  </a:srgbClr>
                </a:gs>
                <a:gs pos="100000">
                  <a:srgbClr val="0C0E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5400000">
              <a:off x="1664313" y="16236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D0B">
                    <a:alpha val="18127"/>
                  </a:srgbClr>
                </a:gs>
                <a:gs pos="14286">
                  <a:srgbClr val="0C0D0B">
                    <a:alpha val="16792"/>
                  </a:srgbClr>
                </a:gs>
                <a:gs pos="28571">
                  <a:srgbClr val="0C0D0B">
                    <a:alpha val="13301"/>
                  </a:srgbClr>
                </a:gs>
                <a:gs pos="42857">
                  <a:srgbClr val="0C0D0B">
                    <a:alpha val="8937"/>
                  </a:srgbClr>
                </a:gs>
                <a:gs pos="57143">
                  <a:srgbClr val="0C0D0B">
                    <a:alpha val="5055"/>
                  </a:srgbClr>
                </a:gs>
                <a:gs pos="71429">
                  <a:srgbClr val="0C0D0B">
                    <a:alpha val="2399"/>
                  </a:srgbClr>
                </a:gs>
                <a:gs pos="85714">
                  <a:srgbClr val="0C0D0B">
                    <a:alpha val="956"/>
                  </a:srgbClr>
                </a:gs>
                <a:gs pos="100000">
                  <a:srgbClr val="0C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5400000">
              <a:off x="1970271" y="2755185"/>
              <a:ext cx="602456" cy="602456"/>
            </a:xfrm>
            <a:prstGeom prst="ellipse">
              <a:avLst/>
            </a:prstGeom>
            <a:gradFill>
              <a:gsLst>
                <a:gs pos="0">
                  <a:srgbClr val="22292F">
                    <a:alpha val="18127"/>
                  </a:srgbClr>
                </a:gs>
                <a:gs pos="14286">
                  <a:srgbClr val="22292F">
                    <a:alpha val="16792"/>
                  </a:srgbClr>
                </a:gs>
                <a:gs pos="28571">
                  <a:srgbClr val="22292F">
                    <a:alpha val="13301"/>
                  </a:srgbClr>
                </a:gs>
                <a:gs pos="42857">
                  <a:srgbClr val="22292F">
                    <a:alpha val="8937"/>
                  </a:srgbClr>
                </a:gs>
                <a:gs pos="57143">
                  <a:srgbClr val="22292F">
                    <a:alpha val="5055"/>
                  </a:srgbClr>
                </a:gs>
                <a:gs pos="71429">
                  <a:srgbClr val="22292F">
                    <a:alpha val="2399"/>
                  </a:srgbClr>
                </a:gs>
                <a:gs pos="85714">
                  <a:srgbClr val="22292F">
                    <a:alpha val="956"/>
                  </a:srgbClr>
                </a:gs>
                <a:gs pos="100000">
                  <a:srgbClr val="22292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5400000">
              <a:off x="157597" y="163445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B">
                    <a:alpha val="18127"/>
                  </a:srgbClr>
                </a:gs>
                <a:gs pos="14286">
                  <a:srgbClr val="0B0D0B">
                    <a:alpha val="16792"/>
                  </a:srgbClr>
                </a:gs>
                <a:gs pos="28571">
                  <a:srgbClr val="0B0D0B">
                    <a:alpha val="13301"/>
                  </a:srgbClr>
                </a:gs>
                <a:gs pos="42857">
                  <a:srgbClr val="0B0D0B">
                    <a:alpha val="8937"/>
                  </a:srgbClr>
                </a:gs>
                <a:gs pos="57143">
                  <a:srgbClr val="0B0D0B">
                    <a:alpha val="5055"/>
                  </a:srgbClr>
                </a:gs>
                <a:gs pos="71429">
                  <a:srgbClr val="0B0D0B">
                    <a:alpha val="2399"/>
                  </a:srgbClr>
                </a:gs>
                <a:gs pos="85714">
                  <a:srgbClr val="0B0D0B">
                    <a:alpha val="956"/>
                  </a:srgbClr>
                </a:gs>
                <a:gs pos="100000">
                  <a:srgbClr val="0B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5400000">
              <a:off x="2318869" y="-22683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B">
                    <a:alpha val="18127"/>
                  </a:srgbClr>
                </a:gs>
                <a:gs pos="14286">
                  <a:srgbClr val="0B0E0B">
                    <a:alpha val="16792"/>
                  </a:srgbClr>
                </a:gs>
                <a:gs pos="28571">
                  <a:srgbClr val="0B0E0B">
                    <a:alpha val="13301"/>
                  </a:srgbClr>
                </a:gs>
                <a:gs pos="42857">
                  <a:srgbClr val="0B0E0B">
                    <a:alpha val="8937"/>
                  </a:srgbClr>
                </a:gs>
                <a:gs pos="57143">
                  <a:srgbClr val="0B0E0B">
                    <a:alpha val="5055"/>
                  </a:srgbClr>
                </a:gs>
                <a:gs pos="71429">
                  <a:srgbClr val="0B0E0B">
                    <a:alpha val="2399"/>
                  </a:srgbClr>
                </a:gs>
                <a:gs pos="85714">
                  <a:srgbClr val="0B0E0B">
                    <a:alpha val="956"/>
                  </a:srgbClr>
                </a:gs>
                <a:gs pos="100000">
                  <a:srgbClr val="0B0E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5400000">
              <a:off x="2993136" y="2646184"/>
              <a:ext cx="602456" cy="602456"/>
            </a:xfrm>
            <a:prstGeom prst="ellipse">
              <a:avLst/>
            </a:prstGeom>
            <a:gradFill>
              <a:gsLst>
                <a:gs pos="0">
                  <a:srgbClr val="5E707A">
                    <a:alpha val="18127"/>
                  </a:srgbClr>
                </a:gs>
                <a:gs pos="14286">
                  <a:srgbClr val="5E707A">
                    <a:alpha val="16792"/>
                  </a:srgbClr>
                </a:gs>
                <a:gs pos="28571">
                  <a:srgbClr val="5E707A">
                    <a:alpha val="13301"/>
                  </a:srgbClr>
                </a:gs>
                <a:gs pos="42857">
                  <a:srgbClr val="5E707A">
                    <a:alpha val="8937"/>
                  </a:srgbClr>
                </a:gs>
                <a:gs pos="57143">
                  <a:srgbClr val="5E707A">
                    <a:alpha val="5055"/>
                  </a:srgbClr>
                </a:gs>
                <a:gs pos="71429">
                  <a:srgbClr val="5E707A">
                    <a:alpha val="2399"/>
                  </a:srgbClr>
                </a:gs>
                <a:gs pos="85714">
                  <a:srgbClr val="5E707A">
                    <a:alpha val="956"/>
                  </a:srgbClr>
                </a:gs>
                <a:gs pos="100000">
                  <a:srgbClr val="5E707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5400000">
              <a:off x="583934" y="2033491"/>
              <a:ext cx="602456" cy="602456"/>
            </a:xfrm>
            <a:prstGeom prst="ellipse">
              <a:avLst/>
            </a:prstGeom>
            <a:gradFill>
              <a:gsLst>
                <a:gs pos="0">
                  <a:srgbClr val="100F0F">
                    <a:alpha val="18127"/>
                  </a:srgbClr>
                </a:gs>
                <a:gs pos="14286">
                  <a:srgbClr val="100F0F">
                    <a:alpha val="16792"/>
                  </a:srgbClr>
                </a:gs>
                <a:gs pos="28571">
                  <a:srgbClr val="100F0F">
                    <a:alpha val="13301"/>
                  </a:srgbClr>
                </a:gs>
                <a:gs pos="42857">
                  <a:srgbClr val="100F0F">
                    <a:alpha val="8937"/>
                  </a:srgbClr>
                </a:gs>
                <a:gs pos="57143">
                  <a:srgbClr val="100F0F">
                    <a:alpha val="5055"/>
                  </a:srgbClr>
                </a:gs>
                <a:gs pos="71429">
                  <a:srgbClr val="100F0F">
                    <a:alpha val="2399"/>
                  </a:srgbClr>
                </a:gs>
                <a:gs pos="85714">
                  <a:srgbClr val="100F0F">
                    <a:alpha val="956"/>
                  </a:srgbClr>
                </a:gs>
                <a:gs pos="100000">
                  <a:srgbClr val="100F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5400000">
              <a:off x="1473651" y="1868544"/>
              <a:ext cx="602456" cy="602456"/>
            </a:xfrm>
            <a:prstGeom prst="ellipse">
              <a:avLst/>
            </a:prstGeom>
            <a:gradFill>
              <a:gsLst>
                <a:gs pos="0">
                  <a:srgbClr val="3F2D32">
                    <a:alpha val="18127"/>
                  </a:srgbClr>
                </a:gs>
                <a:gs pos="14286">
                  <a:srgbClr val="3F2D32">
                    <a:alpha val="16792"/>
                  </a:srgbClr>
                </a:gs>
                <a:gs pos="28571">
                  <a:srgbClr val="3F2D32">
                    <a:alpha val="13301"/>
                  </a:srgbClr>
                </a:gs>
                <a:gs pos="42857">
                  <a:srgbClr val="3F2D32">
                    <a:alpha val="8937"/>
                  </a:srgbClr>
                </a:gs>
                <a:gs pos="57143">
                  <a:srgbClr val="3F2D32">
                    <a:alpha val="5055"/>
                  </a:srgbClr>
                </a:gs>
                <a:gs pos="71429">
                  <a:srgbClr val="3F2D32">
                    <a:alpha val="2399"/>
                  </a:srgbClr>
                </a:gs>
                <a:gs pos="85714">
                  <a:srgbClr val="3F2D32">
                    <a:alpha val="956"/>
                  </a:srgbClr>
                </a:gs>
                <a:gs pos="100000">
                  <a:srgbClr val="3F2D3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5400000">
              <a:off x="2318935" y="-26089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D">
                    <a:alpha val="18127"/>
                  </a:srgbClr>
                </a:gs>
                <a:gs pos="14286">
                  <a:srgbClr val="0D0F0D">
                    <a:alpha val="16792"/>
                  </a:srgbClr>
                </a:gs>
                <a:gs pos="28571">
                  <a:srgbClr val="0D0F0D">
                    <a:alpha val="13301"/>
                  </a:srgbClr>
                </a:gs>
                <a:gs pos="42857">
                  <a:srgbClr val="0D0F0D">
                    <a:alpha val="8937"/>
                  </a:srgbClr>
                </a:gs>
                <a:gs pos="57143">
                  <a:srgbClr val="0D0F0D">
                    <a:alpha val="5055"/>
                  </a:srgbClr>
                </a:gs>
                <a:gs pos="71429">
                  <a:srgbClr val="0D0F0D">
                    <a:alpha val="2399"/>
                  </a:srgbClr>
                </a:gs>
                <a:gs pos="85714">
                  <a:srgbClr val="0D0F0D">
                    <a:alpha val="956"/>
                  </a:srgbClr>
                </a:gs>
                <a:gs pos="100000">
                  <a:srgbClr val="0D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5400000">
              <a:off x="2381030" y="210405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D0B">
                    <a:alpha val="18127"/>
                  </a:srgbClr>
                </a:gs>
                <a:gs pos="14286">
                  <a:srgbClr val="0C0D0B">
                    <a:alpha val="16792"/>
                  </a:srgbClr>
                </a:gs>
                <a:gs pos="28571">
                  <a:srgbClr val="0C0D0B">
                    <a:alpha val="13301"/>
                  </a:srgbClr>
                </a:gs>
                <a:gs pos="42857">
                  <a:srgbClr val="0C0D0B">
                    <a:alpha val="8937"/>
                  </a:srgbClr>
                </a:gs>
                <a:gs pos="57143">
                  <a:srgbClr val="0C0D0B">
                    <a:alpha val="5055"/>
                  </a:srgbClr>
                </a:gs>
                <a:gs pos="71429">
                  <a:srgbClr val="0C0D0B">
                    <a:alpha val="2399"/>
                  </a:srgbClr>
                </a:gs>
                <a:gs pos="85714">
                  <a:srgbClr val="0C0D0B">
                    <a:alpha val="956"/>
                  </a:srgbClr>
                </a:gs>
                <a:gs pos="100000">
                  <a:srgbClr val="0C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5400000">
              <a:off x="1637499" y="134034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0F0D">
                    <a:alpha val="18127"/>
                  </a:srgbClr>
                </a:gs>
                <a:gs pos="14286">
                  <a:srgbClr val="0E0F0D">
                    <a:alpha val="16792"/>
                  </a:srgbClr>
                </a:gs>
                <a:gs pos="28571">
                  <a:srgbClr val="0E0F0D">
                    <a:alpha val="13301"/>
                  </a:srgbClr>
                </a:gs>
                <a:gs pos="42857">
                  <a:srgbClr val="0E0F0D">
                    <a:alpha val="8937"/>
                  </a:srgbClr>
                </a:gs>
                <a:gs pos="57143">
                  <a:srgbClr val="0E0F0D">
                    <a:alpha val="5055"/>
                  </a:srgbClr>
                </a:gs>
                <a:gs pos="71429">
                  <a:srgbClr val="0E0F0D">
                    <a:alpha val="2399"/>
                  </a:srgbClr>
                </a:gs>
                <a:gs pos="85714">
                  <a:srgbClr val="0E0F0D">
                    <a:alpha val="956"/>
                  </a:srgbClr>
                </a:gs>
                <a:gs pos="100000">
                  <a:srgbClr val="0E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5400000">
              <a:off x="-278580" y="201206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D">
                    <a:alpha val="18127"/>
                  </a:srgbClr>
                </a:gs>
                <a:gs pos="14286">
                  <a:srgbClr val="0D0F0D">
                    <a:alpha val="16792"/>
                  </a:srgbClr>
                </a:gs>
                <a:gs pos="28571">
                  <a:srgbClr val="0D0F0D">
                    <a:alpha val="13301"/>
                  </a:srgbClr>
                </a:gs>
                <a:gs pos="42857">
                  <a:srgbClr val="0D0F0D">
                    <a:alpha val="8937"/>
                  </a:srgbClr>
                </a:gs>
                <a:gs pos="57143">
                  <a:srgbClr val="0D0F0D">
                    <a:alpha val="5055"/>
                  </a:srgbClr>
                </a:gs>
                <a:gs pos="71429">
                  <a:srgbClr val="0D0F0D">
                    <a:alpha val="2399"/>
                  </a:srgbClr>
                </a:gs>
                <a:gs pos="85714">
                  <a:srgbClr val="0D0F0D">
                    <a:alpha val="956"/>
                  </a:srgbClr>
                </a:gs>
                <a:gs pos="100000">
                  <a:srgbClr val="0D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5400000">
              <a:off x="1236784" y="-3012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D">
                    <a:alpha val="18127"/>
                  </a:srgbClr>
                </a:gs>
                <a:gs pos="14286">
                  <a:srgbClr val="0D0F0D">
                    <a:alpha val="16792"/>
                  </a:srgbClr>
                </a:gs>
                <a:gs pos="28571">
                  <a:srgbClr val="0D0F0D">
                    <a:alpha val="13301"/>
                  </a:srgbClr>
                </a:gs>
                <a:gs pos="42857">
                  <a:srgbClr val="0D0F0D">
                    <a:alpha val="8937"/>
                  </a:srgbClr>
                </a:gs>
                <a:gs pos="57143">
                  <a:srgbClr val="0D0F0D">
                    <a:alpha val="5055"/>
                  </a:srgbClr>
                </a:gs>
                <a:gs pos="71429">
                  <a:srgbClr val="0D0F0D">
                    <a:alpha val="2399"/>
                  </a:srgbClr>
                </a:gs>
                <a:gs pos="85714">
                  <a:srgbClr val="0D0F0D">
                    <a:alpha val="956"/>
                  </a:srgbClr>
                </a:gs>
                <a:gs pos="100000">
                  <a:srgbClr val="0D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5400000">
              <a:off x="1090018" y="45895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D0C">
                    <a:alpha val="18127"/>
                  </a:srgbClr>
                </a:gs>
                <a:gs pos="14286">
                  <a:srgbClr val="0A0D0C">
                    <a:alpha val="16792"/>
                  </a:srgbClr>
                </a:gs>
                <a:gs pos="28571">
                  <a:srgbClr val="0A0D0C">
                    <a:alpha val="13301"/>
                  </a:srgbClr>
                </a:gs>
                <a:gs pos="42857">
                  <a:srgbClr val="0A0D0C">
                    <a:alpha val="8937"/>
                  </a:srgbClr>
                </a:gs>
                <a:gs pos="57143">
                  <a:srgbClr val="0A0D0C">
                    <a:alpha val="5055"/>
                  </a:srgbClr>
                </a:gs>
                <a:gs pos="71429">
                  <a:srgbClr val="0A0D0C">
                    <a:alpha val="2399"/>
                  </a:srgbClr>
                </a:gs>
                <a:gs pos="85714">
                  <a:srgbClr val="0A0D0C">
                    <a:alpha val="956"/>
                  </a:srgbClr>
                </a:gs>
                <a:gs pos="100000">
                  <a:srgbClr val="0A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5400000">
              <a:off x="3195017" y="40031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B">
                    <a:alpha val="18127"/>
                  </a:srgbClr>
                </a:gs>
                <a:gs pos="14286">
                  <a:srgbClr val="0C0E0B">
                    <a:alpha val="16792"/>
                  </a:srgbClr>
                </a:gs>
                <a:gs pos="28571">
                  <a:srgbClr val="0C0E0B">
                    <a:alpha val="13301"/>
                  </a:srgbClr>
                </a:gs>
                <a:gs pos="42857">
                  <a:srgbClr val="0C0E0B">
                    <a:alpha val="8937"/>
                  </a:srgbClr>
                </a:gs>
                <a:gs pos="57143">
                  <a:srgbClr val="0C0E0B">
                    <a:alpha val="5055"/>
                  </a:srgbClr>
                </a:gs>
                <a:gs pos="71429">
                  <a:srgbClr val="0C0E0B">
                    <a:alpha val="2399"/>
                  </a:srgbClr>
                </a:gs>
                <a:gs pos="85714">
                  <a:srgbClr val="0C0E0B">
                    <a:alpha val="956"/>
                  </a:srgbClr>
                </a:gs>
                <a:gs pos="100000">
                  <a:srgbClr val="0C0E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5400000">
              <a:off x="3333884" y="276418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C0A">
                    <a:alpha val="18127"/>
                  </a:srgbClr>
                </a:gs>
                <a:gs pos="14286">
                  <a:srgbClr val="0A0C0A">
                    <a:alpha val="16792"/>
                  </a:srgbClr>
                </a:gs>
                <a:gs pos="28571">
                  <a:srgbClr val="0A0C0A">
                    <a:alpha val="13301"/>
                  </a:srgbClr>
                </a:gs>
                <a:gs pos="42857">
                  <a:srgbClr val="0A0C0A">
                    <a:alpha val="8937"/>
                  </a:srgbClr>
                </a:gs>
                <a:gs pos="57143">
                  <a:srgbClr val="0A0C0A">
                    <a:alpha val="5055"/>
                  </a:srgbClr>
                </a:gs>
                <a:gs pos="71429">
                  <a:srgbClr val="0A0C0A">
                    <a:alpha val="2399"/>
                  </a:srgbClr>
                </a:gs>
                <a:gs pos="85714">
                  <a:srgbClr val="0A0C0A">
                    <a:alpha val="956"/>
                  </a:srgbClr>
                </a:gs>
                <a:gs pos="100000">
                  <a:srgbClr val="0A0C0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5400000">
              <a:off x="1724193" y="225298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1820">
                    <a:alpha val="18127"/>
                  </a:srgbClr>
                </a:gs>
                <a:gs pos="14286">
                  <a:srgbClr val="0F1820">
                    <a:alpha val="16792"/>
                  </a:srgbClr>
                </a:gs>
                <a:gs pos="28571">
                  <a:srgbClr val="0F1820">
                    <a:alpha val="13301"/>
                  </a:srgbClr>
                </a:gs>
                <a:gs pos="42857">
                  <a:srgbClr val="0F1820">
                    <a:alpha val="8937"/>
                  </a:srgbClr>
                </a:gs>
                <a:gs pos="57143">
                  <a:srgbClr val="0F1820">
                    <a:alpha val="5055"/>
                  </a:srgbClr>
                </a:gs>
                <a:gs pos="71429">
                  <a:srgbClr val="0F1820">
                    <a:alpha val="2399"/>
                  </a:srgbClr>
                </a:gs>
                <a:gs pos="85714">
                  <a:srgbClr val="0F1820">
                    <a:alpha val="956"/>
                  </a:srgbClr>
                </a:gs>
                <a:gs pos="100000">
                  <a:srgbClr val="0F182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5400000">
              <a:off x="2752066" y="8464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1A2029">
                    <a:alpha val="18127"/>
                  </a:srgbClr>
                </a:gs>
                <a:gs pos="14286">
                  <a:srgbClr val="1A2029">
                    <a:alpha val="16792"/>
                  </a:srgbClr>
                </a:gs>
                <a:gs pos="28571">
                  <a:srgbClr val="1A2029">
                    <a:alpha val="13301"/>
                  </a:srgbClr>
                </a:gs>
                <a:gs pos="42857">
                  <a:srgbClr val="1A2029">
                    <a:alpha val="8937"/>
                  </a:srgbClr>
                </a:gs>
                <a:gs pos="57143">
                  <a:srgbClr val="1A2029">
                    <a:alpha val="5055"/>
                  </a:srgbClr>
                </a:gs>
                <a:gs pos="71429">
                  <a:srgbClr val="1A2029">
                    <a:alpha val="2399"/>
                  </a:srgbClr>
                </a:gs>
                <a:gs pos="85714">
                  <a:srgbClr val="1A2029">
                    <a:alpha val="956"/>
                  </a:srgbClr>
                </a:gs>
                <a:gs pos="100000">
                  <a:srgbClr val="1A202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5400000">
              <a:off x="1851542" y="729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202128">
                    <a:alpha val="18127"/>
                  </a:srgbClr>
                </a:gs>
                <a:gs pos="14286">
                  <a:srgbClr val="202128">
                    <a:alpha val="16792"/>
                  </a:srgbClr>
                </a:gs>
                <a:gs pos="28571">
                  <a:srgbClr val="202128">
                    <a:alpha val="13301"/>
                  </a:srgbClr>
                </a:gs>
                <a:gs pos="42857">
                  <a:srgbClr val="202128">
                    <a:alpha val="8937"/>
                  </a:srgbClr>
                </a:gs>
                <a:gs pos="57143">
                  <a:srgbClr val="202128">
                    <a:alpha val="5055"/>
                  </a:srgbClr>
                </a:gs>
                <a:gs pos="71429">
                  <a:srgbClr val="202128">
                    <a:alpha val="2399"/>
                  </a:srgbClr>
                </a:gs>
                <a:gs pos="85714">
                  <a:srgbClr val="202128">
                    <a:alpha val="956"/>
                  </a:srgbClr>
                </a:gs>
                <a:gs pos="100000">
                  <a:srgbClr val="202128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5400000">
              <a:off x="1589322" y="202529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E">
                    <a:alpha val="18127"/>
                  </a:srgbClr>
                </a:gs>
                <a:gs pos="14286">
                  <a:srgbClr val="0C0E0E">
                    <a:alpha val="16792"/>
                  </a:srgbClr>
                </a:gs>
                <a:gs pos="28571">
                  <a:srgbClr val="0C0E0E">
                    <a:alpha val="13301"/>
                  </a:srgbClr>
                </a:gs>
                <a:gs pos="42857">
                  <a:srgbClr val="0C0E0E">
                    <a:alpha val="8937"/>
                  </a:srgbClr>
                </a:gs>
                <a:gs pos="57143">
                  <a:srgbClr val="0C0E0E">
                    <a:alpha val="5055"/>
                  </a:srgbClr>
                </a:gs>
                <a:gs pos="71429">
                  <a:srgbClr val="0C0E0E">
                    <a:alpha val="2399"/>
                  </a:srgbClr>
                </a:gs>
                <a:gs pos="85714">
                  <a:srgbClr val="0C0E0E">
                    <a:alpha val="956"/>
                  </a:srgbClr>
                </a:gs>
                <a:gs pos="100000">
                  <a:srgbClr val="0C0E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5400000">
              <a:off x="2624008" y="234524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D0B">
                    <a:alpha val="18127"/>
                  </a:srgbClr>
                </a:gs>
                <a:gs pos="14286">
                  <a:srgbClr val="0C0D0B">
                    <a:alpha val="16792"/>
                  </a:srgbClr>
                </a:gs>
                <a:gs pos="28571">
                  <a:srgbClr val="0C0D0B">
                    <a:alpha val="13301"/>
                  </a:srgbClr>
                </a:gs>
                <a:gs pos="42857">
                  <a:srgbClr val="0C0D0B">
                    <a:alpha val="8937"/>
                  </a:srgbClr>
                </a:gs>
                <a:gs pos="57143">
                  <a:srgbClr val="0C0D0B">
                    <a:alpha val="5055"/>
                  </a:srgbClr>
                </a:gs>
                <a:gs pos="71429">
                  <a:srgbClr val="0C0D0B">
                    <a:alpha val="2399"/>
                  </a:srgbClr>
                </a:gs>
                <a:gs pos="85714">
                  <a:srgbClr val="0C0D0B">
                    <a:alpha val="956"/>
                  </a:srgbClr>
                </a:gs>
                <a:gs pos="100000">
                  <a:srgbClr val="0C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5400000">
              <a:off x="2767153" y="851430"/>
              <a:ext cx="602456" cy="602456"/>
            </a:xfrm>
            <a:prstGeom prst="ellipse">
              <a:avLst/>
            </a:prstGeom>
            <a:gradFill>
              <a:gsLst>
                <a:gs pos="0">
                  <a:srgbClr val="1D252F">
                    <a:alpha val="18127"/>
                  </a:srgbClr>
                </a:gs>
                <a:gs pos="14286">
                  <a:srgbClr val="1D252F">
                    <a:alpha val="16792"/>
                  </a:srgbClr>
                </a:gs>
                <a:gs pos="28571">
                  <a:srgbClr val="1D252F">
                    <a:alpha val="13301"/>
                  </a:srgbClr>
                </a:gs>
                <a:gs pos="42857">
                  <a:srgbClr val="1D252F">
                    <a:alpha val="8937"/>
                  </a:srgbClr>
                </a:gs>
                <a:gs pos="57143">
                  <a:srgbClr val="1D252F">
                    <a:alpha val="5055"/>
                  </a:srgbClr>
                </a:gs>
                <a:gs pos="71429">
                  <a:srgbClr val="1D252F">
                    <a:alpha val="2399"/>
                  </a:srgbClr>
                </a:gs>
                <a:gs pos="85714">
                  <a:srgbClr val="1D252F">
                    <a:alpha val="956"/>
                  </a:srgbClr>
                </a:gs>
                <a:gs pos="100000">
                  <a:srgbClr val="1D252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5400000">
              <a:off x="835065" y="258660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1113">
                    <a:alpha val="18127"/>
                  </a:srgbClr>
                </a:gs>
                <a:gs pos="14286">
                  <a:srgbClr val="0C1113">
                    <a:alpha val="16792"/>
                  </a:srgbClr>
                </a:gs>
                <a:gs pos="28571">
                  <a:srgbClr val="0C1113">
                    <a:alpha val="13301"/>
                  </a:srgbClr>
                </a:gs>
                <a:gs pos="42857">
                  <a:srgbClr val="0C1113">
                    <a:alpha val="8937"/>
                  </a:srgbClr>
                </a:gs>
                <a:gs pos="57143">
                  <a:srgbClr val="0C1113">
                    <a:alpha val="5055"/>
                  </a:srgbClr>
                </a:gs>
                <a:gs pos="71429">
                  <a:srgbClr val="0C1113">
                    <a:alpha val="2399"/>
                  </a:srgbClr>
                </a:gs>
                <a:gs pos="85714">
                  <a:srgbClr val="0C1113">
                    <a:alpha val="956"/>
                  </a:srgbClr>
                </a:gs>
                <a:gs pos="100000">
                  <a:srgbClr val="0C1113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5400000">
              <a:off x="2342945" y="1996885"/>
              <a:ext cx="602456" cy="602456"/>
            </a:xfrm>
            <a:prstGeom prst="ellipse">
              <a:avLst/>
            </a:prstGeom>
            <a:gradFill>
              <a:gsLst>
                <a:gs pos="0">
                  <a:srgbClr val="333C42">
                    <a:alpha val="18127"/>
                  </a:srgbClr>
                </a:gs>
                <a:gs pos="14286">
                  <a:srgbClr val="333C42">
                    <a:alpha val="16792"/>
                  </a:srgbClr>
                </a:gs>
                <a:gs pos="28571">
                  <a:srgbClr val="333C42">
                    <a:alpha val="13301"/>
                  </a:srgbClr>
                </a:gs>
                <a:gs pos="42857">
                  <a:srgbClr val="333C42">
                    <a:alpha val="8937"/>
                  </a:srgbClr>
                </a:gs>
                <a:gs pos="57143">
                  <a:srgbClr val="333C42">
                    <a:alpha val="5055"/>
                  </a:srgbClr>
                </a:gs>
                <a:gs pos="71429">
                  <a:srgbClr val="333C42">
                    <a:alpha val="2399"/>
                  </a:srgbClr>
                </a:gs>
                <a:gs pos="85714">
                  <a:srgbClr val="333C42">
                    <a:alpha val="956"/>
                  </a:srgbClr>
                </a:gs>
                <a:gs pos="100000">
                  <a:srgbClr val="333C4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5400000">
              <a:off x="3291229" y="569058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100D">
                    <a:alpha val="18127"/>
                  </a:srgbClr>
                </a:gs>
                <a:gs pos="14286">
                  <a:srgbClr val="0E100D">
                    <a:alpha val="16792"/>
                  </a:srgbClr>
                </a:gs>
                <a:gs pos="28571">
                  <a:srgbClr val="0E100D">
                    <a:alpha val="13301"/>
                  </a:srgbClr>
                </a:gs>
                <a:gs pos="42857">
                  <a:srgbClr val="0E100D">
                    <a:alpha val="8937"/>
                  </a:srgbClr>
                </a:gs>
                <a:gs pos="57143">
                  <a:srgbClr val="0E100D">
                    <a:alpha val="5055"/>
                  </a:srgbClr>
                </a:gs>
                <a:gs pos="71429">
                  <a:srgbClr val="0E100D">
                    <a:alpha val="2399"/>
                  </a:srgbClr>
                </a:gs>
                <a:gs pos="85714">
                  <a:srgbClr val="0E100D">
                    <a:alpha val="956"/>
                  </a:srgbClr>
                </a:gs>
                <a:gs pos="100000">
                  <a:srgbClr val="0E10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5400000">
              <a:off x="508824" y="237248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B">
                    <a:alpha val="18127"/>
                  </a:srgbClr>
                </a:gs>
                <a:gs pos="14286">
                  <a:srgbClr val="0B0D0B">
                    <a:alpha val="16792"/>
                  </a:srgbClr>
                </a:gs>
                <a:gs pos="28571">
                  <a:srgbClr val="0B0D0B">
                    <a:alpha val="13301"/>
                  </a:srgbClr>
                </a:gs>
                <a:gs pos="42857">
                  <a:srgbClr val="0B0D0B">
                    <a:alpha val="8937"/>
                  </a:srgbClr>
                </a:gs>
                <a:gs pos="57143">
                  <a:srgbClr val="0B0D0B">
                    <a:alpha val="5055"/>
                  </a:srgbClr>
                </a:gs>
                <a:gs pos="71429">
                  <a:srgbClr val="0B0D0B">
                    <a:alpha val="2399"/>
                  </a:srgbClr>
                </a:gs>
                <a:gs pos="85714">
                  <a:srgbClr val="0B0D0B">
                    <a:alpha val="956"/>
                  </a:srgbClr>
                </a:gs>
                <a:gs pos="100000">
                  <a:srgbClr val="0B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5400000">
              <a:off x="1775121" y="53880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E">
                    <a:alpha val="18127"/>
                  </a:srgbClr>
                </a:gs>
                <a:gs pos="14286">
                  <a:srgbClr val="0C0F0E">
                    <a:alpha val="16792"/>
                  </a:srgbClr>
                </a:gs>
                <a:gs pos="28571">
                  <a:srgbClr val="0C0F0E">
                    <a:alpha val="13301"/>
                  </a:srgbClr>
                </a:gs>
                <a:gs pos="42857">
                  <a:srgbClr val="0C0F0E">
                    <a:alpha val="8937"/>
                  </a:srgbClr>
                </a:gs>
                <a:gs pos="57143">
                  <a:srgbClr val="0C0F0E">
                    <a:alpha val="5055"/>
                  </a:srgbClr>
                </a:gs>
                <a:gs pos="71429">
                  <a:srgbClr val="0C0F0E">
                    <a:alpha val="2399"/>
                  </a:srgbClr>
                </a:gs>
                <a:gs pos="85714">
                  <a:srgbClr val="0C0F0E">
                    <a:alpha val="956"/>
                  </a:srgbClr>
                </a:gs>
                <a:gs pos="100000">
                  <a:srgbClr val="0C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5400000">
              <a:off x="1992194" y="2110452"/>
              <a:ext cx="602456" cy="602456"/>
            </a:xfrm>
            <a:prstGeom prst="ellipse">
              <a:avLst/>
            </a:prstGeom>
            <a:gradFill>
              <a:gsLst>
                <a:gs pos="0">
                  <a:srgbClr val="232932">
                    <a:alpha val="18127"/>
                  </a:srgbClr>
                </a:gs>
                <a:gs pos="14286">
                  <a:srgbClr val="232932">
                    <a:alpha val="16792"/>
                  </a:srgbClr>
                </a:gs>
                <a:gs pos="28571">
                  <a:srgbClr val="232932">
                    <a:alpha val="13301"/>
                  </a:srgbClr>
                </a:gs>
                <a:gs pos="42857">
                  <a:srgbClr val="232932">
                    <a:alpha val="8937"/>
                  </a:srgbClr>
                </a:gs>
                <a:gs pos="57143">
                  <a:srgbClr val="232932">
                    <a:alpha val="5055"/>
                  </a:srgbClr>
                </a:gs>
                <a:gs pos="71429">
                  <a:srgbClr val="232932">
                    <a:alpha val="2399"/>
                  </a:srgbClr>
                </a:gs>
                <a:gs pos="85714">
                  <a:srgbClr val="232932">
                    <a:alpha val="956"/>
                  </a:srgbClr>
                </a:gs>
                <a:gs pos="100000">
                  <a:srgbClr val="23293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5400000">
              <a:off x="1003288" y="8108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573D36">
                    <a:alpha val="18127"/>
                  </a:srgbClr>
                </a:gs>
                <a:gs pos="14286">
                  <a:srgbClr val="573D36">
                    <a:alpha val="16792"/>
                  </a:srgbClr>
                </a:gs>
                <a:gs pos="28571">
                  <a:srgbClr val="573D36">
                    <a:alpha val="13301"/>
                  </a:srgbClr>
                </a:gs>
                <a:gs pos="42857">
                  <a:srgbClr val="573D36">
                    <a:alpha val="8937"/>
                  </a:srgbClr>
                </a:gs>
                <a:gs pos="57143">
                  <a:srgbClr val="573D36">
                    <a:alpha val="5055"/>
                  </a:srgbClr>
                </a:gs>
                <a:gs pos="71429">
                  <a:srgbClr val="573D36">
                    <a:alpha val="2399"/>
                  </a:srgbClr>
                </a:gs>
                <a:gs pos="85714">
                  <a:srgbClr val="573D36">
                    <a:alpha val="956"/>
                  </a:srgbClr>
                </a:gs>
                <a:gs pos="100000">
                  <a:srgbClr val="573D36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5400000">
              <a:off x="510109" y="23811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C">
                    <a:alpha val="18127"/>
                  </a:srgbClr>
                </a:gs>
                <a:gs pos="14286">
                  <a:srgbClr val="0B0D0C">
                    <a:alpha val="16792"/>
                  </a:srgbClr>
                </a:gs>
                <a:gs pos="28571">
                  <a:srgbClr val="0B0D0C">
                    <a:alpha val="13301"/>
                  </a:srgbClr>
                </a:gs>
                <a:gs pos="42857">
                  <a:srgbClr val="0B0D0C">
                    <a:alpha val="8937"/>
                  </a:srgbClr>
                </a:gs>
                <a:gs pos="57143">
                  <a:srgbClr val="0B0D0C">
                    <a:alpha val="5055"/>
                  </a:srgbClr>
                </a:gs>
                <a:gs pos="71429">
                  <a:srgbClr val="0B0D0C">
                    <a:alpha val="2399"/>
                  </a:srgbClr>
                </a:gs>
                <a:gs pos="85714">
                  <a:srgbClr val="0B0D0C">
                    <a:alpha val="956"/>
                  </a:srgbClr>
                </a:gs>
                <a:gs pos="100000">
                  <a:srgbClr val="0B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5400000">
              <a:off x="976504" y="-2298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C">
                    <a:alpha val="18127"/>
                  </a:srgbClr>
                </a:gs>
                <a:gs pos="14286">
                  <a:srgbClr val="0B0E0C">
                    <a:alpha val="16792"/>
                  </a:srgbClr>
                </a:gs>
                <a:gs pos="28571">
                  <a:srgbClr val="0B0E0C">
                    <a:alpha val="13301"/>
                  </a:srgbClr>
                </a:gs>
                <a:gs pos="42857">
                  <a:srgbClr val="0B0E0C">
                    <a:alpha val="8937"/>
                  </a:srgbClr>
                </a:gs>
                <a:gs pos="57143">
                  <a:srgbClr val="0B0E0C">
                    <a:alpha val="5055"/>
                  </a:srgbClr>
                </a:gs>
                <a:gs pos="71429">
                  <a:srgbClr val="0B0E0C">
                    <a:alpha val="2399"/>
                  </a:srgbClr>
                </a:gs>
                <a:gs pos="85714">
                  <a:srgbClr val="0B0E0C">
                    <a:alpha val="956"/>
                  </a:srgbClr>
                </a:gs>
                <a:gs pos="100000">
                  <a:srgbClr val="0B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5400000">
              <a:off x="-209970" y="5677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00F">
                    <a:alpha val="18127"/>
                  </a:srgbClr>
                </a:gs>
                <a:gs pos="14286">
                  <a:srgbClr val="0D100F">
                    <a:alpha val="16792"/>
                  </a:srgbClr>
                </a:gs>
                <a:gs pos="28571">
                  <a:srgbClr val="0D100F">
                    <a:alpha val="13301"/>
                  </a:srgbClr>
                </a:gs>
                <a:gs pos="42857">
                  <a:srgbClr val="0D100F">
                    <a:alpha val="8937"/>
                  </a:srgbClr>
                </a:gs>
                <a:gs pos="57143">
                  <a:srgbClr val="0D100F">
                    <a:alpha val="5055"/>
                  </a:srgbClr>
                </a:gs>
                <a:gs pos="71429">
                  <a:srgbClr val="0D100F">
                    <a:alpha val="2399"/>
                  </a:srgbClr>
                </a:gs>
                <a:gs pos="85714">
                  <a:srgbClr val="0D100F">
                    <a:alpha val="956"/>
                  </a:srgbClr>
                </a:gs>
                <a:gs pos="100000">
                  <a:srgbClr val="0D10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5400000">
              <a:off x="1256899" y="-16572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1010">
                    <a:alpha val="18127"/>
                  </a:srgbClr>
                </a:gs>
                <a:gs pos="14286">
                  <a:srgbClr val="0B1010">
                    <a:alpha val="16792"/>
                  </a:srgbClr>
                </a:gs>
                <a:gs pos="28571">
                  <a:srgbClr val="0B1010">
                    <a:alpha val="13301"/>
                  </a:srgbClr>
                </a:gs>
                <a:gs pos="42857">
                  <a:srgbClr val="0B1010">
                    <a:alpha val="8937"/>
                  </a:srgbClr>
                </a:gs>
                <a:gs pos="57143">
                  <a:srgbClr val="0B1010">
                    <a:alpha val="5055"/>
                  </a:srgbClr>
                </a:gs>
                <a:gs pos="71429">
                  <a:srgbClr val="0B1010">
                    <a:alpha val="2399"/>
                  </a:srgbClr>
                </a:gs>
                <a:gs pos="85714">
                  <a:srgbClr val="0B1010">
                    <a:alpha val="956"/>
                  </a:srgbClr>
                </a:gs>
                <a:gs pos="100000">
                  <a:srgbClr val="0B10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5400000">
              <a:off x="1166268" y="22433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1D1815">
                    <a:alpha val="18127"/>
                  </a:srgbClr>
                </a:gs>
                <a:gs pos="14286">
                  <a:srgbClr val="1D1815">
                    <a:alpha val="16792"/>
                  </a:srgbClr>
                </a:gs>
                <a:gs pos="28571">
                  <a:srgbClr val="1D1815">
                    <a:alpha val="13301"/>
                  </a:srgbClr>
                </a:gs>
                <a:gs pos="42857">
                  <a:srgbClr val="1D1815">
                    <a:alpha val="8937"/>
                  </a:srgbClr>
                </a:gs>
                <a:gs pos="57143">
                  <a:srgbClr val="1D1815">
                    <a:alpha val="5055"/>
                  </a:srgbClr>
                </a:gs>
                <a:gs pos="71429">
                  <a:srgbClr val="1D1815">
                    <a:alpha val="2399"/>
                  </a:srgbClr>
                </a:gs>
                <a:gs pos="85714">
                  <a:srgbClr val="1D1815">
                    <a:alpha val="956"/>
                  </a:srgbClr>
                </a:gs>
                <a:gs pos="100000">
                  <a:srgbClr val="1D1815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5400000">
              <a:off x="1305106" y="98074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B">
                    <a:alpha val="18127"/>
                  </a:srgbClr>
                </a:gs>
                <a:gs pos="14286">
                  <a:srgbClr val="0B0E0B">
                    <a:alpha val="16792"/>
                  </a:srgbClr>
                </a:gs>
                <a:gs pos="28571">
                  <a:srgbClr val="0B0E0B">
                    <a:alpha val="13301"/>
                  </a:srgbClr>
                </a:gs>
                <a:gs pos="42857">
                  <a:srgbClr val="0B0E0B">
                    <a:alpha val="8937"/>
                  </a:srgbClr>
                </a:gs>
                <a:gs pos="57143">
                  <a:srgbClr val="0B0E0B">
                    <a:alpha val="5055"/>
                  </a:srgbClr>
                </a:gs>
                <a:gs pos="71429">
                  <a:srgbClr val="0B0E0B">
                    <a:alpha val="2399"/>
                  </a:srgbClr>
                </a:gs>
                <a:gs pos="85714">
                  <a:srgbClr val="0B0E0B">
                    <a:alpha val="956"/>
                  </a:srgbClr>
                </a:gs>
                <a:gs pos="100000">
                  <a:srgbClr val="0B0E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5400000">
              <a:off x="1591456" y="229795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151B">
                    <a:alpha val="18127"/>
                  </a:srgbClr>
                </a:gs>
                <a:gs pos="14286">
                  <a:srgbClr val="0E151B">
                    <a:alpha val="16792"/>
                  </a:srgbClr>
                </a:gs>
                <a:gs pos="28571">
                  <a:srgbClr val="0E151B">
                    <a:alpha val="13301"/>
                  </a:srgbClr>
                </a:gs>
                <a:gs pos="42857">
                  <a:srgbClr val="0E151B">
                    <a:alpha val="8937"/>
                  </a:srgbClr>
                </a:gs>
                <a:gs pos="57143">
                  <a:srgbClr val="0E151B">
                    <a:alpha val="5055"/>
                  </a:srgbClr>
                </a:gs>
                <a:gs pos="71429">
                  <a:srgbClr val="0E151B">
                    <a:alpha val="2399"/>
                  </a:srgbClr>
                </a:gs>
                <a:gs pos="85714">
                  <a:srgbClr val="0E151B">
                    <a:alpha val="956"/>
                  </a:srgbClr>
                </a:gs>
                <a:gs pos="100000">
                  <a:srgbClr val="0E151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5400000">
              <a:off x="3223479" y="223757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F0D">
                    <a:alpha val="18127"/>
                  </a:srgbClr>
                </a:gs>
                <a:gs pos="14286">
                  <a:srgbClr val="0D0F0D">
                    <a:alpha val="16792"/>
                  </a:srgbClr>
                </a:gs>
                <a:gs pos="28571">
                  <a:srgbClr val="0D0F0D">
                    <a:alpha val="13301"/>
                  </a:srgbClr>
                </a:gs>
                <a:gs pos="42857">
                  <a:srgbClr val="0D0F0D">
                    <a:alpha val="8937"/>
                  </a:srgbClr>
                </a:gs>
                <a:gs pos="57143">
                  <a:srgbClr val="0D0F0D">
                    <a:alpha val="5055"/>
                  </a:srgbClr>
                </a:gs>
                <a:gs pos="71429">
                  <a:srgbClr val="0D0F0D">
                    <a:alpha val="2399"/>
                  </a:srgbClr>
                </a:gs>
                <a:gs pos="85714">
                  <a:srgbClr val="0D0F0D">
                    <a:alpha val="956"/>
                  </a:srgbClr>
                </a:gs>
                <a:gs pos="100000">
                  <a:srgbClr val="0D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5400000">
              <a:off x="2972144" y="79390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E">
                    <a:alpha val="18127"/>
                  </a:srgbClr>
                </a:gs>
                <a:gs pos="14286">
                  <a:srgbClr val="0C0F0E">
                    <a:alpha val="16792"/>
                  </a:srgbClr>
                </a:gs>
                <a:gs pos="28571">
                  <a:srgbClr val="0C0F0E">
                    <a:alpha val="13301"/>
                  </a:srgbClr>
                </a:gs>
                <a:gs pos="42857">
                  <a:srgbClr val="0C0F0E">
                    <a:alpha val="8937"/>
                  </a:srgbClr>
                </a:gs>
                <a:gs pos="57143">
                  <a:srgbClr val="0C0F0E">
                    <a:alpha val="5055"/>
                  </a:srgbClr>
                </a:gs>
                <a:gs pos="71429">
                  <a:srgbClr val="0C0F0E">
                    <a:alpha val="2399"/>
                  </a:srgbClr>
                </a:gs>
                <a:gs pos="85714">
                  <a:srgbClr val="0C0F0E">
                    <a:alpha val="956"/>
                  </a:srgbClr>
                </a:gs>
                <a:gs pos="100000">
                  <a:srgbClr val="0C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5400000">
              <a:off x="1848209" y="2869919"/>
              <a:ext cx="602456" cy="602456"/>
            </a:xfrm>
            <a:prstGeom prst="ellipse">
              <a:avLst/>
            </a:prstGeom>
            <a:gradFill>
              <a:gsLst>
                <a:gs pos="0">
                  <a:srgbClr val="33353B">
                    <a:alpha val="18127"/>
                  </a:srgbClr>
                </a:gs>
                <a:gs pos="14286">
                  <a:srgbClr val="33353B">
                    <a:alpha val="16792"/>
                  </a:srgbClr>
                </a:gs>
                <a:gs pos="28571">
                  <a:srgbClr val="33353B">
                    <a:alpha val="13301"/>
                  </a:srgbClr>
                </a:gs>
                <a:gs pos="42857">
                  <a:srgbClr val="33353B">
                    <a:alpha val="8937"/>
                  </a:srgbClr>
                </a:gs>
                <a:gs pos="57143">
                  <a:srgbClr val="33353B">
                    <a:alpha val="5055"/>
                  </a:srgbClr>
                </a:gs>
                <a:gs pos="71429">
                  <a:srgbClr val="33353B">
                    <a:alpha val="2399"/>
                  </a:srgbClr>
                </a:gs>
                <a:gs pos="85714">
                  <a:srgbClr val="33353B">
                    <a:alpha val="956"/>
                  </a:srgbClr>
                </a:gs>
                <a:gs pos="100000">
                  <a:srgbClr val="33353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5400000">
              <a:off x="1148700" y="233286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1010">
                    <a:alpha val="18127"/>
                  </a:srgbClr>
                </a:gs>
                <a:gs pos="14286">
                  <a:srgbClr val="0E1010">
                    <a:alpha val="16792"/>
                  </a:srgbClr>
                </a:gs>
                <a:gs pos="28571">
                  <a:srgbClr val="0E1010">
                    <a:alpha val="13301"/>
                  </a:srgbClr>
                </a:gs>
                <a:gs pos="42857">
                  <a:srgbClr val="0E1010">
                    <a:alpha val="8937"/>
                  </a:srgbClr>
                </a:gs>
                <a:gs pos="57143">
                  <a:srgbClr val="0E1010">
                    <a:alpha val="5055"/>
                  </a:srgbClr>
                </a:gs>
                <a:gs pos="71429">
                  <a:srgbClr val="0E1010">
                    <a:alpha val="2399"/>
                  </a:srgbClr>
                </a:gs>
                <a:gs pos="85714">
                  <a:srgbClr val="0E1010">
                    <a:alpha val="956"/>
                  </a:srgbClr>
                </a:gs>
                <a:gs pos="100000">
                  <a:srgbClr val="0E10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5400000">
              <a:off x="3342494" y="696762"/>
              <a:ext cx="602456" cy="602456"/>
            </a:xfrm>
            <a:prstGeom prst="ellipse">
              <a:avLst/>
            </a:prstGeom>
            <a:gradFill>
              <a:gsLst>
                <a:gs pos="0">
                  <a:srgbClr val="101111">
                    <a:alpha val="18127"/>
                  </a:srgbClr>
                </a:gs>
                <a:gs pos="14286">
                  <a:srgbClr val="101111">
                    <a:alpha val="16792"/>
                  </a:srgbClr>
                </a:gs>
                <a:gs pos="28571">
                  <a:srgbClr val="101111">
                    <a:alpha val="13301"/>
                  </a:srgbClr>
                </a:gs>
                <a:gs pos="42857">
                  <a:srgbClr val="101111">
                    <a:alpha val="8937"/>
                  </a:srgbClr>
                </a:gs>
                <a:gs pos="57143">
                  <a:srgbClr val="101111">
                    <a:alpha val="5055"/>
                  </a:srgbClr>
                </a:gs>
                <a:gs pos="71429">
                  <a:srgbClr val="101111">
                    <a:alpha val="2399"/>
                  </a:srgbClr>
                </a:gs>
                <a:gs pos="85714">
                  <a:srgbClr val="101111">
                    <a:alpha val="956"/>
                  </a:srgbClr>
                </a:gs>
                <a:gs pos="100000">
                  <a:srgbClr val="10111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5400000">
              <a:off x="1839944" y="2292524"/>
              <a:ext cx="602456" cy="602456"/>
            </a:xfrm>
            <a:prstGeom prst="ellipse">
              <a:avLst/>
            </a:prstGeom>
            <a:gradFill>
              <a:gsLst>
                <a:gs pos="0">
                  <a:srgbClr val="15171B">
                    <a:alpha val="18127"/>
                  </a:srgbClr>
                </a:gs>
                <a:gs pos="14286">
                  <a:srgbClr val="15171B">
                    <a:alpha val="16792"/>
                  </a:srgbClr>
                </a:gs>
                <a:gs pos="28571">
                  <a:srgbClr val="15171B">
                    <a:alpha val="13301"/>
                  </a:srgbClr>
                </a:gs>
                <a:gs pos="42857">
                  <a:srgbClr val="15171B">
                    <a:alpha val="8937"/>
                  </a:srgbClr>
                </a:gs>
                <a:gs pos="57143">
                  <a:srgbClr val="15171B">
                    <a:alpha val="5055"/>
                  </a:srgbClr>
                </a:gs>
                <a:gs pos="71429">
                  <a:srgbClr val="15171B">
                    <a:alpha val="2399"/>
                  </a:srgbClr>
                </a:gs>
                <a:gs pos="85714">
                  <a:srgbClr val="15171B">
                    <a:alpha val="956"/>
                  </a:srgbClr>
                </a:gs>
                <a:gs pos="100000">
                  <a:srgbClr val="15171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5400000">
              <a:off x="3305005" y="173894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1212">
                    <a:alpha val="18127"/>
                  </a:srgbClr>
                </a:gs>
                <a:gs pos="14286">
                  <a:srgbClr val="0E1212">
                    <a:alpha val="16792"/>
                  </a:srgbClr>
                </a:gs>
                <a:gs pos="28571">
                  <a:srgbClr val="0E1212">
                    <a:alpha val="13301"/>
                  </a:srgbClr>
                </a:gs>
                <a:gs pos="42857">
                  <a:srgbClr val="0E1212">
                    <a:alpha val="8937"/>
                  </a:srgbClr>
                </a:gs>
                <a:gs pos="57143">
                  <a:srgbClr val="0E1212">
                    <a:alpha val="5055"/>
                  </a:srgbClr>
                </a:gs>
                <a:gs pos="71429">
                  <a:srgbClr val="0E1212">
                    <a:alpha val="2399"/>
                  </a:srgbClr>
                </a:gs>
                <a:gs pos="85714">
                  <a:srgbClr val="0E1212">
                    <a:alpha val="956"/>
                  </a:srgbClr>
                </a:gs>
                <a:gs pos="100000">
                  <a:srgbClr val="0E121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5400000">
              <a:off x="1701518" y="1372169"/>
              <a:ext cx="602456" cy="602456"/>
            </a:xfrm>
            <a:prstGeom prst="ellipse">
              <a:avLst/>
            </a:prstGeom>
            <a:gradFill>
              <a:gsLst>
                <a:gs pos="0">
                  <a:srgbClr val="1A1A23">
                    <a:alpha val="18127"/>
                  </a:srgbClr>
                </a:gs>
                <a:gs pos="14286">
                  <a:srgbClr val="1A1A23">
                    <a:alpha val="16792"/>
                  </a:srgbClr>
                </a:gs>
                <a:gs pos="28571">
                  <a:srgbClr val="1A1A23">
                    <a:alpha val="13301"/>
                  </a:srgbClr>
                </a:gs>
                <a:gs pos="42857">
                  <a:srgbClr val="1A1A23">
                    <a:alpha val="8937"/>
                  </a:srgbClr>
                </a:gs>
                <a:gs pos="57143">
                  <a:srgbClr val="1A1A23">
                    <a:alpha val="5055"/>
                  </a:srgbClr>
                </a:gs>
                <a:gs pos="71429">
                  <a:srgbClr val="1A1A23">
                    <a:alpha val="2399"/>
                  </a:srgbClr>
                </a:gs>
                <a:gs pos="85714">
                  <a:srgbClr val="1A1A23">
                    <a:alpha val="956"/>
                  </a:srgbClr>
                </a:gs>
                <a:gs pos="100000">
                  <a:srgbClr val="1A1A23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5400000">
              <a:off x="1659297" y="193923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C">
                    <a:alpha val="18127"/>
                  </a:srgbClr>
                </a:gs>
                <a:gs pos="14286">
                  <a:srgbClr val="0B0E0C">
                    <a:alpha val="16792"/>
                  </a:srgbClr>
                </a:gs>
                <a:gs pos="28571">
                  <a:srgbClr val="0B0E0C">
                    <a:alpha val="13301"/>
                  </a:srgbClr>
                </a:gs>
                <a:gs pos="42857">
                  <a:srgbClr val="0B0E0C">
                    <a:alpha val="8937"/>
                  </a:srgbClr>
                </a:gs>
                <a:gs pos="57143">
                  <a:srgbClr val="0B0E0C">
                    <a:alpha val="5055"/>
                  </a:srgbClr>
                </a:gs>
                <a:gs pos="71429">
                  <a:srgbClr val="0B0E0C">
                    <a:alpha val="2399"/>
                  </a:srgbClr>
                </a:gs>
                <a:gs pos="85714">
                  <a:srgbClr val="0B0E0C">
                    <a:alpha val="956"/>
                  </a:srgbClr>
                </a:gs>
                <a:gs pos="100000">
                  <a:srgbClr val="0B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5400000">
              <a:off x="-79163" y="2497086"/>
              <a:ext cx="602456" cy="602456"/>
            </a:xfrm>
            <a:prstGeom prst="ellipse">
              <a:avLst/>
            </a:prstGeom>
            <a:gradFill>
              <a:gsLst>
                <a:gs pos="0">
                  <a:srgbClr val="262B34">
                    <a:alpha val="18127"/>
                  </a:srgbClr>
                </a:gs>
                <a:gs pos="14286">
                  <a:srgbClr val="262B34">
                    <a:alpha val="16792"/>
                  </a:srgbClr>
                </a:gs>
                <a:gs pos="28571">
                  <a:srgbClr val="262B34">
                    <a:alpha val="13301"/>
                  </a:srgbClr>
                </a:gs>
                <a:gs pos="42857">
                  <a:srgbClr val="262B34">
                    <a:alpha val="8937"/>
                  </a:srgbClr>
                </a:gs>
                <a:gs pos="57143">
                  <a:srgbClr val="262B34">
                    <a:alpha val="5055"/>
                  </a:srgbClr>
                </a:gs>
                <a:gs pos="71429">
                  <a:srgbClr val="262B34">
                    <a:alpha val="2399"/>
                  </a:srgbClr>
                </a:gs>
                <a:gs pos="85714">
                  <a:srgbClr val="262B34">
                    <a:alpha val="956"/>
                  </a:srgbClr>
                </a:gs>
                <a:gs pos="100000">
                  <a:srgbClr val="262B34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5400000">
              <a:off x="2486176" y="2292129"/>
              <a:ext cx="602456" cy="602456"/>
            </a:xfrm>
            <a:prstGeom prst="ellipse">
              <a:avLst/>
            </a:prstGeom>
            <a:gradFill>
              <a:gsLst>
                <a:gs pos="0">
                  <a:srgbClr val="21202E">
                    <a:alpha val="18127"/>
                  </a:srgbClr>
                </a:gs>
                <a:gs pos="14286">
                  <a:srgbClr val="21202E">
                    <a:alpha val="16792"/>
                  </a:srgbClr>
                </a:gs>
                <a:gs pos="28571">
                  <a:srgbClr val="21202E">
                    <a:alpha val="13301"/>
                  </a:srgbClr>
                </a:gs>
                <a:gs pos="42857">
                  <a:srgbClr val="21202E">
                    <a:alpha val="8937"/>
                  </a:srgbClr>
                </a:gs>
                <a:gs pos="57143">
                  <a:srgbClr val="21202E">
                    <a:alpha val="5055"/>
                  </a:srgbClr>
                </a:gs>
                <a:gs pos="71429">
                  <a:srgbClr val="21202E">
                    <a:alpha val="2399"/>
                  </a:srgbClr>
                </a:gs>
                <a:gs pos="85714">
                  <a:srgbClr val="21202E">
                    <a:alpha val="956"/>
                  </a:srgbClr>
                </a:gs>
                <a:gs pos="100000">
                  <a:srgbClr val="21202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5400000">
              <a:off x="17797" y="110034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F0E">
                    <a:alpha val="18127"/>
                  </a:srgbClr>
                </a:gs>
                <a:gs pos="14286">
                  <a:srgbClr val="0B0F0E">
                    <a:alpha val="16792"/>
                  </a:srgbClr>
                </a:gs>
                <a:gs pos="28571">
                  <a:srgbClr val="0B0F0E">
                    <a:alpha val="13301"/>
                  </a:srgbClr>
                </a:gs>
                <a:gs pos="42857">
                  <a:srgbClr val="0B0F0E">
                    <a:alpha val="8937"/>
                  </a:srgbClr>
                </a:gs>
                <a:gs pos="57143">
                  <a:srgbClr val="0B0F0E">
                    <a:alpha val="5055"/>
                  </a:srgbClr>
                </a:gs>
                <a:gs pos="71429">
                  <a:srgbClr val="0B0F0E">
                    <a:alpha val="2399"/>
                  </a:srgbClr>
                </a:gs>
                <a:gs pos="85714">
                  <a:srgbClr val="0B0F0E">
                    <a:alpha val="956"/>
                  </a:srgbClr>
                </a:gs>
                <a:gs pos="100000">
                  <a:srgbClr val="0B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5400000">
              <a:off x="2806421" y="874225"/>
              <a:ext cx="602456" cy="602456"/>
            </a:xfrm>
            <a:prstGeom prst="ellipse">
              <a:avLst/>
            </a:prstGeom>
            <a:gradFill>
              <a:gsLst>
                <a:gs pos="0">
                  <a:srgbClr val="121417">
                    <a:alpha val="18127"/>
                  </a:srgbClr>
                </a:gs>
                <a:gs pos="14286">
                  <a:srgbClr val="121417">
                    <a:alpha val="16792"/>
                  </a:srgbClr>
                </a:gs>
                <a:gs pos="28571">
                  <a:srgbClr val="121417">
                    <a:alpha val="13301"/>
                  </a:srgbClr>
                </a:gs>
                <a:gs pos="42857">
                  <a:srgbClr val="121417">
                    <a:alpha val="8937"/>
                  </a:srgbClr>
                </a:gs>
                <a:gs pos="57143">
                  <a:srgbClr val="121417">
                    <a:alpha val="5055"/>
                  </a:srgbClr>
                </a:gs>
                <a:gs pos="71429">
                  <a:srgbClr val="121417">
                    <a:alpha val="2399"/>
                  </a:srgbClr>
                </a:gs>
                <a:gs pos="85714">
                  <a:srgbClr val="121417">
                    <a:alpha val="956"/>
                  </a:srgbClr>
                </a:gs>
                <a:gs pos="100000">
                  <a:srgbClr val="121417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5400000">
              <a:off x="1575259" y="240986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C0B">
                    <a:alpha val="18127"/>
                  </a:srgbClr>
                </a:gs>
                <a:gs pos="14286">
                  <a:srgbClr val="0B0C0B">
                    <a:alpha val="16792"/>
                  </a:srgbClr>
                </a:gs>
                <a:gs pos="28571">
                  <a:srgbClr val="0B0C0B">
                    <a:alpha val="13301"/>
                  </a:srgbClr>
                </a:gs>
                <a:gs pos="42857">
                  <a:srgbClr val="0B0C0B">
                    <a:alpha val="8937"/>
                  </a:srgbClr>
                </a:gs>
                <a:gs pos="57143">
                  <a:srgbClr val="0B0C0B">
                    <a:alpha val="5055"/>
                  </a:srgbClr>
                </a:gs>
                <a:gs pos="71429">
                  <a:srgbClr val="0B0C0B">
                    <a:alpha val="2399"/>
                  </a:srgbClr>
                </a:gs>
                <a:gs pos="85714">
                  <a:srgbClr val="0B0C0B">
                    <a:alpha val="956"/>
                  </a:srgbClr>
                </a:gs>
                <a:gs pos="100000">
                  <a:srgbClr val="0B0C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5400000">
              <a:off x="1220129" y="26573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111">
                    <a:alpha val="18127"/>
                  </a:srgbClr>
                </a:gs>
                <a:gs pos="14286">
                  <a:srgbClr val="0D1111">
                    <a:alpha val="16792"/>
                  </a:srgbClr>
                </a:gs>
                <a:gs pos="28571">
                  <a:srgbClr val="0D1111">
                    <a:alpha val="13301"/>
                  </a:srgbClr>
                </a:gs>
                <a:gs pos="42857">
                  <a:srgbClr val="0D1111">
                    <a:alpha val="8937"/>
                  </a:srgbClr>
                </a:gs>
                <a:gs pos="57143">
                  <a:srgbClr val="0D1111">
                    <a:alpha val="5055"/>
                  </a:srgbClr>
                </a:gs>
                <a:gs pos="71429">
                  <a:srgbClr val="0D1111">
                    <a:alpha val="2399"/>
                  </a:srgbClr>
                </a:gs>
                <a:gs pos="85714">
                  <a:srgbClr val="0D1111">
                    <a:alpha val="956"/>
                  </a:srgbClr>
                </a:gs>
                <a:gs pos="100000">
                  <a:srgbClr val="0D1111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5400000">
              <a:off x="2498650" y="78199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B">
                    <a:alpha val="18127"/>
                  </a:srgbClr>
                </a:gs>
                <a:gs pos="14286">
                  <a:srgbClr val="0B0D0B">
                    <a:alpha val="16792"/>
                  </a:srgbClr>
                </a:gs>
                <a:gs pos="28571">
                  <a:srgbClr val="0B0D0B">
                    <a:alpha val="13301"/>
                  </a:srgbClr>
                </a:gs>
                <a:gs pos="42857">
                  <a:srgbClr val="0B0D0B">
                    <a:alpha val="8937"/>
                  </a:srgbClr>
                </a:gs>
                <a:gs pos="57143">
                  <a:srgbClr val="0B0D0B">
                    <a:alpha val="5055"/>
                  </a:srgbClr>
                </a:gs>
                <a:gs pos="71429">
                  <a:srgbClr val="0B0D0B">
                    <a:alpha val="2399"/>
                  </a:srgbClr>
                </a:gs>
                <a:gs pos="85714">
                  <a:srgbClr val="0B0D0B">
                    <a:alpha val="956"/>
                  </a:srgbClr>
                </a:gs>
                <a:gs pos="100000">
                  <a:srgbClr val="0B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5400000">
              <a:off x="2837126" y="18721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D">
                    <a:alpha val="18127"/>
                  </a:srgbClr>
                </a:gs>
                <a:gs pos="14286">
                  <a:srgbClr val="0C0F0D">
                    <a:alpha val="16792"/>
                  </a:srgbClr>
                </a:gs>
                <a:gs pos="28571">
                  <a:srgbClr val="0C0F0D">
                    <a:alpha val="13301"/>
                  </a:srgbClr>
                </a:gs>
                <a:gs pos="42857">
                  <a:srgbClr val="0C0F0D">
                    <a:alpha val="8937"/>
                  </a:srgbClr>
                </a:gs>
                <a:gs pos="57143">
                  <a:srgbClr val="0C0F0D">
                    <a:alpha val="5055"/>
                  </a:srgbClr>
                </a:gs>
                <a:gs pos="71429">
                  <a:srgbClr val="0C0F0D">
                    <a:alpha val="2399"/>
                  </a:srgbClr>
                </a:gs>
                <a:gs pos="85714">
                  <a:srgbClr val="0C0F0D">
                    <a:alpha val="956"/>
                  </a:srgbClr>
                </a:gs>
                <a:gs pos="100000">
                  <a:srgbClr val="0C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5400000">
              <a:off x="259653" y="778458"/>
              <a:ext cx="602456" cy="602456"/>
            </a:xfrm>
            <a:prstGeom prst="ellipse">
              <a:avLst/>
            </a:prstGeom>
            <a:gradFill>
              <a:gsLst>
                <a:gs pos="0">
                  <a:srgbClr val="432830">
                    <a:alpha val="18127"/>
                  </a:srgbClr>
                </a:gs>
                <a:gs pos="14286">
                  <a:srgbClr val="432830">
                    <a:alpha val="16792"/>
                  </a:srgbClr>
                </a:gs>
                <a:gs pos="28571">
                  <a:srgbClr val="432830">
                    <a:alpha val="13301"/>
                  </a:srgbClr>
                </a:gs>
                <a:gs pos="42857">
                  <a:srgbClr val="432830">
                    <a:alpha val="8937"/>
                  </a:srgbClr>
                </a:gs>
                <a:gs pos="57143">
                  <a:srgbClr val="432830">
                    <a:alpha val="5055"/>
                  </a:srgbClr>
                </a:gs>
                <a:gs pos="71429">
                  <a:srgbClr val="432830">
                    <a:alpha val="2399"/>
                  </a:srgbClr>
                </a:gs>
                <a:gs pos="85714">
                  <a:srgbClr val="432830">
                    <a:alpha val="956"/>
                  </a:srgbClr>
                </a:gs>
                <a:gs pos="100000">
                  <a:srgbClr val="43283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5400000">
              <a:off x="902579" y="2646790"/>
              <a:ext cx="602456" cy="602456"/>
            </a:xfrm>
            <a:prstGeom prst="ellipse">
              <a:avLst/>
            </a:prstGeom>
            <a:gradFill>
              <a:gsLst>
                <a:gs pos="0">
                  <a:srgbClr val="293238">
                    <a:alpha val="18127"/>
                  </a:srgbClr>
                </a:gs>
                <a:gs pos="14286">
                  <a:srgbClr val="293238">
                    <a:alpha val="16792"/>
                  </a:srgbClr>
                </a:gs>
                <a:gs pos="28571">
                  <a:srgbClr val="293238">
                    <a:alpha val="13301"/>
                  </a:srgbClr>
                </a:gs>
                <a:gs pos="42857">
                  <a:srgbClr val="293238">
                    <a:alpha val="8937"/>
                  </a:srgbClr>
                </a:gs>
                <a:gs pos="57143">
                  <a:srgbClr val="293238">
                    <a:alpha val="5055"/>
                  </a:srgbClr>
                </a:gs>
                <a:gs pos="71429">
                  <a:srgbClr val="293238">
                    <a:alpha val="2399"/>
                  </a:srgbClr>
                </a:gs>
                <a:gs pos="85714">
                  <a:srgbClr val="293238">
                    <a:alpha val="956"/>
                  </a:srgbClr>
                </a:gs>
                <a:gs pos="100000">
                  <a:srgbClr val="293238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5400000">
              <a:off x="339641" y="88220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C">
                    <a:alpha val="18127"/>
                  </a:srgbClr>
                </a:gs>
                <a:gs pos="14286">
                  <a:srgbClr val="0B0E0C">
                    <a:alpha val="16792"/>
                  </a:srgbClr>
                </a:gs>
                <a:gs pos="28571">
                  <a:srgbClr val="0B0E0C">
                    <a:alpha val="13301"/>
                  </a:srgbClr>
                </a:gs>
                <a:gs pos="42857">
                  <a:srgbClr val="0B0E0C">
                    <a:alpha val="8937"/>
                  </a:srgbClr>
                </a:gs>
                <a:gs pos="57143">
                  <a:srgbClr val="0B0E0C">
                    <a:alpha val="5055"/>
                  </a:srgbClr>
                </a:gs>
                <a:gs pos="71429">
                  <a:srgbClr val="0B0E0C">
                    <a:alpha val="2399"/>
                  </a:srgbClr>
                </a:gs>
                <a:gs pos="85714">
                  <a:srgbClr val="0B0E0C">
                    <a:alpha val="956"/>
                  </a:srgbClr>
                </a:gs>
                <a:gs pos="100000">
                  <a:srgbClr val="0B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5400000">
              <a:off x="1617527" y="194024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E">
                    <a:alpha val="18127"/>
                  </a:srgbClr>
                </a:gs>
                <a:gs pos="14286">
                  <a:srgbClr val="0C0F0E">
                    <a:alpha val="16792"/>
                  </a:srgbClr>
                </a:gs>
                <a:gs pos="28571">
                  <a:srgbClr val="0C0F0E">
                    <a:alpha val="13301"/>
                  </a:srgbClr>
                </a:gs>
                <a:gs pos="42857">
                  <a:srgbClr val="0C0F0E">
                    <a:alpha val="8937"/>
                  </a:srgbClr>
                </a:gs>
                <a:gs pos="57143">
                  <a:srgbClr val="0C0F0E">
                    <a:alpha val="5055"/>
                  </a:srgbClr>
                </a:gs>
                <a:gs pos="71429">
                  <a:srgbClr val="0C0F0E">
                    <a:alpha val="2399"/>
                  </a:srgbClr>
                </a:gs>
                <a:gs pos="85714">
                  <a:srgbClr val="0C0F0E">
                    <a:alpha val="956"/>
                  </a:srgbClr>
                </a:gs>
                <a:gs pos="100000">
                  <a:srgbClr val="0C0F0E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5400000">
              <a:off x="2445679" y="69705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E0C">
                    <a:alpha val="18127"/>
                  </a:srgbClr>
                </a:gs>
                <a:gs pos="14286">
                  <a:srgbClr val="0D0E0C">
                    <a:alpha val="16792"/>
                  </a:srgbClr>
                </a:gs>
                <a:gs pos="28571">
                  <a:srgbClr val="0D0E0C">
                    <a:alpha val="13301"/>
                  </a:srgbClr>
                </a:gs>
                <a:gs pos="42857">
                  <a:srgbClr val="0D0E0C">
                    <a:alpha val="8937"/>
                  </a:srgbClr>
                </a:gs>
                <a:gs pos="57143">
                  <a:srgbClr val="0D0E0C">
                    <a:alpha val="5055"/>
                  </a:srgbClr>
                </a:gs>
                <a:gs pos="71429">
                  <a:srgbClr val="0D0E0C">
                    <a:alpha val="2399"/>
                  </a:srgbClr>
                </a:gs>
                <a:gs pos="85714">
                  <a:srgbClr val="0D0E0C">
                    <a:alpha val="956"/>
                  </a:srgbClr>
                </a:gs>
                <a:gs pos="100000">
                  <a:srgbClr val="0D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5400000">
              <a:off x="533384" y="231775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E0C">
                    <a:alpha val="18127"/>
                  </a:srgbClr>
                </a:gs>
                <a:gs pos="14286">
                  <a:srgbClr val="0B0E0C">
                    <a:alpha val="16792"/>
                  </a:srgbClr>
                </a:gs>
                <a:gs pos="28571">
                  <a:srgbClr val="0B0E0C">
                    <a:alpha val="13301"/>
                  </a:srgbClr>
                </a:gs>
                <a:gs pos="42857">
                  <a:srgbClr val="0B0E0C">
                    <a:alpha val="8937"/>
                  </a:srgbClr>
                </a:gs>
                <a:gs pos="57143">
                  <a:srgbClr val="0B0E0C">
                    <a:alpha val="5055"/>
                  </a:srgbClr>
                </a:gs>
                <a:gs pos="71429">
                  <a:srgbClr val="0B0E0C">
                    <a:alpha val="2399"/>
                  </a:srgbClr>
                </a:gs>
                <a:gs pos="85714">
                  <a:srgbClr val="0B0E0C">
                    <a:alpha val="956"/>
                  </a:srgbClr>
                </a:gs>
                <a:gs pos="100000">
                  <a:srgbClr val="0B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5400000">
              <a:off x="3249525" y="246624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F0D">
                    <a:alpha val="18127"/>
                  </a:srgbClr>
                </a:gs>
                <a:gs pos="14286">
                  <a:srgbClr val="0C0F0D">
                    <a:alpha val="16792"/>
                  </a:srgbClr>
                </a:gs>
                <a:gs pos="28571">
                  <a:srgbClr val="0C0F0D">
                    <a:alpha val="13301"/>
                  </a:srgbClr>
                </a:gs>
                <a:gs pos="42857">
                  <a:srgbClr val="0C0F0D">
                    <a:alpha val="8937"/>
                  </a:srgbClr>
                </a:gs>
                <a:gs pos="57143">
                  <a:srgbClr val="0C0F0D">
                    <a:alpha val="5055"/>
                  </a:srgbClr>
                </a:gs>
                <a:gs pos="71429">
                  <a:srgbClr val="0C0F0D">
                    <a:alpha val="2399"/>
                  </a:srgbClr>
                </a:gs>
                <a:gs pos="85714">
                  <a:srgbClr val="0C0F0D">
                    <a:alpha val="956"/>
                  </a:srgbClr>
                </a:gs>
                <a:gs pos="100000">
                  <a:srgbClr val="0C0F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5400000">
              <a:off x="1333149" y="162136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00F">
                    <a:alpha val="18127"/>
                  </a:srgbClr>
                </a:gs>
                <a:gs pos="14286">
                  <a:srgbClr val="0D100F">
                    <a:alpha val="16792"/>
                  </a:srgbClr>
                </a:gs>
                <a:gs pos="28571">
                  <a:srgbClr val="0D100F">
                    <a:alpha val="13301"/>
                  </a:srgbClr>
                </a:gs>
                <a:gs pos="42857">
                  <a:srgbClr val="0D100F">
                    <a:alpha val="8937"/>
                  </a:srgbClr>
                </a:gs>
                <a:gs pos="57143">
                  <a:srgbClr val="0D100F">
                    <a:alpha val="5055"/>
                  </a:srgbClr>
                </a:gs>
                <a:gs pos="71429">
                  <a:srgbClr val="0D100F">
                    <a:alpha val="2399"/>
                  </a:srgbClr>
                </a:gs>
                <a:gs pos="85714">
                  <a:srgbClr val="0D100F">
                    <a:alpha val="956"/>
                  </a:srgbClr>
                </a:gs>
                <a:gs pos="100000">
                  <a:srgbClr val="0D10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5400000">
              <a:off x="458208" y="22022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C">
                    <a:alpha val="18127"/>
                  </a:srgbClr>
                </a:gs>
                <a:gs pos="14286">
                  <a:srgbClr val="0B0D0C">
                    <a:alpha val="16792"/>
                  </a:srgbClr>
                </a:gs>
                <a:gs pos="28571">
                  <a:srgbClr val="0B0D0C">
                    <a:alpha val="13301"/>
                  </a:srgbClr>
                </a:gs>
                <a:gs pos="42857">
                  <a:srgbClr val="0B0D0C">
                    <a:alpha val="8937"/>
                  </a:srgbClr>
                </a:gs>
                <a:gs pos="57143">
                  <a:srgbClr val="0B0D0C">
                    <a:alpha val="5055"/>
                  </a:srgbClr>
                </a:gs>
                <a:gs pos="71429">
                  <a:srgbClr val="0B0D0C">
                    <a:alpha val="2399"/>
                  </a:srgbClr>
                </a:gs>
                <a:gs pos="85714">
                  <a:srgbClr val="0B0D0C">
                    <a:alpha val="956"/>
                  </a:srgbClr>
                </a:gs>
                <a:gs pos="100000">
                  <a:srgbClr val="0B0D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5400000">
              <a:off x="819564" y="98960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1110">
                    <a:alpha val="18127"/>
                  </a:srgbClr>
                </a:gs>
                <a:gs pos="14286">
                  <a:srgbClr val="0F1110">
                    <a:alpha val="16792"/>
                  </a:srgbClr>
                </a:gs>
                <a:gs pos="28571">
                  <a:srgbClr val="0F1110">
                    <a:alpha val="13301"/>
                  </a:srgbClr>
                </a:gs>
                <a:gs pos="42857">
                  <a:srgbClr val="0F1110">
                    <a:alpha val="8937"/>
                  </a:srgbClr>
                </a:gs>
                <a:gs pos="57143">
                  <a:srgbClr val="0F1110">
                    <a:alpha val="5055"/>
                  </a:srgbClr>
                </a:gs>
                <a:gs pos="71429">
                  <a:srgbClr val="0F1110">
                    <a:alpha val="2399"/>
                  </a:srgbClr>
                </a:gs>
                <a:gs pos="85714">
                  <a:srgbClr val="0F1110">
                    <a:alpha val="956"/>
                  </a:srgbClr>
                </a:gs>
                <a:gs pos="100000">
                  <a:srgbClr val="0F11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5400000">
              <a:off x="-129687" y="2243210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E0C">
                    <a:alpha val="18127"/>
                  </a:srgbClr>
                </a:gs>
                <a:gs pos="14286">
                  <a:srgbClr val="0D0E0C">
                    <a:alpha val="16792"/>
                  </a:srgbClr>
                </a:gs>
                <a:gs pos="28571">
                  <a:srgbClr val="0D0E0C">
                    <a:alpha val="13301"/>
                  </a:srgbClr>
                </a:gs>
                <a:gs pos="42857">
                  <a:srgbClr val="0D0E0C">
                    <a:alpha val="8937"/>
                  </a:srgbClr>
                </a:gs>
                <a:gs pos="57143">
                  <a:srgbClr val="0D0E0C">
                    <a:alpha val="5055"/>
                  </a:srgbClr>
                </a:gs>
                <a:gs pos="71429">
                  <a:srgbClr val="0D0E0C">
                    <a:alpha val="2399"/>
                  </a:srgbClr>
                </a:gs>
                <a:gs pos="85714">
                  <a:srgbClr val="0D0E0C">
                    <a:alpha val="956"/>
                  </a:srgbClr>
                </a:gs>
                <a:gs pos="100000">
                  <a:srgbClr val="0D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5400000">
              <a:off x="2399018" y="2000287"/>
              <a:ext cx="602456" cy="602456"/>
            </a:xfrm>
            <a:prstGeom prst="ellipse">
              <a:avLst/>
            </a:prstGeom>
            <a:gradFill>
              <a:gsLst>
                <a:gs pos="0">
                  <a:srgbClr val="18191C">
                    <a:alpha val="18127"/>
                  </a:srgbClr>
                </a:gs>
                <a:gs pos="14286">
                  <a:srgbClr val="18191C">
                    <a:alpha val="16792"/>
                  </a:srgbClr>
                </a:gs>
                <a:gs pos="28571">
                  <a:srgbClr val="18191C">
                    <a:alpha val="13301"/>
                  </a:srgbClr>
                </a:gs>
                <a:gs pos="42857">
                  <a:srgbClr val="18191C">
                    <a:alpha val="8937"/>
                  </a:srgbClr>
                </a:gs>
                <a:gs pos="57143">
                  <a:srgbClr val="18191C">
                    <a:alpha val="5055"/>
                  </a:srgbClr>
                </a:gs>
                <a:gs pos="71429">
                  <a:srgbClr val="18191C">
                    <a:alpha val="2399"/>
                  </a:srgbClr>
                </a:gs>
                <a:gs pos="85714">
                  <a:srgbClr val="18191C">
                    <a:alpha val="956"/>
                  </a:srgbClr>
                </a:gs>
                <a:gs pos="100000">
                  <a:srgbClr val="18191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5400000">
              <a:off x="427939" y="237571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418">
                    <a:alpha val="18127"/>
                  </a:srgbClr>
                </a:gs>
                <a:gs pos="14286">
                  <a:srgbClr val="0D1418">
                    <a:alpha val="16792"/>
                  </a:srgbClr>
                </a:gs>
                <a:gs pos="28571">
                  <a:srgbClr val="0D1418">
                    <a:alpha val="13301"/>
                  </a:srgbClr>
                </a:gs>
                <a:gs pos="42857">
                  <a:srgbClr val="0D1418">
                    <a:alpha val="8937"/>
                  </a:srgbClr>
                </a:gs>
                <a:gs pos="57143">
                  <a:srgbClr val="0D1418">
                    <a:alpha val="5055"/>
                  </a:srgbClr>
                </a:gs>
                <a:gs pos="71429">
                  <a:srgbClr val="0D1418">
                    <a:alpha val="2399"/>
                  </a:srgbClr>
                </a:gs>
                <a:gs pos="85714">
                  <a:srgbClr val="0D1418">
                    <a:alpha val="956"/>
                  </a:srgbClr>
                </a:gs>
                <a:gs pos="100000">
                  <a:srgbClr val="0D1418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5400000">
              <a:off x="3338922" y="1451235"/>
              <a:ext cx="602456" cy="602456"/>
            </a:xfrm>
            <a:prstGeom prst="ellipse">
              <a:avLst/>
            </a:prstGeom>
            <a:gradFill>
              <a:gsLst>
                <a:gs pos="0">
                  <a:srgbClr val="463A3C">
                    <a:alpha val="18127"/>
                  </a:srgbClr>
                </a:gs>
                <a:gs pos="14286">
                  <a:srgbClr val="463A3C">
                    <a:alpha val="16792"/>
                  </a:srgbClr>
                </a:gs>
                <a:gs pos="28571">
                  <a:srgbClr val="463A3C">
                    <a:alpha val="13301"/>
                  </a:srgbClr>
                </a:gs>
                <a:gs pos="42857">
                  <a:srgbClr val="463A3C">
                    <a:alpha val="8937"/>
                  </a:srgbClr>
                </a:gs>
                <a:gs pos="57143">
                  <a:srgbClr val="463A3C">
                    <a:alpha val="5055"/>
                  </a:srgbClr>
                </a:gs>
                <a:gs pos="71429">
                  <a:srgbClr val="463A3C">
                    <a:alpha val="2399"/>
                  </a:srgbClr>
                </a:gs>
                <a:gs pos="85714">
                  <a:srgbClr val="463A3C">
                    <a:alpha val="956"/>
                  </a:srgbClr>
                </a:gs>
                <a:gs pos="100000">
                  <a:srgbClr val="463A3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5400000">
              <a:off x="1411669" y="36947"/>
              <a:ext cx="602456" cy="602456"/>
            </a:xfrm>
            <a:prstGeom prst="ellipse">
              <a:avLst/>
            </a:prstGeom>
            <a:gradFill>
              <a:gsLst>
                <a:gs pos="0">
                  <a:srgbClr val="5B3E39">
                    <a:alpha val="18127"/>
                  </a:srgbClr>
                </a:gs>
                <a:gs pos="14286">
                  <a:srgbClr val="5B3E39">
                    <a:alpha val="16792"/>
                  </a:srgbClr>
                </a:gs>
                <a:gs pos="28571">
                  <a:srgbClr val="5B3E39">
                    <a:alpha val="13301"/>
                  </a:srgbClr>
                </a:gs>
                <a:gs pos="42857">
                  <a:srgbClr val="5B3E39">
                    <a:alpha val="8937"/>
                  </a:srgbClr>
                </a:gs>
                <a:gs pos="57143">
                  <a:srgbClr val="5B3E39">
                    <a:alpha val="5055"/>
                  </a:srgbClr>
                </a:gs>
                <a:gs pos="71429">
                  <a:srgbClr val="5B3E39">
                    <a:alpha val="2399"/>
                  </a:srgbClr>
                </a:gs>
                <a:gs pos="85714">
                  <a:srgbClr val="5B3E39">
                    <a:alpha val="956"/>
                  </a:srgbClr>
                </a:gs>
                <a:gs pos="100000">
                  <a:srgbClr val="5B3E3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5400000">
              <a:off x="1251529" y="992765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181D">
                    <a:alpha val="18127"/>
                  </a:srgbClr>
                </a:gs>
                <a:gs pos="14286">
                  <a:srgbClr val="0F181D">
                    <a:alpha val="16792"/>
                  </a:srgbClr>
                </a:gs>
                <a:gs pos="28571">
                  <a:srgbClr val="0F181D">
                    <a:alpha val="13301"/>
                  </a:srgbClr>
                </a:gs>
                <a:gs pos="42857">
                  <a:srgbClr val="0F181D">
                    <a:alpha val="8937"/>
                  </a:srgbClr>
                </a:gs>
                <a:gs pos="57143">
                  <a:srgbClr val="0F181D">
                    <a:alpha val="5055"/>
                  </a:srgbClr>
                </a:gs>
                <a:gs pos="71429">
                  <a:srgbClr val="0F181D">
                    <a:alpha val="2399"/>
                  </a:srgbClr>
                </a:gs>
                <a:gs pos="85714">
                  <a:srgbClr val="0F181D">
                    <a:alpha val="956"/>
                  </a:srgbClr>
                </a:gs>
                <a:gs pos="100000">
                  <a:srgbClr val="0F181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5400000">
              <a:off x="1929798" y="2880122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0E0C">
                    <a:alpha val="18127"/>
                  </a:srgbClr>
                </a:gs>
                <a:gs pos="14286">
                  <a:srgbClr val="0D0E0C">
                    <a:alpha val="16792"/>
                  </a:srgbClr>
                </a:gs>
                <a:gs pos="28571">
                  <a:srgbClr val="0D0E0C">
                    <a:alpha val="13301"/>
                  </a:srgbClr>
                </a:gs>
                <a:gs pos="42857">
                  <a:srgbClr val="0D0E0C">
                    <a:alpha val="8937"/>
                  </a:srgbClr>
                </a:gs>
                <a:gs pos="57143">
                  <a:srgbClr val="0D0E0C">
                    <a:alpha val="5055"/>
                  </a:srgbClr>
                </a:gs>
                <a:gs pos="71429">
                  <a:srgbClr val="0D0E0C">
                    <a:alpha val="2399"/>
                  </a:srgbClr>
                </a:gs>
                <a:gs pos="85714">
                  <a:srgbClr val="0D0E0C">
                    <a:alpha val="956"/>
                  </a:srgbClr>
                </a:gs>
                <a:gs pos="100000">
                  <a:srgbClr val="0D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5400000">
              <a:off x="1925453" y="2127701"/>
              <a:ext cx="602456" cy="602456"/>
            </a:xfrm>
            <a:prstGeom prst="ellipse">
              <a:avLst/>
            </a:prstGeom>
            <a:gradFill>
              <a:gsLst>
                <a:gs pos="0">
                  <a:srgbClr val="0F1210">
                    <a:alpha val="18127"/>
                  </a:srgbClr>
                </a:gs>
                <a:gs pos="14286">
                  <a:srgbClr val="0F1210">
                    <a:alpha val="16792"/>
                  </a:srgbClr>
                </a:gs>
                <a:gs pos="28571">
                  <a:srgbClr val="0F1210">
                    <a:alpha val="13301"/>
                  </a:srgbClr>
                </a:gs>
                <a:gs pos="42857">
                  <a:srgbClr val="0F1210">
                    <a:alpha val="8937"/>
                  </a:srgbClr>
                </a:gs>
                <a:gs pos="57143">
                  <a:srgbClr val="0F1210">
                    <a:alpha val="5055"/>
                  </a:srgbClr>
                </a:gs>
                <a:gs pos="71429">
                  <a:srgbClr val="0F1210">
                    <a:alpha val="2399"/>
                  </a:srgbClr>
                </a:gs>
                <a:gs pos="85714">
                  <a:srgbClr val="0F1210">
                    <a:alpha val="956"/>
                  </a:srgbClr>
                </a:gs>
                <a:gs pos="100000">
                  <a:srgbClr val="0F121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5400000">
              <a:off x="2361258" y="7818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B0D0B">
                    <a:alpha val="18127"/>
                  </a:srgbClr>
                </a:gs>
                <a:gs pos="14286">
                  <a:srgbClr val="0B0D0B">
                    <a:alpha val="16792"/>
                  </a:srgbClr>
                </a:gs>
                <a:gs pos="28571">
                  <a:srgbClr val="0B0D0B">
                    <a:alpha val="13301"/>
                  </a:srgbClr>
                </a:gs>
                <a:gs pos="42857">
                  <a:srgbClr val="0B0D0B">
                    <a:alpha val="8937"/>
                  </a:srgbClr>
                </a:gs>
                <a:gs pos="57143">
                  <a:srgbClr val="0B0D0B">
                    <a:alpha val="5055"/>
                  </a:srgbClr>
                </a:gs>
                <a:gs pos="71429">
                  <a:srgbClr val="0B0D0B">
                    <a:alpha val="2399"/>
                  </a:srgbClr>
                </a:gs>
                <a:gs pos="85714">
                  <a:srgbClr val="0B0D0B">
                    <a:alpha val="956"/>
                  </a:srgbClr>
                </a:gs>
                <a:gs pos="100000">
                  <a:srgbClr val="0B0D0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5400000">
              <a:off x="659555" y="1963999"/>
              <a:ext cx="602456" cy="602456"/>
            </a:xfrm>
            <a:prstGeom prst="ellipse">
              <a:avLst/>
            </a:prstGeom>
            <a:gradFill>
              <a:gsLst>
                <a:gs pos="0">
                  <a:srgbClr val="0E0E0D">
                    <a:alpha val="18127"/>
                  </a:srgbClr>
                </a:gs>
                <a:gs pos="14286">
                  <a:srgbClr val="0E0E0D">
                    <a:alpha val="16792"/>
                  </a:srgbClr>
                </a:gs>
                <a:gs pos="28571">
                  <a:srgbClr val="0E0E0D">
                    <a:alpha val="13301"/>
                  </a:srgbClr>
                </a:gs>
                <a:gs pos="42857">
                  <a:srgbClr val="0E0E0D">
                    <a:alpha val="8937"/>
                  </a:srgbClr>
                </a:gs>
                <a:gs pos="57143">
                  <a:srgbClr val="0E0E0D">
                    <a:alpha val="5055"/>
                  </a:srgbClr>
                </a:gs>
                <a:gs pos="71429">
                  <a:srgbClr val="0E0E0D">
                    <a:alpha val="2399"/>
                  </a:srgbClr>
                </a:gs>
                <a:gs pos="85714">
                  <a:srgbClr val="0E0E0D">
                    <a:alpha val="956"/>
                  </a:srgbClr>
                </a:gs>
                <a:gs pos="100000">
                  <a:srgbClr val="0E0E0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5400000">
              <a:off x="2410275" y="284212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0E0C">
                    <a:alpha val="18127"/>
                  </a:srgbClr>
                </a:gs>
                <a:gs pos="14286">
                  <a:srgbClr val="0C0E0C">
                    <a:alpha val="16792"/>
                  </a:srgbClr>
                </a:gs>
                <a:gs pos="28571">
                  <a:srgbClr val="0C0E0C">
                    <a:alpha val="13301"/>
                  </a:srgbClr>
                </a:gs>
                <a:gs pos="42857">
                  <a:srgbClr val="0C0E0C">
                    <a:alpha val="8937"/>
                  </a:srgbClr>
                </a:gs>
                <a:gs pos="57143">
                  <a:srgbClr val="0C0E0C">
                    <a:alpha val="5055"/>
                  </a:srgbClr>
                </a:gs>
                <a:gs pos="71429">
                  <a:srgbClr val="0C0E0C">
                    <a:alpha val="2399"/>
                  </a:srgbClr>
                </a:gs>
                <a:gs pos="85714">
                  <a:srgbClr val="0C0E0C">
                    <a:alpha val="956"/>
                  </a:srgbClr>
                </a:gs>
                <a:gs pos="100000">
                  <a:srgbClr val="0C0E0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5400000">
              <a:off x="638049" y="2288483"/>
              <a:ext cx="602456" cy="602456"/>
            </a:xfrm>
            <a:prstGeom prst="ellipse">
              <a:avLst/>
            </a:prstGeom>
            <a:gradFill>
              <a:gsLst>
                <a:gs pos="0">
                  <a:srgbClr val="0A0D0A">
                    <a:alpha val="18127"/>
                  </a:srgbClr>
                </a:gs>
                <a:gs pos="14286">
                  <a:srgbClr val="0A0D0A">
                    <a:alpha val="16792"/>
                  </a:srgbClr>
                </a:gs>
                <a:gs pos="28571">
                  <a:srgbClr val="0A0D0A">
                    <a:alpha val="13301"/>
                  </a:srgbClr>
                </a:gs>
                <a:gs pos="42857">
                  <a:srgbClr val="0A0D0A">
                    <a:alpha val="8937"/>
                  </a:srgbClr>
                </a:gs>
                <a:gs pos="57143">
                  <a:srgbClr val="0A0D0A">
                    <a:alpha val="5055"/>
                  </a:srgbClr>
                </a:gs>
                <a:gs pos="71429">
                  <a:srgbClr val="0A0D0A">
                    <a:alpha val="2399"/>
                  </a:srgbClr>
                </a:gs>
                <a:gs pos="85714">
                  <a:srgbClr val="0A0D0A">
                    <a:alpha val="956"/>
                  </a:srgbClr>
                </a:gs>
                <a:gs pos="100000">
                  <a:srgbClr val="0A0D0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5400000">
              <a:off x="1877987" y="-81124"/>
              <a:ext cx="602456" cy="602456"/>
            </a:xfrm>
            <a:prstGeom prst="ellipse">
              <a:avLst/>
            </a:prstGeom>
            <a:gradFill>
              <a:gsLst>
                <a:gs pos="0">
                  <a:srgbClr val="17181B">
                    <a:alpha val="18127"/>
                  </a:srgbClr>
                </a:gs>
                <a:gs pos="14286">
                  <a:srgbClr val="17181B">
                    <a:alpha val="16792"/>
                  </a:srgbClr>
                </a:gs>
                <a:gs pos="28571">
                  <a:srgbClr val="17181B">
                    <a:alpha val="13301"/>
                  </a:srgbClr>
                </a:gs>
                <a:gs pos="42857">
                  <a:srgbClr val="17181B">
                    <a:alpha val="8937"/>
                  </a:srgbClr>
                </a:gs>
                <a:gs pos="57143">
                  <a:srgbClr val="17181B">
                    <a:alpha val="5055"/>
                  </a:srgbClr>
                </a:gs>
                <a:gs pos="71429">
                  <a:srgbClr val="17181B">
                    <a:alpha val="2399"/>
                  </a:srgbClr>
                </a:gs>
                <a:gs pos="85714">
                  <a:srgbClr val="17181B">
                    <a:alpha val="956"/>
                  </a:srgbClr>
                </a:gs>
                <a:gs pos="100000">
                  <a:srgbClr val="17181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5400000">
              <a:off x="1636285" y="756406"/>
              <a:ext cx="602456" cy="602456"/>
            </a:xfrm>
            <a:prstGeom prst="ellipse">
              <a:avLst/>
            </a:prstGeom>
            <a:gradFill>
              <a:gsLst>
                <a:gs pos="0">
                  <a:srgbClr val="0D1214">
                    <a:alpha val="18127"/>
                  </a:srgbClr>
                </a:gs>
                <a:gs pos="14286">
                  <a:srgbClr val="0D1214">
                    <a:alpha val="16792"/>
                  </a:srgbClr>
                </a:gs>
                <a:gs pos="28571">
                  <a:srgbClr val="0D1214">
                    <a:alpha val="13301"/>
                  </a:srgbClr>
                </a:gs>
                <a:gs pos="42857">
                  <a:srgbClr val="0D1214">
                    <a:alpha val="8937"/>
                  </a:srgbClr>
                </a:gs>
                <a:gs pos="57143">
                  <a:srgbClr val="0D1214">
                    <a:alpha val="5055"/>
                  </a:srgbClr>
                </a:gs>
                <a:gs pos="71429">
                  <a:srgbClr val="0D1214">
                    <a:alpha val="2399"/>
                  </a:srgbClr>
                </a:gs>
                <a:gs pos="85714">
                  <a:srgbClr val="0D1214">
                    <a:alpha val="956"/>
                  </a:srgbClr>
                </a:gs>
                <a:gs pos="100000">
                  <a:srgbClr val="0D1214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5400000">
              <a:off x="1404006" y="68330"/>
              <a:ext cx="602456" cy="602456"/>
            </a:xfrm>
            <a:prstGeom prst="ellipse">
              <a:avLst/>
            </a:prstGeom>
            <a:gradFill>
              <a:gsLst>
                <a:gs pos="0">
                  <a:srgbClr val="151212">
                    <a:alpha val="18127"/>
                  </a:srgbClr>
                </a:gs>
                <a:gs pos="14286">
                  <a:srgbClr val="151212">
                    <a:alpha val="16792"/>
                  </a:srgbClr>
                </a:gs>
                <a:gs pos="28571">
                  <a:srgbClr val="151212">
                    <a:alpha val="13301"/>
                  </a:srgbClr>
                </a:gs>
                <a:gs pos="42857">
                  <a:srgbClr val="151212">
                    <a:alpha val="8937"/>
                  </a:srgbClr>
                </a:gs>
                <a:gs pos="57143">
                  <a:srgbClr val="151212">
                    <a:alpha val="5055"/>
                  </a:srgbClr>
                </a:gs>
                <a:gs pos="71429">
                  <a:srgbClr val="151212">
                    <a:alpha val="2399"/>
                  </a:srgbClr>
                </a:gs>
                <a:gs pos="85714">
                  <a:srgbClr val="151212">
                    <a:alpha val="956"/>
                  </a:srgbClr>
                </a:gs>
                <a:gs pos="100000">
                  <a:srgbClr val="15121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5400000">
              <a:off x="1223289" y="1226528"/>
              <a:ext cx="602456" cy="602456"/>
            </a:xfrm>
            <a:prstGeom prst="ellipse">
              <a:avLst/>
            </a:prstGeom>
            <a:gradFill>
              <a:gsLst>
                <a:gs pos="0">
                  <a:srgbClr val="3D2829">
                    <a:alpha val="18127"/>
                  </a:srgbClr>
                </a:gs>
                <a:gs pos="14286">
                  <a:srgbClr val="3D2829">
                    <a:alpha val="16792"/>
                  </a:srgbClr>
                </a:gs>
                <a:gs pos="28571">
                  <a:srgbClr val="3D2829">
                    <a:alpha val="13301"/>
                  </a:srgbClr>
                </a:gs>
                <a:gs pos="42857">
                  <a:srgbClr val="3D2829">
                    <a:alpha val="8937"/>
                  </a:srgbClr>
                </a:gs>
                <a:gs pos="57143">
                  <a:srgbClr val="3D2829">
                    <a:alpha val="5055"/>
                  </a:srgbClr>
                </a:gs>
                <a:gs pos="71429">
                  <a:srgbClr val="3D2829">
                    <a:alpha val="2399"/>
                  </a:srgbClr>
                </a:gs>
                <a:gs pos="85714">
                  <a:srgbClr val="3D2829">
                    <a:alpha val="956"/>
                  </a:srgbClr>
                </a:gs>
                <a:gs pos="100000">
                  <a:srgbClr val="3D282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5400000">
              <a:off x="758912" y="2654696"/>
              <a:ext cx="602456" cy="602456"/>
            </a:xfrm>
            <a:prstGeom prst="ellipse">
              <a:avLst/>
            </a:prstGeom>
            <a:gradFill>
              <a:gsLst>
                <a:gs pos="0">
                  <a:srgbClr val="1B202A">
                    <a:alpha val="18127"/>
                  </a:srgbClr>
                </a:gs>
                <a:gs pos="14286">
                  <a:srgbClr val="1B202A">
                    <a:alpha val="16792"/>
                  </a:srgbClr>
                </a:gs>
                <a:gs pos="28571">
                  <a:srgbClr val="1B202A">
                    <a:alpha val="13301"/>
                  </a:srgbClr>
                </a:gs>
                <a:gs pos="42857">
                  <a:srgbClr val="1B202A">
                    <a:alpha val="8937"/>
                  </a:srgbClr>
                </a:gs>
                <a:gs pos="57143">
                  <a:srgbClr val="1B202A">
                    <a:alpha val="5055"/>
                  </a:srgbClr>
                </a:gs>
                <a:gs pos="71429">
                  <a:srgbClr val="1B202A">
                    <a:alpha val="2399"/>
                  </a:srgbClr>
                </a:gs>
                <a:gs pos="85714">
                  <a:srgbClr val="1B202A">
                    <a:alpha val="956"/>
                  </a:srgbClr>
                </a:gs>
                <a:gs pos="100000">
                  <a:srgbClr val="1B202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5400000">
              <a:off x="370946" y="2384077"/>
              <a:ext cx="602456" cy="602456"/>
            </a:xfrm>
            <a:prstGeom prst="ellipse">
              <a:avLst/>
            </a:prstGeom>
            <a:gradFill>
              <a:gsLst>
                <a:gs pos="0">
                  <a:srgbClr val="0C100F">
                    <a:alpha val="18127"/>
                  </a:srgbClr>
                </a:gs>
                <a:gs pos="14286">
                  <a:srgbClr val="0C100F">
                    <a:alpha val="16792"/>
                  </a:srgbClr>
                </a:gs>
                <a:gs pos="28571">
                  <a:srgbClr val="0C100F">
                    <a:alpha val="13301"/>
                  </a:srgbClr>
                </a:gs>
                <a:gs pos="42857">
                  <a:srgbClr val="0C100F">
                    <a:alpha val="8937"/>
                  </a:srgbClr>
                </a:gs>
                <a:gs pos="57143">
                  <a:srgbClr val="0C100F">
                    <a:alpha val="5055"/>
                  </a:srgbClr>
                </a:gs>
                <a:gs pos="71429">
                  <a:srgbClr val="0C100F">
                    <a:alpha val="2399"/>
                  </a:srgbClr>
                </a:gs>
                <a:gs pos="85714">
                  <a:srgbClr val="0C100F">
                    <a:alpha val="956"/>
                  </a:srgbClr>
                </a:gs>
                <a:gs pos="100000">
                  <a:srgbClr val="0C100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2026-08-02T19:03:00Z</dcterms:created>
  <dcterms:modified xsi:type="dcterms:W3CDTF">2026-08-02T19:03:00Z</dcterms:modified>
</cp:coreProperties>
</file>