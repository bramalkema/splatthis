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3657600"/>
          <a:chOff x="0" y="0"/>
          <a:chExt cx="36576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3657600"/>
            <a:chOff x="0" y="0"/>
            <a:chExt cx="36576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36576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-10150353">
              <a:off x="1757850" y="3525993"/>
              <a:ext cx="876208" cy="240577"/>
            </a:xfrm>
            <a:prstGeom prst="ellipse">
              <a:avLst/>
            </a:prstGeom>
            <a:gradFill>
              <a:gsLst>
                <a:gs pos="0">
                  <a:srgbClr val="332D39">
                    <a:alpha val="15512"/>
                  </a:srgbClr>
                </a:gs>
                <a:gs pos="14286">
                  <a:srgbClr val="332D39">
                    <a:alpha val="14352"/>
                  </a:srgbClr>
                </a:gs>
                <a:gs pos="28571">
                  <a:srgbClr val="332D39">
                    <a:alpha val="11334"/>
                  </a:srgbClr>
                </a:gs>
                <a:gs pos="42857">
                  <a:srgbClr val="332D39">
                    <a:alpha val="7587"/>
                  </a:srgbClr>
                </a:gs>
                <a:gs pos="57143">
                  <a:srgbClr val="332D39">
                    <a:alpha val="4278"/>
                  </a:srgbClr>
                </a:gs>
                <a:gs pos="71429">
                  <a:srgbClr val="332D39">
                    <a:alpha val="2026"/>
                  </a:srgbClr>
                </a:gs>
                <a:gs pos="85714">
                  <a:srgbClr val="332D39">
                    <a:alpha val="806"/>
                  </a:srgbClr>
                </a:gs>
                <a:gs pos="100000">
                  <a:srgbClr val="332D39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-8919460">
              <a:off x="1782559" y="3535381"/>
              <a:ext cx="851262" cy="225220"/>
            </a:xfrm>
            <a:prstGeom prst="ellipse">
              <a:avLst/>
            </a:prstGeom>
            <a:gradFill>
              <a:gsLst>
                <a:gs pos="0">
                  <a:srgbClr val="969796">
                    <a:alpha val="16744"/>
                  </a:srgbClr>
                </a:gs>
                <a:gs pos="14286">
                  <a:srgbClr val="969796">
                    <a:alpha val="15501"/>
                  </a:srgbClr>
                </a:gs>
                <a:gs pos="28571">
                  <a:srgbClr val="969796">
                    <a:alpha val="12259"/>
                  </a:srgbClr>
                </a:gs>
                <a:gs pos="42857">
                  <a:srgbClr val="969796">
                    <a:alpha val="8220"/>
                  </a:srgbClr>
                </a:gs>
                <a:gs pos="57143">
                  <a:srgbClr val="969796">
                    <a:alpha val="4642"/>
                  </a:srgbClr>
                </a:gs>
                <a:gs pos="71429">
                  <a:srgbClr val="969796">
                    <a:alpha val="2200"/>
                  </a:srgbClr>
                </a:gs>
                <a:gs pos="85714">
                  <a:srgbClr val="969796">
                    <a:alpha val="876"/>
                  </a:srgbClr>
                </a:gs>
                <a:gs pos="100000">
                  <a:srgbClr val="969796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-9796810">
              <a:off x="1669857" y="801493"/>
              <a:ext cx="782881" cy="1626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-10445604">
              <a:off x="1465098" y="2578827"/>
              <a:ext cx="1076428" cy="98855"/>
            </a:xfrm>
            <a:prstGeom prst="ellipse">
              <a:avLst/>
            </a:prstGeom>
            <a:gradFill>
              <a:gsLst>
                <a:gs pos="0">
                  <a:srgbClr val="DCDBDA">
                    <a:alpha val="24939"/>
                  </a:srgbClr>
                </a:gs>
                <a:gs pos="14286">
                  <a:srgbClr val="DCDBDA">
                    <a:alpha val="23177"/>
                  </a:srgbClr>
                </a:gs>
                <a:gs pos="28571">
                  <a:srgbClr val="DCDBDA">
                    <a:alpha val="18513"/>
                  </a:srgbClr>
                </a:gs>
                <a:gs pos="42857">
                  <a:srgbClr val="DCDBDA">
                    <a:alpha val="12566"/>
                  </a:srgbClr>
                </a:gs>
                <a:gs pos="57143">
                  <a:srgbClr val="DCDBDA">
                    <a:alpha val="7170"/>
                  </a:srgbClr>
                </a:gs>
                <a:gs pos="71429">
                  <a:srgbClr val="DCDBDA">
                    <a:alpha val="3423"/>
                  </a:srgbClr>
                </a:gs>
                <a:gs pos="85714">
                  <a:srgbClr val="DCDBDA">
                    <a:alpha val="1368"/>
                  </a:srgbClr>
                </a:gs>
                <a:gs pos="100000">
                  <a:srgbClr val="DCDBDA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3403078">
              <a:off x="1388168" y="2669991"/>
              <a:ext cx="1050469" cy="133726"/>
            </a:xfrm>
            <a:prstGeom prst="ellipse">
              <a:avLst/>
            </a:prstGeom>
            <a:gradFill>
              <a:gsLst>
                <a:gs pos="0">
                  <a:srgbClr val="ECEDED">
                    <a:alpha val="23091"/>
                  </a:srgbClr>
                </a:gs>
                <a:gs pos="14286">
                  <a:srgbClr val="ECEDED">
                    <a:alpha val="21440"/>
                  </a:srgbClr>
                </a:gs>
                <a:gs pos="28571">
                  <a:srgbClr val="ECEDED">
                    <a:alpha val="17086"/>
                  </a:srgbClr>
                </a:gs>
                <a:gs pos="42857">
                  <a:srgbClr val="ECEDED">
                    <a:alpha val="11564"/>
                  </a:srgbClr>
                </a:gs>
                <a:gs pos="57143">
                  <a:srgbClr val="ECEDED">
                    <a:alpha val="6583"/>
                  </a:srgbClr>
                </a:gs>
                <a:gs pos="71429">
                  <a:srgbClr val="ECEDED">
                    <a:alpha val="3137"/>
                  </a:srgbClr>
                </a:gs>
                <a:gs pos="85714">
                  <a:srgbClr val="ECEDED">
                    <a:alpha val="1253"/>
                  </a:srgbClr>
                </a:gs>
                <a:gs pos="100000">
                  <a:srgbClr val="ECEDED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-8197493">
              <a:off x="2189276" y="2033077"/>
              <a:ext cx="210949" cy="798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8306949">
              <a:off x="248264" y="1494218"/>
              <a:ext cx="327676" cy="1144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7216956">
              <a:off x="333050" y="1542445"/>
              <a:ext cx="54403" cy="15392"/>
            </a:xfrm>
            <a:prstGeom prst="ellipse">
              <a:avLst/>
            </a:prstGeom>
            <a:gradFill>
              <a:gsLst>
                <a:gs pos="0">
                  <a:srgbClr val="E9E9E3">
                    <a:alpha val="22371"/>
                  </a:srgbClr>
                </a:gs>
                <a:gs pos="14286">
                  <a:srgbClr val="E9E9E3">
                    <a:alpha val="20765"/>
                  </a:srgbClr>
                </a:gs>
                <a:gs pos="28571">
                  <a:srgbClr val="E9E9E3">
                    <a:alpha val="16533"/>
                  </a:srgbClr>
                </a:gs>
                <a:gs pos="42857">
                  <a:srgbClr val="E9E9E3">
                    <a:alpha val="11178"/>
                  </a:srgbClr>
                </a:gs>
                <a:gs pos="57143">
                  <a:srgbClr val="E9E9E3">
                    <a:alpha val="6357"/>
                  </a:srgbClr>
                </a:gs>
                <a:gs pos="71429">
                  <a:srgbClr val="E9E9E3">
                    <a:alpha val="3028"/>
                  </a:srgbClr>
                </a:gs>
                <a:gs pos="85714">
                  <a:srgbClr val="E9E9E3">
                    <a:alpha val="1208"/>
                  </a:srgbClr>
                </a:gs>
                <a:gs pos="100000">
                  <a:srgbClr val="E9E9E3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8711020">
              <a:off x="2282118" y="2505776"/>
              <a:ext cx="60726" cy="14687"/>
            </a:xfrm>
            <a:prstGeom prst="ellipse">
              <a:avLst/>
            </a:prstGeom>
            <a:gradFill>
              <a:gsLst>
                <a:gs pos="0">
                  <a:srgbClr val="68666E">
                    <a:alpha val="17354"/>
                  </a:srgbClr>
                </a:gs>
                <a:gs pos="14286">
                  <a:srgbClr val="68666E">
                    <a:alpha val="16070"/>
                  </a:srgbClr>
                </a:gs>
                <a:gs pos="28571">
                  <a:srgbClr val="68666E">
                    <a:alpha val="12718"/>
                  </a:srgbClr>
                </a:gs>
                <a:gs pos="42857">
                  <a:srgbClr val="68666E">
                    <a:alpha val="8536"/>
                  </a:srgbClr>
                </a:gs>
                <a:gs pos="57143">
                  <a:srgbClr val="68666E">
                    <a:alpha val="4824"/>
                  </a:srgbClr>
                </a:gs>
                <a:gs pos="71429">
                  <a:srgbClr val="68666E">
                    <a:alpha val="2288"/>
                  </a:srgbClr>
                </a:gs>
                <a:gs pos="85714">
                  <a:srgbClr val="68666E">
                    <a:alpha val="911"/>
                  </a:srgbClr>
                </a:gs>
                <a:gs pos="100000">
                  <a:srgbClr val="68666E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-10028200">
              <a:off x="1718054" y="1594402"/>
              <a:ext cx="220147" cy="457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3304106">
              <a:off x="2932923" y="1882574"/>
              <a:ext cx="311142" cy="175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9514055">
              <a:off x="3435349" y="1154743"/>
              <a:ext cx="64661" cy="17633"/>
            </a:xfrm>
            <a:prstGeom prst="ellipse">
              <a:avLst/>
            </a:prstGeom>
            <a:gradFill>
              <a:gsLst>
                <a:gs pos="0">
                  <a:srgbClr val="605860">
                    <a:alpha val="19611"/>
                  </a:srgbClr>
                </a:gs>
                <a:gs pos="14286">
                  <a:srgbClr val="605860">
                    <a:alpha val="18179"/>
                  </a:srgbClr>
                </a:gs>
                <a:gs pos="28571">
                  <a:srgbClr val="605860">
                    <a:alpha val="14426"/>
                  </a:srgbClr>
                </a:gs>
                <a:gs pos="42857">
                  <a:srgbClr val="605860">
                    <a:alpha val="9713"/>
                  </a:srgbClr>
                </a:gs>
                <a:gs pos="57143">
                  <a:srgbClr val="605860">
                    <a:alpha val="5505"/>
                  </a:srgbClr>
                </a:gs>
                <a:gs pos="71429">
                  <a:srgbClr val="605860">
                    <a:alpha val="2616"/>
                  </a:srgbClr>
                </a:gs>
                <a:gs pos="85714">
                  <a:srgbClr val="605860">
                    <a:alpha val="1043"/>
                  </a:srgbClr>
                </a:gs>
                <a:gs pos="100000">
                  <a:srgbClr val="605860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5267691">
              <a:off x="970110" y="2134168"/>
              <a:ext cx="60897" cy="16970"/>
            </a:xfrm>
            <a:prstGeom prst="ellipse">
              <a:avLst/>
            </a:prstGeom>
            <a:gradFill>
              <a:gsLst>
                <a:gs pos="0">
                  <a:srgbClr val="C8C8C6">
                    <a:alpha val="21244"/>
                  </a:srgbClr>
                </a:gs>
                <a:gs pos="14286">
                  <a:srgbClr val="C8C8C6">
                    <a:alpha val="19708"/>
                  </a:srgbClr>
                </a:gs>
                <a:gs pos="28571">
                  <a:srgbClr val="C8C8C6">
                    <a:alpha val="15670"/>
                  </a:srgbClr>
                </a:gs>
                <a:gs pos="42857">
                  <a:srgbClr val="C8C8C6">
                    <a:alpha val="10577"/>
                  </a:srgbClr>
                </a:gs>
                <a:gs pos="57143">
                  <a:srgbClr val="C8C8C6">
                    <a:alpha val="6006"/>
                  </a:srgbClr>
                </a:gs>
                <a:gs pos="71429">
                  <a:srgbClr val="C8C8C6">
                    <a:alpha val="2858"/>
                  </a:srgbClr>
                </a:gs>
                <a:gs pos="85714">
                  <a:srgbClr val="C8C8C6">
                    <a:alpha val="1140"/>
                  </a:srgbClr>
                </a:gs>
                <a:gs pos="100000">
                  <a:srgbClr val="C8C8C6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10199541">
              <a:off x="1759719" y="2067591"/>
              <a:ext cx="61807" cy="17267"/>
            </a:xfrm>
            <a:prstGeom prst="ellipse">
              <a:avLst/>
            </a:prstGeom>
            <a:gradFill>
              <a:gsLst>
                <a:gs pos="0">
                  <a:srgbClr val="D6D5D2">
                    <a:alpha val="21078"/>
                  </a:srgbClr>
                </a:gs>
                <a:gs pos="14286">
                  <a:srgbClr val="D6D5D2">
                    <a:alpha val="19553"/>
                  </a:srgbClr>
                </a:gs>
                <a:gs pos="28571">
                  <a:srgbClr val="D6D5D2">
                    <a:alpha val="15543"/>
                  </a:srgbClr>
                </a:gs>
                <a:gs pos="42857">
                  <a:srgbClr val="D6D5D2">
                    <a:alpha val="10489"/>
                  </a:srgbClr>
                </a:gs>
                <a:gs pos="57143">
                  <a:srgbClr val="D6D5D2">
                    <a:alpha val="5955"/>
                  </a:srgbClr>
                </a:gs>
                <a:gs pos="71429">
                  <a:srgbClr val="D6D5D2">
                    <a:alpha val="2833"/>
                  </a:srgbClr>
                </a:gs>
                <a:gs pos="85714">
                  <a:srgbClr val="D6D5D2">
                    <a:alpha val="1130"/>
                  </a:srgbClr>
                </a:gs>
                <a:gs pos="100000">
                  <a:srgbClr val="D6D5D2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4544269">
              <a:off x="2398010" y="3463489"/>
              <a:ext cx="445477" cy="1341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544409">
              <a:off x="1817961" y="1731320"/>
              <a:ext cx="588715" cy="927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-10793065">
              <a:off x="3054745" y="1504962"/>
              <a:ext cx="64561" cy="16497"/>
            </a:xfrm>
            <a:prstGeom prst="ellipse">
              <a:avLst/>
            </a:prstGeom>
            <a:gradFill>
              <a:gsLst>
                <a:gs pos="0">
                  <a:srgbClr val="BFBFBE">
                    <a:alpha val="20602"/>
                  </a:srgbClr>
                </a:gs>
                <a:gs pos="14286">
                  <a:srgbClr val="BFBFBE">
                    <a:alpha val="19107"/>
                  </a:srgbClr>
                </a:gs>
                <a:gs pos="28571">
                  <a:srgbClr val="BFBFBE">
                    <a:alpha val="15180"/>
                  </a:srgbClr>
                </a:gs>
                <a:gs pos="42857">
                  <a:srgbClr val="BFBFBE">
                    <a:alpha val="10236"/>
                  </a:srgbClr>
                </a:gs>
                <a:gs pos="57143">
                  <a:srgbClr val="BFBFBE">
                    <a:alpha val="5808"/>
                  </a:srgbClr>
                </a:gs>
                <a:gs pos="71429">
                  <a:srgbClr val="BFBFBE">
                    <a:alpha val="2762"/>
                  </a:srgbClr>
                </a:gs>
                <a:gs pos="85714">
                  <a:srgbClr val="BFBFBE">
                    <a:alpha val="1101"/>
                  </a:srgbClr>
                </a:gs>
                <a:gs pos="100000">
                  <a:srgbClr val="BFBFBE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2799162">
              <a:off x="2179498" y="3194902"/>
              <a:ext cx="60171" cy="15750"/>
            </a:xfrm>
            <a:prstGeom prst="ellipse">
              <a:avLst/>
            </a:prstGeom>
            <a:gradFill>
              <a:gsLst>
                <a:gs pos="0">
                  <a:srgbClr val="D3D2CD">
                    <a:alpha val="21359"/>
                  </a:srgbClr>
                </a:gs>
                <a:gs pos="14286">
                  <a:srgbClr val="D3D2CD">
                    <a:alpha val="19815"/>
                  </a:srgbClr>
                </a:gs>
                <a:gs pos="28571">
                  <a:srgbClr val="D3D2CD">
                    <a:alpha val="15757"/>
                  </a:srgbClr>
                </a:gs>
                <a:gs pos="42857">
                  <a:srgbClr val="D3D2CD">
                    <a:alpha val="10638"/>
                  </a:srgbClr>
                </a:gs>
                <a:gs pos="57143">
                  <a:srgbClr val="D3D2CD">
                    <a:alpha val="6042"/>
                  </a:srgbClr>
                </a:gs>
                <a:gs pos="71429">
                  <a:srgbClr val="D3D2CD">
                    <a:alpha val="2875"/>
                  </a:srgbClr>
                </a:gs>
                <a:gs pos="85714">
                  <a:srgbClr val="D3D2CD">
                    <a:alpha val="1147"/>
                  </a:srgbClr>
                </a:gs>
                <a:gs pos="100000">
                  <a:srgbClr val="D3D2CD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4692043">
              <a:off x="1675335" y="505979"/>
              <a:ext cx="61412" cy="16571"/>
            </a:xfrm>
            <a:prstGeom prst="ellipse">
              <a:avLst/>
            </a:prstGeom>
            <a:gradFill>
              <a:gsLst>
                <a:gs pos="0">
                  <a:srgbClr val="A2A5A3">
                    <a:alpha val="19872"/>
                  </a:srgbClr>
                </a:gs>
                <a:gs pos="14286">
                  <a:srgbClr val="A2A5A3">
                    <a:alpha val="18423"/>
                  </a:srgbClr>
                </a:gs>
                <a:gs pos="28571">
                  <a:srgbClr val="A2A5A3">
                    <a:alpha val="14624"/>
                  </a:srgbClr>
                </a:gs>
                <a:gs pos="42857">
                  <a:srgbClr val="A2A5A3">
                    <a:alpha val="9851"/>
                  </a:srgbClr>
                </a:gs>
                <a:gs pos="57143">
                  <a:srgbClr val="A2A5A3">
                    <a:alpha val="5584"/>
                  </a:srgbClr>
                </a:gs>
                <a:gs pos="71429">
                  <a:srgbClr val="A2A5A3">
                    <a:alpha val="2654"/>
                  </a:srgbClr>
                </a:gs>
                <a:gs pos="85714">
                  <a:srgbClr val="A2A5A3">
                    <a:alpha val="1058"/>
                  </a:srgbClr>
                </a:gs>
                <a:gs pos="100000">
                  <a:srgbClr val="A2A5A3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6968575">
              <a:off x="255738" y="1385072"/>
              <a:ext cx="396783" cy="731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3656771">
              <a:off x="2934303" y="3603682"/>
              <a:ext cx="111359" cy="286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-9063026">
              <a:off x="2012853" y="631000"/>
              <a:ext cx="168352" cy="591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10741242">
              <a:off x="1967175" y="3062462"/>
              <a:ext cx="66415" cy="14282"/>
            </a:xfrm>
            <a:prstGeom prst="ellipse">
              <a:avLst/>
            </a:prstGeom>
            <a:gradFill>
              <a:gsLst>
                <a:gs pos="0">
                  <a:srgbClr val="4F5463">
                    <a:alpha val="19856"/>
                  </a:srgbClr>
                </a:gs>
                <a:gs pos="14286">
                  <a:srgbClr val="4F5463">
                    <a:alpha val="18408"/>
                  </a:srgbClr>
                </a:gs>
                <a:gs pos="28571">
                  <a:srgbClr val="4F5463">
                    <a:alpha val="14612"/>
                  </a:srgbClr>
                </a:gs>
                <a:gs pos="42857">
                  <a:srgbClr val="4F5463">
                    <a:alpha val="9842"/>
                  </a:srgbClr>
                </a:gs>
                <a:gs pos="57143">
                  <a:srgbClr val="4F5463">
                    <a:alpha val="5579"/>
                  </a:srgbClr>
                </a:gs>
                <a:gs pos="71429">
                  <a:srgbClr val="4F5463">
                    <a:alpha val="2652"/>
                  </a:srgbClr>
                </a:gs>
                <a:gs pos="85714">
                  <a:srgbClr val="4F5463">
                    <a:alpha val="1057"/>
                  </a:srgbClr>
                </a:gs>
                <a:gs pos="100000">
                  <a:srgbClr val="4F5463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5070191">
              <a:off x="863293" y="1855288"/>
              <a:ext cx="66537" cy="18212"/>
            </a:xfrm>
            <a:prstGeom prst="ellipse">
              <a:avLst/>
            </a:prstGeom>
            <a:gradFill>
              <a:gsLst>
                <a:gs pos="0">
                  <a:srgbClr val="ADACA6">
                    <a:alpha val="20192"/>
                  </a:srgbClr>
                </a:gs>
                <a:gs pos="14286">
                  <a:srgbClr val="ADACA6">
                    <a:alpha val="18723"/>
                  </a:srgbClr>
                </a:gs>
                <a:gs pos="28571">
                  <a:srgbClr val="ADACA6">
                    <a:alpha val="14868"/>
                  </a:srgbClr>
                </a:gs>
                <a:gs pos="42857">
                  <a:srgbClr val="ADACA6">
                    <a:alpha val="10020"/>
                  </a:srgbClr>
                </a:gs>
                <a:gs pos="57143">
                  <a:srgbClr val="ADACA6">
                    <a:alpha val="5682"/>
                  </a:srgbClr>
                </a:gs>
                <a:gs pos="71429">
                  <a:srgbClr val="ADACA6">
                    <a:alpha val="2701"/>
                  </a:srgbClr>
                </a:gs>
                <a:gs pos="85714">
                  <a:srgbClr val="ADACA6">
                    <a:alpha val="1077"/>
                  </a:srgbClr>
                </a:gs>
                <a:gs pos="100000">
                  <a:srgbClr val="ADACA6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3843897">
              <a:off x="2667675" y="2632313"/>
              <a:ext cx="517140" cy="1257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095360">
              <a:off x="3436055" y="1801727"/>
              <a:ext cx="67245" cy="13966"/>
            </a:xfrm>
            <a:prstGeom prst="ellipse">
              <a:avLst/>
            </a:prstGeom>
            <a:gradFill>
              <a:gsLst>
                <a:gs pos="0">
                  <a:srgbClr val="9B9CA1">
                    <a:alpha val="15550"/>
                  </a:srgbClr>
                </a:gs>
                <a:gs pos="14286">
                  <a:srgbClr val="9B9CA1">
                    <a:alpha val="14387"/>
                  </a:srgbClr>
                </a:gs>
                <a:gs pos="28571">
                  <a:srgbClr val="9B9CA1">
                    <a:alpha val="11362"/>
                  </a:srgbClr>
                </a:gs>
                <a:gs pos="42857">
                  <a:srgbClr val="9B9CA1">
                    <a:alpha val="7606"/>
                  </a:srgbClr>
                </a:gs>
                <a:gs pos="57143">
                  <a:srgbClr val="9B9CA1">
                    <a:alpha val="4289"/>
                  </a:srgbClr>
                </a:gs>
                <a:gs pos="71429">
                  <a:srgbClr val="9B9CA1">
                    <a:alpha val="2031"/>
                  </a:srgbClr>
                </a:gs>
                <a:gs pos="85714">
                  <a:srgbClr val="9B9CA1">
                    <a:alpha val="808"/>
                  </a:srgbClr>
                </a:gs>
                <a:gs pos="100000">
                  <a:srgbClr val="9B9CA1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7013738">
              <a:off x="-143537" y="655643"/>
              <a:ext cx="536499" cy="996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4016998">
              <a:off x="2699845" y="1155265"/>
              <a:ext cx="145551" cy="563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8538420">
              <a:off x="2646637" y="2544526"/>
              <a:ext cx="65121" cy="14373"/>
            </a:xfrm>
            <a:prstGeom prst="ellipse">
              <a:avLst/>
            </a:prstGeom>
            <a:gradFill>
              <a:gsLst>
                <a:gs pos="0">
                  <a:srgbClr val="8C908F">
                    <a:alpha val="15685"/>
                  </a:srgbClr>
                </a:gs>
                <a:gs pos="14286">
                  <a:srgbClr val="8C908F">
                    <a:alpha val="14513"/>
                  </a:srgbClr>
                </a:gs>
                <a:gs pos="28571">
                  <a:srgbClr val="8C908F">
                    <a:alpha val="11464"/>
                  </a:srgbClr>
                </a:gs>
                <a:gs pos="42857">
                  <a:srgbClr val="8C908F">
                    <a:alpha val="7676"/>
                  </a:srgbClr>
                </a:gs>
                <a:gs pos="57143">
                  <a:srgbClr val="8C908F">
                    <a:alpha val="4329"/>
                  </a:srgbClr>
                </a:gs>
                <a:gs pos="71429">
                  <a:srgbClr val="8C908F">
                    <a:alpha val="2050"/>
                  </a:srgbClr>
                </a:gs>
                <a:gs pos="85714">
                  <a:srgbClr val="8C908F">
                    <a:alpha val="816"/>
                  </a:srgbClr>
                </a:gs>
                <a:gs pos="100000">
                  <a:srgbClr val="8C908F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3167899">
              <a:off x="3517546" y="3029503"/>
              <a:ext cx="64668" cy="18131"/>
            </a:xfrm>
            <a:prstGeom prst="ellipse">
              <a:avLst/>
            </a:prstGeom>
            <a:gradFill>
              <a:gsLst>
                <a:gs pos="0">
                  <a:srgbClr val="858A8D">
                    <a:alpha val="17243"/>
                  </a:srgbClr>
                </a:gs>
                <a:gs pos="14286">
                  <a:srgbClr val="858A8D">
                    <a:alpha val="15967"/>
                  </a:srgbClr>
                </a:gs>
                <a:gs pos="28571">
                  <a:srgbClr val="858A8D">
                    <a:alpha val="12634"/>
                  </a:srgbClr>
                </a:gs>
                <a:gs pos="42857">
                  <a:srgbClr val="858A8D">
                    <a:alpha val="8478"/>
                  </a:srgbClr>
                </a:gs>
                <a:gs pos="57143">
                  <a:srgbClr val="858A8D">
                    <a:alpha val="4790"/>
                  </a:srgbClr>
                </a:gs>
                <a:gs pos="71429">
                  <a:srgbClr val="858A8D">
                    <a:alpha val="2272"/>
                  </a:srgbClr>
                </a:gs>
                <a:gs pos="85714">
                  <a:srgbClr val="858A8D">
                    <a:alpha val="905"/>
                  </a:srgbClr>
                </a:gs>
                <a:gs pos="100000">
                  <a:srgbClr val="858A8D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-10444035">
              <a:off x="1770055" y="562650"/>
              <a:ext cx="62384" cy="16776"/>
            </a:xfrm>
            <a:prstGeom prst="ellipse">
              <a:avLst/>
            </a:prstGeom>
            <a:gradFill>
              <a:gsLst>
                <a:gs pos="0">
                  <a:srgbClr val="5B546A">
                    <a:alpha val="19761"/>
                  </a:srgbClr>
                </a:gs>
                <a:gs pos="14286">
                  <a:srgbClr val="5B546A">
                    <a:alpha val="18319"/>
                  </a:srgbClr>
                </a:gs>
                <a:gs pos="28571">
                  <a:srgbClr val="5B546A">
                    <a:alpha val="14540"/>
                  </a:srgbClr>
                </a:gs>
                <a:gs pos="42857">
                  <a:srgbClr val="5B546A">
                    <a:alpha val="9792"/>
                  </a:srgbClr>
                </a:gs>
                <a:gs pos="57143">
                  <a:srgbClr val="5B546A">
                    <a:alpha val="5550"/>
                  </a:srgbClr>
                </a:gs>
                <a:gs pos="71429">
                  <a:srgbClr val="5B546A">
                    <a:alpha val="2638"/>
                  </a:srgbClr>
                </a:gs>
                <a:gs pos="85714">
                  <a:srgbClr val="5B546A">
                    <a:alpha val="1051"/>
                  </a:srgbClr>
                </a:gs>
                <a:gs pos="100000">
                  <a:srgbClr val="5B546A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10577196">
              <a:off x="3231974" y="2571951"/>
              <a:ext cx="65924" cy="18035"/>
            </a:xfrm>
            <a:prstGeom prst="ellipse">
              <a:avLst/>
            </a:prstGeom>
            <a:gradFill>
              <a:gsLst>
                <a:gs pos="0">
                  <a:srgbClr val="CBCBCA">
                    <a:alpha val="20362"/>
                  </a:srgbClr>
                </a:gs>
                <a:gs pos="14286">
                  <a:srgbClr val="CBCBCA">
                    <a:alpha val="18882"/>
                  </a:srgbClr>
                </a:gs>
                <a:gs pos="28571">
                  <a:srgbClr val="CBCBCA">
                    <a:alpha val="14997"/>
                  </a:srgbClr>
                </a:gs>
                <a:gs pos="42857">
                  <a:srgbClr val="CBCBCA">
                    <a:alpha val="10109"/>
                  </a:srgbClr>
                </a:gs>
                <a:gs pos="57143">
                  <a:srgbClr val="CBCBCA">
                    <a:alpha val="5734"/>
                  </a:srgbClr>
                </a:gs>
                <a:gs pos="71429">
                  <a:srgbClr val="CBCBCA">
                    <a:alpha val="2726"/>
                  </a:srgbClr>
                </a:gs>
                <a:gs pos="85714">
                  <a:srgbClr val="CBCBCA">
                    <a:alpha val="1087"/>
                  </a:srgbClr>
                </a:gs>
                <a:gs pos="100000">
                  <a:srgbClr val="CBCBCA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4682402">
              <a:off x="1402226" y="2047378"/>
              <a:ext cx="445073" cy="170621"/>
            </a:xfrm>
            <a:prstGeom prst="ellipse">
              <a:avLst/>
            </a:prstGeom>
            <a:gradFill>
              <a:gsLst>
                <a:gs pos="0">
                  <a:srgbClr val="F5F5F5">
                    <a:alpha val="32893"/>
                  </a:srgbClr>
                </a:gs>
                <a:gs pos="14286">
                  <a:srgbClr val="F5F5F5">
                    <a:alpha val="30692"/>
                  </a:srgbClr>
                </a:gs>
                <a:gs pos="28571">
                  <a:srgbClr val="F5F5F5">
                    <a:alpha val="24773"/>
                  </a:srgbClr>
                </a:gs>
                <a:gs pos="42857">
                  <a:srgbClr val="F5F5F5">
                    <a:alpha val="17032"/>
                  </a:srgbClr>
                </a:gs>
                <a:gs pos="57143">
                  <a:srgbClr val="F5F5F5">
                    <a:alpha val="9829"/>
                  </a:srgbClr>
                </a:gs>
                <a:gs pos="71429">
                  <a:srgbClr val="F5F5F5">
                    <a:alpha val="4727"/>
                  </a:srgbClr>
                </a:gs>
                <a:gs pos="85714">
                  <a:srgbClr val="F5F5F5">
                    <a:alpha val="1897"/>
                  </a:srgbClr>
                </a:gs>
                <a:gs pos="100000">
                  <a:srgbClr val="F5F5F5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9136415">
              <a:off x="1763540" y="2961722"/>
              <a:ext cx="59277" cy="16628"/>
            </a:xfrm>
            <a:prstGeom prst="ellipse">
              <a:avLst/>
            </a:prstGeom>
            <a:gradFill>
              <a:gsLst>
                <a:gs pos="0">
                  <a:srgbClr val="E2E2DF">
                    <a:alpha val="21529"/>
                  </a:srgbClr>
                </a:gs>
                <a:gs pos="14286">
                  <a:srgbClr val="E2E2DF">
                    <a:alpha val="19975"/>
                  </a:srgbClr>
                </a:gs>
                <a:gs pos="28571">
                  <a:srgbClr val="E2E2DF">
                    <a:alpha val="15888"/>
                  </a:srgbClr>
                </a:gs>
                <a:gs pos="42857">
                  <a:srgbClr val="E2E2DF">
                    <a:alpha val="10728"/>
                  </a:srgbClr>
                </a:gs>
                <a:gs pos="57143">
                  <a:srgbClr val="E2E2DF">
                    <a:alpha val="6095"/>
                  </a:srgbClr>
                </a:gs>
                <a:gs pos="71429">
                  <a:srgbClr val="E2E2DF">
                    <a:alpha val="2901"/>
                  </a:srgbClr>
                </a:gs>
                <a:gs pos="85714">
                  <a:srgbClr val="E2E2DF">
                    <a:alpha val="1157"/>
                  </a:srgbClr>
                </a:gs>
                <a:gs pos="100000">
                  <a:srgbClr val="E2E2DF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9149259">
              <a:off x="1867037" y="3514632"/>
              <a:ext cx="62581" cy="17050"/>
            </a:xfrm>
            <a:prstGeom prst="ellipse">
              <a:avLst/>
            </a:prstGeom>
            <a:gradFill>
              <a:gsLst>
                <a:gs pos="0">
                  <a:srgbClr val="6D7177">
                    <a:alpha val="17408"/>
                  </a:srgbClr>
                </a:gs>
                <a:gs pos="14286">
                  <a:srgbClr val="6D7177">
                    <a:alpha val="16120"/>
                  </a:srgbClr>
                </a:gs>
                <a:gs pos="28571">
                  <a:srgbClr val="6D7177">
                    <a:alpha val="12758"/>
                  </a:srgbClr>
                </a:gs>
                <a:gs pos="42857">
                  <a:srgbClr val="6D7177">
                    <a:alpha val="8563"/>
                  </a:srgbClr>
                </a:gs>
                <a:gs pos="57143">
                  <a:srgbClr val="6D7177">
                    <a:alpha val="4840"/>
                  </a:srgbClr>
                </a:gs>
                <a:gs pos="71429">
                  <a:srgbClr val="6D7177">
                    <a:alpha val="2295"/>
                  </a:srgbClr>
                </a:gs>
                <a:gs pos="85714">
                  <a:srgbClr val="6D7177">
                    <a:alpha val="914"/>
                  </a:srgbClr>
                </a:gs>
                <a:gs pos="100000">
                  <a:srgbClr val="6D7177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-9231896">
              <a:off x="1587312" y="3084264"/>
              <a:ext cx="203516" cy="1107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7592981">
              <a:off x="882807" y="3450971"/>
              <a:ext cx="59443" cy="16684"/>
            </a:xfrm>
            <a:prstGeom prst="ellipse">
              <a:avLst/>
            </a:prstGeom>
            <a:gradFill>
              <a:gsLst>
                <a:gs pos="0">
                  <a:srgbClr val="D9D9D4">
                    <a:alpha val="21498"/>
                  </a:srgbClr>
                </a:gs>
                <a:gs pos="14286">
                  <a:srgbClr val="D9D9D4">
                    <a:alpha val="19946"/>
                  </a:srgbClr>
                </a:gs>
                <a:gs pos="28571">
                  <a:srgbClr val="D9D9D4">
                    <a:alpha val="15864"/>
                  </a:srgbClr>
                </a:gs>
                <a:gs pos="42857">
                  <a:srgbClr val="D9D9D4">
                    <a:alpha val="10712"/>
                  </a:srgbClr>
                </a:gs>
                <a:gs pos="57143">
                  <a:srgbClr val="D9D9D4">
                    <a:alpha val="6085"/>
                  </a:srgbClr>
                </a:gs>
                <a:gs pos="71429">
                  <a:srgbClr val="D9D9D4">
                    <a:alpha val="2896"/>
                  </a:srgbClr>
                </a:gs>
                <a:gs pos="85714">
                  <a:srgbClr val="D9D9D4">
                    <a:alpha val="1155"/>
                  </a:srgbClr>
                </a:gs>
                <a:gs pos="100000">
                  <a:srgbClr val="D9D9D4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-10121896">
              <a:off x="-69783" y="-11947"/>
              <a:ext cx="488248" cy="946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-8237524">
              <a:off x="2068286" y="3430823"/>
              <a:ext cx="66788" cy="17532"/>
            </a:xfrm>
            <a:prstGeom prst="ellipse">
              <a:avLst/>
            </a:prstGeom>
            <a:gradFill>
              <a:gsLst>
                <a:gs pos="0">
                  <a:srgbClr val="5B5B6B">
                    <a:alpha val="18485"/>
                  </a:srgbClr>
                </a:gs>
                <a:gs pos="14286">
                  <a:srgbClr val="5B5B6B">
                    <a:alpha val="17127"/>
                  </a:srgbClr>
                </a:gs>
                <a:gs pos="28571">
                  <a:srgbClr val="5B5B6B">
                    <a:alpha val="13572"/>
                  </a:srgbClr>
                </a:gs>
                <a:gs pos="42857">
                  <a:srgbClr val="5B5B6B">
                    <a:alpha val="9124"/>
                  </a:srgbClr>
                </a:gs>
                <a:gs pos="57143">
                  <a:srgbClr val="5B5B6B">
                    <a:alpha val="5163"/>
                  </a:srgbClr>
                </a:gs>
                <a:gs pos="71429">
                  <a:srgbClr val="5B5B6B">
                    <a:alpha val="2451"/>
                  </a:srgbClr>
                </a:gs>
                <a:gs pos="85714">
                  <a:srgbClr val="5B5B6B">
                    <a:alpha val="976"/>
                  </a:srgbClr>
                </a:gs>
                <a:gs pos="100000">
                  <a:srgbClr val="5B5B6B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5311213">
              <a:off x="2686626" y="2145305"/>
              <a:ext cx="57207" cy="16021"/>
            </a:xfrm>
            <a:prstGeom prst="ellipse">
              <a:avLst/>
            </a:prstGeom>
            <a:gradFill>
              <a:gsLst>
                <a:gs pos="0">
                  <a:srgbClr val="E1E1DE">
                    <a:alpha val="21880"/>
                  </a:srgbClr>
                </a:gs>
                <a:gs pos="14286">
                  <a:srgbClr val="E1E1DE">
                    <a:alpha val="20304"/>
                  </a:srgbClr>
                </a:gs>
                <a:gs pos="28571">
                  <a:srgbClr val="E1E1DE">
                    <a:alpha val="16156"/>
                  </a:srgbClr>
                </a:gs>
                <a:gs pos="42857">
                  <a:srgbClr val="E1E1DE">
                    <a:alpha val="10915"/>
                  </a:srgbClr>
                </a:gs>
                <a:gs pos="57143">
                  <a:srgbClr val="E1E1DE">
                    <a:alpha val="6204"/>
                  </a:srgbClr>
                </a:gs>
                <a:gs pos="71429">
                  <a:srgbClr val="E1E1DE">
                    <a:alpha val="2953"/>
                  </a:srgbClr>
                </a:gs>
                <a:gs pos="85714">
                  <a:srgbClr val="E1E1DE">
                    <a:alpha val="1178"/>
                  </a:srgbClr>
                </a:gs>
                <a:gs pos="100000">
                  <a:srgbClr val="E1E1DE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10641203">
              <a:off x="1897327" y="1570876"/>
              <a:ext cx="67233" cy="18592"/>
            </a:xfrm>
            <a:prstGeom prst="ellipse">
              <a:avLst/>
            </a:prstGeom>
            <a:gradFill>
              <a:gsLst>
                <a:gs pos="0">
                  <a:srgbClr val="312B3D">
                    <a:alpha val="20044"/>
                  </a:srgbClr>
                </a:gs>
                <a:gs pos="14286">
                  <a:srgbClr val="312B3D">
                    <a:alpha val="18584"/>
                  </a:srgbClr>
                </a:gs>
                <a:gs pos="28571">
                  <a:srgbClr val="312B3D">
                    <a:alpha val="14755"/>
                  </a:srgbClr>
                </a:gs>
                <a:gs pos="42857">
                  <a:srgbClr val="312B3D">
                    <a:alpha val="9942"/>
                  </a:srgbClr>
                </a:gs>
                <a:gs pos="57143">
                  <a:srgbClr val="312B3D">
                    <a:alpha val="5637"/>
                  </a:srgbClr>
                </a:gs>
                <a:gs pos="71429">
                  <a:srgbClr val="312B3D">
                    <a:alpha val="2679"/>
                  </a:srgbClr>
                </a:gs>
                <a:gs pos="85714">
                  <a:srgbClr val="312B3D">
                    <a:alpha val="1068"/>
                  </a:srgbClr>
                </a:gs>
                <a:gs pos="100000">
                  <a:srgbClr val="312B3D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8853628">
              <a:off x="2788188" y="263531"/>
              <a:ext cx="67808" cy="18779"/>
            </a:xfrm>
            <a:prstGeom prst="ellipse">
              <a:avLst/>
            </a:prstGeom>
            <a:gradFill>
              <a:gsLst>
                <a:gs pos="0">
                  <a:srgbClr val="000014">
                    <a:alpha val="20026"/>
                  </a:srgbClr>
                </a:gs>
                <a:gs pos="14286">
                  <a:srgbClr val="000014">
                    <a:alpha val="18567"/>
                  </a:srgbClr>
                </a:gs>
                <a:gs pos="28571">
                  <a:srgbClr val="000014">
                    <a:alpha val="14741"/>
                  </a:srgbClr>
                </a:gs>
                <a:gs pos="42857">
                  <a:srgbClr val="000014">
                    <a:alpha val="9932"/>
                  </a:srgbClr>
                </a:gs>
                <a:gs pos="57143">
                  <a:srgbClr val="000014">
                    <a:alpha val="5631"/>
                  </a:srgbClr>
                </a:gs>
                <a:gs pos="71429">
                  <a:srgbClr val="000014">
                    <a:alpha val="2677"/>
                  </a:srgbClr>
                </a:gs>
                <a:gs pos="85714">
                  <a:srgbClr val="000014">
                    <a:alpha val="1067"/>
                  </a:srgbClr>
                </a:gs>
                <a:gs pos="100000">
                  <a:srgbClr val="000014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8795764">
              <a:off x="2873536" y="543144"/>
              <a:ext cx="62023" cy="17329"/>
            </a:xfrm>
            <a:prstGeom prst="ellipse">
              <a:avLst/>
            </a:prstGeom>
            <a:gradFill>
              <a:gsLst>
                <a:gs pos="0">
                  <a:srgbClr val="000000">
                    <a:alpha val="21029"/>
                  </a:srgbClr>
                </a:gs>
                <a:gs pos="14286">
                  <a:srgbClr val="000000">
                    <a:alpha val="19507"/>
                  </a:srgbClr>
                </a:gs>
                <a:gs pos="28571">
                  <a:srgbClr val="000000">
                    <a:alpha val="15506"/>
                  </a:srgbClr>
                </a:gs>
                <a:gs pos="42857">
                  <a:srgbClr val="000000">
                    <a:alpha val="10463"/>
                  </a:srgbClr>
                </a:gs>
                <a:gs pos="57143">
                  <a:srgbClr val="000000">
                    <a:alpha val="5940"/>
                  </a:srgbClr>
                </a:gs>
                <a:gs pos="71429">
                  <a:srgbClr val="000000">
                    <a:alpha val="2826"/>
                  </a:srgbClr>
                </a:gs>
                <a:gs pos="85714">
                  <a:srgbClr val="000000">
                    <a:alpha val="1127"/>
                  </a:srgbClr>
                </a:gs>
                <a:gs pos="100000">
                  <a:srgbClr val="000000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8281839">
              <a:off x="3453584" y="266565"/>
              <a:ext cx="68737" cy="18933"/>
            </a:xfrm>
            <a:prstGeom prst="ellipse">
              <a:avLst/>
            </a:prstGeom>
            <a:gradFill>
              <a:gsLst>
                <a:gs pos="0">
                  <a:srgbClr val="A6A799">
                    <a:alpha val="19638"/>
                  </a:srgbClr>
                </a:gs>
                <a:gs pos="14286">
                  <a:srgbClr val="A6A799">
                    <a:alpha val="18204"/>
                  </a:srgbClr>
                </a:gs>
                <a:gs pos="28571">
                  <a:srgbClr val="A6A799">
                    <a:alpha val="14446"/>
                  </a:srgbClr>
                </a:gs>
                <a:gs pos="42857">
                  <a:srgbClr val="A6A799">
                    <a:alpha val="9728"/>
                  </a:srgbClr>
                </a:gs>
                <a:gs pos="57143">
                  <a:srgbClr val="A6A799">
                    <a:alpha val="5513"/>
                  </a:srgbClr>
                </a:gs>
                <a:gs pos="71429">
                  <a:srgbClr val="A6A799">
                    <a:alpha val="2619"/>
                  </a:srgbClr>
                </a:gs>
                <a:gs pos="85714">
                  <a:srgbClr val="A6A799">
                    <a:alpha val="1044"/>
                  </a:srgbClr>
                </a:gs>
                <a:gs pos="100000">
                  <a:srgbClr val="A6A799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3026153">
              <a:off x="3243747" y="3024079"/>
              <a:ext cx="172495" cy="861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6377076">
              <a:off x="2416932" y="2633034"/>
              <a:ext cx="80625" cy="548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5424418">
              <a:off x="373491" y="1182871"/>
              <a:ext cx="426146" cy="88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8229072">
              <a:off x="350102" y="2811107"/>
              <a:ext cx="320286" cy="949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-9791778">
              <a:off x="1405663" y="299378"/>
              <a:ext cx="65773" cy="15444"/>
            </a:xfrm>
            <a:prstGeom prst="ellipse">
              <a:avLst/>
            </a:prstGeom>
            <a:gradFill>
              <a:gsLst>
                <a:gs pos="0">
                  <a:srgbClr val="6C6D7E">
                    <a:alpha val="15666"/>
                  </a:srgbClr>
                </a:gs>
                <a:gs pos="14286">
                  <a:srgbClr val="6C6D7E">
                    <a:alpha val="14495"/>
                  </a:srgbClr>
                </a:gs>
                <a:gs pos="28571">
                  <a:srgbClr val="6C6D7E">
                    <a:alpha val="11449"/>
                  </a:srgbClr>
                </a:gs>
                <a:gs pos="42857">
                  <a:srgbClr val="6C6D7E">
                    <a:alpha val="7666"/>
                  </a:srgbClr>
                </a:gs>
                <a:gs pos="57143">
                  <a:srgbClr val="6C6D7E">
                    <a:alpha val="4323"/>
                  </a:srgbClr>
                </a:gs>
                <a:gs pos="71429">
                  <a:srgbClr val="6C6D7E">
                    <a:alpha val="2047"/>
                  </a:srgbClr>
                </a:gs>
                <a:gs pos="85714">
                  <a:srgbClr val="6C6D7E">
                    <a:alpha val="815"/>
                  </a:srgbClr>
                </a:gs>
                <a:gs pos="100000">
                  <a:srgbClr val="6C6D7E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10228730">
              <a:off x="627089" y="2181173"/>
              <a:ext cx="66244" cy="18356"/>
            </a:xfrm>
            <a:prstGeom prst="ellipse">
              <a:avLst/>
            </a:prstGeom>
            <a:gradFill>
              <a:gsLst>
                <a:gs pos="0">
                  <a:srgbClr val="C8C8C6">
                    <a:alpha val="20300"/>
                  </a:srgbClr>
                </a:gs>
                <a:gs pos="14286">
                  <a:srgbClr val="C8C8C6">
                    <a:alpha val="18824"/>
                  </a:srgbClr>
                </a:gs>
                <a:gs pos="28571">
                  <a:srgbClr val="C8C8C6">
                    <a:alpha val="14950"/>
                  </a:srgbClr>
                </a:gs>
                <a:gs pos="42857">
                  <a:srgbClr val="C8C8C6">
                    <a:alpha val="10077"/>
                  </a:srgbClr>
                </a:gs>
                <a:gs pos="57143">
                  <a:srgbClr val="C8C8C6">
                    <a:alpha val="5715"/>
                  </a:srgbClr>
                </a:gs>
                <a:gs pos="71429">
                  <a:srgbClr val="C8C8C6">
                    <a:alpha val="2717"/>
                  </a:srgbClr>
                </a:gs>
                <a:gs pos="85714">
                  <a:srgbClr val="C8C8C6">
                    <a:alpha val="1083"/>
                  </a:srgbClr>
                </a:gs>
                <a:gs pos="100000">
                  <a:srgbClr val="C8C8C6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4279268">
              <a:off x="2774200" y="3448178"/>
              <a:ext cx="68853" cy="18732"/>
            </a:xfrm>
            <a:prstGeom prst="ellipse">
              <a:avLst/>
            </a:prstGeom>
            <a:gradFill>
              <a:gsLst>
                <a:gs pos="0">
                  <a:srgbClr val="A7A89C">
                    <a:alpha val="19560"/>
                  </a:srgbClr>
                </a:gs>
                <a:gs pos="14286">
                  <a:srgbClr val="A7A89C">
                    <a:alpha val="18131"/>
                  </a:srgbClr>
                </a:gs>
                <a:gs pos="28571">
                  <a:srgbClr val="A7A89C">
                    <a:alpha val="14387"/>
                  </a:srgbClr>
                </a:gs>
                <a:gs pos="42857">
                  <a:srgbClr val="A7A89C">
                    <a:alpha val="9687"/>
                  </a:srgbClr>
                </a:gs>
                <a:gs pos="57143">
                  <a:srgbClr val="A7A89C">
                    <a:alpha val="5489"/>
                  </a:srgbClr>
                </a:gs>
                <a:gs pos="71429">
                  <a:srgbClr val="A7A89C">
                    <a:alpha val="2608"/>
                  </a:srgbClr>
                </a:gs>
                <a:gs pos="85714">
                  <a:srgbClr val="A7A89C">
                    <a:alpha val="1040"/>
                  </a:srgbClr>
                </a:gs>
                <a:gs pos="100000">
                  <a:srgbClr val="A7A89C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8136072">
              <a:off x="1192322" y="527231"/>
              <a:ext cx="68547" cy="19005"/>
            </a:xfrm>
            <a:prstGeom prst="ellipse">
              <a:avLst/>
            </a:prstGeom>
            <a:gradFill>
              <a:gsLst>
                <a:gs pos="0">
                  <a:srgbClr val="B9B8B0">
                    <a:alpha val="19849"/>
                  </a:srgbClr>
                </a:gs>
                <a:gs pos="14286">
                  <a:srgbClr val="B9B8B0">
                    <a:alpha val="18402"/>
                  </a:srgbClr>
                </a:gs>
                <a:gs pos="28571">
                  <a:srgbClr val="B9B8B0">
                    <a:alpha val="14606"/>
                  </a:srgbClr>
                </a:gs>
                <a:gs pos="42857">
                  <a:srgbClr val="B9B8B0">
                    <a:alpha val="9839"/>
                  </a:srgbClr>
                </a:gs>
                <a:gs pos="57143">
                  <a:srgbClr val="B9B8B0">
                    <a:alpha val="5577"/>
                  </a:srgbClr>
                </a:gs>
                <a:gs pos="71429">
                  <a:srgbClr val="B9B8B0">
                    <a:alpha val="2651"/>
                  </a:srgbClr>
                </a:gs>
                <a:gs pos="85714">
                  <a:srgbClr val="B9B8B0">
                    <a:alpha val="1057"/>
                  </a:srgbClr>
                </a:gs>
                <a:gs pos="100000">
                  <a:srgbClr val="B9B8B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4973939">
              <a:off x="2073161" y="1793913"/>
              <a:ext cx="62178" cy="17365"/>
            </a:xfrm>
            <a:prstGeom prst="ellipse">
              <a:avLst/>
            </a:prstGeom>
            <a:gradFill>
              <a:gsLst>
                <a:gs pos="0">
                  <a:srgbClr val="F1F1EE">
                    <a:alpha val="20987"/>
                  </a:srgbClr>
                </a:gs>
                <a:gs pos="14286">
                  <a:srgbClr val="F1F1EE">
                    <a:alpha val="19467"/>
                  </a:srgbClr>
                </a:gs>
                <a:gs pos="28571">
                  <a:srgbClr val="F1F1EE">
                    <a:alpha val="15473"/>
                  </a:srgbClr>
                </a:gs>
                <a:gs pos="42857">
                  <a:srgbClr val="F1F1EE">
                    <a:alpha val="10440"/>
                  </a:srgbClr>
                </a:gs>
                <a:gs pos="57143">
                  <a:srgbClr val="F1F1EE">
                    <a:alpha val="5927"/>
                  </a:srgbClr>
                </a:gs>
                <a:gs pos="71429">
                  <a:srgbClr val="F1F1EE">
                    <a:alpha val="2819"/>
                  </a:srgbClr>
                </a:gs>
                <a:gs pos="85714">
                  <a:srgbClr val="F1F1EE">
                    <a:alpha val="1125"/>
                  </a:srgbClr>
                </a:gs>
                <a:gs pos="100000">
                  <a:srgbClr val="F1F1EE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-10272817">
              <a:off x="-45901" y="1619333"/>
              <a:ext cx="860471" cy="248992"/>
            </a:xfrm>
            <a:prstGeom prst="ellipse">
              <a:avLst/>
            </a:prstGeom>
            <a:gradFill>
              <a:gsLst>
                <a:gs pos="0">
                  <a:srgbClr val="CECECE">
                    <a:alpha val="12141"/>
                  </a:srgbClr>
                </a:gs>
                <a:gs pos="14286">
                  <a:srgbClr val="CECECE">
                    <a:alpha val="11216"/>
                  </a:srgbClr>
                </a:gs>
                <a:gs pos="28571">
                  <a:srgbClr val="CECECE">
                    <a:alpha val="8823"/>
                  </a:srgbClr>
                </a:gs>
                <a:gs pos="42857">
                  <a:srgbClr val="CECECE">
                    <a:alpha val="5879"/>
                  </a:srgbClr>
                </a:gs>
                <a:gs pos="57143">
                  <a:srgbClr val="CECECE">
                    <a:alpha val="3301"/>
                  </a:srgbClr>
                </a:gs>
                <a:gs pos="71429">
                  <a:srgbClr val="CECECE">
                    <a:alpha val="1559"/>
                  </a:srgbClr>
                </a:gs>
                <a:gs pos="85714">
                  <a:srgbClr val="CECECE">
                    <a:alpha val="619"/>
                  </a:srgbClr>
                </a:gs>
                <a:gs pos="100000">
                  <a:srgbClr val="CECECE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3534548">
              <a:off x="774864" y="3289871"/>
              <a:ext cx="66915" cy="15873"/>
            </a:xfrm>
            <a:prstGeom prst="ellipse">
              <a:avLst/>
            </a:prstGeom>
            <a:gradFill>
              <a:gsLst>
                <a:gs pos="0">
                  <a:srgbClr val="7B7880">
                    <a:alpha val="15709"/>
                  </a:srgbClr>
                </a:gs>
                <a:gs pos="14286">
                  <a:srgbClr val="7B7880">
                    <a:alpha val="14535"/>
                  </a:srgbClr>
                </a:gs>
                <a:gs pos="28571">
                  <a:srgbClr val="7B7880">
                    <a:alpha val="11481"/>
                  </a:srgbClr>
                </a:gs>
                <a:gs pos="42857">
                  <a:srgbClr val="7B7880">
                    <a:alpha val="7688"/>
                  </a:srgbClr>
                </a:gs>
                <a:gs pos="57143">
                  <a:srgbClr val="7B7880">
                    <a:alpha val="4336"/>
                  </a:srgbClr>
                </a:gs>
                <a:gs pos="71429">
                  <a:srgbClr val="7B7880">
                    <a:alpha val="2053"/>
                  </a:srgbClr>
                </a:gs>
                <a:gs pos="85714">
                  <a:srgbClr val="7B7880">
                    <a:alpha val="817"/>
                  </a:srgbClr>
                </a:gs>
                <a:gs pos="100000">
                  <a:srgbClr val="7B7880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4722271">
              <a:off x="874385" y="2945405"/>
              <a:ext cx="65468" cy="18227"/>
            </a:xfrm>
            <a:prstGeom prst="ellipse">
              <a:avLst/>
            </a:prstGeom>
            <a:gradFill>
              <a:gsLst>
                <a:gs pos="0">
                  <a:srgbClr val="C6C6C3">
                    <a:alpha val="20393"/>
                  </a:srgbClr>
                </a:gs>
                <a:gs pos="14286">
                  <a:srgbClr val="C6C6C3">
                    <a:alpha val="18911"/>
                  </a:srgbClr>
                </a:gs>
                <a:gs pos="28571">
                  <a:srgbClr val="C6C6C3">
                    <a:alpha val="15021"/>
                  </a:srgbClr>
                </a:gs>
                <a:gs pos="42857">
                  <a:srgbClr val="C6C6C3">
                    <a:alpha val="10126"/>
                  </a:srgbClr>
                </a:gs>
                <a:gs pos="57143">
                  <a:srgbClr val="C6C6C3">
                    <a:alpha val="5744"/>
                  </a:srgbClr>
                </a:gs>
                <a:gs pos="71429">
                  <a:srgbClr val="C6C6C3">
                    <a:alpha val="2731"/>
                  </a:srgbClr>
                </a:gs>
                <a:gs pos="85714">
                  <a:srgbClr val="C6C6C3">
                    <a:alpha val="1089"/>
                  </a:srgbClr>
                </a:gs>
                <a:gs pos="100000">
                  <a:srgbClr val="C6C6C3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6655531">
              <a:off x="41124" y="93727"/>
              <a:ext cx="221186" cy="522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9573440">
              <a:off x="181973" y="1746170"/>
              <a:ext cx="497231" cy="682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9262870">
              <a:off x="103004" y="2458586"/>
              <a:ext cx="65658" cy="18241"/>
            </a:xfrm>
            <a:prstGeom prst="ellipse">
              <a:avLst/>
            </a:prstGeom>
            <a:gradFill>
              <a:gsLst>
                <a:gs pos="0">
                  <a:srgbClr val="C9CAC7">
                    <a:alpha val="20403"/>
                  </a:srgbClr>
                </a:gs>
                <a:gs pos="14286">
                  <a:srgbClr val="C9CAC7">
                    <a:alpha val="18920"/>
                  </a:srgbClr>
                </a:gs>
                <a:gs pos="28571">
                  <a:srgbClr val="C9CAC7">
                    <a:alpha val="15028"/>
                  </a:srgbClr>
                </a:gs>
                <a:gs pos="42857">
                  <a:srgbClr val="C9CAC7">
                    <a:alpha val="10131"/>
                  </a:srgbClr>
                </a:gs>
                <a:gs pos="57143">
                  <a:srgbClr val="C9CAC7">
                    <a:alpha val="5747"/>
                  </a:srgbClr>
                </a:gs>
                <a:gs pos="71429">
                  <a:srgbClr val="C9CAC7">
                    <a:alpha val="2732"/>
                  </a:srgbClr>
                </a:gs>
                <a:gs pos="85714">
                  <a:srgbClr val="C9CAC7">
                    <a:alpha val="1090"/>
                  </a:srgbClr>
                </a:gs>
                <a:gs pos="100000">
                  <a:srgbClr val="C9CAC7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353566">
              <a:off x="3147218" y="2638749"/>
              <a:ext cx="69298" cy="14698"/>
            </a:xfrm>
            <a:prstGeom prst="ellipse">
              <a:avLst/>
            </a:prstGeom>
            <a:gradFill>
              <a:gsLst>
                <a:gs pos="0">
                  <a:srgbClr val="A4A498">
                    <a:alpha val="19548"/>
                  </a:srgbClr>
                </a:gs>
                <a:gs pos="14286">
                  <a:srgbClr val="A4A498">
                    <a:alpha val="18120"/>
                  </a:srgbClr>
                </a:gs>
                <a:gs pos="28571">
                  <a:srgbClr val="A4A498">
                    <a:alpha val="14377"/>
                  </a:srgbClr>
                </a:gs>
                <a:gs pos="42857">
                  <a:srgbClr val="A4A498">
                    <a:alpha val="9680"/>
                  </a:srgbClr>
                </a:gs>
                <a:gs pos="57143">
                  <a:srgbClr val="A4A498">
                    <a:alpha val="5485"/>
                  </a:srgbClr>
                </a:gs>
                <a:gs pos="71429">
                  <a:srgbClr val="A4A498">
                    <a:alpha val="2606"/>
                  </a:srgbClr>
                </a:gs>
                <a:gs pos="85714">
                  <a:srgbClr val="A4A498">
                    <a:alpha val="1039"/>
                  </a:srgbClr>
                </a:gs>
                <a:gs pos="100000">
                  <a:srgbClr val="A4A498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3081425">
              <a:off x="3121629" y="2781436"/>
              <a:ext cx="64815" cy="18031"/>
            </a:xfrm>
            <a:prstGeom prst="ellipse">
              <a:avLst/>
            </a:prstGeom>
            <a:gradFill>
              <a:gsLst>
                <a:gs pos="0">
                  <a:srgbClr val="000000">
                    <a:alpha val="20525"/>
                  </a:srgbClr>
                </a:gs>
                <a:gs pos="14286">
                  <a:srgbClr val="000000">
                    <a:alpha val="19034"/>
                  </a:srgbClr>
                </a:gs>
                <a:gs pos="28571">
                  <a:srgbClr val="000000">
                    <a:alpha val="15121"/>
                  </a:srgbClr>
                </a:gs>
                <a:gs pos="42857">
                  <a:srgbClr val="000000">
                    <a:alpha val="10195"/>
                  </a:srgbClr>
                </a:gs>
                <a:gs pos="57143">
                  <a:srgbClr val="000000">
                    <a:alpha val="5784"/>
                  </a:srgbClr>
                </a:gs>
                <a:gs pos="71429">
                  <a:srgbClr val="000000">
                    <a:alpha val="2751"/>
                  </a:srgbClr>
                </a:gs>
                <a:gs pos="85714">
                  <a:srgbClr val="000000">
                    <a:alpha val="1097"/>
                  </a:srgbClr>
                </a:gs>
                <a:gs pos="100000">
                  <a:srgbClr val="000000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8310026">
              <a:off x="719769" y="798948"/>
              <a:ext cx="68161" cy="16365"/>
            </a:xfrm>
            <a:prstGeom prst="ellipse">
              <a:avLst/>
            </a:prstGeom>
            <a:gradFill>
              <a:gsLst>
                <a:gs pos="0">
                  <a:srgbClr val="938D8E">
                    <a:alpha val="17122"/>
                  </a:srgbClr>
                </a:gs>
                <a:gs pos="14286">
                  <a:srgbClr val="938D8E">
                    <a:alpha val="15853"/>
                  </a:srgbClr>
                </a:gs>
                <a:gs pos="28571">
                  <a:srgbClr val="938D8E">
                    <a:alpha val="12543"/>
                  </a:srgbClr>
                </a:gs>
                <a:gs pos="42857">
                  <a:srgbClr val="938D8E">
                    <a:alpha val="8415"/>
                  </a:srgbClr>
                </a:gs>
                <a:gs pos="57143">
                  <a:srgbClr val="938D8E">
                    <a:alpha val="4754"/>
                  </a:srgbClr>
                </a:gs>
                <a:gs pos="71429">
                  <a:srgbClr val="938D8E">
                    <a:alpha val="2254"/>
                  </a:srgbClr>
                </a:gs>
                <a:gs pos="85714">
                  <a:srgbClr val="938D8E">
                    <a:alpha val="898"/>
                  </a:srgbClr>
                </a:gs>
                <a:gs pos="100000">
                  <a:srgbClr val="938D8E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-10132041">
              <a:off x="2992618" y="1433594"/>
              <a:ext cx="624791" cy="85678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3350451">
              <a:off x="3317698" y="2396854"/>
              <a:ext cx="70048" cy="19221"/>
            </a:xfrm>
            <a:prstGeom prst="ellipse">
              <a:avLst/>
            </a:prstGeom>
            <a:gradFill>
              <a:gsLst>
                <a:gs pos="0">
                  <a:srgbClr val="64666D">
                    <a:alpha val="18811"/>
                  </a:srgbClr>
                </a:gs>
                <a:gs pos="14286">
                  <a:srgbClr val="64666D">
                    <a:alpha val="17431"/>
                  </a:srgbClr>
                </a:gs>
                <a:gs pos="28571">
                  <a:srgbClr val="64666D">
                    <a:alpha val="13819"/>
                  </a:srgbClr>
                </a:gs>
                <a:gs pos="42857">
                  <a:srgbClr val="64666D">
                    <a:alpha val="9294"/>
                  </a:srgbClr>
                </a:gs>
                <a:gs pos="57143">
                  <a:srgbClr val="64666D">
                    <a:alpha val="5262"/>
                  </a:srgbClr>
                </a:gs>
                <a:gs pos="71429">
                  <a:srgbClr val="64666D">
                    <a:alpha val="2498"/>
                  </a:srgbClr>
                </a:gs>
                <a:gs pos="85714">
                  <a:srgbClr val="64666D">
                    <a:alpha val="996"/>
                  </a:srgbClr>
                </a:gs>
                <a:gs pos="100000">
                  <a:srgbClr val="64666D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5997644">
              <a:off x="3435424" y="3006883"/>
              <a:ext cx="66875" cy="18524"/>
            </a:xfrm>
            <a:prstGeom prst="ellipse">
              <a:avLst/>
            </a:prstGeom>
            <a:gradFill>
              <a:gsLst>
                <a:gs pos="0">
                  <a:srgbClr val="000000">
                    <a:alpha val="20176"/>
                  </a:srgbClr>
                </a:gs>
                <a:gs pos="14286">
                  <a:srgbClr val="000000">
                    <a:alpha val="18708"/>
                  </a:srgbClr>
                </a:gs>
                <a:gs pos="28571">
                  <a:srgbClr val="000000">
                    <a:alpha val="14856"/>
                  </a:srgbClr>
                </a:gs>
                <a:gs pos="42857">
                  <a:srgbClr val="000000">
                    <a:alpha val="10011"/>
                  </a:srgbClr>
                </a:gs>
                <a:gs pos="57143">
                  <a:srgbClr val="000000">
                    <a:alpha val="5677"/>
                  </a:srgbClr>
                </a:gs>
                <a:gs pos="71429">
                  <a:srgbClr val="000000">
                    <a:alpha val="2699"/>
                  </a:srgbClr>
                </a:gs>
                <a:gs pos="85714">
                  <a:srgbClr val="000000">
                    <a:alpha val="1076"/>
                  </a:srgbClr>
                </a:gs>
                <a:gs pos="100000">
                  <a:srgbClr val="000000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6681996">
              <a:off x="3426362" y="2551321"/>
              <a:ext cx="67603" cy="17528"/>
            </a:xfrm>
            <a:prstGeom prst="ellipse">
              <a:avLst/>
            </a:prstGeom>
            <a:gradFill>
              <a:gsLst>
                <a:gs pos="0">
                  <a:srgbClr val="767979">
                    <a:alpha val="16156"/>
                  </a:srgbClr>
                </a:gs>
                <a:gs pos="14286">
                  <a:srgbClr val="767979">
                    <a:alpha val="14952"/>
                  </a:srgbClr>
                </a:gs>
                <a:gs pos="28571">
                  <a:srgbClr val="767979">
                    <a:alpha val="11816"/>
                  </a:srgbClr>
                </a:gs>
                <a:gs pos="42857">
                  <a:srgbClr val="767979">
                    <a:alpha val="7917"/>
                  </a:srgbClr>
                </a:gs>
                <a:gs pos="57143">
                  <a:srgbClr val="767979">
                    <a:alpha val="4467"/>
                  </a:srgbClr>
                </a:gs>
                <a:gs pos="71429">
                  <a:srgbClr val="767979">
                    <a:alpha val="2117"/>
                  </a:srgbClr>
                </a:gs>
                <a:gs pos="85714">
                  <a:srgbClr val="767979">
                    <a:alpha val="842"/>
                  </a:srgbClr>
                </a:gs>
                <a:gs pos="100000">
                  <a:srgbClr val="767979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-9804412">
              <a:off x="886444" y="2859855"/>
              <a:ext cx="565083" cy="565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10450539">
              <a:off x="2808747" y="901488"/>
              <a:ext cx="355678" cy="846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10428174">
              <a:off x="574847" y="2146890"/>
              <a:ext cx="232273" cy="1445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9102492">
              <a:off x="1688943" y="332255"/>
              <a:ext cx="69549" cy="19300"/>
            </a:xfrm>
            <a:prstGeom prst="ellipse">
              <a:avLst/>
            </a:prstGeom>
            <a:gradFill>
              <a:gsLst>
                <a:gs pos="0">
                  <a:srgbClr val="C0C1BC">
                    <a:alpha val="19602"/>
                  </a:srgbClr>
                </a:gs>
                <a:gs pos="14286">
                  <a:srgbClr val="C0C1BC">
                    <a:alpha val="18170"/>
                  </a:srgbClr>
                </a:gs>
                <a:gs pos="28571">
                  <a:srgbClr val="C0C1BC">
                    <a:alpha val="14419"/>
                  </a:srgbClr>
                </a:gs>
                <a:gs pos="42857">
                  <a:srgbClr val="C0C1BC">
                    <a:alpha val="9709"/>
                  </a:srgbClr>
                </a:gs>
                <a:gs pos="57143">
                  <a:srgbClr val="C0C1BC">
                    <a:alpha val="5502"/>
                  </a:srgbClr>
                </a:gs>
                <a:gs pos="71429">
                  <a:srgbClr val="C0C1BC">
                    <a:alpha val="2614"/>
                  </a:srgbClr>
                </a:gs>
                <a:gs pos="85714">
                  <a:srgbClr val="C0C1BC">
                    <a:alpha val="1042"/>
                  </a:srgbClr>
                </a:gs>
                <a:gs pos="100000">
                  <a:srgbClr val="C0C1BC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3708951">
              <a:off x="1260923" y="1916596"/>
              <a:ext cx="66179" cy="18355"/>
            </a:xfrm>
            <a:prstGeom prst="ellipse">
              <a:avLst/>
            </a:prstGeom>
            <a:gradFill>
              <a:gsLst>
                <a:gs pos="0">
                  <a:srgbClr val="000000">
                    <a:alpha val="20312"/>
                  </a:srgbClr>
                </a:gs>
                <a:gs pos="14286">
                  <a:srgbClr val="000000">
                    <a:alpha val="18835"/>
                  </a:srgbClr>
                </a:gs>
                <a:gs pos="28571">
                  <a:srgbClr val="000000">
                    <a:alpha val="14958"/>
                  </a:srgbClr>
                </a:gs>
                <a:gs pos="42857">
                  <a:srgbClr val="000000">
                    <a:alpha val="10083"/>
                  </a:srgbClr>
                </a:gs>
                <a:gs pos="57143">
                  <a:srgbClr val="000000">
                    <a:alpha val="5719"/>
                  </a:srgbClr>
                </a:gs>
                <a:gs pos="71429">
                  <a:srgbClr val="000000">
                    <a:alpha val="2719"/>
                  </a:srgbClr>
                </a:gs>
                <a:gs pos="85714">
                  <a:srgbClr val="000000">
                    <a:alpha val="1084"/>
                  </a:srgbClr>
                </a:gs>
                <a:gs pos="100000">
                  <a:srgbClr val="00000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9734448">
              <a:off x="3319394" y="2152857"/>
              <a:ext cx="69526" cy="19244"/>
            </a:xfrm>
            <a:prstGeom prst="ellipse">
              <a:avLst/>
            </a:prstGeom>
            <a:gradFill>
              <a:gsLst>
                <a:gs pos="0">
                  <a:srgbClr val="B4B4AB">
                    <a:alpha val="19634"/>
                  </a:srgbClr>
                </a:gs>
                <a:gs pos="14286">
                  <a:srgbClr val="B4B4AB">
                    <a:alpha val="18201"/>
                  </a:srgbClr>
                </a:gs>
                <a:gs pos="28571">
                  <a:srgbClr val="B4B4AB">
                    <a:alpha val="14443"/>
                  </a:srgbClr>
                </a:gs>
                <a:gs pos="42857">
                  <a:srgbClr val="B4B4AB">
                    <a:alpha val="9726"/>
                  </a:srgbClr>
                </a:gs>
                <a:gs pos="57143">
                  <a:srgbClr val="B4B4AB">
                    <a:alpha val="5512"/>
                  </a:srgbClr>
                </a:gs>
                <a:gs pos="71429">
                  <a:srgbClr val="B4B4AB">
                    <a:alpha val="2619"/>
                  </a:srgbClr>
                </a:gs>
                <a:gs pos="85714">
                  <a:srgbClr val="B4B4AB">
                    <a:alpha val="1044"/>
                  </a:srgbClr>
                </a:gs>
                <a:gs pos="100000">
                  <a:srgbClr val="B4B4AB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9695567">
              <a:off x="1407466" y="2200431"/>
              <a:ext cx="317055" cy="636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8875252">
              <a:off x="796475" y="851131"/>
              <a:ext cx="610085" cy="1370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5399866">
              <a:off x="2526484" y="3341683"/>
              <a:ext cx="36544" cy="36538"/>
            </a:xfrm>
            <a:prstGeom prst="ellipse">
              <a:avLst/>
            </a:prstGeom>
            <a:gradFill>
              <a:gsLst>
                <a:gs pos="0">
                  <a:srgbClr val="45424D">
                    <a:alpha val="19478"/>
                  </a:srgbClr>
                </a:gs>
                <a:gs pos="14286">
                  <a:srgbClr val="45424D">
                    <a:alpha val="18055"/>
                  </a:srgbClr>
                </a:gs>
                <a:gs pos="28571">
                  <a:srgbClr val="45424D">
                    <a:alpha val="14324"/>
                  </a:srgbClr>
                </a:gs>
                <a:gs pos="42857">
                  <a:srgbClr val="45424D">
                    <a:alpha val="9643"/>
                  </a:srgbClr>
                </a:gs>
                <a:gs pos="57143">
                  <a:srgbClr val="45424D">
                    <a:alpha val="5464"/>
                  </a:srgbClr>
                </a:gs>
                <a:gs pos="71429">
                  <a:srgbClr val="45424D">
                    <a:alpha val="2596"/>
                  </a:srgbClr>
                </a:gs>
                <a:gs pos="85714">
                  <a:srgbClr val="45424D">
                    <a:alpha val="1035"/>
                  </a:srgbClr>
                </a:gs>
                <a:gs pos="100000">
                  <a:srgbClr val="45424D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473209">
              <a:off x="2404290" y="915543"/>
              <a:ext cx="70029" cy="19322"/>
            </a:xfrm>
            <a:prstGeom prst="ellipse">
              <a:avLst/>
            </a:prstGeom>
            <a:gradFill>
              <a:gsLst>
                <a:gs pos="0">
                  <a:srgbClr val="000000">
                    <a:alpha val="19628"/>
                  </a:srgbClr>
                </a:gs>
                <a:gs pos="14286">
                  <a:srgbClr val="000000">
                    <a:alpha val="18195"/>
                  </a:srgbClr>
                </a:gs>
                <a:gs pos="28571">
                  <a:srgbClr val="000000">
                    <a:alpha val="14438"/>
                  </a:srgbClr>
                </a:gs>
                <a:gs pos="42857">
                  <a:srgbClr val="000000">
                    <a:alpha val="9722"/>
                  </a:srgbClr>
                </a:gs>
                <a:gs pos="57143">
                  <a:srgbClr val="000000">
                    <a:alpha val="5510"/>
                  </a:srgbClr>
                </a:gs>
                <a:gs pos="71429">
                  <a:srgbClr val="000000">
                    <a:alpha val="2618"/>
                  </a:srgbClr>
                </a:gs>
                <a:gs pos="85714">
                  <a:srgbClr val="000000">
                    <a:alpha val="1044"/>
                  </a:srgbClr>
                </a:gs>
                <a:gs pos="100000">
                  <a:srgbClr val="00000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-10352626">
              <a:off x="2616314" y="1356304"/>
              <a:ext cx="296298" cy="642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10103275">
              <a:off x="46897" y="2741847"/>
              <a:ext cx="64691" cy="19159"/>
            </a:xfrm>
            <a:prstGeom prst="ellipse">
              <a:avLst/>
            </a:prstGeom>
            <a:gradFill>
              <a:gsLst>
                <a:gs pos="0">
                  <a:srgbClr val="A4A39D">
                    <a:alpha val="19609"/>
                  </a:srgbClr>
                </a:gs>
                <a:gs pos="14286">
                  <a:srgbClr val="A4A39D">
                    <a:alpha val="18177"/>
                  </a:srgbClr>
                </a:gs>
                <a:gs pos="28571">
                  <a:srgbClr val="A4A39D">
                    <a:alpha val="14424"/>
                  </a:srgbClr>
                </a:gs>
                <a:gs pos="42857">
                  <a:srgbClr val="A4A39D">
                    <a:alpha val="9712"/>
                  </a:srgbClr>
                </a:gs>
                <a:gs pos="57143">
                  <a:srgbClr val="A4A39D">
                    <a:alpha val="5504"/>
                  </a:srgbClr>
                </a:gs>
                <a:gs pos="71429">
                  <a:srgbClr val="A4A39D">
                    <a:alpha val="2615"/>
                  </a:srgbClr>
                </a:gs>
                <a:gs pos="85714">
                  <a:srgbClr val="A4A39D">
                    <a:alpha val="1042"/>
                  </a:srgbClr>
                </a:gs>
                <a:gs pos="100000">
                  <a:srgbClr val="A4A39D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9324079">
              <a:off x="3214698" y="1022861"/>
              <a:ext cx="465980" cy="1165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-8258863">
              <a:off x="2529958" y="2335884"/>
              <a:ext cx="70729" cy="19441"/>
            </a:xfrm>
            <a:prstGeom prst="ellipse">
              <a:avLst/>
            </a:prstGeom>
            <a:gradFill>
              <a:gsLst>
                <a:gs pos="0">
                  <a:srgbClr val="ADAFAA">
                    <a:alpha val="19362"/>
                  </a:srgbClr>
                </a:gs>
                <a:gs pos="14286">
                  <a:srgbClr val="ADAFAA">
                    <a:alpha val="17946"/>
                  </a:srgbClr>
                </a:gs>
                <a:gs pos="28571">
                  <a:srgbClr val="ADAFAA">
                    <a:alpha val="14236"/>
                  </a:srgbClr>
                </a:gs>
                <a:gs pos="42857">
                  <a:srgbClr val="ADAFAA">
                    <a:alpha val="9583"/>
                  </a:srgbClr>
                </a:gs>
                <a:gs pos="57143">
                  <a:srgbClr val="ADAFAA">
                    <a:alpha val="5429"/>
                  </a:srgbClr>
                </a:gs>
                <a:gs pos="71429">
                  <a:srgbClr val="ADAFAA">
                    <a:alpha val="2579"/>
                  </a:srgbClr>
                </a:gs>
                <a:gs pos="85714">
                  <a:srgbClr val="ADAFAA">
                    <a:alpha val="1028"/>
                  </a:srgbClr>
                </a:gs>
                <a:gs pos="100000">
                  <a:srgbClr val="ADAFAA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6741773">
              <a:off x="2338042" y="678803"/>
              <a:ext cx="161255" cy="91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-10108512">
              <a:off x="1979507" y="1903444"/>
              <a:ext cx="65703" cy="18184"/>
            </a:xfrm>
            <a:prstGeom prst="ellipse">
              <a:avLst/>
            </a:prstGeom>
            <a:gradFill>
              <a:gsLst>
                <a:gs pos="0">
                  <a:srgbClr val="C7C8C5">
                    <a:alpha val="20399"/>
                  </a:srgbClr>
                </a:gs>
                <a:gs pos="14286">
                  <a:srgbClr val="C7C8C5">
                    <a:alpha val="18916"/>
                  </a:srgbClr>
                </a:gs>
                <a:gs pos="28571">
                  <a:srgbClr val="C7C8C5">
                    <a:alpha val="15025"/>
                  </a:srgbClr>
                </a:gs>
                <a:gs pos="42857">
                  <a:srgbClr val="C7C8C5">
                    <a:alpha val="10129"/>
                  </a:srgbClr>
                </a:gs>
                <a:gs pos="57143">
                  <a:srgbClr val="C7C8C5">
                    <a:alpha val="5746"/>
                  </a:srgbClr>
                </a:gs>
                <a:gs pos="71429">
                  <a:srgbClr val="C7C8C5">
                    <a:alpha val="2732"/>
                  </a:srgbClr>
                </a:gs>
                <a:gs pos="85714">
                  <a:srgbClr val="C7C8C5">
                    <a:alpha val="1089"/>
                  </a:srgbClr>
                </a:gs>
                <a:gs pos="100000">
                  <a:srgbClr val="C7C8C5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10535582">
              <a:off x="2401473" y="906586"/>
              <a:ext cx="69122" cy="16021"/>
            </a:xfrm>
            <a:prstGeom prst="ellipse">
              <a:avLst/>
            </a:prstGeom>
            <a:gradFill>
              <a:gsLst>
                <a:gs pos="0">
                  <a:srgbClr val="AFB0AC">
                    <a:alpha val="19737"/>
                  </a:srgbClr>
                </a:gs>
                <a:gs pos="14286">
                  <a:srgbClr val="AFB0AC">
                    <a:alpha val="18297"/>
                  </a:srgbClr>
                </a:gs>
                <a:gs pos="28571">
                  <a:srgbClr val="AFB0AC">
                    <a:alpha val="14521"/>
                  </a:srgbClr>
                </a:gs>
                <a:gs pos="42857">
                  <a:srgbClr val="AFB0AC">
                    <a:alpha val="9780"/>
                  </a:srgbClr>
                </a:gs>
                <a:gs pos="57143">
                  <a:srgbClr val="AFB0AC">
                    <a:alpha val="5543"/>
                  </a:srgbClr>
                </a:gs>
                <a:gs pos="71429">
                  <a:srgbClr val="AFB0AC">
                    <a:alpha val="2634"/>
                  </a:srgbClr>
                </a:gs>
                <a:gs pos="85714">
                  <a:srgbClr val="AFB0AC">
                    <a:alpha val="1050"/>
                  </a:srgbClr>
                </a:gs>
                <a:gs pos="100000">
                  <a:srgbClr val="AFB0AC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8523866">
              <a:off x="2828584" y="82392"/>
              <a:ext cx="70836" cy="19600"/>
            </a:xfrm>
            <a:prstGeom prst="ellipse">
              <a:avLst/>
            </a:prstGeom>
            <a:gradFill>
              <a:gsLst>
                <a:gs pos="0">
                  <a:srgbClr val="B3B3B0">
                    <a:alpha val="19429"/>
                  </a:srgbClr>
                </a:gs>
                <a:gs pos="14286">
                  <a:srgbClr val="B3B3B0">
                    <a:alpha val="18009"/>
                  </a:srgbClr>
                </a:gs>
                <a:gs pos="28571">
                  <a:srgbClr val="B3B3B0">
                    <a:alpha val="14287"/>
                  </a:srgbClr>
                </a:gs>
                <a:gs pos="42857">
                  <a:srgbClr val="B3B3B0">
                    <a:alpha val="9618"/>
                  </a:srgbClr>
                </a:gs>
                <a:gs pos="57143">
                  <a:srgbClr val="B3B3B0">
                    <a:alpha val="5449"/>
                  </a:srgbClr>
                </a:gs>
                <a:gs pos="71429">
                  <a:srgbClr val="B3B3B0">
                    <a:alpha val="2589"/>
                  </a:srgbClr>
                </a:gs>
                <a:gs pos="85714">
                  <a:srgbClr val="B3B3B0">
                    <a:alpha val="1032"/>
                  </a:srgbClr>
                </a:gs>
                <a:gs pos="100000">
                  <a:srgbClr val="B3B3B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4721564">
              <a:off x="1079596" y="3141447"/>
              <a:ext cx="583141" cy="526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8877911">
              <a:off x="2250711" y="943023"/>
              <a:ext cx="69897" cy="19293"/>
            </a:xfrm>
            <a:prstGeom prst="ellipse">
              <a:avLst/>
            </a:prstGeom>
            <a:gradFill>
              <a:gsLst>
                <a:gs pos="0">
                  <a:srgbClr val="C5C5C1">
                    <a:alpha val="19610"/>
                  </a:srgbClr>
                </a:gs>
                <a:gs pos="14286">
                  <a:srgbClr val="C5C5C1">
                    <a:alpha val="18178"/>
                  </a:srgbClr>
                </a:gs>
                <a:gs pos="28571">
                  <a:srgbClr val="C5C5C1">
                    <a:alpha val="14425"/>
                  </a:srgbClr>
                </a:gs>
                <a:gs pos="42857">
                  <a:srgbClr val="C5C5C1">
                    <a:alpha val="9713"/>
                  </a:srgbClr>
                </a:gs>
                <a:gs pos="57143">
                  <a:srgbClr val="C5C5C1">
                    <a:alpha val="5504"/>
                  </a:srgbClr>
                </a:gs>
                <a:gs pos="71429">
                  <a:srgbClr val="C5C5C1">
                    <a:alpha val="2615"/>
                  </a:srgbClr>
                </a:gs>
                <a:gs pos="85714">
                  <a:srgbClr val="C5C5C1">
                    <a:alpha val="1042"/>
                  </a:srgbClr>
                </a:gs>
                <a:gs pos="100000">
                  <a:srgbClr val="C5C5C1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8875916">
              <a:off x="515618" y="2836422"/>
              <a:ext cx="212378" cy="809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10585218">
              <a:off x="1575670" y="789060"/>
              <a:ext cx="67173" cy="18540"/>
            </a:xfrm>
            <a:prstGeom prst="ellipse">
              <a:avLst/>
            </a:prstGeom>
            <a:gradFill>
              <a:gsLst>
                <a:gs pos="0">
                  <a:srgbClr val="000000">
                    <a:alpha val="20137"/>
                  </a:srgbClr>
                </a:gs>
                <a:gs pos="14286">
                  <a:srgbClr val="000000">
                    <a:alpha val="18671"/>
                  </a:srgbClr>
                </a:gs>
                <a:gs pos="28571">
                  <a:srgbClr val="000000">
                    <a:alpha val="14825"/>
                  </a:srgbClr>
                </a:gs>
                <a:gs pos="42857">
                  <a:srgbClr val="000000">
                    <a:alpha val="9990"/>
                  </a:srgbClr>
                </a:gs>
                <a:gs pos="57143">
                  <a:srgbClr val="000000">
                    <a:alpha val="5665"/>
                  </a:srgbClr>
                </a:gs>
                <a:gs pos="71429">
                  <a:srgbClr val="000000">
                    <a:alpha val="2693"/>
                  </a:srgbClr>
                </a:gs>
                <a:gs pos="85714">
                  <a:srgbClr val="000000">
                    <a:alpha val="1074"/>
                  </a:srgbClr>
                </a:gs>
                <a:gs pos="100000">
                  <a:srgbClr val="0000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-9434955">
              <a:off x="2660618" y="1191391"/>
              <a:ext cx="65206" cy="18122"/>
            </a:xfrm>
            <a:prstGeom prst="ellipse">
              <a:avLst/>
            </a:prstGeom>
            <a:gradFill>
              <a:gsLst>
                <a:gs pos="0">
                  <a:srgbClr val="BCBCB7">
                    <a:alpha val="20475"/>
                  </a:srgbClr>
                </a:gs>
                <a:gs pos="14286">
                  <a:srgbClr val="BCBCB7">
                    <a:alpha val="18987"/>
                  </a:srgbClr>
                </a:gs>
                <a:gs pos="28571">
                  <a:srgbClr val="BCBCB7">
                    <a:alpha val="15083"/>
                  </a:srgbClr>
                </a:gs>
                <a:gs pos="42857">
                  <a:srgbClr val="BCBCB7">
                    <a:alpha val="10169"/>
                  </a:srgbClr>
                </a:gs>
                <a:gs pos="57143">
                  <a:srgbClr val="BCBCB7">
                    <a:alpha val="5769"/>
                  </a:srgbClr>
                </a:gs>
                <a:gs pos="71429">
                  <a:srgbClr val="BCBCB7">
                    <a:alpha val="2743"/>
                  </a:srgbClr>
                </a:gs>
                <a:gs pos="85714">
                  <a:srgbClr val="BCBCB7">
                    <a:alpha val="1094"/>
                  </a:srgbClr>
                </a:gs>
                <a:gs pos="100000">
                  <a:srgbClr val="BCBCB7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627119">
              <a:off x="3360638" y="1097743"/>
              <a:ext cx="60961" cy="16998"/>
            </a:xfrm>
            <a:prstGeom prst="ellipse">
              <a:avLst/>
            </a:prstGeom>
            <a:gradFill>
              <a:gsLst>
                <a:gs pos="0">
                  <a:srgbClr val="E8E8E6">
                    <a:alpha val="21233"/>
                  </a:srgbClr>
                </a:gs>
                <a:gs pos="14286">
                  <a:srgbClr val="E8E8E6">
                    <a:alpha val="19698"/>
                  </a:srgbClr>
                </a:gs>
                <a:gs pos="28571">
                  <a:srgbClr val="E8E8E6">
                    <a:alpha val="15662"/>
                  </a:srgbClr>
                </a:gs>
                <a:gs pos="42857">
                  <a:srgbClr val="E8E8E6">
                    <a:alpha val="10571"/>
                  </a:srgbClr>
                </a:gs>
                <a:gs pos="57143">
                  <a:srgbClr val="E8E8E6">
                    <a:alpha val="6003"/>
                  </a:srgbClr>
                </a:gs>
                <a:gs pos="71429">
                  <a:srgbClr val="E8E8E6">
                    <a:alpha val="2856"/>
                  </a:srgbClr>
                </a:gs>
                <a:gs pos="85714">
                  <a:srgbClr val="E8E8E6">
                    <a:alpha val="1139"/>
                  </a:srgbClr>
                </a:gs>
                <a:gs pos="100000">
                  <a:srgbClr val="E8E8E6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754651">
              <a:off x="1173672" y="771595"/>
              <a:ext cx="66808" cy="18521"/>
            </a:xfrm>
            <a:prstGeom prst="ellipse">
              <a:avLst/>
            </a:prstGeom>
            <a:gradFill>
              <a:gsLst>
                <a:gs pos="0">
                  <a:srgbClr val="DADAD9">
                    <a:alpha val="20203"/>
                  </a:srgbClr>
                </a:gs>
                <a:gs pos="14286">
                  <a:srgbClr val="DADAD9">
                    <a:alpha val="18733"/>
                  </a:srgbClr>
                </a:gs>
                <a:gs pos="28571">
                  <a:srgbClr val="DADAD9">
                    <a:alpha val="14875"/>
                  </a:srgbClr>
                </a:gs>
                <a:gs pos="42857">
                  <a:srgbClr val="DADAD9">
                    <a:alpha val="10025"/>
                  </a:srgbClr>
                </a:gs>
                <a:gs pos="57143">
                  <a:srgbClr val="DADAD9">
                    <a:alpha val="5685"/>
                  </a:srgbClr>
                </a:gs>
                <a:gs pos="71429">
                  <a:srgbClr val="DADAD9">
                    <a:alpha val="2703"/>
                  </a:srgbClr>
                </a:gs>
                <a:gs pos="85714">
                  <a:srgbClr val="DADAD9">
                    <a:alpha val="1078"/>
                  </a:srgbClr>
                </a:gs>
                <a:gs pos="100000">
                  <a:srgbClr val="DADAD9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4058431">
              <a:off x="782783" y="1658371"/>
              <a:ext cx="192816" cy="675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2996753">
              <a:off x="490789" y="839488"/>
              <a:ext cx="173682" cy="905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6992704">
              <a:off x="2791838" y="194011"/>
              <a:ext cx="70161" cy="15396"/>
            </a:xfrm>
            <a:prstGeom prst="ellipse">
              <a:avLst/>
            </a:prstGeom>
            <a:gradFill>
              <a:gsLst>
                <a:gs pos="0">
                  <a:srgbClr val="999D92">
                    <a:alpha val="17523"/>
                  </a:srgbClr>
                </a:gs>
                <a:gs pos="14286">
                  <a:srgbClr val="999D92">
                    <a:alpha val="16228"/>
                  </a:srgbClr>
                </a:gs>
                <a:gs pos="28571">
                  <a:srgbClr val="999D92">
                    <a:alpha val="12845"/>
                  </a:srgbClr>
                </a:gs>
                <a:gs pos="42857">
                  <a:srgbClr val="999D92">
                    <a:alpha val="8623"/>
                  </a:srgbClr>
                </a:gs>
                <a:gs pos="57143">
                  <a:srgbClr val="999D92">
                    <a:alpha val="4874"/>
                  </a:srgbClr>
                </a:gs>
                <a:gs pos="71429">
                  <a:srgbClr val="999D92">
                    <a:alpha val="2312"/>
                  </a:srgbClr>
                </a:gs>
                <a:gs pos="85714">
                  <a:srgbClr val="999D92">
                    <a:alpha val="921"/>
                  </a:srgbClr>
                </a:gs>
                <a:gs pos="100000">
                  <a:srgbClr val="999D92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10348332">
              <a:off x="859999" y="2360789"/>
              <a:ext cx="442289" cy="808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6321268">
              <a:off x="2053923" y="3368743"/>
              <a:ext cx="66110" cy="18556"/>
            </a:xfrm>
            <a:prstGeom prst="ellipse">
              <a:avLst/>
            </a:prstGeom>
            <a:gradFill>
              <a:gsLst>
                <a:gs pos="0">
                  <a:srgbClr val="BCBCBB">
                    <a:alpha val="20166"/>
                  </a:srgbClr>
                </a:gs>
                <a:gs pos="14286">
                  <a:srgbClr val="BCBCBB">
                    <a:alpha val="18699"/>
                  </a:srgbClr>
                </a:gs>
                <a:gs pos="28571">
                  <a:srgbClr val="BCBCBB">
                    <a:alpha val="14848"/>
                  </a:srgbClr>
                </a:gs>
                <a:gs pos="42857">
                  <a:srgbClr val="BCBCBB">
                    <a:alpha val="10006"/>
                  </a:srgbClr>
                </a:gs>
                <a:gs pos="57143">
                  <a:srgbClr val="BCBCBB">
                    <a:alpha val="5674"/>
                  </a:srgbClr>
                </a:gs>
                <a:gs pos="71429">
                  <a:srgbClr val="BCBCBB">
                    <a:alpha val="2697"/>
                  </a:srgbClr>
                </a:gs>
                <a:gs pos="85714">
                  <a:srgbClr val="BCBCBB">
                    <a:alpha val="1075"/>
                  </a:srgbClr>
                </a:gs>
                <a:gs pos="100000">
                  <a:srgbClr val="BCBCBB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-9295807">
              <a:off x="966674" y="1639998"/>
              <a:ext cx="68154" cy="15543"/>
            </a:xfrm>
            <a:prstGeom prst="ellipse">
              <a:avLst/>
            </a:prstGeom>
            <a:gradFill>
              <a:gsLst>
                <a:gs pos="0">
                  <a:srgbClr val="686867">
                    <a:alpha val="17846"/>
                  </a:srgbClr>
                </a:gs>
                <a:gs pos="14286">
                  <a:srgbClr val="686867">
                    <a:alpha val="16530"/>
                  </a:srgbClr>
                </a:gs>
                <a:gs pos="28571">
                  <a:srgbClr val="686867">
                    <a:alpha val="13089"/>
                  </a:srgbClr>
                </a:gs>
                <a:gs pos="42857">
                  <a:srgbClr val="686867">
                    <a:alpha val="8791"/>
                  </a:srgbClr>
                </a:gs>
                <a:gs pos="57143">
                  <a:srgbClr val="686867">
                    <a:alpha val="4971"/>
                  </a:srgbClr>
                </a:gs>
                <a:gs pos="71429">
                  <a:srgbClr val="686867">
                    <a:alpha val="2358"/>
                  </a:srgbClr>
                </a:gs>
                <a:gs pos="85714">
                  <a:srgbClr val="686867">
                    <a:alpha val="939"/>
                  </a:srgbClr>
                </a:gs>
                <a:gs pos="100000">
                  <a:srgbClr val="686867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-8648623">
              <a:off x="905481" y="694978"/>
              <a:ext cx="63383" cy="17662"/>
            </a:xfrm>
            <a:prstGeom prst="ellipse">
              <a:avLst/>
            </a:prstGeom>
            <a:gradFill>
              <a:gsLst>
                <a:gs pos="0">
                  <a:srgbClr val="000000">
                    <a:alpha val="20785"/>
                  </a:srgbClr>
                </a:gs>
                <a:gs pos="14286">
                  <a:srgbClr val="000000">
                    <a:alpha val="19278"/>
                  </a:srgbClr>
                </a:gs>
                <a:gs pos="28571">
                  <a:srgbClr val="000000">
                    <a:alpha val="15319"/>
                  </a:srgbClr>
                </a:gs>
                <a:gs pos="42857">
                  <a:srgbClr val="000000">
                    <a:alpha val="10333"/>
                  </a:srgbClr>
                </a:gs>
                <a:gs pos="57143">
                  <a:srgbClr val="000000">
                    <a:alpha val="5864"/>
                  </a:srgbClr>
                </a:gs>
                <a:gs pos="71429">
                  <a:srgbClr val="000000">
                    <a:alpha val="2789"/>
                  </a:srgbClr>
                </a:gs>
                <a:gs pos="85714">
                  <a:srgbClr val="000000">
                    <a:alpha val="1112"/>
                  </a:srgbClr>
                </a:gs>
                <a:gs pos="100000">
                  <a:srgbClr val="0000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3900800">
              <a:off x="1189176" y="878523"/>
              <a:ext cx="67140" cy="18604"/>
            </a:xfrm>
            <a:prstGeom prst="ellipse">
              <a:avLst/>
            </a:prstGeom>
            <a:gradFill>
              <a:gsLst>
                <a:gs pos="0">
                  <a:srgbClr val="F5F5F4">
                    <a:alpha val="20150"/>
                  </a:srgbClr>
                </a:gs>
                <a:gs pos="14286">
                  <a:srgbClr val="F5F5F4">
                    <a:alpha val="18683"/>
                  </a:srgbClr>
                </a:gs>
                <a:gs pos="28571">
                  <a:srgbClr val="F5F5F4">
                    <a:alpha val="14835"/>
                  </a:srgbClr>
                </a:gs>
                <a:gs pos="42857">
                  <a:srgbClr val="F5F5F4">
                    <a:alpha val="9997"/>
                  </a:srgbClr>
                </a:gs>
                <a:gs pos="57143">
                  <a:srgbClr val="F5F5F4">
                    <a:alpha val="5669"/>
                  </a:srgbClr>
                </a:gs>
                <a:gs pos="71429">
                  <a:srgbClr val="F5F5F4">
                    <a:alpha val="2695"/>
                  </a:srgbClr>
                </a:gs>
                <a:gs pos="85714">
                  <a:srgbClr val="F5F5F4">
                    <a:alpha val="1074"/>
                  </a:srgbClr>
                </a:gs>
                <a:gs pos="100000">
                  <a:srgbClr val="F5F5F4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10092576">
              <a:off x="1617116" y="2471599"/>
              <a:ext cx="66821" cy="15451"/>
            </a:xfrm>
            <a:prstGeom prst="ellipse">
              <a:avLst/>
            </a:prstGeom>
            <a:gradFill>
              <a:gsLst>
                <a:gs pos="0">
                  <a:srgbClr val="838284">
                    <a:alpha val="14612"/>
                  </a:srgbClr>
                </a:gs>
                <a:gs pos="14286">
                  <a:srgbClr val="838284">
                    <a:alpha val="13514"/>
                  </a:srgbClr>
                </a:gs>
                <a:gs pos="28571">
                  <a:srgbClr val="838284">
                    <a:alpha val="10661"/>
                  </a:srgbClr>
                </a:gs>
                <a:gs pos="42857">
                  <a:srgbClr val="838284">
                    <a:alpha val="7128"/>
                  </a:srgbClr>
                </a:gs>
                <a:gs pos="57143">
                  <a:srgbClr val="838284">
                    <a:alpha val="4014"/>
                  </a:srgbClr>
                </a:gs>
                <a:gs pos="71429">
                  <a:srgbClr val="838284">
                    <a:alpha val="1900"/>
                  </a:srgbClr>
                </a:gs>
                <a:gs pos="85714">
                  <a:srgbClr val="838284">
                    <a:alpha val="756"/>
                  </a:srgbClr>
                </a:gs>
                <a:gs pos="100000">
                  <a:srgbClr val="838284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-8119805">
              <a:off x="335337" y="689219"/>
              <a:ext cx="529084" cy="1322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10657648">
              <a:off x="3308865" y="323154"/>
              <a:ext cx="70344" cy="18899"/>
            </a:xfrm>
            <a:prstGeom prst="ellipse">
              <a:avLst/>
            </a:prstGeom>
            <a:gradFill>
              <a:gsLst>
                <a:gs pos="0">
                  <a:srgbClr val="7E7C7D">
                    <a:alpha val="15170"/>
                  </a:srgbClr>
                </a:gs>
                <a:gs pos="14286">
                  <a:srgbClr val="7E7C7D">
                    <a:alpha val="14034"/>
                  </a:srgbClr>
                </a:gs>
                <a:gs pos="28571">
                  <a:srgbClr val="7E7C7D">
                    <a:alpha val="11078"/>
                  </a:srgbClr>
                </a:gs>
                <a:gs pos="42857">
                  <a:srgbClr val="7E7C7D">
                    <a:alpha val="7412"/>
                  </a:srgbClr>
                </a:gs>
                <a:gs pos="57143">
                  <a:srgbClr val="7E7C7D">
                    <a:alpha val="4177"/>
                  </a:srgbClr>
                </a:gs>
                <a:gs pos="71429">
                  <a:srgbClr val="7E7C7D">
                    <a:alpha val="1978"/>
                  </a:srgbClr>
                </a:gs>
                <a:gs pos="85714">
                  <a:srgbClr val="7E7C7D">
                    <a:alpha val="787"/>
                  </a:srgbClr>
                </a:gs>
                <a:gs pos="100000">
                  <a:srgbClr val="7E7C7D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7196108">
              <a:off x="2194070" y="1656244"/>
              <a:ext cx="67473" cy="18689"/>
            </a:xfrm>
            <a:prstGeom prst="ellipse">
              <a:avLst/>
            </a:prstGeom>
            <a:gradFill>
              <a:gsLst>
                <a:gs pos="0">
                  <a:srgbClr val="EAEAE6">
                    <a:alpha val="20085"/>
                  </a:srgbClr>
                </a:gs>
                <a:gs pos="14286">
                  <a:srgbClr val="EAEAE6">
                    <a:alpha val="18623"/>
                  </a:srgbClr>
                </a:gs>
                <a:gs pos="28571">
                  <a:srgbClr val="EAEAE6">
                    <a:alpha val="14786"/>
                  </a:srgbClr>
                </a:gs>
                <a:gs pos="42857">
                  <a:srgbClr val="EAEAE6">
                    <a:alpha val="9963"/>
                  </a:srgbClr>
                </a:gs>
                <a:gs pos="57143">
                  <a:srgbClr val="EAEAE6">
                    <a:alpha val="5650"/>
                  </a:srgbClr>
                </a:gs>
                <a:gs pos="71429">
                  <a:srgbClr val="EAEAE6">
                    <a:alpha val="2685"/>
                  </a:srgbClr>
                </a:gs>
                <a:gs pos="85714">
                  <a:srgbClr val="EAEAE6">
                    <a:alpha val="1071"/>
                  </a:srgbClr>
                </a:gs>
                <a:gs pos="100000">
                  <a:srgbClr val="EAEAE6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6480628">
              <a:off x="3401447" y="1396272"/>
              <a:ext cx="70785" cy="19674"/>
            </a:xfrm>
            <a:prstGeom prst="ellipse">
              <a:avLst/>
            </a:prstGeom>
            <a:gradFill>
              <a:gsLst>
                <a:gs pos="0">
                  <a:srgbClr val="3E3B3E">
                    <a:alpha val="19321"/>
                  </a:srgbClr>
                </a:gs>
                <a:gs pos="14286">
                  <a:srgbClr val="3E3B3E">
                    <a:alpha val="17908"/>
                  </a:srgbClr>
                </a:gs>
                <a:gs pos="28571">
                  <a:srgbClr val="3E3B3E">
                    <a:alpha val="14206"/>
                  </a:srgbClr>
                </a:gs>
                <a:gs pos="42857">
                  <a:srgbClr val="3E3B3E">
                    <a:alpha val="9561"/>
                  </a:srgbClr>
                </a:gs>
                <a:gs pos="57143">
                  <a:srgbClr val="3E3B3E">
                    <a:alpha val="5416"/>
                  </a:srgbClr>
                </a:gs>
                <a:gs pos="71429">
                  <a:srgbClr val="3E3B3E">
                    <a:alpha val="2573"/>
                  </a:srgbClr>
                </a:gs>
                <a:gs pos="85714">
                  <a:srgbClr val="3E3B3E">
                    <a:alpha val="1025"/>
                  </a:srgbClr>
                </a:gs>
                <a:gs pos="100000">
                  <a:srgbClr val="3E3B3E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6518584">
              <a:off x="862237" y="2427967"/>
              <a:ext cx="70819" cy="19710"/>
            </a:xfrm>
            <a:prstGeom prst="ellipse">
              <a:avLst/>
            </a:prstGeom>
            <a:gradFill>
              <a:gsLst>
                <a:gs pos="0">
                  <a:srgbClr val="2E3850">
                    <a:alpha val="19238"/>
                  </a:srgbClr>
                </a:gs>
                <a:gs pos="14286">
                  <a:srgbClr val="2E3850">
                    <a:alpha val="17830"/>
                  </a:srgbClr>
                </a:gs>
                <a:gs pos="28571">
                  <a:srgbClr val="2E3850">
                    <a:alpha val="14142"/>
                  </a:srgbClr>
                </a:gs>
                <a:gs pos="42857">
                  <a:srgbClr val="2E3850">
                    <a:alpha val="9517"/>
                  </a:srgbClr>
                </a:gs>
                <a:gs pos="57143">
                  <a:srgbClr val="2E3850">
                    <a:alpha val="5391"/>
                  </a:srgbClr>
                </a:gs>
                <a:gs pos="71429">
                  <a:srgbClr val="2E3850">
                    <a:alpha val="2561"/>
                  </a:srgbClr>
                </a:gs>
                <a:gs pos="85714">
                  <a:srgbClr val="2E3850">
                    <a:alpha val="1021"/>
                  </a:srgbClr>
                </a:gs>
                <a:gs pos="100000">
                  <a:srgbClr val="2E385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8302317">
              <a:off x="1362199" y="3496162"/>
              <a:ext cx="60801" cy="17003"/>
            </a:xfrm>
            <a:prstGeom prst="ellipse">
              <a:avLst/>
            </a:prstGeom>
            <a:gradFill>
              <a:gsLst>
                <a:gs pos="0">
                  <a:srgbClr val="D5D4D1">
                    <a:alpha val="21249"/>
                  </a:srgbClr>
                </a:gs>
                <a:gs pos="14286">
                  <a:srgbClr val="D5D4D1">
                    <a:alpha val="19712"/>
                  </a:srgbClr>
                </a:gs>
                <a:gs pos="28571">
                  <a:srgbClr val="D5D4D1">
                    <a:alpha val="15673"/>
                  </a:srgbClr>
                </a:gs>
                <a:gs pos="42857">
                  <a:srgbClr val="D5D4D1">
                    <a:alpha val="10579"/>
                  </a:srgbClr>
                </a:gs>
                <a:gs pos="57143">
                  <a:srgbClr val="D5D4D1">
                    <a:alpha val="6008"/>
                  </a:srgbClr>
                </a:gs>
                <a:gs pos="71429">
                  <a:srgbClr val="D5D4D1">
                    <a:alpha val="2859"/>
                  </a:srgbClr>
                </a:gs>
                <a:gs pos="85714">
                  <a:srgbClr val="D5D4D1">
                    <a:alpha val="1140"/>
                  </a:srgbClr>
                </a:gs>
                <a:gs pos="100000">
                  <a:srgbClr val="D5D4D1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6630442">
              <a:off x="6060" y="3505465"/>
              <a:ext cx="335822" cy="918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9850905">
              <a:off x="2958507" y="2745376"/>
              <a:ext cx="524871" cy="243856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6457489">
              <a:off x="44617" y="474549"/>
              <a:ext cx="66870" cy="18497"/>
            </a:xfrm>
            <a:prstGeom prst="ellipse">
              <a:avLst/>
            </a:prstGeom>
            <a:gradFill>
              <a:gsLst>
                <a:gs pos="0">
                  <a:srgbClr val="C9C9C5">
                    <a:alpha val="20187"/>
                  </a:srgbClr>
                </a:gs>
                <a:gs pos="14286">
                  <a:srgbClr val="C9C9C5">
                    <a:alpha val="18718"/>
                  </a:srgbClr>
                </a:gs>
                <a:gs pos="28571">
                  <a:srgbClr val="C9C9C5">
                    <a:alpha val="14864"/>
                  </a:srgbClr>
                </a:gs>
                <a:gs pos="42857">
                  <a:srgbClr val="C9C9C5">
                    <a:alpha val="10017"/>
                  </a:srgbClr>
                </a:gs>
                <a:gs pos="57143">
                  <a:srgbClr val="C9C9C5">
                    <a:alpha val="5681"/>
                  </a:srgbClr>
                </a:gs>
                <a:gs pos="71429">
                  <a:srgbClr val="C9C9C5">
                    <a:alpha val="2701"/>
                  </a:srgbClr>
                </a:gs>
                <a:gs pos="85714">
                  <a:srgbClr val="C9C9C5">
                    <a:alpha val="1077"/>
                  </a:srgbClr>
                </a:gs>
                <a:gs pos="100000">
                  <a:srgbClr val="C9C9C5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-8668469">
              <a:off x="1796375" y="588465"/>
              <a:ext cx="431152" cy="754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2708307">
              <a:off x="2636574" y="2969386"/>
              <a:ext cx="65551" cy="19359"/>
            </a:xfrm>
            <a:prstGeom prst="ellipse">
              <a:avLst/>
            </a:prstGeom>
            <a:gradFill>
              <a:gsLst>
                <a:gs pos="0">
                  <a:srgbClr val="A9A89D">
                    <a:alpha val="19474"/>
                  </a:srgbClr>
                </a:gs>
                <a:gs pos="14286">
                  <a:srgbClr val="A9A89D">
                    <a:alpha val="18051"/>
                  </a:srgbClr>
                </a:gs>
                <a:gs pos="28571">
                  <a:srgbClr val="A9A89D">
                    <a:alpha val="14321"/>
                  </a:srgbClr>
                </a:gs>
                <a:gs pos="42857">
                  <a:srgbClr val="A9A89D">
                    <a:alpha val="9641"/>
                  </a:srgbClr>
                </a:gs>
                <a:gs pos="57143">
                  <a:srgbClr val="A9A89D">
                    <a:alpha val="5463"/>
                  </a:srgbClr>
                </a:gs>
                <a:gs pos="71429">
                  <a:srgbClr val="A9A89D">
                    <a:alpha val="2595"/>
                  </a:srgbClr>
                </a:gs>
                <a:gs pos="85714">
                  <a:srgbClr val="A9A89D">
                    <a:alpha val="1034"/>
                  </a:srgbClr>
                </a:gs>
                <a:gs pos="100000">
                  <a:srgbClr val="A9A89D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10615974">
              <a:off x="1857322" y="2095646"/>
              <a:ext cx="70529" cy="15117"/>
            </a:xfrm>
            <a:prstGeom prst="ellipse">
              <a:avLst/>
            </a:prstGeom>
            <a:gradFill>
              <a:gsLst>
                <a:gs pos="0">
                  <a:srgbClr val="A4A397">
                    <a:alpha val="18668"/>
                  </a:srgbClr>
                </a:gs>
                <a:gs pos="14286">
                  <a:srgbClr val="A4A397">
                    <a:alpha val="17298"/>
                  </a:srgbClr>
                </a:gs>
                <a:gs pos="28571">
                  <a:srgbClr val="A4A397">
                    <a:alpha val="13711"/>
                  </a:srgbClr>
                </a:gs>
                <a:gs pos="42857">
                  <a:srgbClr val="A4A397">
                    <a:alpha val="9219"/>
                  </a:srgbClr>
                </a:gs>
                <a:gs pos="57143">
                  <a:srgbClr val="A4A397">
                    <a:alpha val="5218"/>
                  </a:srgbClr>
                </a:gs>
                <a:gs pos="71429">
                  <a:srgbClr val="A4A397">
                    <a:alpha val="2478"/>
                  </a:srgbClr>
                </a:gs>
                <a:gs pos="85714">
                  <a:srgbClr val="A4A397">
                    <a:alpha val="987"/>
                  </a:srgbClr>
                </a:gs>
                <a:gs pos="100000">
                  <a:srgbClr val="A4A397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7371373">
              <a:off x="3482511" y="3122349"/>
              <a:ext cx="153052" cy="791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117086">
              <a:off x="1393246" y="3326520"/>
              <a:ext cx="66131" cy="18333"/>
            </a:xfrm>
            <a:prstGeom prst="ellipse">
              <a:avLst/>
            </a:prstGeom>
            <a:gradFill>
              <a:gsLst>
                <a:gs pos="0">
                  <a:srgbClr val="D7D7D7">
                    <a:alpha val="20328"/>
                  </a:srgbClr>
                </a:gs>
                <a:gs pos="14286">
                  <a:srgbClr val="D7D7D7">
                    <a:alpha val="18850"/>
                  </a:srgbClr>
                </a:gs>
                <a:gs pos="28571">
                  <a:srgbClr val="D7D7D7">
                    <a:alpha val="14971"/>
                  </a:srgbClr>
                </a:gs>
                <a:gs pos="42857">
                  <a:srgbClr val="D7D7D7">
                    <a:alpha val="10091"/>
                  </a:srgbClr>
                </a:gs>
                <a:gs pos="57143">
                  <a:srgbClr val="D7D7D7">
                    <a:alpha val="5724"/>
                  </a:srgbClr>
                </a:gs>
                <a:gs pos="71429">
                  <a:srgbClr val="D7D7D7">
                    <a:alpha val="2721"/>
                  </a:srgbClr>
                </a:gs>
                <a:gs pos="85714">
                  <a:srgbClr val="D7D7D7">
                    <a:alpha val="1085"/>
                  </a:srgbClr>
                </a:gs>
                <a:gs pos="100000">
                  <a:srgbClr val="D7D7D7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9916375">
              <a:off x="1766897" y="2460598"/>
              <a:ext cx="61399" cy="17155"/>
            </a:xfrm>
            <a:prstGeom prst="ellipse">
              <a:avLst/>
            </a:prstGeom>
            <a:gradFill>
              <a:gsLst>
                <a:gs pos="0">
                  <a:srgbClr val="E5E5E1">
                    <a:alpha val="21156"/>
                  </a:srgbClr>
                </a:gs>
                <a:gs pos="14286">
                  <a:srgbClr val="E5E5E1">
                    <a:alpha val="19626"/>
                  </a:srgbClr>
                </a:gs>
                <a:gs pos="28571">
                  <a:srgbClr val="E5E5E1">
                    <a:alpha val="15603"/>
                  </a:srgbClr>
                </a:gs>
                <a:gs pos="42857">
                  <a:srgbClr val="E5E5E1">
                    <a:alpha val="10530"/>
                  </a:srgbClr>
                </a:gs>
                <a:gs pos="57143">
                  <a:srgbClr val="E5E5E1">
                    <a:alpha val="5979"/>
                  </a:srgbClr>
                </a:gs>
                <a:gs pos="71429">
                  <a:srgbClr val="E5E5E1">
                    <a:alpha val="2845"/>
                  </a:srgbClr>
                </a:gs>
                <a:gs pos="85714">
                  <a:srgbClr val="E5E5E1">
                    <a:alpha val="1135"/>
                  </a:srgbClr>
                </a:gs>
                <a:gs pos="100000">
                  <a:srgbClr val="E5E5E1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10483305">
              <a:off x="2543488" y="1106810"/>
              <a:ext cx="360472" cy="742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3012548">
              <a:off x="1100587" y="902583"/>
              <a:ext cx="67592" cy="18712"/>
            </a:xfrm>
            <a:prstGeom prst="ellipse">
              <a:avLst/>
            </a:prstGeom>
            <a:gradFill>
              <a:gsLst>
                <a:gs pos="0">
                  <a:srgbClr val="000000">
                    <a:alpha val="20040"/>
                  </a:srgbClr>
                </a:gs>
                <a:gs pos="14286">
                  <a:srgbClr val="000000">
                    <a:alpha val="18580"/>
                  </a:srgbClr>
                </a:gs>
                <a:gs pos="28571">
                  <a:srgbClr val="000000">
                    <a:alpha val="14752"/>
                  </a:srgbClr>
                </a:gs>
                <a:gs pos="42857">
                  <a:srgbClr val="000000">
                    <a:alpha val="9939"/>
                  </a:srgbClr>
                </a:gs>
                <a:gs pos="57143">
                  <a:srgbClr val="000000">
                    <a:alpha val="5636"/>
                  </a:srgbClr>
                </a:gs>
                <a:gs pos="71429">
                  <a:srgbClr val="000000">
                    <a:alpha val="2679"/>
                  </a:srgbClr>
                </a:gs>
                <a:gs pos="85714">
                  <a:srgbClr val="000000">
                    <a:alpha val="1068"/>
                  </a:srgbClr>
                </a:gs>
                <a:gs pos="100000">
                  <a:srgbClr val="000000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7867598">
              <a:off x="-39613" y="1098649"/>
              <a:ext cx="1016003" cy="3078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7817216">
              <a:off x="1872156" y="1445242"/>
              <a:ext cx="533738" cy="451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-8833188">
              <a:off x="3158512" y="504946"/>
              <a:ext cx="70765" cy="19664"/>
            </a:xfrm>
            <a:prstGeom prst="ellipse">
              <a:avLst/>
            </a:prstGeom>
            <a:gradFill>
              <a:gsLst>
                <a:gs pos="0">
                  <a:srgbClr val="000000">
                    <a:alpha val="19406"/>
                  </a:srgbClr>
                </a:gs>
                <a:gs pos="14286">
                  <a:srgbClr val="000000">
                    <a:alpha val="17987"/>
                  </a:srgbClr>
                </a:gs>
                <a:gs pos="28571">
                  <a:srgbClr val="000000">
                    <a:alpha val="14270"/>
                  </a:srgbClr>
                </a:gs>
                <a:gs pos="42857">
                  <a:srgbClr val="000000">
                    <a:alpha val="9605"/>
                  </a:srgbClr>
                </a:gs>
                <a:gs pos="57143">
                  <a:srgbClr val="000000">
                    <a:alpha val="5442"/>
                  </a:srgbClr>
                </a:gs>
                <a:gs pos="71429">
                  <a:srgbClr val="000000">
                    <a:alpha val="2585"/>
                  </a:srgbClr>
                </a:gs>
                <a:gs pos="85714">
                  <a:srgbClr val="000000">
                    <a:alpha val="1030"/>
                  </a:srgbClr>
                </a:gs>
                <a:gs pos="100000">
                  <a:srgbClr val="0000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6506294">
              <a:off x="259743" y="1363651"/>
              <a:ext cx="817334" cy="420764"/>
            </a:xfrm>
            <a:prstGeom prst="ellipse">
              <a:avLst/>
            </a:prstGeom>
            <a:gradFill>
              <a:gsLst>
                <a:gs pos="0">
                  <a:srgbClr val="EFEFF0">
                    <a:alpha val="16859"/>
                  </a:srgbClr>
                </a:gs>
                <a:gs pos="14286">
                  <a:srgbClr val="EFEFF0">
                    <a:alpha val="15608"/>
                  </a:srgbClr>
                </a:gs>
                <a:gs pos="28571">
                  <a:srgbClr val="EFEFF0">
                    <a:alpha val="12345"/>
                  </a:srgbClr>
                </a:gs>
                <a:gs pos="42857">
                  <a:srgbClr val="EFEFF0">
                    <a:alpha val="8279"/>
                  </a:srgbClr>
                </a:gs>
                <a:gs pos="57143">
                  <a:srgbClr val="EFEFF0">
                    <a:alpha val="4676"/>
                  </a:srgbClr>
                </a:gs>
                <a:gs pos="71429">
                  <a:srgbClr val="EFEFF0">
                    <a:alpha val="2217"/>
                  </a:srgbClr>
                </a:gs>
                <a:gs pos="85714">
                  <a:srgbClr val="EFEFF0">
                    <a:alpha val="882"/>
                  </a:srgbClr>
                </a:gs>
                <a:gs pos="100000">
                  <a:srgbClr val="EFEFF0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655189">
              <a:off x="3379895" y="3344163"/>
              <a:ext cx="347520" cy="1182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-8351653">
              <a:off x="3516523" y="2551814"/>
              <a:ext cx="68885" cy="19038"/>
            </a:xfrm>
            <a:prstGeom prst="ellipse">
              <a:avLst/>
            </a:prstGeom>
            <a:gradFill>
              <a:gsLst>
                <a:gs pos="0">
                  <a:srgbClr val="272440">
                    <a:alpha val="19757"/>
                  </a:srgbClr>
                </a:gs>
                <a:gs pos="14286">
                  <a:srgbClr val="272440">
                    <a:alpha val="18315"/>
                  </a:srgbClr>
                </a:gs>
                <a:gs pos="28571">
                  <a:srgbClr val="272440">
                    <a:alpha val="14536"/>
                  </a:srgbClr>
                </a:gs>
                <a:gs pos="42857">
                  <a:srgbClr val="272440">
                    <a:alpha val="9790"/>
                  </a:srgbClr>
                </a:gs>
                <a:gs pos="57143">
                  <a:srgbClr val="272440">
                    <a:alpha val="5549"/>
                  </a:srgbClr>
                </a:gs>
                <a:gs pos="71429">
                  <a:srgbClr val="272440">
                    <a:alpha val="2637"/>
                  </a:srgbClr>
                </a:gs>
                <a:gs pos="85714">
                  <a:srgbClr val="272440">
                    <a:alpha val="1051"/>
                  </a:srgbClr>
                </a:gs>
                <a:gs pos="100000">
                  <a:srgbClr val="27244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9509974">
              <a:off x="3127755" y="2522415"/>
              <a:ext cx="69023" cy="19193"/>
            </a:xfrm>
            <a:prstGeom prst="ellipse">
              <a:avLst/>
            </a:prstGeom>
            <a:gradFill>
              <a:gsLst>
                <a:gs pos="0">
                  <a:srgbClr val="CFCEC6">
                    <a:alpha val="19692"/>
                  </a:srgbClr>
                </a:gs>
                <a:gs pos="14286">
                  <a:srgbClr val="CFCEC6">
                    <a:alpha val="18255"/>
                  </a:srgbClr>
                </a:gs>
                <a:gs pos="28571">
                  <a:srgbClr val="CFCEC6">
                    <a:alpha val="14487"/>
                  </a:srgbClr>
                </a:gs>
                <a:gs pos="42857">
                  <a:srgbClr val="CFCEC6">
                    <a:alpha val="9756"/>
                  </a:srgbClr>
                </a:gs>
                <a:gs pos="57143">
                  <a:srgbClr val="CFCEC6">
                    <a:alpha val="5529"/>
                  </a:srgbClr>
                </a:gs>
                <a:gs pos="71429">
                  <a:srgbClr val="CFCEC6">
                    <a:alpha val="2627"/>
                  </a:srgbClr>
                </a:gs>
                <a:gs pos="85714">
                  <a:srgbClr val="CFCEC6">
                    <a:alpha val="1047"/>
                  </a:srgbClr>
                </a:gs>
                <a:gs pos="100000">
                  <a:srgbClr val="CFCEC6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-8962246">
              <a:off x="534444" y="74226"/>
              <a:ext cx="70793" cy="19905"/>
            </a:xfrm>
            <a:prstGeom prst="ellipse">
              <a:avLst/>
            </a:prstGeom>
            <a:gradFill>
              <a:gsLst>
                <a:gs pos="0">
                  <a:srgbClr val="B1B1A6">
                    <a:alpha val="19145"/>
                  </a:srgbClr>
                </a:gs>
                <a:gs pos="14286">
                  <a:srgbClr val="B1B1A6">
                    <a:alpha val="17743"/>
                  </a:srgbClr>
                </a:gs>
                <a:gs pos="28571">
                  <a:srgbClr val="B1B1A6">
                    <a:alpha val="14072"/>
                  </a:srgbClr>
                </a:gs>
                <a:gs pos="42857">
                  <a:srgbClr val="B1B1A6">
                    <a:alpha val="9469"/>
                  </a:srgbClr>
                </a:gs>
                <a:gs pos="57143">
                  <a:srgbClr val="B1B1A6">
                    <a:alpha val="5363"/>
                  </a:srgbClr>
                </a:gs>
                <a:gs pos="71429">
                  <a:srgbClr val="B1B1A6">
                    <a:alpha val="2547"/>
                  </a:srgbClr>
                </a:gs>
                <a:gs pos="85714">
                  <a:srgbClr val="B1B1A6">
                    <a:alpha val="1015"/>
                  </a:srgbClr>
                </a:gs>
                <a:gs pos="100000">
                  <a:srgbClr val="B1B1A6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9824533">
              <a:off x="1453502" y="2894538"/>
              <a:ext cx="69940" cy="19305"/>
            </a:xfrm>
            <a:prstGeom prst="ellipse">
              <a:avLst/>
            </a:prstGeom>
            <a:gradFill>
              <a:gsLst>
                <a:gs pos="0">
                  <a:srgbClr val="C6C6C2">
                    <a:alpha val="19614"/>
                  </a:srgbClr>
                </a:gs>
                <a:gs pos="14286">
                  <a:srgbClr val="C6C6C2">
                    <a:alpha val="18182"/>
                  </a:srgbClr>
                </a:gs>
                <a:gs pos="28571">
                  <a:srgbClr val="C6C6C2">
                    <a:alpha val="14428"/>
                  </a:srgbClr>
                </a:gs>
                <a:gs pos="42857">
                  <a:srgbClr val="C6C6C2">
                    <a:alpha val="9715"/>
                  </a:srgbClr>
                </a:gs>
                <a:gs pos="57143">
                  <a:srgbClr val="C6C6C2">
                    <a:alpha val="5505"/>
                  </a:srgbClr>
                </a:gs>
                <a:gs pos="71429">
                  <a:srgbClr val="C6C6C2">
                    <a:alpha val="2616"/>
                  </a:srgbClr>
                </a:gs>
                <a:gs pos="85714">
                  <a:srgbClr val="C6C6C2">
                    <a:alpha val="1043"/>
                  </a:srgbClr>
                </a:gs>
                <a:gs pos="100000">
                  <a:srgbClr val="C6C6C2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-8486698">
              <a:off x="367821" y="3172449"/>
              <a:ext cx="70675" cy="19868"/>
            </a:xfrm>
            <a:prstGeom prst="ellipse">
              <a:avLst/>
            </a:prstGeom>
            <a:gradFill>
              <a:gsLst>
                <a:gs pos="0">
                  <a:srgbClr val="BEBCB5">
                    <a:alpha val="19196"/>
                  </a:srgbClr>
                </a:gs>
                <a:gs pos="14286">
                  <a:srgbClr val="BEBCB5">
                    <a:alpha val="17791"/>
                  </a:srgbClr>
                </a:gs>
                <a:gs pos="28571">
                  <a:srgbClr val="BEBCB5">
                    <a:alpha val="14111"/>
                  </a:srgbClr>
                </a:gs>
                <a:gs pos="42857">
                  <a:srgbClr val="BEBCB5">
                    <a:alpha val="9496"/>
                  </a:srgbClr>
                </a:gs>
                <a:gs pos="57143">
                  <a:srgbClr val="BEBCB5">
                    <a:alpha val="5378"/>
                  </a:srgbClr>
                </a:gs>
                <a:gs pos="71429">
                  <a:srgbClr val="BEBCB5">
                    <a:alpha val="2555"/>
                  </a:srgbClr>
                </a:gs>
                <a:gs pos="85714">
                  <a:srgbClr val="BEBCB5">
                    <a:alpha val="1018"/>
                  </a:srgbClr>
                </a:gs>
                <a:gs pos="100000">
                  <a:srgbClr val="BEBCB5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327518">
              <a:off x="2489026" y="391936"/>
              <a:ext cx="69720" cy="18401"/>
            </a:xfrm>
            <a:prstGeom prst="ellipse">
              <a:avLst/>
            </a:prstGeom>
            <a:gradFill>
              <a:gsLst>
                <a:gs pos="0">
                  <a:srgbClr val="B7B8B4">
                    <a:alpha val="19646"/>
                  </a:srgbClr>
                </a:gs>
                <a:gs pos="14286">
                  <a:srgbClr val="B7B8B4">
                    <a:alpha val="18212"/>
                  </a:srgbClr>
                </a:gs>
                <a:gs pos="28571">
                  <a:srgbClr val="B7B8B4">
                    <a:alpha val="14452"/>
                  </a:srgbClr>
                </a:gs>
                <a:gs pos="42857">
                  <a:srgbClr val="B7B8B4">
                    <a:alpha val="9732"/>
                  </a:srgbClr>
                </a:gs>
                <a:gs pos="57143">
                  <a:srgbClr val="B7B8B4">
                    <a:alpha val="5515"/>
                  </a:srgbClr>
                </a:gs>
                <a:gs pos="71429">
                  <a:srgbClr val="B7B8B4">
                    <a:alpha val="2621"/>
                  </a:srgbClr>
                </a:gs>
                <a:gs pos="85714">
                  <a:srgbClr val="B7B8B4">
                    <a:alpha val="1045"/>
                  </a:srgbClr>
                </a:gs>
                <a:gs pos="100000">
                  <a:srgbClr val="B7B8B4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8512533">
              <a:off x="124053" y="982546"/>
              <a:ext cx="465804" cy="664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10665649">
              <a:off x="2063180" y="1130031"/>
              <a:ext cx="456770" cy="925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2913794">
              <a:off x="351619" y="2397375"/>
              <a:ext cx="503045" cy="700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8861881">
              <a:off x="3320138" y="2579403"/>
              <a:ext cx="61861" cy="18165"/>
            </a:xfrm>
            <a:prstGeom prst="ellipse">
              <a:avLst/>
            </a:prstGeom>
            <a:gradFill>
              <a:gsLst>
                <a:gs pos="0">
                  <a:srgbClr val="00002A">
                    <a:alpha val="20172"/>
                  </a:srgbClr>
                </a:gs>
                <a:gs pos="14286">
                  <a:srgbClr val="00002A">
                    <a:alpha val="18704"/>
                  </a:srgbClr>
                </a:gs>
                <a:gs pos="28571">
                  <a:srgbClr val="00002A">
                    <a:alpha val="14852"/>
                  </a:srgbClr>
                </a:gs>
                <a:gs pos="42857">
                  <a:srgbClr val="00002A">
                    <a:alpha val="10009"/>
                  </a:srgbClr>
                </a:gs>
                <a:gs pos="57143">
                  <a:srgbClr val="00002A">
                    <a:alpha val="5676"/>
                  </a:srgbClr>
                </a:gs>
                <a:gs pos="71429">
                  <a:srgbClr val="00002A">
                    <a:alpha val="2698"/>
                  </a:srgbClr>
                </a:gs>
                <a:gs pos="85714">
                  <a:srgbClr val="00002A">
                    <a:alpha val="1076"/>
                  </a:srgbClr>
                </a:gs>
                <a:gs pos="100000">
                  <a:srgbClr val="00002A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-10466969">
              <a:off x="1776251" y="1573839"/>
              <a:ext cx="70883" cy="19615"/>
            </a:xfrm>
            <a:prstGeom prst="ellipse">
              <a:avLst/>
            </a:prstGeom>
            <a:gradFill>
              <a:gsLst>
                <a:gs pos="0">
                  <a:srgbClr val="000000">
                    <a:alpha val="19448"/>
                  </a:srgbClr>
                </a:gs>
                <a:gs pos="14286">
                  <a:srgbClr val="000000">
                    <a:alpha val="18026"/>
                  </a:srgbClr>
                </a:gs>
                <a:gs pos="28571">
                  <a:srgbClr val="000000">
                    <a:alpha val="14301"/>
                  </a:srgbClr>
                </a:gs>
                <a:gs pos="42857">
                  <a:srgbClr val="000000">
                    <a:alpha val="9628"/>
                  </a:srgbClr>
                </a:gs>
                <a:gs pos="57143">
                  <a:srgbClr val="000000">
                    <a:alpha val="5455"/>
                  </a:srgbClr>
                </a:gs>
                <a:gs pos="71429">
                  <a:srgbClr val="000000">
                    <a:alpha val="2591"/>
                  </a:srgbClr>
                </a:gs>
                <a:gs pos="85714">
                  <a:srgbClr val="000000">
                    <a:alpha val="1033"/>
                  </a:srgbClr>
                </a:gs>
                <a:gs pos="100000">
                  <a:srgbClr val="00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6237037">
              <a:off x="330736" y="2174137"/>
              <a:ext cx="513147" cy="869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5565025">
              <a:off x="975032" y="2102157"/>
              <a:ext cx="70841" cy="19637"/>
            </a:xfrm>
            <a:prstGeom prst="ellipse">
              <a:avLst/>
            </a:prstGeom>
            <a:gradFill>
              <a:gsLst>
                <a:gs pos="0">
                  <a:srgbClr val="BBBCB9">
                    <a:alpha val="19086"/>
                  </a:srgbClr>
                </a:gs>
                <a:gs pos="14286">
                  <a:srgbClr val="BBBCB9">
                    <a:alpha val="17688"/>
                  </a:srgbClr>
                </a:gs>
                <a:gs pos="28571">
                  <a:srgbClr val="BBBCB9">
                    <a:alpha val="14027"/>
                  </a:srgbClr>
                </a:gs>
                <a:gs pos="42857">
                  <a:srgbClr val="BBBCB9">
                    <a:alpha val="9438"/>
                  </a:srgbClr>
                </a:gs>
                <a:gs pos="57143">
                  <a:srgbClr val="BBBCB9">
                    <a:alpha val="5345"/>
                  </a:srgbClr>
                </a:gs>
                <a:gs pos="71429">
                  <a:srgbClr val="BBBCB9">
                    <a:alpha val="2539"/>
                  </a:srgbClr>
                </a:gs>
                <a:gs pos="85714">
                  <a:srgbClr val="BBBCB9">
                    <a:alpha val="1012"/>
                  </a:srgbClr>
                </a:gs>
                <a:gs pos="100000">
                  <a:srgbClr val="BBBCB9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9511654">
              <a:off x="674326" y="2669675"/>
              <a:ext cx="510635" cy="433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5130441">
              <a:off x="2624681" y="1625719"/>
              <a:ext cx="68592" cy="18910"/>
            </a:xfrm>
            <a:prstGeom prst="ellipse">
              <a:avLst/>
            </a:prstGeom>
            <a:gradFill>
              <a:gsLst>
                <a:gs pos="0">
                  <a:srgbClr val="C9C9C3">
                    <a:alpha val="19886"/>
                  </a:srgbClr>
                </a:gs>
                <a:gs pos="14286">
                  <a:srgbClr val="C9C9C3">
                    <a:alpha val="18437"/>
                  </a:srgbClr>
                </a:gs>
                <a:gs pos="28571">
                  <a:srgbClr val="C9C9C3">
                    <a:alpha val="14635"/>
                  </a:srgbClr>
                </a:gs>
                <a:gs pos="42857">
                  <a:srgbClr val="C9C9C3">
                    <a:alpha val="9858"/>
                  </a:srgbClr>
                </a:gs>
                <a:gs pos="57143">
                  <a:srgbClr val="C9C9C3">
                    <a:alpha val="5589"/>
                  </a:srgbClr>
                </a:gs>
                <a:gs pos="71429">
                  <a:srgbClr val="C9C9C3">
                    <a:alpha val="2656"/>
                  </a:srgbClr>
                </a:gs>
                <a:gs pos="85714">
                  <a:srgbClr val="C9C9C3">
                    <a:alpha val="1059"/>
                  </a:srgbClr>
                </a:gs>
                <a:gs pos="100000">
                  <a:srgbClr val="C9C9C3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9486102">
              <a:off x="2929461" y="494490"/>
              <a:ext cx="61225" cy="17127"/>
            </a:xfrm>
            <a:prstGeom prst="ellipse">
              <a:avLst/>
            </a:prstGeom>
            <a:gradFill>
              <a:gsLst>
                <a:gs pos="0">
                  <a:srgbClr val="D0D0CF">
                    <a:alpha val="21194"/>
                  </a:srgbClr>
                </a:gs>
                <a:gs pos="14286">
                  <a:srgbClr val="D0D0CF">
                    <a:alpha val="19661"/>
                  </a:srgbClr>
                </a:gs>
                <a:gs pos="28571">
                  <a:srgbClr val="D0D0CF">
                    <a:alpha val="15632"/>
                  </a:srgbClr>
                </a:gs>
                <a:gs pos="42857">
                  <a:srgbClr val="D0D0CF">
                    <a:alpha val="10550"/>
                  </a:srgbClr>
                </a:gs>
                <a:gs pos="57143">
                  <a:srgbClr val="D0D0CF">
                    <a:alpha val="5991"/>
                  </a:srgbClr>
                </a:gs>
                <a:gs pos="71429">
                  <a:srgbClr val="D0D0CF">
                    <a:alpha val="2850"/>
                  </a:srgbClr>
                </a:gs>
                <a:gs pos="85714">
                  <a:srgbClr val="D0D0CF">
                    <a:alpha val="1137"/>
                  </a:srgbClr>
                </a:gs>
                <a:gs pos="100000">
                  <a:srgbClr val="D0D0CF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10216149">
              <a:off x="2437289" y="600995"/>
              <a:ext cx="488948" cy="1131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9273325">
              <a:off x="181995" y="1851740"/>
              <a:ext cx="614788" cy="6195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6115585">
              <a:off x="-221816" y="2957249"/>
              <a:ext cx="549327" cy="671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9057596">
              <a:off x="3232008" y="1559826"/>
              <a:ext cx="67117" cy="20054"/>
            </a:xfrm>
            <a:prstGeom prst="ellipse">
              <a:avLst/>
            </a:prstGeom>
            <a:gradFill>
              <a:gsLst>
                <a:gs pos="0">
                  <a:srgbClr val="414748">
                    <a:alpha val="18970"/>
                  </a:srgbClr>
                </a:gs>
                <a:gs pos="14286">
                  <a:srgbClr val="414748">
                    <a:alpha val="17580"/>
                  </a:srgbClr>
                </a:gs>
                <a:gs pos="28571">
                  <a:srgbClr val="414748">
                    <a:alpha val="13939"/>
                  </a:srgbClr>
                </a:gs>
                <a:gs pos="42857">
                  <a:srgbClr val="414748">
                    <a:alpha val="9377"/>
                  </a:srgbClr>
                </a:gs>
                <a:gs pos="57143">
                  <a:srgbClr val="414748">
                    <a:alpha val="5310"/>
                  </a:srgbClr>
                </a:gs>
                <a:gs pos="71429">
                  <a:srgbClr val="414748">
                    <a:alpha val="2522"/>
                  </a:srgbClr>
                </a:gs>
                <a:gs pos="85714">
                  <a:srgbClr val="414748">
                    <a:alpha val="1005"/>
                  </a:srgbClr>
                </a:gs>
                <a:gs pos="100000">
                  <a:srgbClr val="414748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8987203">
              <a:off x="-204628" y="1232750"/>
              <a:ext cx="492624" cy="1266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6345279">
              <a:off x="3537580" y="2247091"/>
              <a:ext cx="69098" cy="19333"/>
            </a:xfrm>
            <a:prstGeom prst="ellipse">
              <a:avLst/>
            </a:prstGeom>
            <a:gradFill>
              <a:gsLst>
                <a:gs pos="0">
                  <a:srgbClr val="000000">
                    <a:alpha val="19575"/>
                  </a:srgbClr>
                </a:gs>
                <a:gs pos="14286">
                  <a:srgbClr val="000000">
                    <a:alpha val="18145"/>
                  </a:srgbClr>
                </a:gs>
                <a:gs pos="28571">
                  <a:srgbClr val="000000">
                    <a:alpha val="14398"/>
                  </a:srgbClr>
                </a:gs>
                <a:gs pos="42857">
                  <a:srgbClr val="000000">
                    <a:alpha val="9694"/>
                  </a:srgbClr>
                </a:gs>
                <a:gs pos="57143">
                  <a:srgbClr val="000000">
                    <a:alpha val="5494"/>
                  </a:srgbClr>
                </a:gs>
                <a:gs pos="71429">
                  <a:srgbClr val="000000">
                    <a:alpha val="2610"/>
                  </a:srgbClr>
                </a:gs>
                <a:gs pos="85714">
                  <a:srgbClr val="000000">
                    <a:alpha val="1040"/>
                  </a:srgbClr>
                </a:gs>
                <a:gs pos="100000">
                  <a:srgbClr val="000000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6179747">
              <a:off x="2373599" y="2638768"/>
              <a:ext cx="594292" cy="755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10497910">
              <a:off x="2210485" y="1632076"/>
              <a:ext cx="61046" cy="17067"/>
            </a:xfrm>
            <a:prstGeom prst="ellipse">
              <a:avLst/>
            </a:prstGeom>
            <a:gradFill>
              <a:gsLst>
                <a:gs pos="0">
                  <a:srgbClr val="F1F1F0">
                    <a:alpha val="21223"/>
                  </a:srgbClr>
                </a:gs>
                <a:gs pos="14286">
                  <a:srgbClr val="F1F1F0">
                    <a:alpha val="19688"/>
                  </a:srgbClr>
                </a:gs>
                <a:gs pos="28571">
                  <a:srgbClr val="F1F1F0">
                    <a:alpha val="15654"/>
                  </a:srgbClr>
                </a:gs>
                <a:gs pos="42857">
                  <a:srgbClr val="F1F1F0">
                    <a:alpha val="10565"/>
                  </a:srgbClr>
                </a:gs>
                <a:gs pos="57143">
                  <a:srgbClr val="F1F1F0">
                    <a:alpha val="6000"/>
                  </a:srgbClr>
                </a:gs>
                <a:gs pos="71429">
                  <a:srgbClr val="F1F1F0">
                    <a:alpha val="2855"/>
                  </a:srgbClr>
                </a:gs>
                <a:gs pos="85714">
                  <a:srgbClr val="F1F1F0">
                    <a:alpha val="1139"/>
                  </a:srgbClr>
                </a:gs>
                <a:gs pos="100000">
                  <a:srgbClr val="F1F1F0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10636425">
              <a:off x="2563938" y="3271179"/>
              <a:ext cx="123177" cy="787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3850435">
              <a:off x="2204840" y="759893"/>
              <a:ext cx="66434" cy="20018"/>
            </a:xfrm>
            <a:prstGeom prst="ellipse">
              <a:avLst/>
            </a:prstGeom>
            <a:gradFill>
              <a:gsLst>
                <a:gs pos="0">
                  <a:srgbClr val="3C252F">
                    <a:alpha val="18967"/>
                  </a:srgbClr>
                </a:gs>
                <a:gs pos="14286">
                  <a:srgbClr val="3C252F">
                    <a:alpha val="17576"/>
                  </a:srgbClr>
                </a:gs>
                <a:gs pos="28571">
                  <a:srgbClr val="3C252F">
                    <a:alpha val="13937"/>
                  </a:srgbClr>
                </a:gs>
                <a:gs pos="42857">
                  <a:srgbClr val="3C252F">
                    <a:alpha val="9375"/>
                  </a:srgbClr>
                </a:gs>
                <a:gs pos="57143">
                  <a:srgbClr val="3C252F">
                    <a:alpha val="5309"/>
                  </a:srgbClr>
                </a:gs>
                <a:gs pos="71429">
                  <a:srgbClr val="3C252F">
                    <a:alpha val="2521"/>
                  </a:srgbClr>
                </a:gs>
                <a:gs pos="85714">
                  <a:srgbClr val="3C252F">
                    <a:alpha val="1005"/>
                  </a:srgbClr>
                </a:gs>
                <a:gs pos="100000">
                  <a:srgbClr val="3C252F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9500589">
              <a:off x="1976926" y="152855"/>
              <a:ext cx="69320" cy="19157"/>
            </a:xfrm>
            <a:prstGeom prst="ellipse">
              <a:avLst/>
            </a:prstGeom>
            <a:gradFill>
              <a:gsLst>
                <a:gs pos="0">
                  <a:srgbClr val="BEBDBA">
                    <a:alpha val="19769"/>
                  </a:srgbClr>
                </a:gs>
                <a:gs pos="14286">
                  <a:srgbClr val="BEBDBA">
                    <a:alpha val="18327"/>
                  </a:srgbClr>
                </a:gs>
                <a:gs pos="28571">
                  <a:srgbClr val="BEBDBA">
                    <a:alpha val="14546"/>
                  </a:srgbClr>
                </a:gs>
                <a:gs pos="42857">
                  <a:srgbClr val="BEBDBA">
                    <a:alpha val="9797"/>
                  </a:srgbClr>
                </a:gs>
                <a:gs pos="57143">
                  <a:srgbClr val="BEBDBA">
                    <a:alpha val="5553"/>
                  </a:srgbClr>
                </a:gs>
                <a:gs pos="71429">
                  <a:srgbClr val="BEBDBA">
                    <a:alpha val="2639"/>
                  </a:srgbClr>
                </a:gs>
                <a:gs pos="85714">
                  <a:srgbClr val="BEBDBA">
                    <a:alpha val="1052"/>
                  </a:srgbClr>
                </a:gs>
                <a:gs pos="100000">
                  <a:srgbClr val="BEBDBA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8413275">
              <a:off x="1049047" y="3212213"/>
              <a:ext cx="427483" cy="88974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9126883">
              <a:off x="-123413" y="2575621"/>
              <a:ext cx="355789" cy="1205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10345321">
              <a:off x="-11857" y="2573238"/>
              <a:ext cx="476379" cy="106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2734916">
              <a:off x="1835760" y="3544654"/>
              <a:ext cx="343902" cy="1095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9539060">
              <a:off x="3140543" y="2792109"/>
              <a:ext cx="184360" cy="1018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-10399743">
              <a:off x="2986051" y="2818444"/>
              <a:ext cx="638568" cy="717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8939026">
              <a:off x="699574" y="3095374"/>
              <a:ext cx="68222" cy="15611"/>
            </a:xfrm>
            <a:prstGeom prst="ellipse">
              <a:avLst/>
            </a:prstGeom>
            <a:gradFill>
              <a:gsLst>
                <a:gs pos="0">
                  <a:srgbClr val="8C9193">
                    <a:alpha val="15097"/>
                  </a:srgbClr>
                </a:gs>
                <a:gs pos="14286">
                  <a:srgbClr val="8C9193">
                    <a:alpha val="13965"/>
                  </a:srgbClr>
                </a:gs>
                <a:gs pos="28571">
                  <a:srgbClr val="8C9193">
                    <a:alpha val="11023"/>
                  </a:srgbClr>
                </a:gs>
                <a:gs pos="42857">
                  <a:srgbClr val="8C9193">
                    <a:alpha val="7375"/>
                  </a:srgbClr>
                </a:gs>
                <a:gs pos="57143">
                  <a:srgbClr val="8C9193">
                    <a:alpha val="4156"/>
                  </a:srgbClr>
                </a:gs>
                <a:gs pos="71429">
                  <a:srgbClr val="8C9193">
                    <a:alpha val="1967"/>
                  </a:srgbClr>
                </a:gs>
                <a:gs pos="85714">
                  <a:srgbClr val="8C9193">
                    <a:alpha val="783"/>
                  </a:srgbClr>
                </a:gs>
                <a:gs pos="100000">
                  <a:srgbClr val="8C9193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2890435">
              <a:off x="1532698" y="1292538"/>
              <a:ext cx="70720" cy="19503"/>
            </a:xfrm>
            <a:prstGeom prst="ellipse">
              <a:avLst/>
            </a:prstGeom>
            <a:gradFill>
              <a:gsLst>
                <a:gs pos="0">
                  <a:srgbClr val="B9B9B5">
                    <a:alpha val="19516"/>
                  </a:srgbClr>
                </a:gs>
                <a:gs pos="14286">
                  <a:srgbClr val="B9B9B5">
                    <a:alpha val="18091"/>
                  </a:srgbClr>
                </a:gs>
                <a:gs pos="28571">
                  <a:srgbClr val="B9B9B5">
                    <a:alpha val="14354"/>
                  </a:srgbClr>
                </a:gs>
                <a:gs pos="42857">
                  <a:srgbClr val="B9B9B5">
                    <a:alpha val="9664"/>
                  </a:srgbClr>
                </a:gs>
                <a:gs pos="57143">
                  <a:srgbClr val="B9B9B5">
                    <a:alpha val="5476"/>
                  </a:srgbClr>
                </a:gs>
                <a:gs pos="71429">
                  <a:srgbClr val="B9B9B5">
                    <a:alpha val="2602"/>
                  </a:srgbClr>
                </a:gs>
                <a:gs pos="85714">
                  <a:srgbClr val="B9B9B5">
                    <a:alpha val="1037"/>
                  </a:srgbClr>
                </a:gs>
                <a:gs pos="100000">
                  <a:srgbClr val="B9B9B5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-10599855">
              <a:off x="2909119" y="1682582"/>
              <a:ext cx="785823" cy="343290"/>
            </a:xfrm>
            <a:prstGeom prst="ellipse">
              <a:avLst/>
            </a:prstGeom>
            <a:gradFill>
              <a:gsLst>
                <a:gs pos="0">
                  <a:srgbClr val="B7B7B9">
                    <a:alpha val="12448"/>
                  </a:srgbClr>
                </a:gs>
                <a:gs pos="14286">
                  <a:srgbClr val="B7B7B9">
                    <a:alpha val="11501"/>
                  </a:srgbClr>
                </a:gs>
                <a:gs pos="28571">
                  <a:srgbClr val="B7B7B9">
                    <a:alpha val="9051"/>
                  </a:srgbClr>
                </a:gs>
                <a:gs pos="42857">
                  <a:srgbClr val="B7B7B9">
                    <a:alpha val="6033"/>
                  </a:srgbClr>
                </a:gs>
                <a:gs pos="57143">
                  <a:srgbClr val="B7B7B9">
                    <a:alpha val="3389"/>
                  </a:srgbClr>
                </a:gs>
                <a:gs pos="71429">
                  <a:srgbClr val="B7B7B9">
                    <a:alpha val="1601"/>
                  </a:srgbClr>
                </a:gs>
                <a:gs pos="85714">
                  <a:srgbClr val="B7B7B9">
                    <a:alpha val="636"/>
                  </a:srgbClr>
                </a:gs>
                <a:gs pos="100000">
                  <a:srgbClr val="B7B7B9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-10204158">
              <a:off x="1580063" y="2983694"/>
              <a:ext cx="173392" cy="628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3457118">
              <a:off x="1408352" y="1264504"/>
              <a:ext cx="140919" cy="440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9378697">
              <a:off x="1280797" y="2916525"/>
              <a:ext cx="319368" cy="590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8827149">
              <a:off x="561958" y="674200"/>
              <a:ext cx="316627" cy="1723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-8900329">
              <a:off x="2662508" y="670168"/>
              <a:ext cx="176000" cy="365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-10252623">
              <a:off x="3036963" y="745061"/>
              <a:ext cx="540046" cy="753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4436055">
              <a:off x="140190" y="827356"/>
              <a:ext cx="299078" cy="596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-8430951">
              <a:off x="58774" y="1575929"/>
              <a:ext cx="613386" cy="1179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7718144">
              <a:off x="-81029" y="449949"/>
              <a:ext cx="390195" cy="1376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3584432">
              <a:off x="3010020" y="2555819"/>
              <a:ext cx="70880" cy="19632"/>
            </a:xfrm>
            <a:prstGeom prst="ellipse">
              <a:avLst/>
            </a:prstGeom>
            <a:gradFill>
              <a:gsLst>
                <a:gs pos="0">
                  <a:srgbClr val="C8C8C6">
                    <a:alpha val="19429"/>
                  </a:srgbClr>
                </a:gs>
                <a:gs pos="14286">
                  <a:srgbClr val="C8C8C6">
                    <a:alpha val="18008"/>
                  </a:srgbClr>
                </a:gs>
                <a:gs pos="28571">
                  <a:srgbClr val="C8C8C6">
                    <a:alpha val="14287"/>
                  </a:srgbClr>
                </a:gs>
                <a:gs pos="42857">
                  <a:srgbClr val="C8C8C6">
                    <a:alpha val="9618"/>
                  </a:srgbClr>
                </a:gs>
                <a:gs pos="57143">
                  <a:srgbClr val="C8C8C6">
                    <a:alpha val="5449"/>
                  </a:srgbClr>
                </a:gs>
                <a:gs pos="71429">
                  <a:srgbClr val="C8C8C6">
                    <a:alpha val="2589"/>
                  </a:srgbClr>
                </a:gs>
                <a:gs pos="85714">
                  <a:srgbClr val="C8C8C6">
                    <a:alpha val="1032"/>
                  </a:srgbClr>
                </a:gs>
                <a:gs pos="100000">
                  <a:srgbClr val="C8C8C6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8461264">
              <a:off x="1587853" y="1387742"/>
              <a:ext cx="181492" cy="938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10019962">
              <a:off x="734439" y="445556"/>
              <a:ext cx="385710" cy="1243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5983049">
              <a:off x="2823894" y="1737587"/>
              <a:ext cx="569283" cy="90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9953010">
              <a:off x="3251401" y="314693"/>
              <a:ext cx="430770" cy="1248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3792123">
              <a:off x="1543826" y="3043850"/>
              <a:ext cx="447544" cy="578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3394901">
              <a:off x="3496795" y="1499476"/>
              <a:ext cx="159297" cy="696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-10146104">
              <a:off x="1182751" y="2035937"/>
              <a:ext cx="69737" cy="19252"/>
            </a:xfrm>
            <a:prstGeom prst="ellipse">
              <a:avLst/>
            </a:prstGeom>
            <a:gradFill>
              <a:gsLst>
                <a:gs pos="0">
                  <a:srgbClr val="D3D2CF">
                    <a:alpha val="19692"/>
                  </a:srgbClr>
                </a:gs>
                <a:gs pos="14286">
                  <a:srgbClr val="D3D2CF">
                    <a:alpha val="18254"/>
                  </a:srgbClr>
                </a:gs>
                <a:gs pos="28571">
                  <a:srgbClr val="D3D2CF">
                    <a:alpha val="14487"/>
                  </a:srgbClr>
                </a:gs>
                <a:gs pos="42857">
                  <a:srgbClr val="D3D2CF">
                    <a:alpha val="9756"/>
                  </a:srgbClr>
                </a:gs>
                <a:gs pos="57143">
                  <a:srgbClr val="D3D2CF">
                    <a:alpha val="5529"/>
                  </a:srgbClr>
                </a:gs>
                <a:gs pos="71429">
                  <a:srgbClr val="D3D2CF">
                    <a:alpha val="2627"/>
                  </a:srgbClr>
                </a:gs>
                <a:gs pos="85714">
                  <a:srgbClr val="D3D2CF">
                    <a:alpha val="1047"/>
                  </a:srgbClr>
                </a:gs>
                <a:gs pos="100000">
                  <a:srgbClr val="D3D2CF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5400765">
              <a:off x="2771517" y="1922573"/>
              <a:ext cx="37826" cy="37798"/>
            </a:xfrm>
            <a:prstGeom prst="ellipse">
              <a:avLst/>
            </a:prstGeom>
            <a:gradFill>
              <a:gsLst>
                <a:gs pos="0">
                  <a:srgbClr val="000000">
                    <a:alpha val="19055"/>
                  </a:srgbClr>
                </a:gs>
                <a:gs pos="14286">
                  <a:srgbClr val="000000">
                    <a:alpha val="17659"/>
                  </a:srgbClr>
                </a:gs>
                <a:gs pos="28571">
                  <a:srgbClr val="000000">
                    <a:alpha val="14004"/>
                  </a:srgbClr>
                </a:gs>
                <a:gs pos="42857">
                  <a:srgbClr val="000000">
                    <a:alpha val="9422"/>
                  </a:srgbClr>
                </a:gs>
                <a:gs pos="57143">
                  <a:srgbClr val="000000">
                    <a:alpha val="5336"/>
                  </a:srgbClr>
                </a:gs>
                <a:gs pos="71429">
                  <a:srgbClr val="000000">
                    <a:alpha val="2534"/>
                  </a:srgbClr>
                </a:gs>
                <a:gs pos="85714">
                  <a:srgbClr val="000000">
                    <a:alpha val="1010"/>
                  </a:srgbClr>
                </a:gs>
                <a:gs pos="100000">
                  <a:srgbClr val="0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3487963">
              <a:off x="85529" y="2867950"/>
              <a:ext cx="70868" cy="20029"/>
            </a:xfrm>
            <a:prstGeom prst="ellipse">
              <a:avLst/>
            </a:prstGeom>
            <a:gradFill>
              <a:gsLst>
                <a:gs pos="0">
                  <a:srgbClr val="000000">
                    <a:alpha val="19129"/>
                  </a:srgbClr>
                </a:gs>
                <a:gs pos="14286">
                  <a:srgbClr val="000000">
                    <a:alpha val="17728"/>
                  </a:srgbClr>
                </a:gs>
                <a:gs pos="28571">
                  <a:srgbClr val="000000">
                    <a:alpha val="14060"/>
                  </a:srgbClr>
                </a:gs>
                <a:gs pos="42857">
                  <a:srgbClr val="000000">
                    <a:alpha val="9461"/>
                  </a:srgbClr>
                </a:gs>
                <a:gs pos="57143">
                  <a:srgbClr val="000000">
                    <a:alpha val="5358"/>
                  </a:srgbClr>
                </a:gs>
                <a:gs pos="71429">
                  <a:srgbClr val="000000">
                    <a:alpha val="2545"/>
                  </a:srgbClr>
                </a:gs>
                <a:gs pos="85714">
                  <a:srgbClr val="000000">
                    <a:alpha val="1014"/>
                  </a:srgbClr>
                </a:gs>
                <a:gs pos="100000">
                  <a:srgbClr val="00000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-10058947">
              <a:off x="3194472" y="3193951"/>
              <a:ext cx="211456" cy="83838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8296686">
              <a:off x="3147775" y="3490729"/>
              <a:ext cx="548636" cy="773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-8282351">
              <a:off x="1879275" y="2593949"/>
              <a:ext cx="672033" cy="232716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10259698">
              <a:off x="2197106" y="2745501"/>
              <a:ext cx="65552" cy="18182"/>
            </a:xfrm>
            <a:prstGeom prst="ellipse">
              <a:avLst/>
            </a:prstGeom>
            <a:gradFill>
              <a:gsLst>
                <a:gs pos="0">
                  <a:srgbClr val="000000">
                    <a:alpha val="20425"/>
                  </a:srgbClr>
                </a:gs>
                <a:gs pos="14286">
                  <a:srgbClr val="000000">
                    <a:alpha val="18941"/>
                  </a:srgbClr>
                </a:gs>
                <a:gs pos="28571">
                  <a:srgbClr val="000000">
                    <a:alpha val="15045"/>
                  </a:srgbClr>
                </a:gs>
                <a:gs pos="42857">
                  <a:srgbClr val="000000">
                    <a:alpha val="10142"/>
                  </a:srgbClr>
                </a:gs>
                <a:gs pos="57143">
                  <a:srgbClr val="000000">
                    <a:alpha val="5754"/>
                  </a:srgbClr>
                </a:gs>
                <a:gs pos="71429">
                  <a:srgbClr val="000000">
                    <a:alpha val="2736"/>
                  </a:srgbClr>
                </a:gs>
                <a:gs pos="85714">
                  <a:srgbClr val="000000">
                    <a:alpha val="1091"/>
                  </a:srgbClr>
                </a:gs>
                <a:gs pos="100000">
                  <a:srgbClr val="000000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3631584">
              <a:off x="1330648" y="2521235"/>
              <a:ext cx="637100" cy="688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4028888">
              <a:off x="2902408" y="2456533"/>
              <a:ext cx="65505" cy="18901"/>
            </a:xfrm>
            <a:prstGeom prst="ellipse">
              <a:avLst/>
            </a:prstGeom>
            <a:gradFill>
              <a:gsLst>
                <a:gs pos="0">
                  <a:srgbClr val="38355B">
                    <a:alpha val="19417"/>
                  </a:srgbClr>
                </a:gs>
                <a:gs pos="14286">
                  <a:srgbClr val="38355B">
                    <a:alpha val="17997"/>
                  </a:srgbClr>
                </a:gs>
                <a:gs pos="28571">
                  <a:srgbClr val="38355B">
                    <a:alpha val="14278"/>
                  </a:srgbClr>
                </a:gs>
                <a:gs pos="42857">
                  <a:srgbClr val="38355B">
                    <a:alpha val="9611"/>
                  </a:srgbClr>
                </a:gs>
                <a:gs pos="57143">
                  <a:srgbClr val="38355B">
                    <a:alpha val="5445"/>
                  </a:srgbClr>
                </a:gs>
                <a:gs pos="71429">
                  <a:srgbClr val="38355B">
                    <a:alpha val="2587"/>
                  </a:srgbClr>
                </a:gs>
                <a:gs pos="85714">
                  <a:srgbClr val="38355B">
                    <a:alpha val="1031"/>
                  </a:srgbClr>
                </a:gs>
                <a:gs pos="100000">
                  <a:srgbClr val="38355B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2813904">
              <a:off x="3563197" y="237254"/>
              <a:ext cx="127030" cy="615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3406156">
              <a:off x="758520" y="3102352"/>
              <a:ext cx="583394" cy="1146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753162">
              <a:off x="13401" y="515959"/>
              <a:ext cx="67029" cy="18562"/>
            </a:xfrm>
            <a:prstGeom prst="ellipse">
              <a:avLst/>
            </a:prstGeom>
            <a:gradFill>
              <a:gsLst>
                <a:gs pos="0">
                  <a:srgbClr val="000000">
                    <a:alpha val="20150"/>
                  </a:srgbClr>
                </a:gs>
                <a:gs pos="14286">
                  <a:srgbClr val="000000">
                    <a:alpha val="18683"/>
                  </a:srgbClr>
                </a:gs>
                <a:gs pos="28571">
                  <a:srgbClr val="000000">
                    <a:alpha val="14835"/>
                  </a:srgbClr>
                </a:gs>
                <a:gs pos="42857">
                  <a:srgbClr val="000000">
                    <a:alpha val="9997"/>
                  </a:srgbClr>
                </a:gs>
                <a:gs pos="57143">
                  <a:srgbClr val="000000">
                    <a:alpha val="5669"/>
                  </a:srgbClr>
                </a:gs>
                <a:gs pos="71429">
                  <a:srgbClr val="000000">
                    <a:alpha val="2695"/>
                  </a:srgbClr>
                </a:gs>
                <a:gs pos="85714">
                  <a:srgbClr val="000000">
                    <a:alpha val="1074"/>
                  </a:srgbClr>
                </a:gs>
                <a:gs pos="100000">
                  <a:srgbClr val="0000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9087831">
              <a:off x="1881939" y="3479053"/>
              <a:ext cx="478299" cy="913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5772948">
              <a:off x="337256" y="3241822"/>
              <a:ext cx="70855" cy="19882"/>
            </a:xfrm>
            <a:prstGeom prst="ellipse">
              <a:avLst/>
            </a:prstGeom>
            <a:gradFill>
              <a:gsLst>
                <a:gs pos="0">
                  <a:srgbClr val="000000">
                    <a:alpha val="19215"/>
                  </a:srgbClr>
                </a:gs>
                <a:gs pos="14286">
                  <a:srgbClr val="000000">
                    <a:alpha val="17809"/>
                  </a:srgbClr>
                </a:gs>
                <a:gs pos="28571">
                  <a:srgbClr val="000000">
                    <a:alpha val="14125"/>
                  </a:srgbClr>
                </a:gs>
                <a:gs pos="42857">
                  <a:srgbClr val="000000">
                    <a:alpha val="9506"/>
                  </a:srgbClr>
                </a:gs>
                <a:gs pos="57143">
                  <a:srgbClr val="000000">
                    <a:alpha val="5384"/>
                  </a:srgbClr>
                </a:gs>
                <a:gs pos="71429">
                  <a:srgbClr val="000000">
                    <a:alpha val="2557"/>
                  </a:srgbClr>
                </a:gs>
                <a:gs pos="85714">
                  <a:srgbClr val="000000">
                    <a:alpha val="1019"/>
                  </a:srgbClr>
                </a:gs>
                <a:gs pos="100000">
                  <a:srgbClr val="00000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10497609">
              <a:off x="3612813" y="142333"/>
              <a:ext cx="69431" cy="19173"/>
            </a:xfrm>
            <a:prstGeom prst="ellipse">
              <a:avLst/>
            </a:prstGeom>
            <a:gradFill>
              <a:gsLst>
                <a:gs pos="0">
                  <a:srgbClr val="C0BFBC">
                    <a:alpha val="19719"/>
                  </a:srgbClr>
                </a:gs>
                <a:gs pos="14286">
                  <a:srgbClr val="C0BFBC">
                    <a:alpha val="18280"/>
                  </a:srgbClr>
                </a:gs>
                <a:gs pos="28571">
                  <a:srgbClr val="C0BFBC">
                    <a:alpha val="14507"/>
                  </a:srgbClr>
                </a:gs>
                <a:gs pos="42857">
                  <a:srgbClr val="C0BFBC">
                    <a:alpha val="9770"/>
                  </a:srgbClr>
                </a:gs>
                <a:gs pos="57143">
                  <a:srgbClr val="C0BFBC">
                    <a:alpha val="5537"/>
                  </a:srgbClr>
                </a:gs>
                <a:gs pos="71429">
                  <a:srgbClr val="C0BFBC">
                    <a:alpha val="2631"/>
                  </a:srgbClr>
                </a:gs>
                <a:gs pos="85714">
                  <a:srgbClr val="C0BFBC">
                    <a:alpha val="1049"/>
                  </a:srgbClr>
                </a:gs>
                <a:gs pos="100000">
                  <a:srgbClr val="C0BFBC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3717793">
              <a:off x="1511765" y="2789206"/>
              <a:ext cx="64249" cy="17876"/>
            </a:xfrm>
            <a:prstGeom prst="ellipse">
              <a:avLst/>
            </a:prstGeom>
            <a:gradFill>
              <a:gsLst>
                <a:gs pos="0">
                  <a:srgbClr val="000000">
                    <a:alpha val="20637"/>
                  </a:srgbClr>
                </a:gs>
                <a:gs pos="14286">
                  <a:srgbClr val="000000">
                    <a:alpha val="19140"/>
                  </a:srgbClr>
                </a:gs>
                <a:gs pos="28571">
                  <a:srgbClr val="000000">
                    <a:alpha val="15207"/>
                  </a:srgbClr>
                </a:gs>
                <a:gs pos="42857">
                  <a:srgbClr val="000000">
                    <a:alpha val="10255"/>
                  </a:srgbClr>
                </a:gs>
                <a:gs pos="57143">
                  <a:srgbClr val="000000">
                    <a:alpha val="5819"/>
                  </a:srgbClr>
                </a:gs>
                <a:gs pos="71429">
                  <a:srgbClr val="000000">
                    <a:alpha val="2767"/>
                  </a:srgbClr>
                </a:gs>
                <a:gs pos="85714">
                  <a:srgbClr val="000000">
                    <a:alpha val="1104"/>
                  </a:srgbClr>
                </a:gs>
                <a:gs pos="100000">
                  <a:srgbClr val="000000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-9972653">
              <a:off x="2610495" y="2925474"/>
              <a:ext cx="70870" cy="19959"/>
            </a:xfrm>
            <a:prstGeom prst="ellipse">
              <a:avLst/>
            </a:prstGeom>
            <a:gradFill>
              <a:gsLst>
                <a:gs pos="0">
                  <a:srgbClr val="000000">
                    <a:alpha val="19188"/>
                  </a:srgbClr>
                </a:gs>
                <a:gs pos="14286">
                  <a:srgbClr val="000000">
                    <a:alpha val="17783"/>
                  </a:srgbClr>
                </a:gs>
                <a:gs pos="28571">
                  <a:srgbClr val="000000">
                    <a:alpha val="14105"/>
                  </a:srgbClr>
                </a:gs>
                <a:gs pos="42857">
                  <a:srgbClr val="000000">
                    <a:alpha val="9491"/>
                  </a:srgbClr>
                </a:gs>
                <a:gs pos="57143">
                  <a:srgbClr val="000000">
                    <a:alpha val="5376"/>
                  </a:srgbClr>
                </a:gs>
                <a:gs pos="71429">
                  <a:srgbClr val="000000">
                    <a:alpha val="2553"/>
                  </a:srgbClr>
                </a:gs>
                <a:gs pos="85714">
                  <a:srgbClr val="000000">
                    <a:alpha val="1018"/>
                  </a:srgbClr>
                </a:gs>
                <a:gs pos="100000">
                  <a:srgbClr val="000000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9116820">
              <a:off x="318726" y="1988220"/>
              <a:ext cx="66309" cy="18392"/>
            </a:xfrm>
            <a:prstGeom prst="ellipse">
              <a:avLst/>
            </a:prstGeom>
            <a:gradFill>
              <a:gsLst>
                <a:gs pos="0">
                  <a:srgbClr val="000000">
                    <a:alpha val="20291"/>
                  </a:srgbClr>
                </a:gs>
                <a:gs pos="14286">
                  <a:srgbClr val="000000">
                    <a:alpha val="18815"/>
                  </a:srgbClr>
                </a:gs>
                <a:gs pos="28571">
                  <a:srgbClr val="000000">
                    <a:alpha val="14942"/>
                  </a:srgbClr>
                </a:gs>
                <a:gs pos="42857">
                  <a:srgbClr val="000000">
                    <a:alpha val="10072"/>
                  </a:srgbClr>
                </a:gs>
                <a:gs pos="57143">
                  <a:srgbClr val="000000">
                    <a:alpha val="5712"/>
                  </a:srgbClr>
                </a:gs>
                <a:gs pos="71429">
                  <a:srgbClr val="000000">
                    <a:alpha val="2716"/>
                  </a:srgbClr>
                </a:gs>
                <a:gs pos="85714">
                  <a:srgbClr val="000000">
                    <a:alpha val="1083"/>
                  </a:srgbClr>
                </a:gs>
                <a:gs pos="100000">
                  <a:srgbClr val="00000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-8659817">
              <a:off x="1530383" y="2991895"/>
              <a:ext cx="579439" cy="963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3605739">
              <a:off x="1577275" y="236795"/>
              <a:ext cx="70878" cy="19686"/>
            </a:xfrm>
            <a:prstGeom prst="ellipse">
              <a:avLst/>
            </a:prstGeom>
            <a:gradFill>
              <a:gsLst>
                <a:gs pos="0">
                  <a:srgbClr val="000000">
                    <a:alpha val="19374"/>
                  </a:srgbClr>
                </a:gs>
                <a:gs pos="14286">
                  <a:srgbClr val="000000">
                    <a:alpha val="17958"/>
                  </a:srgbClr>
                </a:gs>
                <a:gs pos="28571">
                  <a:srgbClr val="000000">
                    <a:alpha val="14246"/>
                  </a:srgbClr>
                </a:gs>
                <a:gs pos="42857">
                  <a:srgbClr val="000000">
                    <a:alpha val="9589"/>
                  </a:srgbClr>
                </a:gs>
                <a:gs pos="57143">
                  <a:srgbClr val="000000">
                    <a:alpha val="5433"/>
                  </a:srgbClr>
                </a:gs>
                <a:gs pos="71429">
                  <a:srgbClr val="000000">
                    <a:alpha val="2581"/>
                  </a:srgbClr>
                </a:gs>
                <a:gs pos="85714">
                  <a:srgbClr val="000000">
                    <a:alpha val="1029"/>
                  </a:srgbClr>
                </a:gs>
                <a:gs pos="100000">
                  <a:srgbClr val="0000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5622438">
              <a:off x="645654" y="290573"/>
              <a:ext cx="142554" cy="819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10066613">
              <a:off x="3308192" y="3398975"/>
              <a:ext cx="70843" cy="19793"/>
            </a:xfrm>
            <a:prstGeom prst="ellipse">
              <a:avLst/>
            </a:prstGeom>
            <a:gradFill>
              <a:gsLst>
                <a:gs pos="0">
                  <a:srgbClr val="C5C5BE">
                    <a:alpha val="19291"/>
                  </a:srgbClr>
                </a:gs>
                <a:gs pos="14286">
                  <a:srgbClr val="C5C5BE">
                    <a:alpha val="17880"/>
                  </a:srgbClr>
                </a:gs>
                <a:gs pos="28571">
                  <a:srgbClr val="C5C5BE">
                    <a:alpha val="14183"/>
                  </a:srgbClr>
                </a:gs>
                <a:gs pos="42857">
                  <a:srgbClr val="C5C5BE">
                    <a:alpha val="9545"/>
                  </a:srgbClr>
                </a:gs>
                <a:gs pos="57143">
                  <a:srgbClr val="C5C5BE">
                    <a:alpha val="5407"/>
                  </a:srgbClr>
                </a:gs>
                <a:gs pos="71429">
                  <a:srgbClr val="C5C5BE">
                    <a:alpha val="2569"/>
                  </a:srgbClr>
                </a:gs>
                <a:gs pos="85714">
                  <a:srgbClr val="C5C5BE">
                    <a:alpha val="1024"/>
                  </a:srgbClr>
                </a:gs>
                <a:gs pos="100000">
                  <a:srgbClr val="C5C5BE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-8252036">
              <a:off x="1877345" y="3447063"/>
              <a:ext cx="434091" cy="638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10735328">
              <a:off x="1759422" y="1458809"/>
              <a:ext cx="61262" cy="17106"/>
            </a:xfrm>
            <a:prstGeom prst="ellipse">
              <a:avLst/>
            </a:prstGeom>
            <a:gradFill>
              <a:gsLst>
                <a:gs pos="0">
                  <a:srgbClr val="E1E0DF">
                    <a:alpha val="21183"/>
                  </a:srgbClr>
                </a:gs>
                <a:gs pos="14286">
                  <a:srgbClr val="E1E0DF">
                    <a:alpha val="19651"/>
                  </a:srgbClr>
                </a:gs>
                <a:gs pos="28571">
                  <a:srgbClr val="E1E0DF">
                    <a:alpha val="15623"/>
                  </a:srgbClr>
                </a:gs>
                <a:gs pos="42857">
                  <a:srgbClr val="E1E0DF">
                    <a:alpha val="10544"/>
                  </a:srgbClr>
                </a:gs>
                <a:gs pos="57143">
                  <a:srgbClr val="E1E0DF">
                    <a:alpha val="5988"/>
                  </a:srgbClr>
                </a:gs>
                <a:gs pos="71429">
                  <a:srgbClr val="E1E0DF">
                    <a:alpha val="2849"/>
                  </a:srgbClr>
                </a:gs>
                <a:gs pos="85714">
                  <a:srgbClr val="E1E0DF">
                    <a:alpha val="1136"/>
                  </a:srgbClr>
                </a:gs>
                <a:gs pos="100000">
                  <a:srgbClr val="E1E0DF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10570401">
              <a:off x="1769938" y="2689605"/>
              <a:ext cx="520893" cy="1377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-9125763">
              <a:off x="3064091" y="855850"/>
              <a:ext cx="643556" cy="719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-10126342">
              <a:off x="1258434" y="2012392"/>
              <a:ext cx="69026" cy="18924"/>
            </a:xfrm>
            <a:prstGeom prst="ellipse">
              <a:avLst/>
            </a:prstGeom>
            <a:gradFill>
              <a:gsLst>
                <a:gs pos="0">
                  <a:srgbClr val="545268">
                    <a:alpha val="19326"/>
                  </a:srgbClr>
                </a:gs>
                <a:gs pos="14286">
                  <a:srgbClr val="545268">
                    <a:alpha val="17913"/>
                  </a:srgbClr>
                </a:gs>
                <a:gs pos="28571">
                  <a:srgbClr val="545268">
                    <a:alpha val="14209"/>
                  </a:srgbClr>
                </a:gs>
                <a:gs pos="42857">
                  <a:srgbClr val="545268">
                    <a:alpha val="9564"/>
                  </a:srgbClr>
                </a:gs>
                <a:gs pos="57143">
                  <a:srgbClr val="545268">
                    <a:alpha val="5418"/>
                  </a:srgbClr>
                </a:gs>
                <a:gs pos="71429">
                  <a:srgbClr val="545268">
                    <a:alpha val="2574"/>
                  </a:srgbClr>
                </a:gs>
                <a:gs pos="85714">
                  <a:srgbClr val="545268">
                    <a:alpha val="1026"/>
                  </a:srgbClr>
                </a:gs>
                <a:gs pos="100000">
                  <a:srgbClr val="545268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8570612">
              <a:off x="2157424" y="3060225"/>
              <a:ext cx="465881" cy="1416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2911420">
              <a:off x="697352" y="432186"/>
              <a:ext cx="700100" cy="1106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3129804">
              <a:off x="3143154" y="42096"/>
              <a:ext cx="279985" cy="154806"/>
            </a:xfrm>
            <a:prstGeom prst="ellipse">
              <a:avLst/>
            </a:prstGeom>
            <a:gradFill>
              <a:gsLst>
                <a:gs pos="0">
                  <a:srgbClr val="FCFBFC">
                    <a:alpha val="32968"/>
                  </a:srgbClr>
                </a:gs>
                <a:gs pos="14286">
                  <a:srgbClr val="FCFBFC">
                    <a:alpha val="30764"/>
                  </a:srgbClr>
                </a:gs>
                <a:gs pos="28571">
                  <a:srgbClr val="FCFBFC">
                    <a:alpha val="24833"/>
                  </a:srgbClr>
                </a:gs>
                <a:gs pos="42857">
                  <a:srgbClr val="FCFBFC">
                    <a:alpha val="17075"/>
                  </a:srgbClr>
                </a:gs>
                <a:gs pos="57143">
                  <a:srgbClr val="FCFBFC">
                    <a:alpha val="9855"/>
                  </a:srgbClr>
                </a:gs>
                <a:gs pos="71429">
                  <a:srgbClr val="FCFBFC">
                    <a:alpha val="4740"/>
                  </a:srgbClr>
                </a:gs>
                <a:gs pos="85714">
                  <a:srgbClr val="FCFBFC">
                    <a:alpha val="1902"/>
                  </a:srgbClr>
                </a:gs>
                <a:gs pos="100000">
                  <a:srgbClr val="FCFB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7090571">
              <a:off x="2739037" y="130263"/>
              <a:ext cx="151610" cy="1047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10750890">
              <a:off x="2335721" y="3001327"/>
              <a:ext cx="125931" cy="834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-10123195">
              <a:off x="2729330" y="1651878"/>
              <a:ext cx="529310" cy="519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3550259">
              <a:off x="1215672" y="2647244"/>
              <a:ext cx="70782" cy="19970"/>
            </a:xfrm>
            <a:prstGeom prst="ellipse">
              <a:avLst/>
            </a:prstGeom>
            <a:gradFill>
              <a:gsLst>
                <a:gs pos="0">
                  <a:srgbClr val="000002">
                    <a:alpha val="19158"/>
                  </a:srgbClr>
                </a:gs>
                <a:gs pos="14286">
                  <a:srgbClr val="000002">
                    <a:alpha val="17755"/>
                  </a:srgbClr>
                </a:gs>
                <a:gs pos="28571">
                  <a:srgbClr val="000002">
                    <a:alpha val="14082"/>
                  </a:srgbClr>
                </a:gs>
                <a:gs pos="42857">
                  <a:srgbClr val="000002">
                    <a:alpha val="9476"/>
                  </a:srgbClr>
                </a:gs>
                <a:gs pos="57143">
                  <a:srgbClr val="000002">
                    <a:alpha val="5367"/>
                  </a:srgbClr>
                </a:gs>
                <a:gs pos="71429">
                  <a:srgbClr val="000002">
                    <a:alpha val="2549"/>
                  </a:srgbClr>
                </a:gs>
                <a:gs pos="85714">
                  <a:srgbClr val="000002">
                    <a:alpha val="1016"/>
                  </a:srgbClr>
                </a:gs>
                <a:gs pos="100000">
                  <a:srgbClr val="000002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4157414">
              <a:off x="437138" y="2683475"/>
              <a:ext cx="514425" cy="712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10004268">
              <a:off x="1309346" y="2926258"/>
              <a:ext cx="70686" cy="20426"/>
            </a:xfrm>
            <a:prstGeom prst="ellipse">
              <a:avLst/>
            </a:prstGeom>
            <a:gradFill>
              <a:gsLst>
                <a:gs pos="0">
                  <a:srgbClr val="C4C3B8">
                    <a:alpha val="18665"/>
                  </a:srgbClr>
                </a:gs>
                <a:gs pos="14286">
                  <a:srgbClr val="C4C3B8">
                    <a:alpha val="17295"/>
                  </a:srgbClr>
                </a:gs>
                <a:gs pos="28571">
                  <a:srgbClr val="C4C3B8">
                    <a:alpha val="13708"/>
                  </a:srgbClr>
                </a:gs>
                <a:gs pos="42857">
                  <a:srgbClr val="C4C3B8">
                    <a:alpha val="9218"/>
                  </a:srgbClr>
                </a:gs>
                <a:gs pos="57143">
                  <a:srgbClr val="C4C3B8">
                    <a:alpha val="5218"/>
                  </a:srgbClr>
                </a:gs>
                <a:gs pos="71429">
                  <a:srgbClr val="C4C3B8">
                    <a:alpha val="2477"/>
                  </a:srgbClr>
                </a:gs>
                <a:gs pos="85714">
                  <a:srgbClr val="C4C3B8">
                    <a:alpha val="987"/>
                  </a:srgbClr>
                </a:gs>
                <a:gs pos="100000">
                  <a:srgbClr val="C4C3B8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-9276132">
              <a:off x="1449450" y="2165659"/>
              <a:ext cx="594052" cy="852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6336067">
              <a:off x="2724882" y="-19492"/>
              <a:ext cx="253733" cy="1135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-10296618">
              <a:off x="3062145" y="2462125"/>
              <a:ext cx="173349" cy="868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5459710">
              <a:off x="2611357" y="2305762"/>
              <a:ext cx="70820" cy="19744"/>
            </a:xfrm>
            <a:prstGeom prst="ellipse">
              <a:avLst/>
            </a:prstGeom>
            <a:gradFill>
              <a:gsLst>
                <a:gs pos="0">
                  <a:srgbClr val="000000">
                    <a:alpha val="19295"/>
                  </a:srgbClr>
                </a:gs>
                <a:gs pos="14286">
                  <a:srgbClr val="000000">
                    <a:alpha val="17884"/>
                  </a:srgbClr>
                </a:gs>
                <a:gs pos="28571">
                  <a:srgbClr val="000000">
                    <a:alpha val="14186"/>
                  </a:srgbClr>
                </a:gs>
                <a:gs pos="42857">
                  <a:srgbClr val="000000">
                    <a:alpha val="9547"/>
                  </a:srgbClr>
                </a:gs>
                <a:gs pos="57143">
                  <a:srgbClr val="000000">
                    <a:alpha val="5408"/>
                  </a:srgbClr>
                </a:gs>
                <a:gs pos="71429">
                  <a:srgbClr val="000000">
                    <a:alpha val="2569"/>
                  </a:srgbClr>
                </a:gs>
                <a:gs pos="85714">
                  <a:srgbClr val="000000">
                    <a:alpha val="1024"/>
                  </a:srgbClr>
                </a:gs>
                <a:gs pos="100000">
                  <a:srgbClr val="000000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6614386">
              <a:off x="313259" y="1086807"/>
              <a:ext cx="346250" cy="1071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10036384">
              <a:off x="2797795" y="1442993"/>
              <a:ext cx="591227" cy="948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3187441">
              <a:off x="825109" y="1680162"/>
              <a:ext cx="128476" cy="750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6760261">
              <a:off x="1022900" y="1964075"/>
              <a:ext cx="70879" cy="20115"/>
            </a:xfrm>
            <a:prstGeom prst="ellipse">
              <a:avLst/>
            </a:prstGeom>
            <a:gradFill>
              <a:gsLst>
                <a:gs pos="0">
                  <a:srgbClr val="000000">
                    <a:alpha val="19066"/>
                  </a:srgbClr>
                </a:gs>
                <a:gs pos="14286">
                  <a:srgbClr val="000000">
                    <a:alpha val="17669"/>
                  </a:srgbClr>
                </a:gs>
                <a:gs pos="28571">
                  <a:srgbClr val="000000">
                    <a:alpha val="14012"/>
                  </a:srgbClr>
                </a:gs>
                <a:gs pos="42857">
                  <a:srgbClr val="000000">
                    <a:alpha val="9427"/>
                  </a:srgbClr>
                </a:gs>
                <a:gs pos="57143">
                  <a:srgbClr val="000000">
                    <a:alpha val="5339"/>
                  </a:srgbClr>
                </a:gs>
                <a:gs pos="71429">
                  <a:srgbClr val="000000">
                    <a:alpha val="2536"/>
                  </a:srgbClr>
                </a:gs>
                <a:gs pos="85714">
                  <a:srgbClr val="000000">
                    <a:alpha val="1010"/>
                  </a:srgbClr>
                </a:gs>
                <a:gs pos="100000">
                  <a:srgbClr val="00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10522604">
              <a:off x="2917009" y="2356594"/>
              <a:ext cx="550916" cy="624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8230534">
              <a:off x="467105" y="2109554"/>
              <a:ext cx="577206" cy="748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8127584">
              <a:off x="8778" y="1269906"/>
              <a:ext cx="169995" cy="1036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7795265">
              <a:off x="2455233" y="2053889"/>
              <a:ext cx="293891" cy="808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-8268560">
              <a:off x="524241" y="1552778"/>
              <a:ext cx="346380" cy="833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-9333776">
              <a:off x="3242073" y="1690869"/>
              <a:ext cx="518839" cy="150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-10286244">
              <a:off x="3462909" y="2306817"/>
              <a:ext cx="70771" cy="19472"/>
            </a:xfrm>
            <a:prstGeom prst="ellipse">
              <a:avLst/>
            </a:prstGeom>
            <a:gradFill>
              <a:gsLst>
                <a:gs pos="0">
                  <a:srgbClr val="000000">
                    <a:alpha val="19437"/>
                  </a:srgbClr>
                </a:gs>
                <a:gs pos="14286">
                  <a:srgbClr val="000000">
                    <a:alpha val="18016"/>
                  </a:srgbClr>
                </a:gs>
                <a:gs pos="28571">
                  <a:srgbClr val="000000">
                    <a:alpha val="14293"/>
                  </a:srgbClr>
                </a:gs>
                <a:gs pos="42857">
                  <a:srgbClr val="000000">
                    <a:alpha val="9622"/>
                  </a:srgbClr>
                </a:gs>
                <a:gs pos="57143">
                  <a:srgbClr val="000000">
                    <a:alpha val="5452"/>
                  </a:srgbClr>
                </a:gs>
                <a:gs pos="71429">
                  <a:srgbClr val="000000">
                    <a:alpha val="2590"/>
                  </a:srgbClr>
                </a:gs>
                <a:gs pos="85714">
                  <a:srgbClr val="000000">
                    <a:alpha val="1032"/>
                  </a:srgbClr>
                </a:gs>
                <a:gs pos="100000">
                  <a:srgbClr val="00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4342259">
              <a:off x="3140939" y="899045"/>
              <a:ext cx="231227" cy="1085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10432762">
              <a:off x="2411603" y="2898696"/>
              <a:ext cx="621265" cy="515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7959150">
              <a:off x="381283" y="1672864"/>
              <a:ext cx="69458" cy="19317"/>
            </a:xfrm>
            <a:prstGeom prst="ellipse">
              <a:avLst/>
            </a:prstGeom>
            <a:gradFill>
              <a:gsLst>
                <a:gs pos="0">
                  <a:srgbClr val="C8C7C0">
                    <a:alpha val="19625"/>
                  </a:srgbClr>
                </a:gs>
                <a:gs pos="14286">
                  <a:srgbClr val="C8C7C0">
                    <a:alpha val="18192"/>
                  </a:srgbClr>
                </a:gs>
                <a:gs pos="28571">
                  <a:srgbClr val="C8C7C0">
                    <a:alpha val="14436"/>
                  </a:srgbClr>
                </a:gs>
                <a:gs pos="42857">
                  <a:srgbClr val="C8C7C0">
                    <a:alpha val="9721"/>
                  </a:srgbClr>
                </a:gs>
                <a:gs pos="57143">
                  <a:srgbClr val="C8C7C0">
                    <a:alpha val="5509"/>
                  </a:srgbClr>
                </a:gs>
                <a:gs pos="71429">
                  <a:srgbClr val="C8C7C0">
                    <a:alpha val="2617"/>
                  </a:srgbClr>
                </a:gs>
                <a:gs pos="85714">
                  <a:srgbClr val="C8C7C0">
                    <a:alpha val="1043"/>
                  </a:srgbClr>
                </a:gs>
                <a:gs pos="100000">
                  <a:srgbClr val="C8C7C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8578960">
              <a:off x="-31831" y="793843"/>
              <a:ext cx="337344" cy="50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8801398">
              <a:off x="1394585" y="235495"/>
              <a:ext cx="604421" cy="654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-8775788">
              <a:off x="388125" y="603007"/>
              <a:ext cx="503208" cy="859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-8291966">
              <a:off x="289261" y="1850405"/>
              <a:ext cx="553750" cy="466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9255822">
              <a:off x="-22384" y="2255251"/>
              <a:ext cx="511519" cy="636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4509219">
              <a:off x="627541" y="1541349"/>
              <a:ext cx="205061" cy="791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5475733">
              <a:off x="1282707" y="987487"/>
              <a:ext cx="356795" cy="517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7320379">
              <a:off x="1624687" y="84165"/>
              <a:ext cx="452343" cy="74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10267803">
              <a:off x="1412102" y="2716720"/>
              <a:ext cx="481067" cy="125382"/>
            </a:xfrm>
            <a:prstGeom prst="ellipse">
              <a:avLst/>
            </a:prstGeom>
            <a:gradFill>
              <a:gsLst>
                <a:gs pos="0">
                  <a:srgbClr val="FEFEFF">
                    <a:alpha val="32968"/>
                  </a:srgbClr>
                </a:gs>
                <a:gs pos="14286">
                  <a:srgbClr val="FEFEFF">
                    <a:alpha val="30764"/>
                  </a:srgbClr>
                </a:gs>
                <a:gs pos="28571">
                  <a:srgbClr val="FEFEFF">
                    <a:alpha val="24833"/>
                  </a:srgbClr>
                </a:gs>
                <a:gs pos="42857">
                  <a:srgbClr val="FEFEFF">
                    <a:alpha val="17075"/>
                  </a:srgbClr>
                </a:gs>
                <a:gs pos="57143">
                  <a:srgbClr val="FEFEFF">
                    <a:alpha val="9855"/>
                  </a:srgbClr>
                </a:gs>
                <a:gs pos="71429">
                  <a:srgbClr val="FEFEFF">
                    <a:alpha val="4740"/>
                  </a:srgbClr>
                </a:gs>
                <a:gs pos="85714">
                  <a:srgbClr val="FEFEFF">
                    <a:alpha val="1902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9115387">
              <a:off x="1514892" y="2623864"/>
              <a:ext cx="412379" cy="136020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4688037">
              <a:off x="2814292" y="1392543"/>
              <a:ext cx="557478" cy="524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7625877">
              <a:off x="-29787" y="32732"/>
              <a:ext cx="100083" cy="46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2843499">
              <a:off x="2724186" y="330031"/>
              <a:ext cx="446193" cy="507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8279931">
              <a:off x="116598" y="3339980"/>
              <a:ext cx="464519" cy="40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-9884330">
              <a:off x="445292" y="1745069"/>
              <a:ext cx="221845" cy="83844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-9549490">
              <a:off x="35471" y="1835444"/>
              <a:ext cx="484622" cy="403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8847098">
              <a:off x="121713" y="1687129"/>
              <a:ext cx="155625" cy="707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7235773">
              <a:off x="243820" y="1950250"/>
              <a:ext cx="496460" cy="472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-8619180">
              <a:off x="260958" y="676238"/>
              <a:ext cx="590472" cy="94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4912315">
              <a:off x="2466921" y="694661"/>
              <a:ext cx="461115" cy="887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4362791">
              <a:off x="1637030" y="1278087"/>
              <a:ext cx="505580" cy="813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3095276">
              <a:off x="3001985" y="3246679"/>
              <a:ext cx="277960" cy="699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-9600253">
              <a:off x="1777126" y="3053564"/>
              <a:ext cx="587582" cy="501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-10074488">
              <a:off x="1034651" y="799329"/>
              <a:ext cx="629421" cy="795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10615210">
              <a:off x="2743893" y="3122054"/>
              <a:ext cx="358707" cy="180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5773602">
              <a:off x="3245688" y="983843"/>
              <a:ext cx="522135" cy="990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9229947">
              <a:off x="2982898" y="3325326"/>
              <a:ext cx="468816" cy="575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3654594">
              <a:off x="872131" y="1813761"/>
              <a:ext cx="533593" cy="715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10787552">
              <a:off x="3020528" y="2387730"/>
              <a:ext cx="493833" cy="90526"/>
            </a:xfrm>
            <a:prstGeom prst="ellipse">
              <a:avLst/>
            </a:prstGeom>
            <a:gradFill>
              <a:gsLst>
                <a:gs pos="0">
                  <a:srgbClr val="F3F5F4">
                    <a:alpha val="32881"/>
                  </a:srgbClr>
                </a:gs>
                <a:gs pos="14286">
                  <a:srgbClr val="F3F5F4">
                    <a:alpha val="30681"/>
                  </a:srgbClr>
                </a:gs>
                <a:gs pos="28571">
                  <a:srgbClr val="F3F5F4">
                    <a:alpha val="24763"/>
                  </a:srgbClr>
                </a:gs>
                <a:gs pos="42857">
                  <a:srgbClr val="F3F5F4">
                    <a:alpha val="17025"/>
                  </a:srgbClr>
                </a:gs>
                <a:gs pos="57143">
                  <a:srgbClr val="F3F5F4">
                    <a:alpha val="9824"/>
                  </a:srgbClr>
                </a:gs>
                <a:gs pos="71429">
                  <a:srgbClr val="F3F5F4">
                    <a:alpha val="4725"/>
                  </a:srgbClr>
                </a:gs>
                <a:gs pos="85714">
                  <a:srgbClr val="F3F5F4">
                    <a:alpha val="1896"/>
                  </a:srgbClr>
                </a:gs>
                <a:gs pos="100000">
                  <a:srgbClr val="F3F5F4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6839754">
              <a:off x="3334216" y="3431832"/>
              <a:ext cx="175681" cy="70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3118473">
              <a:off x="1316884" y="576349"/>
              <a:ext cx="267682" cy="62424"/>
            </a:xfrm>
            <a:prstGeom prst="ellipse">
              <a:avLst/>
            </a:prstGeom>
            <a:gradFill>
              <a:gsLst>
                <a:gs pos="0">
                  <a:srgbClr val="FDFCFD">
                    <a:alpha val="32968"/>
                  </a:srgbClr>
                </a:gs>
                <a:gs pos="14286">
                  <a:srgbClr val="FDFCFD">
                    <a:alpha val="30764"/>
                  </a:srgbClr>
                </a:gs>
                <a:gs pos="28571">
                  <a:srgbClr val="FDFCFD">
                    <a:alpha val="24833"/>
                  </a:srgbClr>
                </a:gs>
                <a:gs pos="42857">
                  <a:srgbClr val="FDFCFD">
                    <a:alpha val="17075"/>
                  </a:srgbClr>
                </a:gs>
                <a:gs pos="57143">
                  <a:srgbClr val="FDFCFD">
                    <a:alpha val="9855"/>
                  </a:srgbClr>
                </a:gs>
                <a:gs pos="71429">
                  <a:srgbClr val="FDFCFD">
                    <a:alpha val="4740"/>
                  </a:srgbClr>
                </a:gs>
                <a:gs pos="85714">
                  <a:srgbClr val="FDFCFD">
                    <a:alpha val="1902"/>
                  </a:srgbClr>
                </a:gs>
                <a:gs pos="100000">
                  <a:srgbClr val="FDFC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3008334">
              <a:off x="1129873" y="388746"/>
              <a:ext cx="477238" cy="1125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5400222">
              <a:off x="1839140" y="475049"/>
              <a:ext cx="40984" cy="40970"/>
            </a:xfrm>
            <a:prstGeom prst="ellipse">
              <a:avLst/>
            </a:prstGeom>
            <a:gradFill>
              <a:gsLst>
                <a:gs pos="0">
                  <a:srgbClr val="000000">
                    <a:alpha val="21925"/>
                  </a:srgbClr>
                </a:gs>
                <a:gs pos="14286">
                  <a:srgbClr val="000000">
                    <a:alpha val="20347"/>
                  </a:srgbClr>
                </a:gs>
                <a:gs pos="28571">
                  <a:srgbClr val="000000">
                    <a:alpha val="16191"/>
                  </a:srgbClr>
                </a:gs>
                <a:gs pos="42857">
                  <a:srgbClr val="000000">
                    <a:alpha val="10940"/>
                  </a:srgbClr>
                </a:gs>
                <a:gs pos="57143">
                  <a:srgbClr val="000000">
                    <a:alpha val="6218"/>
                  </a:srgbClr>
                </a:gs>
                <a:gs pos="71429">
                  <a:srgbClr val="000000">
                    <a:alpha val="2960"/>
                  </a:srgbClr>
                </a:gs>
                <a:gs pos="85714">
                  <a:srgbClr val="000000">
                    <a:alpha val="1181"/>
                  </a:srgbClr>
                </a:gs>
                <a:gs pos="100000">
                  <a:srgbClr val="0000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4154920">
              <a:off x="2098795" y="1532592"/>
              <a:ext cx="710046" cy="977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10754606">
              <a:off x="564246" y="1400503"/>
              <a:ext cx="566768" cy="667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9230133">
              <a:off x="2915428" y="127022"/>
              <a:ext cx="788111" cy="388903"/>
            </a:xfrm>
            <a:prstGeom prst="ellipse">
              <a:avLst/>
            </a:prstGeom>
            <a:gradFill>
              <a:gsLst>
                <a:gs pos="0">
                  <a:srgbClr val="000013">
                    <a:alpha val="32968"/>
                  </a:srgbClr>
                </a:gs>
                <a:gs pos="14286">
                  <a:srgbClr val="000013">
                    <a:alpha val="30764"/>
                  </a:srgbClr>
                </a:gs>
                <a:gs pos="28571">
                  <a:srgbClr val="000013">
                    <a:alpha val="24833"/>
                  </a:srgbClr>
                </a:gs>
                <a:gs pos="42857">
                  <a:srgbClr val="000013">
                    <a:alpha val="17075"/>
                  </a:srgbClr>
                </a:gs>
                <a:gs pos="57143">
                  <a:srgbClr val="000013">
                    <a:alpha val="9855"/>
                  </a:srgbClr>
                </a:gs>
                <a:gs pos="71429">
                  <a:srgbClr val="000013">
                    <a:alpha val="4740"/>
                  </a:srgbClr>
                </a:gs>
                <a:gs pos="85714">
                  <a:srgbClr val="000013">
                    <a:alpha val="1902"/>
                  </a:srgbClr>
                </a:gs>
                <a:gs pos="100000">
                  <a:srgbClr val="00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603132">
              <a:off x="1535864" y="2884427"/>
              <a:ext cx="404423" cy="815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-8202845">
              <a:off x="1119706" y="3308744"/>
              <a:ext cx="1039144" cy="275009"/>
            </a:xfrm>
            <a:prstGeom prst="ellipse">
              <a:avLst/>
            </a:prstGeom>
            <a:gradFill>
              <a:gsLst>
                <a:gs pos="0">
                  <a:srgbClr val="F9F9F9">
                    <a:alpha val="32968"/>
                  </a:srgbClr>
                </a:gs>
                <a:gs pos="14286">
                  <a:srgbClr val="F9F9F9">
                    <a:alpha val="30764"/>
                  </a:srgbClr>
                </a:gs>
                <a:gs pos="28571">
                  <a:srgbClr val="F9F9F9">
                    <a:alpha val="24833"/>
                  </a:srgbClr>
                </a:gs>
                <a:gs pos="42857">
                  <a:srgbClr val="F9F9F9">
                    <a:alpha val="17075"/>
                  </a:srgbClr>
                </a:gs>
                <a:gs pos="57143">
                  <a:srgbClr val="F9F9F9">
                    <a:alpha val="9855"/>
                  </a:srgbClr>
                </a:gs>
                <a:gs pos="71429">
                  <a:srgbClr val="F9F9F9">
                    <a:alpha val="4740"/>
                  </a:srgbClr>
                </a:gs>
                <a:gs pos="85714">
                  <a:srgbClr val="F9F9F9">
                    <a:alpha val="1902"/>
                  </a:srgbClr>
                </a:gs>
                <a:gs pos="100000">
                  <a:srgbClr val="F9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9227260">
              <a:off x="381955" y="1615254"/>
              <a:ext cx="525589" cy="761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10047002">
              <a:off x="2166879" y="1633787"/>
              <a:ext cx="516958" cy="414548"/>
            </a:xfrm>
            <a:prstGeom prst="ellipse">
              <a:avLst/>
            </a:prstGeom>
            <a:gradFill>
              <a:gsLst>
                <a:gs pos="0">
                  <a:srgbClr val="EBEBEB">
                    <a:alpha val="14388"/>
                  </a:srgbClr>
                </a:gs>
                <a:gs pos="14286">
                  <a:srgbClr val="EBEBEB">
                    <a:alpha val="13306"/>
                  </a:srgbClr>
                </a:gs>
                <a:gs pos="28571">
                  <a:srgbClr val="EBEBEB">
                    <a:alpha val="10494"/>
                  </a:srgbClr>
                </a:gs>
                <a:gs pos="42857">
                  <a:srgbClr val="EBEBEB">
                    <a:alpha val="7014"/>
                  </a:srgbClr>
                </a:gs>
                <a:gs pos="57143">
                  <a:srgbClr val="EBEBEB">
                    <a:alpha val="3949"/>
                  </a:srgbClr>
                </a:gs>
                <a:gs pos="71429">
                  <a:srgbClr val="EBEBEB">
                    <a:alpha val="1868"/>
                  </a:srgbClr>
                </a:gs>
                <a:gs pos="85714">
                  <a:srgbClr val="EBEBEB">
                    <a:alpha val="743"/>
                  </a:srgbClr>
                </a:gs>
                <a:gs pos="100000">
                  <a:srgbClr val="EBEBEB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8211324">
              <a:off x="1506094" y="3502075"/>
              <a:ext cx="510964" cy="1302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882115">
              <a:off x="2485819" y="1107657"/>
              <a:ext cx="496562" cy="849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4652394">
              <a:off x="2562887" y="1894041"/>
              <a:ext cx="581183" cy="759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5400112">
              <a:off x="1348856" y="2992054"/>
              <a:ext cx="39722" cy="39715"/>
            </a:xfrm>
            <a:prstGeom prst="ellipse">
              <a:avLst/>
            </a:prstGeom>
            <a:gradFill>
              <a:gsLst>
                <a:gs pos="0">
                  <a:srgbClr val="000000">
                    <a:alpha val="22232"/>
                  </a:srgbClr>
                </a:gs>
                <a:gs pos="14286">
                  <a:srgbClr val="000000">
                    <a:alpha val="20634"/>
                  </a:srgbClr>
                </a:gs>
                <a:gs pos="28571">
                  <a:srgbClr val="000000">
                    <a:alpha val="16426"/>
                  </a:srgbClr>
                </a:gs>
                <a:gs pos="42857">
                  <a:srgbClr val="000000">
                    <a:alpha val="11103"/>
                  </a:srgbClr>
                </a:gs>
                <a:gs pos="57143">
                  <a:srgbClr val="000000">
                    <a:alpha val="6313"/>
                  </a:srgbClr>
                </a:gs>
                <a:gs pos="71429">
                  <a:srgbClr val="000000">
                    <a:alpha val="3007"/>
                  </a:srgbClr>
                </a:gs>
                <a:gs pos="85714">
                  <a:srgbClr val="000000">
                    <a:alpha val="1200"/>
                  </a:srgbClr>
                </a:gs>
                <a:gs pos="100000">
                  <a:srgbClr val="0000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-9643931">
              <a:off x="58004" y="2197136"/>
              <a:ext cx="598006" cy="858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5215349">
              <a:off x="2022699" y="3544587"/>
              <a:ext cx="518138" cy="881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8209570">
              <a:off x="2787716" y="1010004"/>
              <a:ext cx="618194" cy="576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4195477">
              <a:off x="1330193" y="1598591"/>
              <a:ext cx="339057" cy="612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-9238369">
              <a:off x="-231248" y="2271590"/>
              <a:ext cx="571557" cy="556323"/>
            </a:xfrm>
            <a:prstGeom prst="ellipse">
              <a:avLst/>
            </a:prstGeom>
            <a:gradFill>
              <a:gsLst>
                <a:gs pos="0">
                  <a:srgbClr val="000000">
                    <a:alpha val="7261"/>
                  </a:srgbClr>
                </a:gs>
                <a:gs pos="14286">
                  <a:srgbClr val="000000">
                    <a:alpha val="6694"/>
                  </a:srgbClr>
                </a:gs>
                <a:gs pos="28571">
                  <a:srgbClr val="000000">
                    <a:alpha val="5237"/>
                  </a:srgbClr>
                </a:gs>
                <a:gs pos="42857">
                  <a:srgbClr val="000000">
                    <a:alpha val="3467"/>
                  </a:srgbClr>
                </a:gs>
                <a:gs pos="57143">
                  <a:srgbClr val="000000">
                    <a:alpha val="1936"/>
                  </a:srgbClr>
                </a:gs>
                <a:gs pos="71429">
                  <a:srgbClr val="000000">
                    <a:alpha val="911"/>
                  </a:srgbClr>
                </a:gs>
                <a:gs pos="85714">
                  <a:srgbClr val="000000">
                    <a:alpha val="361"/>
                  </a:srgbClr>
                </a:gs>
                <a:gs pos="100000">
                  <a:srgbClr val="0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3291553">
              <a:off x="2614351" y="2115686"/>
              <a:ext cx="692257" cy="425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8662234">
              <a:off x="804064" y="3377648"/>
              <a:ext cx="657888" cy="596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4322212">
              <a:off x="1462720" y="493687"/>
              <a:ext cx="431249" cy="756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9111492">
              <a:off x="-421783" y="2141926"/>
              <a:ext cx="921728" cy="1076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-8261876">
              <a:off x="1534147" y="3338050"/>
              <a:ext cx="486068" cy="1219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9447018">
              <a:off x="1650811" y="1522048"/>
              <a:ext cx="586169" cy="673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8846521">
              <a:off x="405581" y="557410"/>
              <a:ext cx="474275" cy="934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5309472">
              <a:off x="1418162" y="431921"/>
              <a:ext cx="798210" cy="5096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2780520">
              <a:off x="1502752" y="1063603"/>
              <a:ext cx="688966" cy="558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10689820">
              <a:off x="342241" y="456447"/>
              <a:ext cx="460953" cy="488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10745705">
              <a:off x="2140224" y="1986141"/>
              <a:ext cx="443936" cy="1388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6512741">
              <a:off x="1944129" y="302595"/>
              <a:ext cx="818723" cy="770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4215077">
              <a:off x="2463473" y="2602868"/>
              <a:ext cx="614518" cy="830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10178615">
              <a:off x="2262741" y="3450825"/>
              <a:ext cx="304161" cy="194181"/>
            </a:xfrm>
            <a:prstGeom prst="ellipse">
              <a:avLst/>
            </a:prstGeom>
            <a:gradFill>
              <a:gsLst>
                <a:gs pos="0">
                  <a:srgbClr val="FAFAFA">
                    <a:alpha val="32968"/>
                  </a:srgbClr>
                </a:gs>
                <a:gs pos="14286">
                  <a:srgbClr val="FAFAFA">
                    <a:alpha val="30764"/>
                  </a:srgbClr>
                </a:gs>
                <a:gs pos="28571">
                  <a:srgbClr val="FAFAFA">
                    <a:alpha val="24833"/>
                  </a:srgbClr>
                </a:gs>
                <a:gs pos="42857">
                  <a:srgbClr val="FAFAFA">
                    <a:alpha val="17075"/>
                  </a:srgbClr>
                </a:gs>
                <a:gs pos="57143">
                  <a:srgbClr val="FAFAFA">
                    <a:alpha val="9855"/>
                  </a:srgbClr>
                </a:gs>
                <a:gs pos="71429">
                  <a:srgbClr val="FAFAFA">
                    <a:alpha val="4740"/>
                  </a:srgbClr>
                </a:gs>
                <a:gs pos="85714">
                  <a:srgbClr val="FAFAFA">
                    <a:alpha val="1902"/>
                  </a:srgbClr>
                </a:gs>
                <a:gs pos="100000">
                  <a:srgbClr val="FAFA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9208477">
              <a:off x="1695118" y="3312178"/>
              <a:ext cx="960764" cy="188660"/>
            </a:xfrm>
            <a:prstGeom prst="ellipse">
              <a:avLst/>
            </a:prstGeom>
            <a:gradFill>
              <a:gsLst>
                <a:gs pos="0">
                  <a:srgbClr val="000D04">
                    <a:alpha val="25857"/>
                  </a:srgbClr>
                </a:gs>
                <a:gs pos="14286">
                  <a:srgbClr val="000D04">
                    <a:alpha val="24041"/>
                  </a:srgbClr>
                </a:gs>
                <a:gs pos="28571">
                  <a:srgbClr val="000D04">
                    <a:alpha val="19225"/>
                  </a:srgbClr>
                </a:gs>
                <a:gs pos="42857">
                  <a:srgbClr val="000D04">
                    <a:alpha val="13068"/>
                  </a:srgbClr>
                </a:gs>
                <a:gs pos="57143">
                  <a:srgbClr val="000D04">
                    <a:alpha val="7466"/>
                  </a:srgbClr>
                </a:gs>
                <a:gs pos="71429">
                  <a:srgbClr val="000D04">
                    <a:alpha val="3567"/>
                  </a:srgbClr>
                </a:gs>
                <a:gs pos="85714">
                  <a:srgbClr val="000D04">
                    <a:alpha val="1426"/>
                  </a:srgbClr>
                </a:gs>
                <a:gs pos="100000">
                  <a:srgbClr val="000D04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-10276230">
              <a:off x="2471978" y="523602"/>
              <a:ext cx="801281" cy="1139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6724897">
              <a:off x="1084874" y="2303985"/>
              <a:ext cx="752308" cy="1447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8105370">
              <a:off x="1731604" y="1095441"/>
              <a:ext cx="550279" cy="149318"/>
            </a:xfrm>
            <a:prstGeom prst="ellipse">
              <a:avLst/>
            </a:prstGeom>
            <a:gradFill>
              <a:gsLst>
                <a:gs pos="0">
                  <a:srgbClr val="F4F4F4">
                    <a:alpha val="32881"/>
                  </a:srgbClr>
                </a:gs>
                <a:gs pos="14286">
                  <a:srgbClr val="F4F4F4">
                    <a:alpha val="30682"/>
                  </a:srgbClr>
                </a:gs>
                <a:gs pos="28571">
                  <a:srgbClr val="F4F4F4">
                    <a:alpha val="24764"/>
                  </a:srgbClr>
                </a:gs>
                <a:gs pos="42857">
                  <a:srgbClr val="F4F4F4">
                    <a:alpha val="17025"/>
                  </a:srgbClr>
                </a:gs>
                <a:gs pos="57143">
                  <a:srgbClr val="F4F4F4">
                    <a:alpha val="9825"/>
                  </a:srgbClr>
                </a:gs>
                <a:gs pos="71429">
                  <a:srgbClr val="F4F4F4">
                    <a:alpha val="4725"/>
                  </a:srgbClr>
                </a:gs>
                <a:gs pos="85714">
                  <a:srgbClr val="F4F4F4">
                    <a:alpha val="1896"/>
                  </a:srgbClr>
                </a:gs>
                <a:gs pos="100000">
                  <a:srgbClr val="F4F4F4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6626470">
              <a:off x="3207865" y="3452636"/>
              <a:ext cx="259361" cy="1255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8281973">
              <a:off x="931091" y="1273935"/>
              <a:ext cx="627589" cy="110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7754123">
              <a:off x="458015" y="1549733"/>
              <a:ext cx="551166" cy="670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10628578">
              <a:off x="3262291" y="3072126"/>
              <a:ext cx="189043" cy="1187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399596">
              <a:off x="-16355" y="2993914"/>
              <a:ext cx="49547" cy="49544"/>
            </a:xfrm>
            <a:prstGeom prst="ellipse">
              <a:avLst/>
            </a:prstGeom>
            <a:gradFill>
              <a:gsLst>
                <a:gs pos="0">
                  <a:srgbClr val="E1E1E0">
                    <a:alpha val="19841"/>
                  </a:srgbClr>
                </a:gs>
                <a:gs pos="14286">
                  <a:srgbClr val="E1E1E0">
                    <a:alpha val="18394"/>
                  </a:srgbClr>
                </a:gs>
                <a:gs pos="28571">
                  <a:srgbClr val="E1E1E0">
                    <a:alpha val="14601"/>
                  </a:srgbClr>
                </a:gs>
                <a:gs pos="42857">
                  <a:srgbClr val="E1E1E0">
                    <a:alpha val="9835"/>
                  </a:srgbClr>
                </a:gs>
                <a:gs pos="57143">
                  <a:srgbClr val="E1E1E0">
                    <a:alpha val="5575"/>
                  </a:srgbClr>
                </a:gs>
                <a:gs pos="71429">
                  <a:srgbClr val="E1E1E0">
                    <a:alpha val="2649"/>
                  </a:srgbClr>
                </a:gs>
                <a:gs pos="85714">
                  <a:srgbClr val="E1E1E0">
                    <a:alpha val="1056"/>
                  </a:srgbClr>
                </a:gs>
                <a:gs pos="100000">
                  <a:srgbClr val="E1E1E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4675527">
              <a:off x="333897" y="510898"/>
              <a:ext cx="427864" cy="117236"/>
            </a:xfrm>
            <a:prstGeom prst="ellipse">
              <a:avLst/>
            </a:prstGeom>
            <a:gradFill>
              <a:gsLst>
                <a:gs pos="0">
                  <a:srgbClr val="E3E4E3">
                    <a:alpha val="32968"/>
                  </a:srgbClr>
                </a:gs>
                <a:gs pos="14286">
                  <a:srgbClr val="E3E4E3">
                    <a:alpha val="30764"/>
                  </a:srgbClr>
                </a:gs>
                <a:gs pos="28571">
                  <a:srgbClr val="E3E4E3">
                    <a:alpha val="24833"/>
                  </a:srgbClr>
                </a:gs>
                <a:gs pos="42857">
                  <a:srgbClr val="E3E4E3">
                    <a:alpha val="17075"/>
                  </a:srgbClr>
                </a:gs>
                <a:gs pos="57143">
                  <a:srgbClr val="E3E4E3">
                    <a:alpha val="9855"/>
                  </a:srgbClr>
                </a:gs>
                <a:gs pos="71429">
                  <a:srgbClr val="E3E4E3">
                    <a:alpha val="4740"/>
                  </a:srgbClr>
                </a:gs>
                <a:gs pos="85714">
                  <a:srgbClr val="E3E4E3">
                    <a:alpha val="1902"/>
                  </a:srgbClr>
                </a:gs>
                <a:gs pos="100000">
                  <a:srgbClr val="E3E4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8992945">
              <a:off x="2660553" y="2196246"/>
              <a:ext cx="774503" cy="76195"/>
            </a:xfrm>
            <a:prstGeom prst="ellipse">
              <a:avLst/>
            </a:prstGeom>
            <a:gradFill>
              <a:gsLst>
                <a:gs pos="0">
                  <a:srgbClr val="EEF0EF">
                    <a:alpha val="32493"/>
                  </a:srgbClr>
                </a:gs>
                <a:gs pos="14286">
                  <a:srgbClr val="EEF0EF">
                    <a:alpha val="30313"/>
                  </a:srgbClr>
                </a:gs>
                <a:gs pos="28571">
                  <a:srgbClr val="EEF0EF">
                    <a:alpha val="24453"/>
                  </a:srgbClr>
                </a:gs>
                <a:gs pos="42857">
                  <a:srgbClr val="EEF0EF">
                    <a:alpha val="16801"/>
                  </a:srgbClr>
                </a:gs>
                <a:gs pos="57143">
                  <a:srgbClr val="EEF0EF">
                    <a:alpha val="9690"/>
                  </a:srgbClr>
                </a:gs>
                <a:gs pos="71429">
                  <a:srgbClr val="EEF0EF">
                    <a:alpha val="4659"/>
                  </a:srgbClr>
                </a:gs>
                <a:gs pos="85714">
                  <a:srgbClr val="EEF0EF">
                    <a:alpha val="1869"/>
                  </a:srgbClr>
                </a:gs>
                <a:gs pos="100000">
                  <a:srgbClr val="EEF0EF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4302047">
              <a:off x="2361007" y="1632280"/>
              <a:ext cx="671146" cy="384441"/>
            </a:xfrm>
            <a:prstGeom prst="ellipse">
              <a:avLst/>
            </a:prstGeom>
            <a:gradFill>
              <a:gsLst>
                <a:gs pos="0">
                  <a:srgbClr val="E2E3E2">
                    <a:alpha val="11129"/>
                  </a:srgbClr>
                </a:gs>
                <a:gs pos="14286">
                  <a:srgbClr val="E2E3E2">
                    <a:alpha val="10276"/>
                  </a:srgbClr>
                </a:gs>
                <a:gs pos="28571">
                  <a:srgbClr val="E2E3E2">
                    <a:alpha val="8075"/>
                  </a:srgbClr>
                </a:gs>
                <a:gs pos="42857">
                  <a:srgbClr val="E2E3E2">
                    <a:alpha val="5373"/>
                  </a:srgbClr>
                </a:gs>
                <a:gs pos="57143">
                  <a:srgbClr val="E2E3E2">
                    <a:alpha val="3014"/>
                  </a:srgbClr>
                </a:gs>
                <a:gs pos="71429">
                  <a:srgbClr val="E2E3E2">
                    <a:alpha val="1422"/>
                  </a:srgbClr>
                </a:gs>
                <a:gs pos="85714">
                  <a:srgbClr val="E2E3E2">
                    <a:alpha val="565"/>
                  </a:srgbClr>
                </a:gs>
                <a:gs pos="100000">
                  <a:srgbClr val="E2E3E2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3521760">
              <a:off x="2668436" y="450437"/>
              <a:ext cx="479044" cy="425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5125464">
              <a:off x="283839" y="1406131"/>
              <a:ext cx="543847" cy="1453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5372054">
              <a:off x="3083546" y="2891287"/>
              <a:ext cx="802787" cy="53768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6499257">
              <a:off x="2632482" y="1990324"/>
              <a:ext cx="862254" cy="302394"/>
            </a:xfrm>
            <a:prstGeom prst="ellipse">
              <a:avLst/>
            </a:prstGeom>
            <a:gradFill>
              <a:gsLst>
                <a:gs pos="0">
                  <a:srgbClr val="FEFFFF">
                    <a:alpha val="5587"/>
                  </a:srgbClr>
                </a:gs>
                <a:gs pos="14286">
                  <a:srgbClr val="FEFFFF">
                    <a:alpha val="5146"/>
                  </a:srgbClr>
                </a:gs>
                <a:gs pos="28571">
                  <a:srgbClr val="FEFFFF">
                    <a:alpha val="4019"/>
                  </a:srgbClr>
                </a:gs>
                <a:gs pos="42857">
                  <a:srgbClr val="FEFFFF">
                    <a:alpha val="2655"/>
                  </a:srgbClr>
                </a:gs>
                <a:gs pos="57143">
                  <a:srgbClr val="FEFFFF">
                    <a:alpha val="1480"/>
                  </a:srgbClr>
                </a:gs>
                <a:gs pos="71429">
                  <a:srgbClr val="FEFFFF">
                    <a:alpha val="696"/>
                  </a:srgbClr>
                </a:gs>
                <a:gs pos="85714">
                  <a:srgbClr val="FEFFFF">
                    <a:alpha val="276"/>
                  </a:srgbClr>
                </a:gs>
                <a:gs pos="100000">
                  <a:srgbClr val="FEFFFF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7068127">
              <a:off x="2727266" y="2680674"/>
              <a:ext cx="595115" cy="339684"/>
            </a:xfrm>
            <a:prstGeom prst="ellipse">
              <a:avLst/>
            </a:prstGeom>
            <a:gradFill>
              <a:gsLst>
                <a:gs pos="0">
                  <a:srgbClr val="FEFEFE">
                    <a:alpha val="10553"/>
                  </a:srgbClr>
                </a:gs>
                <a:gs pos="14286">
                  <a:srgbClr val="FEFEFE">
                    <a:alpha val="9742"/>
                  </a:srgbClr>
                </a:gs>
                <a:gs pos="28571">
                  <a:srgbClr val="FEFEFE">
                    <a:alpha val="7650"/>
                  </a:srgbClr>
                </a:gs>
                <a:gs pos="42857">
                  <a:srgbClr val="FEFEFE">
                    <a:alpha val="5086"/>
                  </a:srgbClr>
                </a:gs>
                <a:gs pos="57143">
                  <a:srgbClr val="FEFEFE">
                    <a:alpha val="2851"/>
                  </a:srgbClr>
                </a:gs>
                <a:gs pos="71429">
                  <a:srgbClr val="FEFEFE">
                    <a:alpha val="1345"/>
                  </a:srgbClr>
                </a:gs>
                <a:gs pos="85714">
                  <a:srgbClr val="FEFEFE">
                    <a:alpha val="534"/>
                  </a:srgbClr>
                </a:gs>
                <a:gs pos="100000">
                  <a:srgbClr val="FEFEFE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10421140">
              <a:off x="812348" y="1578490"/>
              <a:ext cx="680695" cy="271918"/>
            </a:xfrm>
            <a:prstGeom prst="ellipse">
              <a:avLst/>
            </a:prstGeom>
            <a:gradFill>
              <a:gsLst>
                <a:gs pos="0">
                  <a:srgbClr val="FFFEFE">
                    <a:alpha val="15539"/>
                  </a:srgbClr>
                </a:gs>
                <a:gs pos="14286">
                  <a:srgbClr val="FFFEFE">
                    <a:alpha val="14377"/>
                  </a:srgbClr>
                </a:gs>
                <a:gs pos="28571">
                  <a:srgbClr val="FFFEFE">
                    <a:alpha val="11354"/>
                  </a:srgbClr>
                </a:gs>
                <a:gs pos="42857">
                  <a:srgbClr val="FFFEFE">
                    <a:alpha val="7601"/>
                  </a:srgbClr>
                </a:gs>
                <a:gs pos="57143">
                  <a:srgbClr val="FFFEFE">
                    <a:alpha val="4286"/>
                  </a:srgbClr>
                </a:gs>
                <a:gs pos="71429">
                  <a:srgbClr val="FFFEFE">
                    <a:alpha val="2030"/>
                  </a:srgbClr>
                </a:gs>
                <a:gs pos="85714">
                  <a:srgbClr val="FFFEFE">
                    <a:alpha val="808"/>
                  </a:srgbClr>
                </a:gs>
                <a:gs pos="100000">
                  <a:srgbClr val="FFFEFE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-10004281">
              <a:off x="-255141" y="1599242"/>
              <a:ext cx="671722" cy="134632"/>
            </a:xfrm>
            <a:prstGeom prst="ellipse">
              <a:avLst/>
            </a:prstGeom>
            <a:gradFill>
              <a:gsLst>
                <a:gs pos="0">
                  <a:srgbClr val="FFFFFE">
                    <a:alpha val="17160"/>
                  </a:srgbClr>
                </a:gs>
                <a:gs pos="14286">
                  <a:srgbClr val="FFFFFE">
                    <a:alpha val="15889"/>
                  </a:srgbClr>
                </a:gs>
                <a:gs pos="28571">
                  <a:srgbClr val="FFFFFE">
                    <a:alpha val="12572"/>
                  </a:srgbClr>
                </a:gs>
                <a:gs pos="42857">
                  <a:srgbClr val="FFFFFE">
                    <a:alpha val="8435"/>
                  </a:srgbClr>
                </a:gs>
                <a:gs pos="57143">
                  <a:srgbClr val="FFFFFE">
                    <a:alpha val="4766"/>
                  </a:srgbClr>
                </a:gs>
                <a:gs pos="71429">
                  <a:srgbClr val="FFFFFE">
                    <a:alpha val="2260"/>
                  </a:srgbClr>
                </a:gs>
                <a:gs pos="85714">
                  <a:srgbClr val="FFFFFE">
                    <a:alpha val="900"/>
                  </a:srgbClr>
                </a:gs>
                <a:gs pos="100000">
                  <a:srgbClr val="FFFFFE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10338079">
              <a:off x="1621292" y="1607836"/>
              <a:ext cx="575509" cy="765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-9385037">
              <a:off x="963795" y="267152"/>
              <a:ext cx="938808" cy="45303"/>
            </a:xfrm>
            <a:prstGeom prst="ellipse">
              <a:avLst/>
            </a:prstGeom>
            <a:gradFill>
              <a:gsLst>
                <a:gs pos="0">
                  <a:srgbClr val="E1E2E3">
                    <a:alpha val="30903"/>
                  </a:srgbClr>
                </a:gs>
                <a:gs pos="14286">
                  <a:srgbClr val="E1E2E3">
                    <a:alpha val="28806"/>
                  </a:srgbClr>
                </a:gs>
                <a:gs pos="28571">
                  <a:srgbClr val="E1E2E3">
                    <a:alpha val="23188"/>
                  </a:srgbClr>
                </a:gs>
                <a:gs pos="42857">
                  <a:srgbClr val="E1E2E3">
                    <a:alpha val="15889"/>
                  </a:srgbClr>
                </a:gs>
                <a:gs pos="57143">
                  <a:srgbClr val="E1E2E3">
                    <a:alpha val="9143"/>
                  </a:srgbClr>
                </a:gs>
                <a:gs pos="71429">
                  <a:srgbClr val="E1E2E3">
                    <a:alpha val="4389"/>
                  </a:srgbClr>
                </a:gs>
                <a:gs pos="85714">
                  <a:srgbClr val="E1E2E3">
                    <a:alpha val="1759"/>
                  </a:srgbClr>
                </a:gs>
                <a:gs pos="100000">
                  <a:srgbClr val="E1E2E3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-10636099">
              <a:off x="1679465" y="194153"/>
              <a:ext cx="529627" cy="384148"/>
            </a:xfrm>
            <a:prstGeom prst="ellipse">
              <a:avLst/>
            </a:prstGeom>
            <a:gradFill>
              <a:gsLst>
                <a:gs pos="0">
                  <a:srgbClr val="000800">
                    <a:alpha val="29912"/>
                  </a:srgbClr>
                </a:gs>
                <a:gs pos="14286">
                  <a:srgbClr val="000800">
                    <a:alpha val="27868"/>
                  </a:srgbClr>
                </a:gs>
                <a:gs pos="28571">
                  <a:srgbClr val="000800">
                    <a:alpha val="22403"/>
                  </a:srgbClr>
                </a:gs>
                <a:gs pos="42857">
                  <a:srgbClr val="000800">
                    <a:alpha val="15327"/>
                  </a:srgbClr>
                </a:gs>
                <a:gs pos="57143">
                  <a:srgbClr val="000800">
                    <a:alpha val="8806"/>
                  </a:srgbClr>
                </a:gs>
                <a:gs pos="71429">
                  <a:srgbClr val="000800">
                    <a:alpha val="4223"/>
                  </a:srgbClr>
                </a:gs>
                <a:gs pos="85714">
                  <a:srgbClr val="000800">
                    <a:alpha val="1692"/>
                  </a:srgbClr>
                </a:gs>
                <a:gs pos="100000">
                  <a:srgbClr val="000800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3887209">
              <a:off x="1780361" y="2932534"/>
              <a:ext cx="751370" cy="112372"/>
            </a:xfrm>
            <a:prstGeom prst="ellipse">
              <a:avLst/>
            </a:prstGeom>
            <a:gradFill>
              <a:gsLst>
                <a:gs pos="0">
                  <a:srgbClr val="EDECEC">
                    <a:alpha val="32968"/>
                  </a:srgbClr>
                </a:gs>
                <a:gs pos="14286">
                  <a:srgbClr val="EDECEC">
                    <a:alpha val="30764"/>
                  </a:srgbClr>
                </a:gs>
                <a:gs pos="28571">
                  <a:srgbClr val="EDECEC">
                    <a:alpha val="24833"/>
                  </a:srgbClr>
                </a:gs>
                <a:gs pos="42857">
                  <a:srgbClr val="EDECEC">
                    <a:alpha val="17075"/>
                  </a:srgbClr>
                </a:gs>
                <a:gs pos="57143">
                  <a:srgbClr val="EDECEC">
                    <a:alpha val="9855"/>
                  </a:srgbClr>
                </a:gs>
                <a:gs pos="71429">
                  <a:srgbClr val="EDECEC">
                    <a:alpha val="4740"/>
                  </a:srgbClr>
                </a:gs>
                <a:gs pos="85714">
                  <a:srgbClr val="EDECEC">
                    <a:alpha val="1902"/>
                  </a:srgbClr>
                </a:gs>
                <a:gs pos="100000">
                  <a:srgbClr val="ED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5401373">
              <a:off x="1665996" y="1773179"/>
              <a:ext cx="53770" cy="53714"/>
            </a:xfrm>
            <a:prstGeom prst="ellipse">
              <a:avLst/>
            </a:prstGeom>
            <a:gradFill>
              <a:gsLst>
                <a:gs pos="0">
                  <a:srgbClr val="DEDFD8">
                    <a:alpha val="18766"/>
                  </a:srgbClr>
                </a:gs>
                <a:gs pos="14286">
                  <a:srgbClr val="DEDFD8">
                    <a:alpha val="17388"/>
                  </a:srgbClr>
                </a:gs>
                <a:gs pos="28571">
                  <a:srgbClr val="DEDFD8">
                    <a:alpha val="13784"/>
                  </a:srgbClr>
                </a:gs>
                <a:gs pos="42857">
                  <a:srgbClr val="DEDFD8">
                    <a:alpha val="9270"/>
                  </a:srgbClr>
                </a:gs>
                <a:gs pos="57143">
                  <a:srgbClr val="DEDFD8">
                    <a:alpha val="5248"/>
                  </a:srgbClr>
                </a:gs>
                <a:gs pos="71429">
                  <a:srgbClr val="DEDFD8">
                    <a:alpha val="2492"/>
                  </a:srgbClr>
                </a:gs>
                <a:gs pos="85714">
                  <a:srgbClr val="DEDFD8">
                    <a:alpha val="993"/>
                  </a:srgbClr>
                </a:gs>
                <a:gs pos="100000">
                  <a:srgbClr val="DEDFD8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6519170">
              <a:off x="-279084" y="539319"/>
              <a:ext cx="740097" cy="1371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-9948089">
              <a:off x="2811243" y="1069391"/>
              <a:ext cx="875224" cy="633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2893522">
              <a:off x="-108314" y="299454"/>
              <a:ext cx="723261" cy="337385"/>
            </a:xfrm>
            <a:prstGeom prst="ellipse">
              <a:avLst/>
            </a:prstGeom>
            <a:gradFill>
              <a:gsLst>
                <a:gs pos="0">
                  <a:srgbClr val="FEFFFF">
                    <a:alpha val="22132"/>
                  </a:srgbClr>
                </a:gs>
                <a:gs pos="14286">
                  <a:srgbClr val="FEFFFF">
                    <a:alpha val="20541"/>
                  </a:srgbClr>
                </a:gs>
                <a:gs pos="28571">
                  <a:srgbClr val="FEFFFF">
                    <a:alpha val="16349"/>
                  </a:srgbClr>
                </a:gs>
                <a:gs pos="42857">
                  <a:srgbClr val="FEFFFF">
                    <a:alpha val="11050"/>
                  </a:srgbClr>
                </a:gs>
                <a:gs pos="57143">
                  <a:srgbClr val="FEFFFF">
                    <a:alpha val="6282"/>
                  </a:srgbClr>
                </a:gs>
                <a:gs pos="71429">
                  <a:srgbClr val="FEFFFF">
                    <a:alpha val="2992"/>
                  </a:srgbClr>
                </a:gs>
                <a:gs pos="85714">
                  <a:srgbClr val="FEFFFF">
                    <a:alpha val="1194"/>
                  </a:srgbClr>
                </a:gs>
                <a:gs pos="100000">
                  <a:srgbClr val="FEFFFF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6775853">
              <a:off x="1655072" y="1778807"/>
              <a:ext cx="1094174" cy="107462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-10124103">
              <a:off x="-350618" y="2608573"/>
              <a:ext cx="759935" cy="388035"/>
            </a:xfrm>
            <a:prstGeom prst="ellipse">
              <a:avLst/>
            </a:prstGeom>
            <a:gradFill>
              <a:gsLst>
                <a:gs pos="0">
                  <a:srgbClr val="F9FAFA">
                    <a:alpha val="3940"/>
                  </a:srgbClr>
                </a:gs>
                <a:gs pos="14286">
                  <a:srgbClr val="F9FAFA">
                    <a:alpha val="3627"/>
                  </a:srgbClr>
                </a:gs>
                <a:gs pos="28571">
                  <a:srgbClr val="F9FAFA">
                    <a:alpha val="2828"/>
                  </a:srgbClr>
                </a:gs>
                <a:gs pos="42857">
                  <a:srgbClr val="F9FAFA">
                    <a:alpha val="1864"/>
                  </a:srgbClr>
                </a:gs>
                <a:gs pos="57143">
                  <a:srgbClr val="F9FAFA">
                    <a:alpha val="1037"/>
                  </a:srgbClr>
                </a:gs>
                <a:gs pos="71429">
                  <a:srgbClr val="F9FAFA">
                    <a:alpha val="487"/>
                  </a:srgbClr>
                </a:gs>
                <a:gs pos="85714">
                  <a:srgbClr val="F9FAFA">
                    <a:alpha val="193"/>
                  </a:srgbClr>
                </a:gs>
                <a:gs pos="100000">
                  <a:srgbClr val="F9FAFA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-8806521">
              <a:off x="831586" y="1453687"/>
              <a:ext cx="724031" cy="329318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10525228">
              <a:off x="2243895" y="332492"/>
              <a:ext cx="473938" cy="359845"/>
            </a:xfrm>
            <a:prstGeom prst="ellipse">
              <a:avLst/>
            </a:prstGeom>
            <a:gradFill>
              <a:gsLst>
                <a:gs pos="0">
                  <a:srgbClr val="FFFFFE">
                    <a:alpha val="19505"/>
                  </a:srgbClr>
                </a:gs>
                <a:gs pos="14286">
                  <a:srgbClr val="FFFFFE">
                    <a:alpha val="18080"/>
                  </a:srgbClr>
                </a:gs>
                <a:gs pos="28571">
                  <a:srgbClr val="FFFFFE">
                    <a:alpha val="14345"/>
                  </a:srgbClr>
                </a:gs>
                <a:gs pos="42857">
                  <a:srgbClr val="FFFFFE">
                    <a:alpha val="9658"/>
                  </a:srgbClr>
                </a:gs>
                <a:gs pos="57143">
                  <a:srgbClr val="FFFFFE">
                    <a:alpha val="5472"/>
                  </a:srgbClr>
                </a:gs>
                <a:gs pos="71429">
                  <a:srgbClr val="FFFFFE">
                    <a:alpha val="2600"/>
                  </a:srgbClr>
                </a:gs>
                <a:gs pos="85714">
                  <a:srgbClr val="FFFFFE">
                    <a:alpha val="1036"/>
                  </a:srgbClr>
                </a:gs>
                <a:gs pos="100000">
                  <a:srgbClr val="FFFFFE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-10799904">
              <a:off x="346484" y="2513158"/>
              <a:ext cx="62323" cy="62317"/>
            </a:xfrm>
            <a:prstGeom prst="ellipse">
              <a:avLst/>
            </a:prstGeom>
            <a:gradFill>
              <a:gsLst>
                <a:gs pos="0">
                  <a:srgbClr val="E4E4DE">
                    <a:alpha val="16601"/>
                  </a:srgbClr>
                </a:gs>
                <a:gs pos="14286">
                  <a:srgbClr val="E4E4DE">
                    <a:alpha val="15368"/>
                  </a:srgbClr>
                </a:gs>
                <a:gs pos="28571">
                  <a:srgbClr val="E4E4DE">
                    <a:alpha val="12151"/>
                  </a:srgbClr>
                </a:gs>
                <a:gs pos="42857">
                  <a:srgbClr val="E4E4DE">
                    <a:alpha val="8147"/>
                  </a:srgbClr>
                </a:gs>
                <a:gs pos="57143">
                  <a:srgbClr val="E4E4DE">
                    <a:alpha val="4599"/>
                  </a:srgbClr>
                </a:gs>
                <a:gs pos="71429">
                  <a:srgbClr val="E4E4DE">
                    <a:alpha val="2180"/>
                  </a:srgbClr>
                </a:gs>
                <a:gs pos="85714">
                  <a:srgbClr val="E4E4DE">
                    <a:alpha val="868"/>
                  </a:srgbClr>
                </a:gs>
                <a:gs pos="100000">
                  <a:srgbClr val="E4E4DE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-9078845">
              <a:off x="2202000" y="2683816"/>
              <a:ext cx="540768" cy="342872"/>
            </a:xfrm>
            <a:prstGeom prst="ellipse">
              <a:avLst/>
            </a:prstGeom>
            <a:gradFill>
              <a:gsLst>
                <a:gs pos="0">
                  <a:srgbClr val="FEFEFE">
                    <a:alpha val="10816"/>
                  </a:srgbClr>
                </a:gs>
                <a:gs pos="14286">
                  <a:srgbClr val="FEFEFE">
                    <a:alpha val="9986"/>
                  </a:srgbClr>
                </a:gs>
                <a:gs pos="28571">
                  <a:srgbClr val="FEFEFE">
                    <a:alpha val="7844"/>
                  </a:srgbClr>
                </a:gs>
                <a:gs pos="42857">
                  <a:srgbClr val="FEFEFE">
                    <a:alpha val="5217"/>
                  </a:srgbClr>
                </a:gs>
                <a:gs pos="57143">
                  <a:srgbClr val="FEFEFE">
                    <a:alpha val="2925"/>
                  </a:srgbClr>
                </a:gs>
                <a:gs pos="71429">
                  <a:srgbClr val="FEFEFE">
                    <a:alpha val="1380"/>
                  </a:srgbClr>
                </a:gs>
                <a:gs pos="85714">
                  <a:srgbClr val="FEFEFE">
                    <a:alpha val="548"/>
                  </a:srgbClr>
                </a:gs>
                <a:gs pos="100000">
                  <a:srgbClr val="FEFEFE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8806601">
              <a:off x="681304" y="579632"/>
              <a:ext cx="929083" cy="128927"/>
            </a:xfrm>
            <a:prstGeom prst="ellipse">
              <a:avLst/>
            </a:prstGeom>
            <a:gradFill>
              <a:gsLst>
                <a:gs pos="0">
                  <a:srgbClr val="00000F">
                    <a:alpha val="26284"/>
                  </a:srgbClr>
                </a:gs>
                <a:gs pos="14286">
                  <a:srgbClr val="00000F">
                    <a:alpha val="24443"/>
                  </a:srgbClr>
                </a:gs>
                <a:gs pos="28571">
                  <a:srgbClr val="00000F">
                    <a:alpha val="19557"/>
                  </a:srgbClr>
                </a:gs>
                <a:gs pos="42857">
                  <a:srgbClr val="00000F">
                    <a:alpha val="13302"/>
                  </a:srgbClr>
                </a:gs>
                <a:gs pos="57143">
                  <a:srgbClr val="00000F">
                    <a:alpha val="7605"/>
                  </a:srgbClr>
                </a:gs>
                <a:gs pos="71429">
                  <a:srgbClr val="00000F">
                    <a:alpha val="3635"/>
                  </a:srgbClr>
                </a:gs>
                <a:gs pos="85714">
                  <a:srgbClr val="00000F">
                    <a:alpha val="1453"/>
                  </a:srgbClr>
                </a:gs>
                <a:gs pos="100000">
                  <a:srgbClr val="00000F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-10799666">
              <a:off x="1097560" y="2924565"/>
              <a:ext cx="56537" cy="56528"/>
            </a:xfrm>
            <a:prstGeom prst="ellipse">
              <a:avLst/>
            </a:prstGeom>
            <a:gradFill>
              <a:gsLst>
                <a:gs pos="0">
                  <a:srgbClr val="F1F1F0">
                    <a:alpha val="18078"/>
                  </a:srgbClr>
                </a:gs>
                <a:gs pos="14286">
                  <a:srgbClr val="F1F1F0">
                    <a:alpha val="16746"/>
                  </a:srgbClr>
                </a:gs>
                <a:gs pos="28571">
                  <a:srgbClr val="F1F1F0">
                    <a:alpha val="13264"/>
                  </a:srgbClr>
                </a:gs>
                <a:gs pos="42857">
                  <a:srgbClr val="F1F1F0">
                    <a:alpha val="8911"/>
                  </a:srgbClr>
                </a:gs>
                <a:gs pos="57143">
                  <a:srgbClr val="F1F1F0">
                    <a:alpha val="5040"/>
                  </a:srgbClr>
                </a:gs>
                <a:gs pos="71429">
                  <a:srgbClr val="F1F1F0">
                    <a:alpha val="2392"/>
                  </a:srgbClr>
                </a:gs>
                <a:gs pos="85714">
                  <a:srgbClr val="F1F1F0">
                    <a:alpha val="953"/>
                  </a:srgbClr>
                </a:gs>
                <a:gs pos="100000">
                  <a:srgbClr val="F1F1F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3698444">
              <a:off x="1310046" y="1585460"/>
              <a:ext cx="374227" cy="338190"/>
            </a:xfrm>
            <a:prstGeom prst="ellipse">
              <a:avLst/>
            </a:prstGeom>
            <a:gradFill>
              <a:gsLst>
                <a:gs pos="0">
                  <a:srgbClr val="FFFEFE">
                    <a:alpha val="23759"/>
                  </a:srgbClr>
                </a:gs>
                <a:gs pos="14286">
                  <a:srgbClr val="FFFEFE">
                    <a:alpha val="22068"/>
                  </a:srgbClr>
                </a:gs>
                <a:gs pos="28571">
                  <a:srgbClr val="FFFEFE">
                    <a:alpha val="17600"/>
                  </a:srgbClr>
                </a:gs>
                <a:gs pos="42857">
                  <a:srgbClr val="FFFEFE">
                    <a:alpha val="11925"/>
                  </a:srgbClr>
                </a:gs>
                <a:gs pos="57143">
                  <a:srgbClr val="FFFEFE">
                    <a:alpha val="6794"/>
                  </a:srgbClr>
                </a:gs>
                <a:gs pos="71429">
                  <a:srgbClr val="FFFEFE">
                    <a:alpha val="3240"/>
                  </a:srgbClr>
                </a:gs>
                <a:gs pos="85714">
                  <a:srgbClr val="FFFEFE">
                    <a:alpha val="1294"/>
                  </a:srgbClr>
                </a:gs>
                <a:gs pos="100000">
                  <a:srgbClr val="FFFEFE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4198006">
              <a:off x="2433349" y="2068299"/>
              <a:ext cx="887784" cy="238021"/>
            </a:xfrm>
            <a:prstGeom prst="ellipse">
              <a:avLst/>
            </a:prstGeom>
            <a:gradFill>
              <a:gsLst>
                <a:gs pos="0">
                  <a:srgbClr val="E5E6E6">
                    <a:alpha val="16156"/>
                  </a:srgbClr>
                </a:gs>
                <a:gs pos="14286">
                  <a:srgbClr val="E5E6E6">
                    <a:alpha val="14952"/>
                  </a:srgbClr>
                </a:gs>
                <a:gs pos="28571">
                  <a:srgbClr val="E5E6E6">
                    <a:alpha val="11817"/>
                  </a:srgbClr>
                </a:gs>
                <a:gs pos="42857">
                  <a:srgbClr val="E5E6E6">
                    <a:alpha val="7917"/>
                  </a:srgbClr>
                </a:gs>
                <a:gs pos="57143">
                  <a:srgbClr val="E5E6E6">
                    <a:alpha val="4468"/>
                  </a:srgbClr>
                </a:gs>
                <a:gs pos="71429">
                  <a:srgbClr val="E5E6E6">
                    <a:alpha val="2117"/>
                  </a:srgbClr>
                </a:gs>
                <a:gs pos="85714">
                  <a:srgbClr val="E5E6E6">
                    <a:alpha val="842"/>
                  </a:srgbClr>
                </a:gs>
                <a:gs pos="100000">
                  <a:srgbClr val="E5E6E6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8447971">
              <a:off x="2045502" y="2326740"/>
              <a:ext cx="941892" cy="128177"/>
            </a:xfrm>
            <a:prstGeom prst="ellipse">
              <a:avLst/>
            </a:prstGeom>
            <a:gradFill>
              <a:gsLst>
                <a:gs pos="0">
                  <a:srgbClr val="FFFFFE">
                    <a:alpha val="32123"/>
                  </a:srgbClr>
                </a:gs>
                <a:gs pos="14286">
                  <a:srgbClr val="FFFFFE">
                    <a:alpha val="29962"/>
                  </a:srgbClr>
                </a:gs>
                <a:gs pos="28571">
                  <a:srgbClr val="FFFFFE">
                    <a:alpha val="24158"/>
                  </a:srgbClr>
                </a:gs>
                <a:gs pos="42857">
                  <a:srgbClr val="FFFFFE">
                    <a:alpha val="16587"/>
                  </a:srgbClr>
                </a:gs>
                <a:gs pos="57143">
                  <a:srgbClr val="FFFFFE">
                    <a:alpha val="9561"/>
                  </a:srgbClr>
                </a:gs>
                <a:gs pos="71429">
                  <a:srgbClr val="FFFFFE">
                    <a:alpha val="4595"/>
                  </a:srgbClr>
                </a:gs>
                <a:gs pos="85714">
                  <a:srgbClr val="FFFFFE">
                    <a:alpha val="1843"/>
                  </a:srgbClr>
                </a:gs>
                <a:gs pos="100000">
                  <a:srgbClr val="FFFFFE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809239">
              <a:off x="2113941" y="722724"/>
              <a:ext cx="794881" cy="319313"/>
            </a:xfrm>
            <a:prstGeom prst="ellipse">
              <a:avLst/>
            </a:prstGeom>
            <a:gradFill>
              <a:gsLst>
                <a:gs pos="0">
                  <a:srgbClr val="F8F8F7">
                    <a:alpha val="22894"/>
                  </a:srgbClr>
                </a:gs>
                <a:gs pos="14286">
                  <a:srgbClr val="F8F8F7">
                    <a:alpha val="21256"/>
                  </a:srgbClr>
                </a:gs>
                <a:gs pos="28571">
                  <a:srgbClr val="F8F8F7">
                    <a:alpha val="16935"/>
                  </a:srgbClr>
                </a:gs>
                <a:gs pos="42857">
                  <a:srgbClr val="F8F8F7">
                    <a:alpha val="11459"/>
                  </a:srgbClr>
                </a:gs>
                <a:gs pos="57143">
                  <a:srgbClr val="F8F8F7">
                    <a:alpha val="6521"/>
                  </a:srgbClr>
                </a:gs>
                <a:gs pos="71429">
                  <a:srgbClr val="F8F8F7">
                    <a:alpha val="3107"/>
                  </a:srgbClr>
                </a:gs>
                <a:gs pos="85714">
                  <a:srgbClr val="F8F8F7">
                    <a:alpha val="1240"/>
                  </a:srgbClr>
                </a:gs>
                <a:gs pos="100000">
                  <a:srgbClr val="F8F8F7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116411">
              <a:off x="1076956" y="3532513"/>
              <a:ext cx="1029293" cy="216293"/>
            </a:xfrm>
            <a:prstGeom prst="ellipse">
              <a:avLst/>
            </a:prstGeom>
            <a:gradFill>
              <a:gsLst>
                <a:gs pos="0">
                  <a:srgbClr val="EDEAEC">
                    <a:alpha val="14793"/>
                  </a:srgbClr>
                </a:gs>
                <a:gs pos="14286">
                  <a:srgbClr val="EDEAEC">
                    <a:alpha val="13683"/>
                  </a:srgbClr>
                </a:gs>
                <a:gs pos="28571">
                  <a:srgbClr val="EDEAEC">
                    <a:alpha val="10796"/>
                  </a:srgbClr>
                </a:gs>
                <a:gs pos="42857">
                  <a:srgbClr val="EDEAEC">
                    <a:alpha val="7220"/>
                  </a:srgbClr>
                </a:gs>
                <a:gs pos="57143">
                  <a:srgbClr val="EDEAEC">
                    <a:alpha val="4067"/>
                  </a:srgbClr>
                </a:gs>
                <a:gs pos="71429">
                  <a:srgbClr val="EDEAEC">
                    <a:alpha val="1925"/>
                  </a:srgbClr>
                </a:gs>
                <a:gs pos="85714">
                  <a:srgbClr val="EDEAEC">
                    <a:alpha val="766"/>
                  </a:srgbClr>
                </a:gs>
                <a:gs pos="100000">
                  <a:srgbClr val="EDEAEC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6266222">
              <a:off x="3166564" y="196179"/>
              <a:ext cx="582367" cy="523279"/>
            </a:xfrm>
            <a:prstGeom prst="ellipse">
              <a:avLst/>
            </a:prstGeom>
            <a:gradFill>
              <a:gsLst>
                <a:gs pos="0">
                  <a:srgbClr val="000012">
                    <a:alpha val="9430"/>
                  </a:srgbClr>
                </a:gs>
                <a:gs pos="14286">
                  <a:srgbClr val="000012">
                    <a:alpha val="8702"/>
                  </a:srgbClr>
                </a:gs>
                <a:gs pos="28571">
                  <a:srgbClr val="000012">
                    <a:alpha val="6825"/>
                  </a:srgbClr>
                </a:gs>
                <a:gs pos="42857">
                  <a:srgbClr val="000012">
                    <a:alpha val="4531"/>
                  </a:srgbClr>
                </a:gs>
                <a:gs pos="57143">
                  <a:srgbClr val="000012">
                    <a:alpha val="2536"/>
                  </a:srgbClr>
                </a:gs>
                <a:gs pos="71429">
                  <a:srgbClr val="000012">
                    <a:alpha val="1195"/>
                  </a:srgbClr>
                </a:gs>
                <a:gs pos="85714">
                  <a:srgbClr val="000012">
                    <a:alpha val="474"/>
                  </a:srgbClr>
                </a:gs>
                <a:gs pos="100000">
                  <a:srgbClr val="000012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5399930">
              <a:off x="1257641" y="2941328"/>
              <a:ext cx="57265" cy="57260"/>
            </a:xfrm>
            <a:prstGeom prst="ellipse">
              <a:avLst/>
            </a:prstGeom>
            <a:gradFill>
              <a:gsLst>
                <a:gs pos="0">
                  <a:srgbClr val="E3E3E1">
                    <a:alpha val="17891"/>
                  </a:srgbClr>
                </a:gs>
                <a:gs pos="14286">
                  <a:srgbClr val="E3E3E1">
                    <a:alpha val="16571"/>
                  </a:srgbClr>
                </a:gs>
                <a:gs pos="28571">
                  <a:srgbClr val="E3E3E1">
                    <a:alpha val="13123"/>
                  </a:srgbClr>
                </a:gs>
                <a:gs pos="42857">
                  <a:srgbClr val="E3E3E1">
                    <a:alpha val="8814"/>
                  </a:srgbClr>
                </a:gs>
                <a:gs pos="57143">
                  <a:srgbClr val="E3E3E1">
                    <a:alpha val="4984"/>
                  </a:srgbClr>
                </a:gs>
                <a:gs pos="71429">
                  <a:srgbClr val="E3E3E1">
                    <a:alpha val="2365"/>
                  </a:srgbClr>
                </a:gs>
                <a:gs pos="85714">
                  <a:srgbClr val="E3E3E1">
                    <a:alpha val="942"/>
                  </a:srgbClr>
                </a:gs>
                <a:gs pos="100000">
                  <a:srgbClr val="E3E3E1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5793088">
              <a:off x="3170610" y="177866"/>
              <a:ext cx="568791" cy="533191"/>
            </a:xfrm>
            <a:prstGeom prst="ellipse">
              <a:avLst/>
            </a:prstGeom>
            <a:gradFill>
              <a:gsLst>
                <a:gs pos="0">
                  <a:srgbClr val="00000D">
                    <a:alpha val="2484"/>
                  </a:srgbClr>
                </a:gs>
                <a:gs pos="14286">
                  <a:srgbClr val="00000D">
                    <a:alpha val="2286"/>
                  </a:srgbClr>
                </a:gs>
                <a:gs pos="28571">
                  <a:srgbClr val="00000D">
                    <a:alpha val="1779"/>
                  </a:srgbClr>
                </a:gs>
                <a:gs pos="42857">
                  <a:srgbClr val="00000D">
                    <a:alpha val="1171"/>
                  </a:srgbClr>
                </a:gs>
                <a:gs pos="57143">
                  <a:srgbClr val="00000D">
                    <a:alpha val="650"/>
                  </a:srgbClr>
                </a:gs>
                <a:gs pos="71429">
                  <a:srgbClr val="00000D">
                    <a:alpha val="305"/>
                  </a:srgbClr>
                </a:gs>
                <a:gs pos="85714">
                  <a:srgbClr val="00000D">
                    <a:alpha val="121"/>
                  </a:srgbClr>
                </a:gs>
                <a:gs pos="100000">
                  <a:srgbClr val="00000D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9853987">
              <a:off x="3110565" y="1854570"/>
              <a:ext cx="771835" cy="653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5465770">
              <a:off x="841803" y="1497308"/>
              <a:ext cx="54030" cy="49461"/>
            </a:xfrm>
            <a:prstGeom prst="ellipse">
              <a:avLst/>
            </a:prstGeom>
            <a:gradFill>
              <a:gsLst>
                <a:gs pos="0">
                  <a:srgbClr val="000000">
                    <a:alpha val="18687"/>
                  </a:srgbClr>
                </a:gs>
                <a:gs pos="14286">
                  <a:srgbClr val="000000">
                    <a:alpha val="17315"/>
                  </a:srgbClr>
                </a:gs>
                <a:gs pos="28571">
                  <a:srgbClr val="000000">
                    <a:alpha val="13725"/>
                  </a:srgbClr>
                </a:gs>
                <a:gs pos="42857">
                  <a:srgbClr val="000000">
                    <a:alpha val="9229"/>
                  </a:srgbClr>
                </a:gs>
                <a:gs pos="57143">
                  <a:srgbClr val="000000">
                    <a:alpha val="5224"/>
                  </a:srgbClr>
                </a:gs>
                <a:gs pos="71429">
                  <a:srgbClr val="000000">
                    <a:alpha val="2480"/>
                  </a:srgbClr>
                </a:gs>
                <a:gs pos="85714">
                  <a:srgbClr val="000000">
                    <a:alpha val="988"/>
                  </a:srgbClr>
                </a:gs>
                <a:gs pos="100000">
                  <a:srgbClr val="000000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6062125">
              <a:off x="2373076" y="671369"/>
              <a:ext cx="414004" cy="311578"/>
            </a:xfrm>
            <a:prstGeom prst="ellipse">
              <a:avLst/>
            </a:prstGeom>
            <a:gradFill>
              <a:gsLst>
                <a:gs pos="0">
                  <a:srgbClr val="09080B">
                    <a:alpha val="32968"/>
                  </a:srgbClr>
                </a:gs>
                <a:gs pos="14286">
                  <a:srgbClr val="09080B">
                    <a:alpha val="30764"/>
                  </a:srgbClr>
                </a:gs>
                <a:gs pos="28571">
                  <a:srgbClr val="09080B">
                    <a:alpha val="24833"/>
                  </a:srgbClr>
                </a:gs>
                <a:gs pos="42857">
                  <a:srgbClr val="09080B">
                    <a:alpha val="17075"/>
                  </a:srgbClr>
                </a:gs>
                <a:gs pos="57143">
                  <a:srgbClr val="09080B">
                    <a:alpha val="9855"/>
                  </a:srgbClr>
                </a:gs>
                <a:gs pos="71429">
                  <a:srgbClr val="09080B">
                    <a:alpha val="4740"/>
                  </a:srgbClr>
                </a:gs>
                <a:gs pos="85714">
                  <a:srgbClr val="09080B">
                    <a:alpha val="1902"/>
                  </a:srgbClr>
                </a:gs>
                <a:gs pos="100000">
                  <a:srgbClr val="0908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3935972">
              <a:off x="2453545" y="2193732"/>
              <a:ext cx="1084480" cy="91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4490315">
              <a:off x="333981" y="2804988"/>
              <a:ext cx="1051166" cy="1447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8864862">
              <a:off x="1580976" y="1532136"/>
              <a:ext cx="1046274" cy="370021"/>
            </a:xfrm>
            <a:prstGeom prst="ellipse">
              <a:avLst/>
            </a:prstGeom>
            <a:gradFill>
              <a:gsLst>
                <a:gs pos="0">
                  <a:srgbClr val="00000D">
                    <a:alpha val="32968"/>
                  </a:srgbClr>
                </a:gs>
                <a:gs pos="14286">
                  <a:srgbClr val="00000D">
                    <a:alpha val="30764"/>
                  </a:srgbClr>
                </a:gs>
                <a:gs pos="28571">
                  <a:srgbClr val="00000D">
                    <a:alpha val="24833"/>
                  </a:srgbClr>
                </a:gs>
                <a:gs pos="42857">
                  <a:srgbClr val="00000D">
                    <a:alpha val="17075"/>
                  </a:srgbClr>
                </a:gs>
                <a:gs pos="57143">
                  <a:srgbClr val="00000D">
                    <a:alpha val="9855"/>
                  </a:srgbClr>
                </a:gs>
                <a:gs pos="71429">
                  <a:srgbClr val="00000D">
                    <a:alpha val="4740"/>
                  </a:srgbClr>
                </a:gs>
                <a:gs pos="85714">
                  <a:srgbClr val="00000D">
                    <a:alpha val="1902"/>
                  </a:srgbClr>
                </a:gs>
                <a:gs pos="100000">
                  <a:srgbClr val="00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-8409527">
              <a:off x="-83793" y="905032"/>
              <a:ext cx="1097053" cy="101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10152077">
              <a:off x="695166" y="3110794"/>
              <a:ext cx="1103797" cy="98568"/>
            </a:xfrm>
            <a:prstGeom prst="ellipse">
              <a:avLst/>
            </a:prstGeom>
            <a:gradFill>
              <a:gsLst>
                <a:gs pos="0">
                  <a:srgbClr val="FEFFFE">
                    <a:alpha val="9461"/>
                  </a:srgbClr>
                </a:gs>
                <a:gs pos="14286">
                  <a:srgbClr val="FEFFFE">
                    <a:alpha val="8730"/>
                  </a:srgbClr>
                </a:gs>
                <a:gs pos="28571">
                  <a:srgbClr val="FEFFFE">
                    <a:alpha val="6847"/>
                  </a:srgbClr>
                </a:gs>
                <a:gs pos="42857">
                  <a:srgbClr val="FEFFFE">
                    <a:alpha val="4546"/>
                  </a:srgbClr>
                </a:gs>
                <a:gs pos="57143">
                  <a:srgbClr val="FEFFFE">
                    <a:alpha val="2545"/>
                  </a:srgbClr>
                </a:gs>
                <a:gs pos="71429">
                  <a:srgbClr val="FEFFFE">
                    <a:alpha val="1199"/>
                  </a:srgbClr>
                </a:gs>
                <a:gs pos="85714">
                  <a:srgbClr val="FEFFFE">
                    <a:alpha val="476"/>
                  </a:srgbClr>
                </a:gs>
                <a:gs pos="100000">
                  <a:srgbClr val="FEFFFE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9701540">
              <a:off x="2723477" y="245787"/>
              <a:ext cx="1109911" cy="1919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10477122">
              <a:off x="729142" y="2004338"/>
              <a:ext cx="817397" cy="544068"/>
            </a:xfrm>
            <a:prstGeom prst="ellipse">
              <a:avLst/>
            </a:prstGeom>
            <a:gradFill>
              <a:gsLst>
                <a:gs pos="0">
                  <a:srgbClr val="000302">
                    <a:alpha val="31342"/>
                  </a:srgbClr>
                </a:gs>
                <a:gs pos="14286">
                  <a:srgbClr val="000302">
                    <a:alpha val="29222"/>
                  </a:srgbClr>
                </a:gs>
                <a:gs pos="28571">
                  <a:srgbClr val="000302">
                    <a:alpha val="23537"/>
                  </a:srgbClr>
                </a:gs>
                <a:gs pos="42857">
                  <a:srgbClr val="000302">
                    <a:alpha val="16140"/>
                  </a:srgbClr>
                </a:gs>
                <a:gs pos="57143">
                  <a:srgbClr val="000302">
                    <a:alpha val="9293"/>
                  </a:srgbClr>
                </a:gs>
                <a:gs pos="71429">
                  <a:srgbClr val="000302">
                    <a:alpha val="4463"/>
                  </a:srgbClr>
                </a:gs>
                <a:gs pos="85714">
                  <a:srgbClr val="000302">
                    <a:alpha val="1789"/>
                  </a:srgbClr>
                </a:gs>
                <a:gs pos="100000">
                  <a:srgbClr val="000302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10489837">
              <a:off x="273421" y="3016874"/>
              <a:ext cx="687670" cy="393706"/>
            </a:xfrm>
            <a:prstGeom prst="ellipse">
              <a:avLst/>
            </a:prstGeom>
            <a:gradFill>
              <a:gsLst>
                <a:gs pos="0">
                  <a:srgbClr val="D4D5D3">
                    <a:alpha val="25536"/>
                  </a:srgbClr>
                </a:gs>
                <a:gs pos="14286">
                  <a:srgbClr val="D4D5D3">
                    <a:alpha val="23738"/>
                  </a:srgbClr>
                </a:gs>
                <a:gs pos="28571">
                  <a:srgbClr val="D4D5D3">
                    <a:alpha val="18975"/>
                  </a:srgbClr>
                </a:gs>
                <a:gs pos="42857">
                  <a:srgbClr val="D4D5D3">
                    <a:alpha val="12892"/>
                  </a:srgbClr>
                </a:gs>
                <a:gs pos="57143">
                  <a:srgbClr val="D4D5D3">
                    <a:alpha val="7362"/>
                  </a:srgbClr>
                </a:gs>
                <a:gs pos="71429">
                  <a:srgbClr val="D4D5D3">
                    <a:alpha val="3516"/>
                  </a:srgbClr>
                </a:gs>
                <a:gs pos="85714">
                  <a:srgbClr val="D4D5D3">
                    <a:alpha val="1406"/>
                  </a:srgbClr>
                </a:gs>
                <a:gs pos="100000">
                  <a:srgbClr val="D4D5D3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3698713">
              <a:off x="1921070" y="781038"/>
              <a:ext cx="870257" cy="165063"/>
            </a:xfrm>
            <a:prstGeom prst="ellipse">
              <a:avLst/>
            </a:prstGeom>
            <a:gradFill>
              <a:gsLst>
                <a:gs pos="0">
                  <a:srgbClr val="F1F1F2">
                    <a:alpha val="32968"/>
                  </a:srgbClr>
                </a:gs>
                <a:gs pos="14286">
                  <a:srgbClr val="F1F1F2">
                    <a:alpha val="30764"/>
                  </a:srgbClr>
                </a:gs>
                <a:gs pos="28571">
                  <a:srgbClr val="F1F1F2">
                    <a:alpha val="24833"/>
                  </a:srgbClr>
                </a:gs>
                <a:gs pos="42857">
                  <a:srgbClr val="F1F1F2">
                    <a:alpha val="17075"/>
                  </a:srgbClr>
                </a:gs>
                <a:gs pos="57143">
                  <a:srgbClr val="F1F1F2">
                    <a:alpha val="9855"/>
                  </a:srgbClr>
                </a:gs>
                <a:gs pos="71429">
                  <a:srgbClr val="F1F1F2">
                    <a:alpha val="4740"/>
                  </a:srgbClr>
                </a:gs>
                <a:gs pos="85714">
                  <a:srgbClr val="F1F1F2">
                    <a:alpha val="1902"/>
                  </a:srgbClr>
                </a:gs>
                <a:gs pos="100000">
                  <a:srgbClr val="F1F1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4535045">
              <a:off x="-7201" y="559667"/>
              <a:ext cx="243818" cy="1319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3561528">
              <a:off x="1531512" y="1054348"/>
              <a:ext cx="409563" cy="388460"/>
            </a:xfrm>
            <a:prstGeom prst="ellipse">
              <a:avLst/>
            </a:prstGeom>
            <a:gradFill>
              <a:gsLst>
                <a:gs pos="0">
                  <a:srgbClr val="FEFEFE">
                    <a:alpha val="5845"/>
                  </a:srgbClr>
                </a:gs>
                <a:gs pos="14286">
                  <a:srgbClr val="FEFEFE">
                    <a:alpha val="5385"/>
                  </a:srgbClr>
                </a:gs>
                <a:gs pos="28571">
                  <a:srgbClr val="FEFEFE">
                    <a:alpha val="4207"/>
                  </a:srgbClr>
                </a:gs>
                <a:gs pos="42857">
                  <a:srgbClr val="FEFEFE">
                    <a:alpha val="2780"/>
                  </a:srgbClr>
                </a:gs>
                <a:gs pos="57143">
                  <a:srgbClr val="FEFEFE">
                    <a:alpha val="1550"/>
                  </a:srgbClr>
                </a:gs>
                <a:gs pos="71429">
                  <a:srgbClr val="FEFEFE">
                    <a:alpha val="729"/>
                  </a:srgbClr>
                </a:gs>
                <a:gs pos="85714">
                  <a:srgbClr val="FEFEFE">
                    <a:alpha val="289"/>
                  </a:srgbClr>
                </a:gs>
                <a:gs pos="100000">
                  <a:srgbClr val="FEFEFE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7241690">
              <a:off x="-278318" y="1677875"/>
              <a:ext cx="920445" cy="428952"/>
            </a:xfrm>
            <a:prstGeom prst="ellipse">
              <a:avLst/>
            </a:prstGeom>
            <a:gradFill>
              <a:gsLst>
                <a:gs pos="0">
                  <a:srgbClr val="000000">
                    <a:alpha val="20463"/>
                  </a:srgbClr>
                </a:gs>
                <a:gs pos="14286">
                  <a:srgbClr val="000000">
                    <a:alpha val="18976"/>
                  </a:srgbClr>
                </a:gs>
                <a:gs pos="28571">
                  <a:srgbClr val="000000">
                    <a:alpha val="15074"/>
                  </a:srgbClr>
                </a:gs>
                <a:gs pos="42857">
                  <a:srgbClr val="000000">
                    <a:alpha val="10162"/>
                  </a:srgbClr>
                </a:gs>
                <a:gs pos="57143">
                  <a:srgbClr val="000000">
                    <a:alpha val="5765"/>
                  </a:srgbClr>
                </a:gs>
                <a:gs pos="71429">
                  <a:srgbClr val="000000">
                    <a:alpha val="2741"/>
                  </a:srgbClr>
                </a:gs>
                <a:gs pos="85714">
                  <a:srgbClr val="000000">
                    <a:alpha val="1093"/>
                  </a:srgbClr>
                </a:gs>
                <a:gs pos="100000">
                  <a:srgbClr val="000000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10799963">
              <a:off x="894335" y="819179"/>
              <a:ext cx="58327" cy="58325"/>
            </a:xfrm>
            <a:prstGeom prst="ellipse">
              <a:avLst/>
            </a:prstGeom>
            <a:gradFill>
              <a:gsLst>
                <a:gs pos="0">
                  <a:srgbClr val="DBDBD9">
                    <a:alpha val="17626"/>
                  </a:srgbClr>
                </a:gs>
                <a:gs pos="14286">
                  <a:srgbClr val="DBDBD9">
                    <a:alpha val="16324"/>
                  </a:srgbClr>
                </a:gs>
                <a:gs pos="28571">
                  <a:srgbClr val="DBDBD9">
                    <a:alpha val="12923"/>
                  </a:srgbClr>
                </a:gs>
                <a:gs pos="42857">
                  <a:srgbClr val="DBDBD9">
                    <a:alpha val="8677"/>
                  </a:srgbClr>
                </a:gs>
                <a:gs pos="57143">
                  <a:srgbClr val="DBDBD9">
                    <a:alpha val="4905"/>
                  </a:srgbClr>
                </a:gs>
                <a:gs pos="71429">
                  <a:srgbClr val="DBDBD9">
                    <a:alpha val="2327"/>
                  </a:srgbClr>
                </a:gs>
                <a:gs pos="85714">
                  <a:srgbClr val="DBDBD9">
                    <a:alpha val="927"/>
                  </a:srgbClr>
                </a:gs>
                <a:gs pos="100000">
                  <a:srgbClr val="DBDBD9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-8492053">
              <a:off x="2473390" y="1846649"/>
              <a:ext cx="862175" cy="600917"/>
            </a:xfrm>
            <a:prstGeom prst="ellipse">
              <a:avLst/>
            </a:prstGeom>
            <a:gradFill>
              <a:gsLst>
                <a:gs pos="0">
                  <a:srgbClr val="00000B">
                    <a:alpha val="4971"/>
                  </a:srgbClr>
                </a:gs>
                <a:gs pos="14286">
                  <a:srgbClr val="00000B">
                    <a:alpha val="4579"/>
                  </a:srgbClr>
                </a:gs>
                <a:gs pos="28571">
                  <a:srgbClr val="00000B">
                    <a:alpha val="3574"/>
                  </a:srgbClr>
                </a:gs>
                <a:gs pos="42857">
                  <a:srgbClr val="00000B">
                    <a:alpha val="2359"/>
                  </a:srgbClr>
                </a:gs>
                <a:gs pos="57143">
                  <a:srgbClr val="00000B">
                    <a:alpha val="1314"/>
                  </a:srgbClr>
                </a:gs>
                <a:gs pos="71429">
                  <a:srgbClr val="00000B">
                    <a:alpha val="617"/>
                  </a:srgbClr>
                </a:gs>
                <a:gs pos="85714">
                  <a:srgbClr val="00000B">
                    <a:alpha val="245"/>
                  </a:srgbClr>
                </a:gs>
                <a:gs pos="100000">
                  <a:srgbClr val="00000B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-8262480">
              <a:off x="377441" y="-102549"/>
              <a:ext cx="801947" cy="302989"/>
            </a:xfrm>
            <a:prstGeom prst="ellipse">
              <a:avLst/>
            </a:prstGeom>
            <a:gradFill>
              <a:gsLst>
                <a:gs pos="0">
                  <a:srgbClr val="EFF1EF">
                    <a:alpha val="24523"/>
                  </a:srgbClr>
                </a:gs>
                <a:gs pos="14286">
                  <a:srgbClr val="EFF1EF">
                    <a:alpha val="22785"/>
                  </a:srgbClr>
                </a:gs>
                <a:gs pos="28571">
                  <a:srgbClr val="EFF1EF">
                    <a:alpha val="18190"/>
                  </a:srgbClr>
                </a:gs>
                <a:gs pos="42857">
                  <a:srgbClr val="EFF1EF">
                    <a:alpha val="12339"/>
                  </a:srgbClr>
                </a:gs>
                <a:gs pos="57143">
                  <a:srgbClr val="EFF1EF">
                    <a:alpha val="7037"/>
                  </a:srgbClr>
                </a:gs>
                <a:gs pos="71429">
                  <a:srgbClr val="EFF1EF">
                    <a:alpha val="3358"/>
                  </a:srgbClr>
                </a:gs>
                <a:gs pos="85714">
                  <a:srgbClr val="EFF1EF">
                    <a:alpha val="1342"/>
                  </a:srgbClr>
                </a:gs>
                <a:gs pos="100000">
                  <a:srgbClr val="EFF1EF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5415804">
              <a:off x="635889" y="1267811"/>
              <a:ext cx="56423" cy="55183"/>
            </a:xfrm>
            <a:prstGeom prst="ellipse">
              <a:avLst/>
            </a:prstGeom>
            <a:gradFill>
              <a:gsLst>
                <a:gs pos="0">
                  <a:srgbClr val="CBCBC9">
                    <a:alpha val="18093"/>
                  </a:srgbClr>
                </a:gs>
                <a:gs pos="14286">
                  <a:srgbClr val="CBCBC9">
                    <a:alpha val="16760"/>
                  </a:srgbClr>
                </a:gs>
                <a:gs pos="28571">
                  <a:srgbClr val="CBCBC9">
                    <a:alpha val="13275"/>
                  </a:srgbClr>
                </a:gs>
                <a:gs pos="42857">
                  <a:srgbClr val="CBCBC9">
                    <a:alpha val="8919"/>
                  </a:srgbClr>
                </a:gs>
                <a:gs pos="57143">
                  <a:srgbClr val="CBCBC9">
                    <a:alpha val="5045"/>
                  </a:srgbClr>
                </a:gs>
                <a:gs pos="71429">
                  <a:srgbClr val="CBCBC9">
                    <a:alpha val="2394"/>
                  </a:srgbClr>
                </a:gs>
                <a:gs pos="85714">
                  <a:srgbClr val="CBCBC9">
                    <a:alpha val="954"/>
                  </a:srgbClr>
                </a:gs>
                <a:gs pos="100000">
                  <a:srgbClr val="CBCBC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3850700">
              <a:off x="2435519" y="2269909"/>
              <a:ext cx="894254" cy="1234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-10796190">
              <a:off x="1248205" y="1101926"/>
              <a:ext cx="58118" cy="58077"/>
            </a:xfrm>
            <a:prstGeom prst="ellipse">
              <a:avLst/>
            </a:prstGeom>
            <a:gradFill>
              <a:gsLst>
                <a:gs pos="0">
                  <a:srgbClr val="000000">
                    <a:alpha val="17663"/>
                  </a:srgbClr>
                </a:gs>
                <a:gs pos="14286">
                  <a:srgbClr val="000000">
                    <a:alpha val="16359"/>
                  </a:srgbClr>
                </a:gs>
                <a:gs pos="28571">
                  <a:srgbClr val="000000">
                    <a:alpha val="12951"/>
                  </a:srgbClr>
                </a:gs>
                <a:gs pos="42857">
                  <a:srgbClr val="000000">
                    <a:alpha val="8696"/>
                  </a:srgbClr>
                </a:gs>
                <a:gs pos="57143">
                  <a:srgbClr val="000000">
                    <a:alpha val="4916"/>
                  </a:srgbClr>
                </a:gs>
                <a:gs pos="71429">
                  <a:srgbClr val="000000">
                    <a:alpha val="2332"/>
                  </a:srgbClr>
                </a:gs>
                <a:gs pos="85714">
                  <a:srgbClr val="000000">
                    <a:alpha val="929"/>
                  </a:srgbClr>
                </a:gs>
                <a:gs pos="100000">
                  <a:srgbClr val="000000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3913919">
              <a:off x="699338" y="2719990"/>
              <a:ext cx="901989" cy="1520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8817017">
              <a:off x="-209360" y="1334351"/>
              <a:ext cx="1148381" cy="1810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4460736">
              <a:off x="1045054" y="1097077"/>
              <a:ext cx="745867" cy="1070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8188277">
              <a:off x="47609" y="413653"/>
              <a:ext cx="175752" cy="1658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9341153">
              <a:off x="-226450" y="3450640"/>
              <a:ext cx="785234" cy="394869"/>
            </a:xfrm>
            <a:prstGeom prst="ellipse">
              <a:avLst/>
            </a:prstGeom>
            <a:gradFill>
              <a:gsLst>
                <a:gs pos="0">
                  <a:srgbClr val="000204">
                    <a:alpha val="23452"/>
                  </a:srgbClr>
                </a:gs>
                <a:gs pos="14286">
                  <a:srgbClr val="000204">
                    <a:alpha val="21779"/>
                  </a:srgbClr>
                </a:gs>
                <a:gs pos="28571">
                  <a:srgbClr val="000204">
                    <a:alpha val="17364"/>
                  </a:srgbClr>
                </a:gs>
                <a:gs pos="42857">
                  <a:srgbClr val="000204">
                    <a:alpha val="11759"/>
                  </a:srgbClr>
                </a:gs>
                <a:gs pos="57143">
                  <a:srgbClr val="000204">
                    <a:alpha val="6697"/>
                  </a:srgbClr>
                </a:gs>
                <a:gs pos="71429">
                  <a:srgbClr val="000204">
                    <a:alpha val="3193"/>
                  </a:srgbClr>
                </a:gs>
                <a:gs pos="85714">
                  <a:srgbClr val="000204">
                    <a:alpha val="1275"/>
                  </a:srgbClr>
                </a:gs>
                <a:gs pos="100000">
                  <a:srgbClr val="000204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10290379">
              <a:off x="-223517" y="243934"/>
              <a:ext cx="720000" cy="107221"/>
            </a:xfrm>
            <a:prstGeom prst="ellipse">
              <a:avLst/>
            </a:prstGeom>
            <a:gradFill>
              <a:gsLst>
                <a:gs pos="0">
                  <a:srgbClr val="FBFAFA">
                    <a:alpha val="32968"/>
                  </a:srgbClr>
                </a:gs>
                <a:gs pos="14286">
                  <a:srgbClr val="FBFAFA">
                    <a:alpha val="30764"/>
                  </a:srgbClr>
                </a:gs>
                <a:gs pos="28571">
                  <a:srgbClr val="FBFAFA">
                    <a:alpha val="24833"/>
                  </a:srgbClr>
                </a:gs>
                <a:gs pos="42857">
                  <a:srgbClr val="FBFAFA">
                    <a:alpha val="17075"/>
                  </a:srgbClr>
                </a:gs>
                <a:gs pos="57143">
                  <a:srgbClr val="FBFAFA">
                    <a:alpha val="9855"/>
                  </a:srgbClr>
                </a:gs>
                <a:gs pos="71429">
                  <a:srgbClr val="FBFAFA">
                    <a:alpha val="4740"/>
                  </a:srgbClr>
                </a:gs>
                <a:gs pos="85714">
                  <a:srgbClr val="FBFAFA">
                    <a:alpha val="1902"/>
                  </a:srgbClr>
                </a:gs>
                <a:gs pos="100000">
                  <a:srgbClr val="FBFA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5151685">
              <a:off x="-137355" y="2630508"/>
              <a:ext cx="957537" cy="263013"/>
            </a:xfrm>
            <a:prstGeom prst="ellipse">
              <a:avLst/>
            </a:prstGeom>
            <a:gradFill>
              <a:gsLst>
                <a:gs pos="0">
                  <a:srgbClr val="000202">
                    <a:alpha val="32968"/>
                  </a:srgbClr>
                </a:gs>
                <a:gs pos="14286">
                  <a:srgbClr val="000202">
                    <a:alpha val="30764"/>
                  </a:srgbClr>
                </a:gs>
                <a:gs pos="28571">
                  <a:srgbClr val="000202">
                    <a:alpha val="24833"/>
                  </a:srgbClr>
                </a:gs>
                <a:gs pos="42857">
                  <a:srgbClr val="000202">
                    <a:alpha val="17075"/>
                  </a:srgbClr>
                </a:gs>
                <a:gs pos="57143">
                  <a:srgbClr val="000202">
                    <a:alpha val="9855"/>
                  </a:srgbClr>
                </a:gs>
                <a:gs pos="71429">
                  <a:srgbClr val="000202">
                    <a:alpha val="4740"/>
                  </a:srgbClr>
                </a:gs>
                <a:gs pos="85714">
                  <a:srgbClr val="000202">
                    <a:alpha val="1902"/>
                  </a:srgbClr>
                </a:gs>
                <a:gs pos="100000">
                  <a:srgbClr val="0002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3489066">
              <a:off x="3042582" y="1813281"/>
              <a:ext cx="703482" cy="558271"/>
            </a:xfrm>
            <a:prstGeom prst="ellipse">
              <a:avLst/>
            </a:prstGeom>
            <a:gradFill>
              <a:gsLst>
                <a:gs pos="0">
                  <a:srgbClr val="D6D6D6">
                    <a:alpha val="24955"/>
                  </a:srgbClr>
                </a:gs>
                <a:gs pos="14286">
                  <a:srgbClr val="D6D6D6">
                    <a:alpha val="23192"/>
                  </a:srgbClr>
                </a:gs>
                <a:gs pos="28571">
                  <a:srgbClr val="D6D6D6">
                    <a:alpha val="18525"/>
                  </a:srgbClr>
                </a:gs>
                <a:gs pos="42857">
                  <a:srgbClr val="D6D6D6">
                    <a:alpha val="12574"/>
                  </a:srgbClr>
                </a:gs>
                <a:gs pos="57143">
                  <a:srgbClr val="D6D6D6">
                    <a:alpha val="7176"/>
                  </a:srgbClr>
                </a:gs>
                <a:gs pos="71429">
                  <a:srgbClr val="D6D6D6">
                    <a:alpha val="3425"/>
                  </a:srgbClr>
                </a:gs>
                <a:gs pos="85714">
                  <a:srgbClr val="D6D6D6">
                    <a:alpha val="1369"/>
                  </a:srgbClr>
                </a:gs>
                <a:gs pos="100000">
                  <a:srgbClr val="D6D6D6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5175657">
              <a:off x="2791355" y="2225568"/>
              <a:ext cx="601957" cy="528232"/>
            </a:xfrm>
            <a:prstGeom prst="ellipse">
              <a:avLst/>
            </a:prstGeom>
            <a:gradFill>
              <a:gsLst>
                <a:gs pos="0">
                  <a:srgbClr val="000000">
                    <a:alpha val="6387"/>
                  </a:srgbClr>
                </a:gs>
                <a:gs pos="14286">
                  <a:srgbClr val="000000">
                    <a:alpha val="5886"/>
                  </a:srgbClr>
                </a:gs>
                <a:gs pos="28571">
                  <a:srgbClr val="000000">
                    <a:alpha val="4601"/>
                  </a:srgbClr>
                </a:gs>
                <a:gs pos="42857">
                  <a:srgbClr val="000000">
                    <a:alpha val="3042"/>
                  </a:srgbClr>
                </a:gs>
                <a:gs pos="57143">
                  <a:srgbClr val="000000">
                    <a:alpha val="1697"/>
                  </a:srgbClr>
                </a:gs>
                <a:gs pos="71429">
                  <a:srgbClr val="000000">
                    <a:alpha val="798"/>
                  </a:srgbClr>
                </a:gs>
                <a:gs pos="85714">
                  <a:srgbClr val="000000">
                    <a:alpha val="316"/>
                  </a:srgbClr>
                </a:gs>
                <a:gs pos="100000">
                  <a:srgbClr val="00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600452">
              <a:off x="-160091" y="383956"/>
              <a:ext cx="909253" cy="114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5402675">
              <a:off x="2620728" y="2590489"/>
              <a:ext cx="58867" cy="58821"/>
            </a:xfrm>
            <a:prstGeom prst="ellipse">
              <a:avLst/>
            </a:prstGeom>
            <a:gradFill>
              <a:gsLst>
                <a:gs pos="0">
                  <a:srgbClr val="D0D0CD">
                    <a:alpha val="17478"/>
                  </a:srgbClr>
                </a:gs>
                <a:gs pos="14286">
                  <a:srgbClr val="D0D0CD">
                    <a:alpha val="16186"/>
                  </a:srgbClr>
                </a:gs>
                <a:gs pos="28571">
                  <a:srgbClr val="D0D0CD">
                    <a:alpha val="12811"/>
                  </a:srgbClr>
                </a:gs>
                <a:gs pos="42857">
                  <a:srgbClr val="D0D0CD">
                    <a:alpha val="8600"/>
                  </a:srgbClr>
                </a:gs>
                <a:gs pos="57143">
                  <a:srgbClr val="D0D0CD">
                    <a:alpha val="4861"/>
                  </a:srgbClr>
                </a:gs>
                <a:gs pos="71429">
                  <a:srgbClr val="D0D0CD">
                    <a:alpha val="2305"/>
                  </a:srgbClr>
                </a:gs>
                <a:gs pos="85714">
                  <a:srgbClr val="D0D0CD">
                    <a:alpha val="918"/>
                  </a:srgbClr>
                </a:gs>
                <a:gs pos="100000">
                  <a:srgbClr val="D0D0CD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7125646">
              <a:off x="2278403" y="2920897"/>
              <a:ext cx="644769" cy="580241"/>
            </a:xfrm>
            <a:prstGeom prst="ellipse">
              <a:avLst/>
            </a:prstGeom>
            <a:gradFill>
              <a:gsLst>
                <a:gs pos="0">
                  <a:srgbClr val="000909">
                    <a:alpha val="16768"/>
                  </a:srgbClr>
                </a:gs>
                <a:gs pos="14286">
                  <a:srgbClr val="000909">
                    <a:alpha val="15523"/>
                  </a:srgbClr>
                </a:gs>
                <a:gs pos="28571">
                  <a:srgbClr val="000909">
                    <a:alpha val="12277"/>
                  </a:srgbClr>
                </a:gs>
                <a:gs pos="42857">
                  <a:srgbClr val="000909">
                    <a:alpha val="8233"/>
                  </a:srgbClr>
                </a:gs>
                <a:gs pos="57143">
                  <a:srgbClr val="000909">
                    <a:alpha val="4649"/>
                  </a:srgbClr>
                </a:gs>
                <a:gs pos="71429">
                  <a:srgbClr val="000909">
                    <a:alpha val="2204"/>
                  </a:srgbClr>
                </a:gs>
                <a:gs pos="85714">
                  <a:srgbClr val="000909">
                    <a:alpha val="877"/>
                  </a:srgbClr>
                </a:gs>
                <a:gs pos="100000">
                  <a:srgbClr val="000909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2965274">
              <a:off x="381830" y="1279227"/>
              <a:ext cx="710342" cy="1060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-8467688">
              <a:off x="1072977" y="185768"/>
              <a:ext cx="1121872" cy="117354"/>
            </a:xfrm>
            <a:prstGeom prst="ellipse">
              <a:avLst/>
            </a:prstGeom>
            <a:gradFill>
              <a:gsLst>
                <a:gs pos="0">
                  <a:srgbClr val="FFFEFE">
                    <a:alpha val="2690"/>
                  </a:srgbClr>
                </a:gs>
                <a:gs pos="14286">
                  <a:srgbClr val="FFFEFE">
                    <a:alpha val="2475"/>
                  </a:srgbClr>
                </a:gs>
                <a:gs pos="28571">
                  <a:srgbClr val="FFFEFE">
                    <a:alpha val="1927"/>
                  </a:srgbClr>
                </a:gs>
                <a:gs pos="42857">
                  <a:srgbClr val="FFFEFE">
                    <a:alpha val="1268"/>
                  </a:srgbClr>
                </a:gs>
                <a:gs pos="57143">
                  <a:srgbClr val="FFFEFE">
                    <a:alpha val="705"/>
                  </a:srgbClr>
                </a:gs>
                <a:gs pos="71429">
                  <a:srgbClr val="FFFEFE">
                    <a:alpha val="331"/>
                  </a:srgbClr>
                </a:gs>
                <a:gs pos="85714">
                  <a:srgbClr val="FFFEFE">
                    <a:alpha val="131"/>
                  </a:srgbClr>
                </a:gs>
                <a:gs pos="100000">
                  <a:srgbClr val="FFFEFE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8209568">
              <a:off x="994206" y="1989479"/>
              <a:ext cx="746196" cy="388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-9877749">
              <a:off x="1764653" y="2355187"/>
              <a:ext cx="1037261" cy="2246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8103619">
              <a:off x="2075574" y="1796405"/>
              <a:ext cx="1106408" cy="890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3131962">
              <a:off x="3021480" y="736865"/>
              <a:ext cx="941710" cy="108136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2713674">
              <a:off x="1402456" y="3487110"/>
              <a:ext cx="906827" cy="627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-10799705">
              <a:off x="2678358" y="2921708"/>
              <a:ext cx="59348" cy="59344"/>
            </a:xfrm>
            <a:prstGeom prst="ellipse">
              <a:avLst/>
            </a:prstGeom>
            <a:gradFill>
              <a:gsLst>
                <a:gs pos="0">
                  <a:srgbClr val="CECECB">
                    <a:alpha val="17372"/>
                  </a:srgbClr>
                </a:gs>
                <a:gs pos="14286">
                  <a:srgbClr val="CECECB">
                    <a:alpha val="16087"/>
                  </a:srgbClr>
                </a:gs>
                <a:gs pos="28571">
                  <a:srgbClr val="CECECB">
                    <a:alpha val="12731"/>
                  </a:srgbClr>
                </a:gs>
                <a:gs pos="42857">
                  <a:srgbClr val="CECECB">
                    <a:alpha val="8545"/>
                  </a:srgbClr>
                </a:gs>
                <a:gs pos="57143">
                  <a:srgbClr val="CECECB">
                    <a:alpha val="4829"/>
                  </a:srgbClr>
                </a:gs>
                <a:gs pos="71429">
                  <a:srgbClr val="CECECB">
                    <a:alpha val="2290"/>
                  </a:srgbClr>
                </a:gs>
                <a:gs pos="85714">
                  <a:srgbClr val="CECECB">
                    <a:alpha val="912"/>
                  </a:srgbClr>
                </a:gs>
                <a:gs pos="100000">
                  <a:srgbClr val="CECECB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-8471547">
              <a:off x="1482215" y="2143009"/>
              <a:ext cx="882736" cy="1187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3353590">
              <a:off x="1066477" y="3498596"/>
              <a:ext cx="958755" cy="947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4868472">
              <a:off x="145816" y="2914461"/>
              <a:ext cx="1058508" cy="475806"/>
            </a:xfrm>
            <a:prstGeom prst="ellipse">
              <a:avLst/>
            </a:prstGeom>
            <a:gradFill>
              <a:gsLst>
                <a:gs pos="0">
                  <a:srgbClr val="05000B">
                    <a:alpha val="32968"/>
                  </a:srgbClr>
                </a:gs>
                <a:gs pos="14286">
                  <a:srgbClr val="05000B">
                    <a:alpha val="30764"/>
                  </a:srgbClr>
                </a:gs>
                <a:gs pos="28571">
                  <a:srgbClr val="05000B">
                    <a:alpha val="24833"/>
                  </a:srgbClr>
                </a:gs>
                <a:gs pos="42857">
                  <a:srgbClr val="05000B">
                    <a:alpha val="17075"/>
                  </a:srgbClr>
                </a:gs>
                <a:gs pos="57143">
                  <a:srgbClr val="05000B">
                    <a:alpha val="9855"/>
                  </a:srgbClr>
                </a:gs>
                <a:gs pos="71429">
                  <a:srgbClr val="05000B">
                    <a:alpha val="4740"/>
                  </a:srgbClr>
                </a:gs>
                <a:gs pos="85714">
                  <a:srgbClr val="05000B">
                    <a:alpha val="1902"/>
                  </a:srgbClr>
                </a:gs>
                <a:gs pos="100000">
                  <a:srgbClr val="05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-9897688">
              <a:off x="1375205" y="3212950"/>
              <a:ext cx="998733" cy="136190"/>
            </a:xfrm>
            <a:prstGeom prst="ellipse">
              <a:avLst/>
            </a:prstGeom>
            <a:gradFill>
              <a:gsLst>
                <a:gs pos="0">
                  <a:srgbClr val="F8F8F8">
                    <a:alpha val="32929"/>
                  </a:srgbClr>
                </a:gs>
                <a:gs pos="14286">
                  <a:srgbClr val="F8F8F8">
                    <a:alpha val="30727"/>
                  </a:srgbClr>
                </a:gs>
                <a:gs pos="28571">
                  <a:srgbClr val="F8F8F8">
                    <a:alpha val="24802"/>
                  </a:srgbClr>
                </a:gs>
                <a:gs pos="42857">
                  <a:srgbClr val="F8F8F8">
                    <a:alpha val="17053"/>
                  </a:srgbClr>
                </a:gs>
                <a:gs pos="57143">
                  <a:srgbClr val="F8F8F8">
                    <a:alpha val="9841"/>
                  </a:srgbClr>
                </a:gs>
                <a:gs pos="71429">
                  <a:srgbClr val="F8F8F8">
                    <a:alpha val="4734"/>
                  </a:srgbClr>
                </a:gs>
                <a:gs pos="85714">
                  <a:srgbClr val="F8F8F8">
                    <a:alpha val="1899"/>
                  </a:srgbClr>
                </a:gs>
                <a:gs pos="100000">
                  <a:srgbClr val="F8F8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-8370618">
              <a:off x="1437339" y="1182108"/>
              <a:ext cx="1046049" cy="562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5399868">
              <a:off x="58459" y="2340468"/>
              <a:ext cx="58438" cy="58436"/>
            </a:xfrm>
            <a:prstGeom prst="ellipse">
              <a:avLst/>
            </a:prstGeom>
            <a:gradFill>
              <a:gsLst>
                <a:gs pos="0">
                  <a:srgbClr val="000000">
                    <a:alpha val="17566"/>
                  </a:srgbClr>
                </a:gs>
                <a:gs pos="14286">
                  <a:srgbClr val="000000">
                    <a:alpha val="16267"/>
                  </a:srgbClr>
                </a:gs>
                <a:gs pos="28571">
                  <a:srgbClr val="000000">
                    <a:alpha val="12877"/>
                  </a:srgbClr>
                </a:gs>
                <a:gs pos="42857">
                  <a:srgbClr val="000000">
                    <a:alpha val="8645"/>
                  </a:srgbClr>
                </a:gs>
                <a:gs pos="57143">
                  <a:srgbClr val="000000">
                    <a:alpha val="4887"/>
                  </a:srgbClr>
                </a:gs>
                <a:gs pos="71429">
                  <a:srgbClr val="000000">
                    <a:alpha val="2318"/>
                  </a:srgbClr>
                </a:gs>
                <a:gs pos="85714">
                  <a:srgbClr val="000000">
                    <a:alpha val="923"/>
                  </a:srgbClr>
                </a:gs>
                <a:gs pos="100000">
                  <a:srgbClr val="00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7928004">
              <a:off x="639971" y="2744756"/>
              <a:ext cx="503305" cy="375008"/>
            </a:xfrm>
            <a:prstGeom prst="ellipse">
              <a:avLst/>
            </a:prstGeom>
            <a:gradFill>
              <a:gsLst>
                <a:gs pos="0">
                  <a:srgbClr val="F4F3F4">
                    <a:alpha val="16559"/>
                  </a:srgbClr>
                </a:gs>
                <a:gs pos="14286">
                  <a:srgbClr val="F4F3F4">
                    <a:alpha val="15329"/>
                  </a:srgbClr>
                </a:gs>
                <a:gs pos="28571">
                  <a:srgbClr val="F4F3F4">
                    <a:alpha val="12120"/>
                  </a:srgbClr>
                </a:gs>
                <a:gs pos="42857">
                  <a:srgbClr val="F4F3F4">
                    <a:alpha val="8125"/>
                  </a:srgbClr>
                </a:gs>
                <a:gs pos="57143">
                  <a:srgbClr val="F4F3F4">
                    <a:alpha val="4587"/>
                  </a:srgbClr>
                </a:gs>
                <a:gs pos="71429">
                  <a:srgbClr val="F4F3F4">
                    <a:alpha val="2174"/>
                  </a:srgbClr>
                </a:gs>
                <a:gs pos="85714">
                  <a:srgbClr val="F4F3F4">
                    <a:alpha val="865"/>
                  </a:srgbClr>
                </a:gs>
                <a:gs pos="100000">
                  <a:srgbClr val="F4F3F4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10799528">
              <a:off x="1063250" y="2292294"/>
              <a:ext cx="59314" cy="59309"/>
            </a:xfrm>
            <a:prstGeom prst="ellipse">
              <a:avLst/>
            </a:prstGeom>
            <a:gradFill>
              <a:gsLst>
                <a:gs pos="0">
                  <a:srgbClr val="D0D0CD">
                    <a:alpha val="17369"/>
                  </a:srgbClr>
                </a:gs>
                <a:gs pos="14286">
                  <a:srgbClr val="D0D0CD">
                    <a:alpha val="16084"/>
                  </a:srgbClr>
                </a:gs>
                <a:gs pos="28571">
                  <a:srgbClr val="D0D0CD">
                    <a:alpha val="12729"/>
                  </a:srgbClr>
                </a:gs>
                <a:gs pos="42857">
                  <a:srgbClr val="D0D0CD">
                    <a:alpha val="8544"/>
                  </a:srgbClr>
                </a:gs>
                <a:gs pos="57143">
                  <a:srgbClr val="D0D0CD">
                    <a:alpha val="4828"/>
                  </a:srgbClr>
                </a:gs>
                <a:gs pos="71429">
                  <a:srgbClr val="D0D0CD">
                    <a:alpha val="2290"/>
                  </a:srgbClr>
                </a:gs>
                <a:gs pos="85714">
                  <a:srgbClr val="D0D0CD">
                    <a:alpha val="912"/>
                  </a:srgbClr>
                </a:gs>
                <a:gs pos="100000">
                  <a:srgbClr val="D0D0CD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5474577">
              <a:off x="2824970" y="741150"/>
              <a:ext cx="59796" cy="54960"/>
            </a:xfrm>
            <a:prstGeom prst="ellipse">
              <a:avLst/>
            </a:prstGeom>
            <a:gradFill>
              <a:gsLst>
                <a:gs pos="0">
                  <a:srgbClr val="C5C3B9">
                    <a:alpha val="17241"/>
                  </a:srgbClr>
                </a:gs>
                <a:gs pos="14286">
                  <a:srgbClr val="C5C3B9">
                    <a:alpha val="15964"/>
                  </a:srgbClr>
                </a:gs>
                <a:gs pos="28571">
                  <a:srgbClr val="C5C3B9">
                    <a:alpha val="12632"/>
                  </a:srgbClr>
                </a:gs>
                <a:gs pos="42857">
                  <a:srgbClr val="C5C3B9">
                    <a:alpha val="8477"/>
                  </a:srgbClr>
                </a:gs>
                <a:gs pos="57143">
                  <a:srgbClr val="C5C3B9">
                    <a:alpha val="4790"/>
                  </a:srgbClr>
                </a:gs>
                <a:gs pos="71429">
                  <a:srgbClr val="C5C3B9">
                    <a:alpha val="2271"/>
                  </a:srgbClr>
                </a:gs>
                <a:gs pos="85714">
                  <a:srgbClr val="C5C3B9">
                    <a:alpha val="904"/>
                  </a:srgbClr>
                </a:gs>
                <a:gs pos="100000">
                  <a:srgbClr val="C5C3B9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9224158">
              <a:off x="534895" y="1362088"/>
              <a:ext cx="601898" cy="462490"/>
            </a:xfrm>
            <a:prstGeom prst="ellipse">
              <a:avLst/>
            </a:prstGeom>
            <a:gradFill>
              <a:gsLst>
                <a:gs pos="0">
                  <a:srgbClr val="000000">
                    <a:alpha val="6083"/>
                  </a:srgbClr>
                </a:gs>
                <a:gs pos="14286">
                  <a:srgbClr val="000000">
                    <a:alpha val="5605"/>
                  </a:srgbClr>
                </a:gs>
                <a:gs pos="28571">
                  <a:srgbClr val="000000">
                    <a:alpha val="4380"/>
                  </a:srgbClr>
                </a:gs>
                <a:gs pos="42857">
                  <a:srgbClr val="000000">
                    <a:alpha val="2895"/>
                  </a:srgbClr>
                </a:gs>
                <a:gs pos="57143">
                  <a:srgbClr val="000000">
                    <a:alpha val="1614"/>
                  </a:srgbClr>
                </a:gs>
                <a:gs pos="71429">
                  <a:srgbClr val="000000">
                    <a:alpha val="759"/>
                  </a:srgbClr>
                </a:gs>
                <a:gs pos="85714">
                  <a:srgbClr val="000000">
                    <a:alpha val="301"/>
                  </a:srgbClr>
                </a:gs>
                <a:gs pos="100000">
                  <a:srgbClr val="000000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3667818">
              <a:off x="263087" y="2516442"/>
              <a:ext cx="326834" cy="137620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-9783153">
              <a:off x="1627180" y="546294"/>
              <a:ext cx="346928" cy="1772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4521323">
              <a:off x="947953" y="3041535"/>
              <a:ext cx="1082730" cy="1295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6789355">
              <a:off x="76551" y="138029"/>
              <a:ext cx="700997" cy="82586"/>
            </a:xfrm>
            <a:prstGeom prst="ellipse">
              <a:avLst/>
            </a:prstGeom>
            <a:gradFill>
              <a:gsLst>
                <a:gs pos="0">
                  <a:srgbClr val="E0E3DF">
                    <a:alpha val="29847"/>
                  </a:srgbClr>
                </a:gs>
                <a:gs pos="14286">
                  <a:srgbClr val="E0E3DF">
                    <a:alpha val="27806"/>
                  </a:srgbClr>
                </a:gs>
                <a:gs pos="28571">
                  <a:srgbClr val="E0E3DF">
                    <a:alpha val="22351"/>
                  </a:srgbClr>
                </a:gs>
                <a:gs pos="42857">
                  <a:srgbClr val="E0E3DF">
                    <a:alpha val="15290"/>
                  </a:srgbClr>
                </a:gs>
                <a:gs pos="57143">
                  <a:srgbClr val="E0E3DF">
                    <a:alpha val="8784"/>
                  </a:srgbClr>
                </a:gs>
                <a:gs pos="71429">
                  <a:srgbClr val="E0E3DF">
                    <a:alpha val="4213"/>
                  </a:srgbClr>
                </a:gs>
                <a:gs pos="85714">
                  <a:srgbClr val="E0E3DF">
                    <a:alpha val="1687"/>
                  </a:srgbClr>
                </a:gs>
                <a:gs pos="100000">
                  <a:srgbClr val="E0E3DF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10242450">
              <a:off x="29535" y="3558460"/>
              <a:ext cx="978565" cy="125464"/>
            </a:xfrm>
            <a:prstGeom prst="ellipse">
              <a:avLst/>
            </a:prstGeom>
            <a:gradFill>
              <a:gsLst>
                <a:gs pos="0">
                  <a:srgbClr val="EEEFEF">
                    <a:alpha val="32968"/>
                  </a:srgbClr>
                </a:gs>
                <a:gs pos="14286">
                  <a:srgbClr val="EEEFEF">
                    <a:alpha val="30764"/>
                  </a:srgbClr>
                </a:gs>
                <a:gs pos="28571">
                  <a:srgbClr val="EEEFEF">
                    <a:alpha val="24833"/>
                  </a:srgbClr>
                </a:gs>
                <a:gs pos="42857">
                  <a:srgbClr val="EEEFEF">
                    <a:alpha val="17075"/>
                  </a:srgbClr>
                </a:gs>
                <a:gs pos="57143">
                  <a:srgbClr val="EEEFEF">
                    <a:alpha val="9855"/>
                  </a:srgbClr>
                </a:gs>
                <a:gs pos="71429">
                  <a:srgbClr val="EEEFEF">
                    <a:alpha val="4740"/>
                  </a:srgbClr>
                </a:gs>
                <a:gs pos="85714">
                  <a:srgbClr val="EEEFEF">
                    <a:alpha val="1902"/>
                  </a:srgbClr>
                </a:gs>
                <a:gs pos="100000">
                  <a:srgbClr val="EEE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5399774">
              <a:off x="847384" y="1578817"/>
              <a:ext cx="64831" cy="64820"/>
            </a:xfrm>
            <a:prstGeom prst="ellipse">
              <a:avLst/>
            </a:prstGeom>
            <a:gradFill>
              <a:gsLst>
                <a:gs pos="0">
                  <a:srgbClr val="000000">
                    <a:alpha val="15930"/>
                  </a:srgbClr>
                </a:gs>
                <a:gs pos="14286">
                  <a:srgbClr val="000000">
                    <a:alpha val="14742"/>
                  </a:srgbClr>
                </a:gs>
                <a:gs pos="28571">
                  <a:srgbClr val="000000">
                    <a:alpha val="11647"/>
                  </a:srgbClr>
                </a:gs>
                <a:gs pos="42857">
                  <a:srgbClr val="000000">
                    <a:alpha val="7801"/>
                  </a:srgbClr>
                </a:gs>
                <a:gs pos="57143">
                  <a:srgbClr val="000000">
                    <a:alpha val="4401"/>
                  </a:srgbClr>
                </a:gs>
                <a:gs pos="71429">
                  <a:srgbClr val="000000">
                    <a:alpha val="2085"/>
                  </a:srgbClr>
                </a:gs>
                <a:gs pos="85714">
                  <a:srgbClr val="000000">
                    <a:alpha val="830"/>
                  </a:srgbClr>
                </a:gs>
                <a:gs pos="100000">
                  <a:srgbClr val="00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10413583">
              <a:off x="-5729" y="2674612"/>
              <a:ext cx="686177" cy="388223"/>
            </a:xfrm>
            <a:prstGeom prst="ellipse">
              <a:avLst/>
            </a:prstGeom>
            <a:gradFill>
              <a:gsLst>
                <a:gs pos="0">
                  <a:srgbClr val="110E04">
                    <a:alpha val="32437"/>
                  </a:srgbClr>
                </a:gs>
                <a:gs pos="14286">
                  <a:srgbClr val="110E04">
                    <a:alpha val="30260"/>
                  </a:srgbClr>
                </a:gs>
                <a:gs pos="28571">
                  <a:srgbClr val="110E04">
                    <a:alpha val="24409"/>
                  </a:srgbClr>
                </a:gs>
                <a:gs pos="42857">
                  <a:srgbClr val="110E04">
                    <a:alpha val="16769"/>
                  </a:srgbClr>
                </a:gs>
                <a:gs pos="57143">
                  <a:srgbClr val="110E04">
                    <a:alpha val="9670"/>
                  </a:srgbClr>
                </a:gs>
                <a:gs pos="71429">
                  <a:srgbClr val="110E04">
                    <a:alpha val="4649"/>
                  </a:srgbClr>
                </a:gs>
                <a:gs pos="85714">
                  <a:srgbClr val="110E04">
                    <a:alpha val="1865"/>
                  </a:srgbClr>
                </a:gs>
                <a:gs pos="100000">
                  <a:srgbClr val="110E04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9530216">
              <a:off x="-4568" y="2646027"/>
              <a:ext cx="451201" cy="339797"/>
            </a:xfrm>
            <a:prstGeom prst="ellipse">
              <a:avLst/>
            </a:prstGeom>
            <a:gradFill>
              <a:gsLst>
                <a:gs pos="0">
                  <a:srgbClr val="FBFDFC">
                    <a:alpha val="14195"/>
                  </a:srgbClr>
                </a:gs>
                <a:gs pos="14286">
                  <a:srgbClr val="FBFDFC">
                    <a:alpha val="13126"/>
                  </a:srgbClr>
                </a:gs>
                <a:gs pos="28571">
                  <a:srgbClr val="FBFDFC">
                    <a:alpha val="10350"/>
                  </a:srgbClr>
                </a:gs>
                <a:gs pos="42857">
                  <a:srgbClr val="FBFDFC">
                    <a:alpha val="6916"/>
                  </a:srgbClr>
                </a:gs>
                <a:gs pos="57143">
                  <a:srgbClr val="FBFDFC">
                    <a:alpha val="3893"/>
                  </a:srgbClr>
                </a:gs>
                <a:gs pos="71429">
                  <a:srgbClr val="FBFDFC">
                    <a:alpha val="1842"/>
                  </a:srgbClr>
                </a:gs>
                <a:gs pos="85714">
                  <a:srgbClr val="FBFDFC">
                    <a:alpha val="732"/>
                  </a:srgbClr>
                </a:gs>
                <a:gs pos="100000">
                  <a:srgbClr val="FBFDFC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-8475461">
              <a:off x="-230409" y="1817272"/>
              <a:ext cx="865051" cy="185207"/>
            </a:xfrm>
            <a:prstGeom prst="ellipse">
              <a:avLst/>
            </a:prstGeom>
            <a:gradFill>
              <a:gsLst>
                <a:gs pos="0">
                  <a:srgbClr val="B9BCBB">
                    <a:alpha val="21135"/>
                  </a:srgbClr>
                </a:gs>
                <a:gs pos="14286">
                  <a:srgbClr val="B9BCBB">
                    <a:alpha val="19606"/>
                  </a:srgbClr>
                </a:gs>
                <a:gs pos="28571">
                  <a:srgbClr val="B9BCBB">
                    <a:alpha val="15587"/>
                  </a:srgbClr>
                </a:gs>
                <a:gs pos="42857">
                  <a:srgbClr val="B9BCBB">
                    <a:alpha val="10519"/>
                  </a:srgbClr>
                </a:gs>
                <a:gs pos="57143">
                  <a:srgbClr val="B9BCBB">
                    <a:alpha val="5973"/>
                  </a:srgbClr>
                </a:gs>
                <a:gs pos="71429">
                  <a:srgbClr val="B9BCBB">
                    <a:alpha val="2842"/>
                  </a:srgbClr>
                </a:gs>
                <a:gs pos="85714">
                  <a:srgbClr val="B9BCBB">
                    <a:alpha val="1133"/>
                  </a:srgbClr>
                </a:gs>
                <a:gs pos="100000">
                  <a:srgbClr val="B9BCBB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-9246958">
              <a:off x="2712643" y="3448876"/>
              <a:ext cx="481329" cy="375706"/>
            </a:xfrm>
            <a:prstGeom prst="ellipse">
              <a:avLst/>
            </a:prstGeom>
            <a:gradFill>
              <a:gsLst>
                <a:gs pos="0">
                  <a:srgbClr val="FFFFFE">
                    <a:alpha val="17353"/>
                  </a:srgbClr>
                </a:gs>
                <a:gs pos="14286">
                  <a:srgbClr val="FFFFFE">
                    <a:alpha val="16069"/>
                  </a:srgbClr>
                </a:gs>
                <a:gs pos="28571">
                  <a:srgbClr val="FFFFFE">
                    <a:alpha val="12717"/>
                  </a:srgbClr>
                </a:gs>
                <a:gs pos="42857">
                  <a:srgbClr val="FFFFFE">
                    <a:alpha val="8535"/>
                  </a:srgbClr>
                </a:gs>
                <a:gs pos="57143">
                  <a:srgbClr val="FFFFFE">
                    <a:alpha val="4823"/>
                  </a:srgbClr>
                </a:gs>
                <a:gs pos="71429">
                  <a:srgbClr val="FFFFFE">
                    <a:alpha val="2287"/>
                  </a:srgbClr>
                </a:gs>
                <a:gs pos="85714">
                  <a:srgbClr val="FFFFFE">
                    <a:alpha val="911"/>
                  </a:srgbClr>
                </a:gs>
                <a:gs pos="100000">
                  <a:srgbClr val="FFFFFE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10798812">
              <a:off x="980028" y="875850"/>
              <a:ext cx="59207" cy="58887"/>
            </a:xfrm>
            <a:prstGeom prst="ellipse">
              <a:avLst/>
            </a:prstGeom>
            <a:gradFill>
              <a:gsLst>
                <a:gs pos="0">
                  <a:srgbClr val="000017">
                    <a:alpha val="17339"/>
                  </a:srgbClr>
                </a:gs>
                <a:gs pos="14286">
                  <a:srgbClr val="000017">
                    <a:alpha val="16056"/>
                  </a:srgbClr>
                </a:gs>
                <a:gs pos="28571">
                  <a:srgbClr val="000017">
                    <a:alpha val="12706"/>
                  </a:srgbClr>
                </a:gs>
                <a:gs pos="42857">
                  <a:srgbClr val="000017">
                    <a:alpha val="8528"/>
                  </a:srgbClr>
                </a:gs>
                <a:gs pos="57143">
                  <a:srgbClr val="000017">
                    <a:alpha val="4819"/>
                  </a:srgbClr>
                </a:gs>
                <a:gs pos="71429">
                  <a:srgbClr val="000017">
                    <a:alpha val="2285"/>
                  </a:srgbClr>
                </a:gs>
                <a:gs pos="85714">
                  <a:srgbClr val="000017">
                    <a:alpha val="910"/>
                  </a:srgbClr>
                </a:gs>
                <a:gs pos="100000">
                  <a:srgbClr val="000017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-10132368">
              <a:off x="2461231" y="2502870"/>
              <a:ext cx="704514" cy="152929"/>
            </a:xfrm>
            <a:prstGeom prst="ellipse">
              <a:avLst/>
            </a:prstGeom>
            <a:gradFill>
              <a:gsLst>
                <a:gs pos="0">
                  <a:srgbClr val="FFFEFF">
                    <a:alpha val="12271"/>
                  </a:srgbClr>
                </a:gs>
                <a:gs pos="14286">
                  <a:srgbClr val="FFFEFF">
                    <a:alpha val="11337"/>
                  </a:srgbClr>
                </a:gs>
                <a:gs pos="28571">
                  <a:srgbClr val="FFFEFF">
                    <a:alpha val="8919"/>
                  </a:srgbClr>
                </a:gs>
                <a:gs pos="42857">
                  <a:srgbClr val="FFFEFF">
                    <a:alpha val="5944"/>
                  </a:srgbClr>
                </a:gs>
                <a:gs pos="57143">
                  <a:srgbClr val="FFFEFF">
                    <a:alpha val="3338"/>
                  </a:srgbClr>
                </a:gs>
                <a:gs pos="71429">
                  <a:srgbClr val="FFFEFF">
                    <a:alpha val="1577"/>
                  </a:srgbClr>
                </a:gs>
                <a:gs pos="85714">
                  <a:srgbClr val="FFFEFF">
                    <a:alpha val="627"/>
                  </a:srgbClr>
                </a:gs>
                <a:gs pos="100000">
                  <a:srgbClr val="FFFEFF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10702180">
              <a:off x="2352022" y="2250562"/>
              <a:ext cx="61129" cy="58250"/>
            </a:xfrm>
            <a:prstGeom prst="ellipse">
              <a:avLst/>
            </a:prstGeom>
            <a:gradFill>
              <a:gsLst>
                <a:gs pos="0">
                  <a:srgbClr val="D1D1CF">
                    <a:alpha val="16898"/>
                  </a:srgbClr>
                </a:gs>
                <a:gs pos="14286">
                  <a:srgbClr val="D1D1CF">
                    <a:alpha val="15645"/>
                  </a:srgbClr>
                </a:gs>
                <a:gs pos="28571">
                  <a:srgbClr val="D1D1CF">
                    <a:alpha val="12374"/>
                  </a:srgbClr>
                </a:gs>
                <a:gs pos="42857">
                  <a:srgbClr val="D1D1CF">
                    <a:alpha val="8300"/>
                  </a:srgbClr>
                </a:gs>
                <a:gs pos="57143">
                  <a:srgbClr val="D1D1CF">
                    <a:alpha val="4688"/>
                  </a:srgbClr>
                </a:gs>
                <a:gs pos="71429">
                  <a:srgbClr val="D1D1CF">
                    <a:alpha val="2222"/>
                  </a:srgbClr>
                </a:gs>
                <a:gs pos="85714">
                  <a:srgbClr val="D1D1CF">
                    <a:alpha val="885"/>
                  </a:srgbClr>
                </a:gs>
                <a:gs pos="100000">
                  <a:srgbClr val="D1D1C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5398889">
              <a:off x="1750701" y="1903385"/>
              <a:ext cx="61951" cy="61937"/>
            </a:xfrm>
            <a:prstGeom prst="ellipse">
              <a:avLst/>
            </a:prstGeom>
            <a:gradFill>
              <a:gsLst>
                <a:gs pos="0">
                  <a:srgbClr val="DBDCDA">
                    <a:alpha val="16694"/>
                  </a:srgbClr>
                </a:gs>
                <a:gs pos="14286">
                  <a:srgbClr val="DBDCDA">
                    <a:alpha val="15454"/>
                  </a:srgbClr>
                </a:gs>
                <a:gs pos="28571">
                  <a:srgbClr val="DBDCDA">
                    <a:alpha val="12221"/>
                  </a:srgbClr>
                </a:gs>
                <a:gs pos="42857">
                  <a:srgbClr val="DBDCDA">
                    <a:alpha val="8194"/>
                  </a:srgbClr>
                </a:gs>
                <a:gs pos="57143">
                  <a:srgbClr val="DBDCDA">
                    <a:alpha val="4627"/>
                  </a:srgbClr>
                </a:gs>
                <a:gs pos="71429">
                  <a:srgbClr val="DBDCDA">
                    <a:alpha val="2193"/>
                  </a:srgbClr>
                </a:gs>
                <a:gs pos="85714">
                  <a:srgbClr val="DBDCDA">
                    <a:alpha val="873"/>
                  </a:srgbClr>
                </a:gs>
                <a:gs pos="100000">
                  <a:srgbClr val="DBDCDA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3059921">
              <a:off x="-173495" y="2286250"/>
              <a:ext cx="567257" cy="554326"/>
            </a:xfrm>
            <a:prstGeom prst="ellipse">
              <a:avLst/>
            </a:prstGeom>
            <a:gradFill>
              <a:gsLst>
                <a:gs pos="0">
                  <a:srgbClr val="000001">
                    <a:alpha val="1612"/>
                  </a:srgbClr>
                </a:gs>
                <a:gs pos="14286">
                  <a:srgbClr val="000001">
                    <a:alpha val="1483"/>
                  </a:srgbClr>
                </a:gs>
                <a:gs pos="28571">
                  <a:srgbClr val="000001">
                    <a:alpha val="1153"/>
                  </a:srgbClr>
                </a:gs>
                <a:gs pos="42857">
                  <a:srgbClr val="000001">
                    <a:alpha val="758"/>
                  </a:srgbClr>
                </a:gs>
                <a:gs pos="57143">
                  <a:srgbClr val="000001">
                    <a:alpha val="421"/>
                  </a:srgbClr>
                </a:gs>
                <a:gs pos="71429">
                  <a:srgbClr val="000001">
                    <a:alpha val="197"/>
                  </a:srgbClr>
                </a:gs>
                <a:gs pos="85714">
                  <a:srgbClr val="000001">
                    <a:alpha val="78"/>
                  </a:srgbClr>
                </a:gs>
                <a:gs pos="100000">
                  <a:srgbClr val="000001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5397049">
              <a:off x="2528531" y="2330340"/>
              <a:ext cx="60329" cy="60318"/>
            </a:xfrm>
            <a:prstGeom prst="ellipse">
              <a:avLst/>
            </a:prstGeom>
            <a:gradFill>
              <a:gsLst>
                <a:gs pos="0">
                  <a:srgbClr val="000000">
                    <a:alpha val="17091"/>
                  </a:srgbClr>
                </a:gs>
                <a:gs pos="14286">
                  <a:srgbClr val="000000">
                    <a:alpha val="15824"/>
                  </a:srgbClr>
                </a:gs>
                <a:gs pos="28571">
                  <a:srgbClr val="000000">
                    <a:alpha val="12519"/>
                  </a:srgbClr>
                </a:gs>
                <a:gs pos="42857">
                  <a:srgbClr val="000000">
                    <a:alpha val="8399"/>
                  </a:srgbClr>
                </a:gs>
                <a:gs pos="57143">
                  <a:srgbClr val="000000">
                    <a:alpha val="4745"/>
                  </a:srgbClr>
                </a:gs>
                <a:gs pos="71429">
                  <a:srgbClr val="000000">
                    <a:alpha val="2250"/>
                  </a:srgbClr>
                </a:gs>
                <a:gs pos="85714">
                  <a:srgbClr val="000000">
                    <a:alpha val="896"/>
                  </a:srgbClr>
                </a:gs>
                <a:gs pos="100000">
                  <a:srgbClr val="000000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4235398">
              <a:off x="320333" y="-5322"/>
              <a:ext cx="370646" cy="305254"/>
            </a:xfrm>
            <a:prstGeom prst="ellipse">
              <a:avLst/>
            </a:prstGeom>
            <a:gradFill>
              <a:gsLst>
                <a:gs pos="0">
                  <a:srgbClr val="E0E2E1">
                    <a:alpha val="14560"/>
                  </a:srgbClr>
                </a:gs>
                <a:gs pos="14286">
                  <a:srgbClr val="E0E2E1">
                    <a:alpha val="13466"/>
                  </a:srgbClr>
                </a:gs>
                <a:gs pos="28571">
                  <a:srgbClr val="E0E2E1">
                    <a:alpha val="10622"/>
                  </a:srgbClr>
                </a:gs>
                <a:gs pos="42857">
                  <a:srgbClr val="E0E2E1">
                    <a:alpha val="7101"/>
                  </a:srgbClr>
                </a:gs>
                <a:gs pos="57143">
                  <a:srgbClr val="E0E2E1">
                    <a:alpha val="3999"/>
                  </a:srgbClr>
                </a:gs>
                <a:gs pos="71429">
                  <a:srgbClr val="E0E2E1">
                    <a:alpha val="1892"/>
                  </a:srgbClr>
                </a:gs>
                <a:gs pos="85714">
                  <a:srgbClr val="E0E2E1">
                    <a:alpha val="753"/>
                  </a:srgbClr>
                </a:gs>
                <a:gs pos="100000">
                  <a:srgbClr val="E0E2E1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5337727">
              <a:off x="3608990" y="1580060"/>
              <a:ext cx="60321" cy="56648"/>
            </a:xfrm>
            <a:prstGeom prst="ellipse">
              <a:avLst/>
            </a:prstGeom>
            <a:gradFill>
              <a:gsLst>
                <a:gs pos="0">
                  <a:srgbClr val="C8C8C3">
                    <a:alpha val="17106"/>
                  </a:srgbClr>
                </a:gs>
                <a:gs pos="14286">
                  <a:srgbClr val="C8C8C3">
                    <a:alpha val="15838"/>
                  </a:srgbClr>
                </a:gs>
                <a:gs pos="28571">
                  <a:srgbClr val="C8C8C3">
                    <a:alpha val="12531"/>
                  </a:srgbClr>
                </a:gs>
                <a:gs pos="42857">
                  <a:srgbClr val="C8C8C3">
                    <a:alpha val="8407"/>
                  </a:srgbClr>
                </a:gs>
                <a:gs pos="57143">
                  <a:srgbClr val="C8C8C3">
                    <a:alpha val="4749"/>
                  </a:srgbClr>
                </a:gs>
                <a:gs pos="71429">
                  <a:srgbClr val="C8C8C3">
                    <a:alpha val="2252"/>
                  </a:srgbClr>
                </a:gs>
                <a:gs pos="85714">
                  <a:srgbClr val="C8C8C3">
                    <a:alpha val="897"/>
                  </a:srgbClr>
                </a:gs>
                <a:gs pos="100000">
                  <a:srgbClr val="C8C8C3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5399689">
              <a:off x="3586993" y="2674053"/>
              <a:ext cx="60244" cy="60240"/>
            </a:xfrm>
            <a:prstGeom prst="ellipse">
              <a:avLst/>
            </a:prstGeom>
            <a:gradFill>
              <a:gsLst>
                <a:gs pos="0">
                  <a:srgbClr val="000000">
                    <a:alpha val="17110"/>
                  </a:srgbClr>
                </a:gs>
                <a:gs pos="14286">
                  <a:srgbClr val="000000">
                    <a:alpha val="15842"/>
                  </a:srgbClr>
                </a:gs>
                <a:gs pos="28571">
                  <a:srgbClr val="000000">
                    <a:alpha val="12534"/>
                  </a:srgbClr>
                </a:gs>
                <a:gs pos="42857">
                  <a:srgbClr val="000000">
                    <a:alpha val="8409"/>
                  </a:srgbClr>
                </a:gs>
                <a:gs pos="57143">
                  <a:srgbClr val="000000">
                    <a:alpha val="4751"/>
                  </a:srgbClr>
                </a:gs>
                <a:gs pos="71429">
                  <a:srgbClr val="000000">
                    <a:alpha val="2253"/>
                  </a:srgbClr>
                </a:gs>
                <a:gs pos="85714">
                  <a:srgbClr val="000000">
                    <a:alpha val="897"/>
                  </a:srgbClr>
                </a:gs>
                <a:gs pos="100000">
                  <a:srgbClr val="000000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8112326">
              <a:off x="1528879" y="455284"/>
              <a:ext cx="645904" cy="145436"/>
            </a:xfrm>
            <a:prstGeom prst="ellipse">
              <a:avLst/>
            </a:prstGeom>
            <a:gradFill>
              <a:gsLst>
                <a:gs pos="0">
                  <a:srgbClr val="FFFFFE">
                    <a:alpha val="28610"/>
                  </a:srgbClr>
                </a:gs>
                <a:gs pos="14286">
                  <a:srgbClr val="FFFFFE">
                    <a:alpha val="26637"/>
                  </a:srgbClr>
                </a:gs>
                <a:gs pos="28571">
                  <a:srgbClr val="FFFFFE">
                    <a:alpha val="21377"/>
                  </a:srgbClr>
                </a:gs>
                <a:gs pos="42857">
                  <a:srgbClr val="FFFFFE">
                    <a:alpha val="14594"/>
                  </a:srgbClr>
                </a:gs>
                <a:gs pos="57143">
                  <a:srgbClr val="FFFFFE">
                    <a:alpha val="8370"/>
                  </a:srgbClr>
                </a:gs>
                <a:gs pos="71429">
                  <a:srgbClr val="FFFFFE">
                    <a:alpha val="4009"/>
                  </a:srgbClr>
                </a:gs>
                <a:gs pos="85714">
                  <a:srgbClr val="FFFFFE">
                    <a:alpha val="1605"/>
                  </a:srgbClr>
                </a:gs>
                <a:gs pos="100000">
                  <a:srgbClr val="FFFFFE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5395481">
              <a:off x="2055857" y="3342049"/>
              <a:ext cx="56605" cy="56245"/>
            </a:xfrm>
            <a:prstGeom prst="ellipse">
              <a:avLst/>
            </a:prstGeom>
            <a:gradFill>
              <a:gsLst>
                <a:gs pos="0">
                  <a:srgbClr val="C4C5C3">
                    <a:alpha val="16911"/>
                  </a:srgbClr>
                </a:gs>
                <a:gs pos="14286">
                  <a:srgbClr val="C4C5C3">
                    <a:alpha val="15657"/>
                  </a:srgbClr>
                </a:gs>
                <a:gs pos="28571">
                  <a:srgbClr val="C4C5C3">
                    <a:alpha val="12384"/>
                  </a:srgbClr>
                </a:gs>
                <a:gs pos="42857">
                  <a:srgbClr val="C4C5C3">
                    <a:alpha val="8306"/>
                  </a:srgbClr>
                </a:gs>
                <a:gs pos="57143">
                  <a:srgbClr val="C4C5C3">
                    <a:alpha val="4691"/>
                  </a:srgbClr>
                </a:gs>
                <a:gs pos="71429">
                  <a:srgbClr val="C4C5C3">
                    <a:alpha val="2224"/>
                  </a:srgbClr>
                </a:gs>
                <a:gs pos="85714">
                  <a:srgbClr val="C4C5C3">
                    <a:alpha val="885"/>
                  </a:srgbClr>
                </a:gs>
                <a:gs pos="100000">
                  <a:srgbClr val="C4C5C3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5049097">
              <a:off x="-62402" y="2872739"/>
              <a:ext cx="740106" cy="397121"/>
            </a:xfrm>
            <a:prstGeom prst="ellipse">
              <a:avLst/>
            </a:prstGeom>
            <a:gradFill>
              <a:gsLst>
                <a:gs pos="0">
                  <a:srgbClr val="EFEEEF">
                    <a:alpha val="13189"/>
                  </a:srgbClr>
                </a:gs>
                <a:gs pos="14286">
                  <a:srgbClr val="EFEEEF">
                    <a:alpha val="12190"/>
                  </a:srgbClr>
                </a:gs>
                <a:gs pos="28571">
                  <a:srgbClr val="EFEEEF">
                    <a:alpha val="9601"/>
                  </a:srgbClr>
                </a:gs>
                <a:gs pos="42857">
                  <a:srgbClr val="EFEEEF">
                    <a:alpha val="6406"/>
                  </a:srgbClr>
                </a:gs>
                <a:gs pos="57143">
                  <a:srgbClr val="EFEEEF">
                    <a:alpha val="3602"/>
                  </a:srgbClr>
                </a:gs>
                <a:gs pos="71429">
                  <a:srgbClr val="EFEEEF">
                    <a:alpha val="1703"/>
                  </a:srgbClr>
                </a:gs>
                <a:gs pos="85714">
                  <a:srgbClr val="EFEEEF">
                    <a:alpha val="677"/>
                  </a:srgbClr>
                </a:gs>
                <a:gs pos="100000">
                  <a:srgbClr val="EFEEEF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5066762">
              <a:off x="-420196" y="307578"/>
              <a:ext cx="849202" cy="226883"/>
            </a:xfrm>
            <a:prstGeom prst="ellipse">
              <a:avLst/>
            </a:prstGeom>
            <a:gradFill>
              <a:gsLst>
                <a:gs pos="0">
                  <a:srgbClr val="0B0002">
                    <a:alpha val="14461"/>
                  </a:srgbClr>
                </a:gs>
                <a:gs pos="14286">
                  <a:srgbClr val="0B0002">
                    <a:alpha val="13373"/>
                  </a:srgbClr>
                </a:gs>
                <a:gs pos="28571">
                  <a:srgbClr val="0B0002">
                    <a:alpha val="10548"/>
                  </a:srgbClr>
                </a:gs>
                <a:gs pos="42857">
                  <a:srgbClr val="0B0002">
                    <a:alpha val="7051"/>
                  </a:srgbClr>
                </a:gs>
                <a:gs pos="57143">
                  <a:srgbClr val="0B0002">
                    <a:alpha val="3970"/>
                  </a:srgbClr>
                </a:gs>
                <a:gs pos="71429">
                  <a:srgbClr val="0B0002">
                    <a:alpha val="1879"/>
                  </a:srgbClr>
                </a:gs>
                <a:gs pos="85714">
                  <a:srgbClr val="0B0002">
                    <a:alpha val="747"/>
                  </a:srgbClr>
                </a:gs>
                <a:gs pos="100000">
                  <a:srgbClr val="0B0002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4072818">
              <a:off x="-53496" y="1376532"/>
              <a:ext cx="964252" cy="172485"/>
            </a:xfrm>
            <a:prstGeom prst="ellipse">
              <a:avLst/>
            </a:prstGeom>
            <a:gradFill>
              <a:gsLst>
                <a:gs pos="0">
                  <a:srgbClr val="FFFFFF">
                    <a:alpha val="13212"/>
                  </a:srgbClr>
                </a:gs>
                <a:gs pos="14286">
                  <a:srgbClr val="FFFFFF">
                    <a:alpha val="12212"/>
                  </a:srgbClr>
                </a:gs>
                <a:gs pos="28571">
                  <a:srgbClr val="FFFFFF">
                    <a:alpha val="9618"/>
                  </a:srgbClr>
                </a:gs>
                <a:gs pos="42857">
                  <a:srgbClr val="FFFFFF">
                    <a:alpha val="6418"/>
                  </a:srgbClr>
                </a:gs>
                <a:gs pos="57143">
                  <a:srgbClr val="FFFFFF">
                    <a:alpha val="3609"/>
                  </a:srgbClr>
                </a:gs>
                <a:gs pos="71429">
                  <a:srgbClr val="FFFFFF">
                    <a:alpha val="1706"/>
                  </a:srgbClr>
                </a:gs>
                <a:gs pos="85714">
                  <a:srgbClr val="FFFFFF">
                    <a:alpha val="678"/>
                  </a:srgbClr>
                </a:gs>
                <a:gs pos="100000">
                  <a:srgbClr val="FFFFFF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5401397">
              <a:off x="1692567" y="2486600"/>
              <a:ext cx="62108" cy="62055"/>
            </a:xfrm>
            <a:prstGeom prst="ellipse">
              <a:avLst/>
            </a:prstGeom>
            <a:gradFill>
              <a:gsLst>
                <a:gs pos="0">
                  <a:srgbClr val="CFCFC9">
                    <a:alpha val="16639"/>
                  </a:srgbClr>
                </a:gs>
                <a:gs pos="14286">
                  <a:srgbClr val="CFCFC9">
                    <a:alpha val="15403"/>
                  </a:srgbClr>
                </a:gs>
                <a:gs pos="28571">
                  <a:srgbClr val="CFCFC9">
                    <a:alpha val="12180"/>
                  </a:srgbClr>
                </a:gs>
                <a:gs pos="42857">
                  <a:srgbClr val="CFCFC9">
                    <a:alpha val="8166"/>
                  </a:srgbClr>
                </a:gs>
                <a:gs pos="57143">
                  <a:srgbClr val="CFCFC9">
                    <a:alpha val="4611"/>
                  </a:srgbClr>
                </a:gs>
                <a:gs pos="71429">
                  <a:srgbClr val="CFCFC9">
                    <a:alpha val="2185"/>
                  </a:srgbClr>
                </a:gs>
                <a:gs pos="85714">
                  <a:srgbClr val="CFCFC9">
                    <a:alpha val="870"/>
                  </a:srgbClr>
                </a:gs>
                <a:gs pos="100000">
                  <a:srgbClr val="CFCFC9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5399886">
              <a:off x="3457438" y="19259"/>
              <a:ext cx="61915" cy="61902"/>
            </a:xfrm>
            <a:prstGeom prst="ellipse">
              <a:avLst/>
            </a:prstGeom>
            <a:gradFill>
              <a:gsLst>
                <a:gs pos="0">
                  <a:srgbClr val="000000">
                    <a:alpha val="16690"/>
                  </a:srgbClr>
                </a:gs>
                <a:gs pos="14286">
                  <a:srgbClr val="000000">
                    <a:alpha val="15450"/>
                  </a:srgbClr>
                </a:gs>
                <a:gs pos="28571">
                  <a:srgbClr val="000000">
                    <a:alpha val="12218"/>
                  </a:srgbClr>
                </a:gs>
                <a:gs pos="42857">
                  <a:srgbClr val="000000">
                    <a:alpha val="8192"/>
                  </a:srgbClr>
                </a:gs>
                <a:gs pos="57143">
                  <a:srgbClr val="000000">
                    <a:alpha val="4626"/>
                  </a:srgbClr>
                </a:gs>
                <a:gs pos="71429">
                  <a:srgbClr val="000000">
                    <a:alpha val="2193"/>
                  </a:srgbClr>
                </a:gs>
                <a:gs pos="85714">
                  <a:srgbClr val="000000">
                    <a:alpha val="873"/>
                  </a:srgbClr>
                </a:gs>
                <a:gs pos="100000">
                  <a:srgbClr val="000000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-10709416">
              <a:off x="1292169" y="2114314"/>
              <a:ext cx="61703" cy="56967"/>
            </a:xfrm>
            <a:prstGeom prst="ellipse">
              <a:avLst/>
            </a:prstGeom>
            <a:gradFill>
              <a:gsLst>
                <a:gs pos="0">
                  <a:srgbClr val="CCCBC2">
                    <a:alpha val="16734"/>
                  </a:srgbClr>
                </a:gs>
                <a:gs pos="14286">
                  <a:srgbClr val="CCCBC2">
                    <a:alpha val="15491"/>
                  </a:srgbClr>
                </a:gs>
                <a:gs pos="28571">
                  <a:srgbClr val="CCCBC2">
                    <a:alpha val="12251"/>
                  </a:srgbClr>
                </a:gs>
                <a:gs pos="42857">
                  <a:srgbClr val="CCCBC2">
                    <a:alpha val="8215"/>
                  </a:srgbClr>
                </a:gs>
                <a:gs pos="57143">
                  <a:srgbClr val="CCCBC2">
                    <a:alpha val="4639"/>
                  </a:srgbClr>
                </a:gs>
                <a:gs pos="71429">
                  <a:srgbClr val="CCCBC2">
                    <a:alpha val="2199"/>
                  </a:srgbClr>
                </a:gs>
                <a:gs pos="85714">
                  <a:srgbClr val="CCCBC2">
                    <a:alpha val="875"/>
                  </a:srgbClr>
                </a:gs>
                <a:gs pos="100000">
                  <a:srgbClr val="CCCBC2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3145186">
              <a:off x="3020296" y="2720058"/>
              <a:ext cx="962133" cy="1092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8953612">
              <a:off x="-127829" y="-328636"/>
              <a:ext cx="823327" cy="721258"/>
            </a:xfrm>
            <a:prstGeom prst="ellipse">
              <a:avLst/>
            </a:prstGeom>
            <a:gradFill>
              <a:gsLst>
                <a:gs pos="0">
                  <a:srgbClr val="000000">
                    <a:alpha val="11676"/>
                  </a:srgbClr>
                </a:gs>
                <a:gs pos="14286">
                  <a:srgbClr val="000000">
                    <a:alpha val="10785"/>
                  </a:srgbClr>
                </a:gs>
                <a:gs pos="28571">
                  <a:srgbClr val="000000">
                    <a:alpha val="8480"/>
                  </a:srgbClr>
                </a:gs>
                <a:gs pos="42857">
                  <a:srgbClr val="000000">
                    <a:alpha val="5646"/>
                  </a:srgbClr>
                </a:gs>
                <a:gs pos="57143">
                  <a:srgbClr val="000000">
                    <a:alpha val="3169"/>
                  </a:srgbClr>
                </a:gs>
                <a:gs pos="71429">
                  <a:srgbClr val="000000">
                    <a:alpha val="1496"/>
                  </a:srgbClr>
                </a:gs>
                <a:gs pos="85714">
                  <a:srgbClr val="000000">
                    <a:alpha val="594"/>
                  </a:srgbClr>
                </a:gs>
                <a:gs pos="100000">
                  <a:srgbClr val="0000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4851893">
              <a:off x="2064081" y="1818653"/>
              <a:ext cx="686931" cy="364630"/>
            </a:xfrm>
            <a:prstGeom prst="ellipse">
              <a:avLst/>
            </a:prstGeom>
            <a:gradFill>
              <a:gsLst>
                <a:gs pos="0">
                  <a:srgbClr val="000000">
                    <a:alpha val="17302"/>
                  </a:srgbClr>
                </a:gs>
                <a:gs pos="14286">
                  <a:srgbClr val="000000">
                    <a:alpha val="16021"/>
                  </a:srgbClr>
                </a:gs>
                <a:gs pos="28571">
                  <a:srgbClr val="000000">
                    <a:alpha val="12678"/>
                  </a:srgbClr>
                </a:gs>
                <a:gs pos="42857">
                  <a:srgbClr val="000000">
                    <a:alpha val="8508"/>
                  </a:srgbClr>
                </a:gs>
                <a:gs pos="57143">
                  <a:srgbClr val="000000">
                    <a:alpha val="4808"/>
                  </a:srgbClr>
                </a:gs>
                <a:gs pos="71429">
                  <a:srgbClr val="000000">
                    <a:alpha val="2280"/>
                  </a:srgbClr>
                </a:gs>
                <a:gs pos="85714">
                  <a:srgbClr val="000000">
                    <a:alpha val="908"/>
                  </a:srgbClr>
                </a:gs>
                <a:gs pos="100000">
                  <a:srgbClr val="0000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-9049353">
              <a:off x="2863056" y="2499059"/>
              <a:ext cx="794305" cy="885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3022679">
              <a:off x="2628703" y="2313058"/>
              <a:ext cx="389569" cy="352528"/>
            </a:xfrm>
            <a:prstGeom prst="ellipse">
              <a:avLst/>
            </a:prstGeom>
            <a:gradFill>
              <a:gsLst>
                <a:gs pos="0">
                  <a:srgbClr val="FFFEFE">
                    <a:alpha val="8728"/>
                  </a:srgbClr>
                </a:gs>
                <a:gs pos="14286">
                  <a:srgbClr val="FFFEFE">
                    <a:alpha val="8052"/>
                  </a:srgbClr>
                </a:gs>
                <a:gs pos="28571">
                  <a:srgbClr val="FFFEFE">
                    <a:alpha val="6310"/>
                  </a:srgbClr>
                </a:gs>
                <a:gs pos="42857">
                  <a:srgbClr val="FFFEFE">
                    <a:alpha val="4185"/>
                  </a:srgbClr>
                </a:gs>
                <a:gs pos="57143">
                  <a:srgbClr val="FFFEFE">
                    <a:alpha val="2341"/>
                  </a:srgbClr>
                </a:gs>
                <a:gs pos="71429">
                  <a:srgbClr val="FFFEFE">
                    <a:alpha val="1103"/>
                  </a:srgbClr>
                </a:gs>
                <a:gs pos="85714">
                  <a:srgbClr val="FFFEFE">
                    <a:alpha val="438"/>
                  </a:srgbClr>
                </a:gs>
                <a:gs pos="100000">
                  <a:srgbClr val="FFFEFE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3269859">
              <a:off x="814221" y="112110"/>
              <a:ext cx="803692" cy="326232"/>
            </a:xfrm>
            <a:prstGeom prst="ellipse">
              <a:avLst/>
            </a:prstGeom>
            <a:gradFill>
              <a:gsLst>
                <a:gs pos="0">
                  <a:srgbClr val="09100C">
                    <a:alpha val="16009"/>
                  </a:srgbClr>
                </a:gs>
                <a:gs pos="14286">
                  <a:srgbClr val="09100C">
                    <a:alpha val="14815"/>
                  </a:srgbClr>
                </a:gs>
                <a:gs pos="28571">
                  <a:srgbClr val="09100C">
                    <a:alpha val="11706"/>
                  </a:srgbClr>
                </a:gs>
                <a:gs pos="42857">
                  <a:srgbClr val="09100C">
                    <a:alpha val="7842"/>
                  </a:srgbClr>
                </a:gs>
                <a:gs pos="57143">
                  <a:srgbClr val="09100C">
                    <a:alpha val="4424"/>
                  </a:srgbClr>
                </a:gs>
                <a:gs pos="71429">
                  <a:srgbClr val="09100C">
                    <a:alpha val="2096"/>
                  </a:srgbClr>
                </a:gs>
                <a:gs pos="85714">
                  <a:srgbClr val="09100C">
                    <a:alpha val="834"/>
                  </a:srgbClr>
                </a:gs>
                <a:gs pos="100000">
                  <a:srgbClr val="09100C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10780031">
              <a:off x="2112875" y="827011"/>
              <a:ext cx="58498" cy="57250"/>
            </a:xfrm>
            <a:prstGeom prst="ellipse">
              <a:avLst/>
            </a:prstGeom>
            <a:gradFill>
              <a:gsLst>
                <a:gs pos="0">
                  <a:srgbClr val="C0C0BB">
                    <a:alpha val="16721"/>
                  </a:srgbClr>
                </a:gs>
                <a:gs pos="14286">
                  <a:srgbClr val="C0C0BB">
                    <a:alpha val="15479"/>
                  </a:srgbClr>
                </a:gs>
                <a:gs pos="28571">
                  <a:srgbClr val="C0C0BB">
                    <a:alpha val="12241"/>
                  </a:srgbClr>
                </a:gs>
                <a:gs pos="42857">
                  <a:srgbClr val="C0C0BB">
                    <a:alpha val="8208"/>
                  </a:srgbClr>
                </a:gs>
                <a:gs pos="57143">
                  <a:srgbClr val="C0C0BB">
                    <a:alpha val="4635"/>
                  </a:srgbClr>
                </a:gs>
                <a:gs pos="71429">
                  <a:srgbClr val="C0C0BB">
                    <a:alpha val="2197"/>
                  </a:srgbClr>
                </a:gs>
                <a:gs pos="85714">
                  <a:srgbClr val="C0C0BB">
                    <a:alpha val="875"/>
                  </a:srgbClr>
                </a:gs>
                <a:gs pos="100000">
                  <a:srgbClr val="C0C0BB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10718417">
              <a:off x="3305618" y="1247357"/>
              <a:ext cx="61682" cy="56926"/>
            </a:xfrm>
            <a:prstGeom prst="ellipse">
              <a:avLst/>
            </a:prstGeom>
            <a:gradFill>
              <a:gsLst>
                <a:gs pos="0">
                  <a:srgbClr val="000000">
                    <a:alpha val="16735"/>
                  </a:srgbClr>
                </a:gs>
                <a:gs pos="14286">
                  <a:srgbClr val="000000">
                    <a:alpha val="15492"/>
                  </a:srgbClr>
                </a:gs>
                <a:gs pos="28571">
                  <a:srgbClr val="000000">
                    <a:alpha val="12252"/>
                  </a:srgbClr>
                </a:gs>
                <a:gs pos="42857">
                  <a:srgbClr val="000000">
                    <a:alpha val="8215"/>
                  </a:srgbClr>
                </a:gs>
                <a:gs pos="57143">
                  <a:srgbClr val="000000">
                    <a:alpha val="4639"/>
                  </a:srgbClr>
                </a:gs>
                <a:gs pos="71429">
                  <a:srgbClr val="000000">
                    <a:alpha val="2199"/>
                  </a:srgbClr>
                </a:gs>
                <a:gs pos="85714">
                  <a:srgbClr val="000000">
                    <a:alpha val="875"/>
                  </a:srgbClr>
                </a:gs>
                <a:gs pos="100000">
                  <a:srgbClr val="000000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5441053">
              <a:off x="1035311" y="2145395"/>
              <a:ext cx="57572" cy="55505"/>
            </a:xfrm>
            <a:prstGeom prst="ellipse">
              <a:avLst/>
            </a:prstGeom>
            <a:gradFill>
              <a:gsLst>
                <a:gs pos="0">
                  <a:srgbClr val="380052">
                    <a:alpha val="16821"/>
                  </a:srgbClr>
                </a:gs>
                <a:gs pos="14286">
                  <a:srgbClr val="380052">
                    <a:alpha val="15572"/>
                  </a:srgbClr>
                </a:gs>
                <a:gs pos="28571">
                  <a:srgbClr val="380052">
                    <a:alpha val="12316"/>
                  </a:srgbClr>
                </a:gs>
                <a:gs pos="42857">
                  <a:srgbClr val="380052">
                    <a:alpha val="8260"/>
                  </a:srgbClr>
                </a:gs>
                <a:gs pos="57143">
                  <a:srgbClr val="380052">
                    <a:alpha val="4665"/>
                  </a:srgbClr>
                </a:gs>
                <a:gs pos="71429">
                  <a:srgbClr val="380052">
                    <a:alpha val="2211"/>
                  </a:srgbClr>
                </a:gs>
                <a:gs pos="85714">
                  <a:srgbClr val="380052">
                    <a:alpha val="880"/>
                  </a:srgbClr>
                </a:gs>
                <a:gs pos="100000">
                  <a:srgbClr val="380052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-9531763">
              <a:off x="1021402" y="1783822"/>
              <a:ext cx="479446" cy="650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3387237">
              <a:off x="2769213" y="2083681"/>
              <a:ext cx="1075588" cy="14582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-10686981">
              <a:off x="1849234" y="757326"/>
              <a:ext cx="917917" cy="2833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397063">
              <a:off x="1895348" y="3514374"/>
              <a:ext cx="61617" cy="60127"/>
            </a:xfrm>
            <a:prstGeom prst="ellipse">
              <a:avLst/>
            </a:prstGeom>
            <a:gradFill>
              <a:gsLst>
                <a:gs pos="0">
                  <a:srgbClr val="6B6E80">
                    <a:alpha val="16361"/>
                  </a:srgbClr>
                </a:gs>
                <a:gs pos="14286">
                  <a:srgbClr val="6B6E80">
                    <a:alpha val="15144"/>
                  </a:srgbClr>
                </a:gs>
                <a:gs pos="28571">
                  <a:srgbClr val="6B6E80">
                    <a:alpha val="11971"/>
                  </a:srgbClr>
                </a:gs>
                <a:gs pos="42857">
                  <a:srgbClr val="6B6E80">
                    <a:alpha val="8023"/>
                  </a:srgbClr>
                </a:gs>
                <a:gs pos="57143">
                  <a:srgbClr val="6B6E80">
                    <a:alpha val="4528"/>
                  </a:srgbClr>
                </a:gs>
                <a:gs pos="71429">
                  <a:srgbClr val="6B6E80">
                    <a:alpha val="2146"/>
                  </a:srgbClr>
                </a:gs>
                <a:gs pos="85714">
                  <a:srgbClr val="6B6E80">
                    <a:alpha val="854"/>
                  </a:srgbClr>
                </a:gs>
                <a:gs pos="100000">
                  <a:srgbClr val="6B6E8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6647476">
              <a:off x="-390103" y="2286554"/>
              <a:ext cx="930512" cy="1152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5503316">
              <a:off x="1007894" y="3551780"/>
              <a:ext cx="62351" cy="57557"/>
            </a:xfrm>
            <a:prstGeom prst="ellipse">
              <a:avLst/>
            </a:prstGeom>
            <a:gradFill>
              <a:gsLst>
                <a:gs pos="0">
                  <a:srgbClr val="000000">
                    <a:alpha val="16573"/>
                  </a:srgbClr>
                </a:gs>
                <a:gs pos="14286">
                  <a:srgbClr val="000000">
                    <a:alpha val="15342"/>
                  </a:srgbClr>
                </a:gs>
                <a:gs pos="28571">
                  <a:srgbClr val="000000">
                    <a:alpha val="12130"/>
                  </a:srgbClr>
                </a:gs>
                <a:gs pos="42857">
                  <a:srgbClr val="000000">
                    <a:alpha val="8132"/>
                  </a:srgbClr>
                </a:gs>
                <a:gs pos="57143">
                  <a:srgbClr val="000000">
                    <a:alpha val="4591"/>
                  </a:srgbClr>
                </a:gs>
                <a:gs pos="71429">
                  <a:srgbClr val="000000">
                    <a:alpha val="2176"/>
                  </a:srgbClr>
                </a:gs>
                <a:gs pos="85714">
                  <a:srgbClr val="000000">
                    <a:alpha val="866"/>
                  </a:srgbClr>
                </a:gs>
                <a:gs pos="100000">
                  <a:srgbClr val="0000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10799768">
              <a:off x="2423173" y="246731"/>
              <a:ext cx="62888" cy="62804"/>
            </a:xfrm>
            <a:prstGeom prst="ellipse">
              <a:avLst/>
            </a:prstGeom>
            <a:gradFill>
              <a:gsLst>
                <a:gs pos="0">
                  <a:srgbClr val="000000">
                    <a:alpha val="16426"/>
                  </a:srgbClr>
                </a:gs>
                <a:gs pos="14286">
                  <a:srgbClr val="000000">
                    <a:alpha val="15204"/>
                  </a:srgbClr>
                </a:gs>
                <a:gs pos="28571">
                  <a:srgbClr val="000000">
                    <a:alpha val="12020"/>
                  </a:srgbClr>
                </a:gs>
                <a:gs pos="42857">
                  <a:srgbClr val="000000">
                    <a:alpha val="8056"/>
                  </a:srgbClr>
                </a:gs>
                <a:gs pos="57143">
                  <a:srgbClr val="000000">
                    <a:alpha val="4548"/>
                  </a:srgbClr>
                </a:gs>
                <a:gs pos="71429">
                  <a:srgbClr val="000000">
                    <a:alpha val="2155"/>
                  </a:srgbClr>
                </a:gs>
                <a:gs pos="85714">
                  <a:srgbClr val="000000">
                    <a:alpha val="858"/>
                  </a:srgbClr>
                </a:gs>
                <a:gs pos="100000">
                  <a:srgbClr val="0000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8615629">
              <a:off x="1542796" y="791415"/>
              <a:ext cx="838408" cy="138022"/>
            </a:xfrm>
            <a:prstGeom prst="ellipse">
              <a:avLst/>
            </a:prstGeom>
            <a:gradFill>
              <a:gsLst>
                <a:gs pos="0">
                  <a:srgbClr val="FFFFFF">
                    <a:alpha val="8074"/>
                  </a:srgbClr>
                </a:gs>
                <a:gs pos="14286">
                  <a:srgbClr val="FFFFFF">
                    <a:alpha val="7446"/>
                  </a:srgbClr>
                </a:gs>
                <a:gs pos="28571">
                  <a:srgbClr val="FFFFFF">
                    <a:alpha val="5831"/>
                  </a:srgbClr>
                </a:gs>
                <a:gs pos="42857">
                  <a:srgbClr val="FFFFFF">
                    <a:alpha val="3864"/>
                  </a:srgbClr>
                </a:gs>
                <a:gs pos="57143">
                  <a:srgbClr val="FFFFFF">
                    <a:alpha val="2160"/>
                  </a:srgbClr>
                </a:gs>
                <a:gs pos="71429">
                  <a:srgbClr val="FFFFFF">
                    <a:alpha val="1017"/>
                  </a:srgbClr>
                </a:gs>
                <a:gs pos="85714">
                  <a:srgbClr val="FFFFFF">
                    <a:alpha val="403"/>
                  </a:srgbClr>
                </a:gs>
                <a:gs pos="100000">
                  <a:srgbClr val="FFFFFF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4983544">
              <a:off x="2843045" y="85756"/>
              <a:ext cx="647813" cy="396685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-8695517">
              <a:off x="2507083" y="550823"/>
              <a:ext cx="888732" cy="123067"/>
            </a:xfrm>
            <a:prstGeom prst="ellipse">
              <a:avLst/>
            </a:prstGeom>
            <a:gradFill>
              <a:gsLst>
                <a:gs pos="0">
                  <a:srgbClr val="E4E3E3">
                    <a:alpha val="32968"/>
                  </a:srgbClr>
                </a:gs>
                <a:gs pos="14286">
                  <a:srgbClr val="E4E3E3">
                    <a:alpha val="30764"/>
                  </a:srgbClr>
                </a:gs>
                <a:gs pos="28571">
                  <a:srgbClr val="E4E3E3">
                    <a:alpha val="24833"/>
                  </a:srgbClr>
                </a:gs>
                <a:gs pos="42857">
                  <a:srgbClr val="E4E3E3">
                    <a:alpha val="17075"/>
                  </a:srgbClr>
                </a:gs>
                <a:gs pos="57143">
                  <a:srgbClr val="E4E3E3">
                    <a:alpha val="9855"/>
                  </a:srgbClr>
                </a:gs>
                <a:gs pos="71429">
                  <a:srgbClr val="E4E3E3">
                    <a:alpha val="4740"/>
                  </a:srgbClr>
                </a:gs>
                <a:gs pos="85714">
                  <a:srgbClr val="E4E3E3">
                    <a:alpha val="1902"/>
                  </a:srgbClr>
                </a:gs>
                <a:gs pos="100000">
                  <a:srgbClr val="E4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395264">
              <a:off x="2532126" y="2339778"/>
              <a:ext cx="62285" cy="62266"/>
            </a:xfrm>
            <a:prstGeom prst="ellipse">
              <a:avLst/>
            </a:prstGeom>
            <a:gradFill>
              <a:gsLst>
                <a:gs pos="0">
                  <a:srgbClr val="000000">
                    <a:alpha val="16588"/>
                  </a:srgbClr>
                </a:gs>
                <a:gs pos="14286">
                  <a:srgbClr val="000000">
                    <a:alpha val="15355"/>
                  </a:srgbClr>
                </a:gs>
                <a:gs pos="28571">
                  <a:srgbClr val="000000">
                    <a:alpha val="12141"/>
                  </a:srgbClr>
                </a:gs>
                <a:gs pos="42857">
                  <a:srgbClr val="000000">
                    <a:alpha val="8140"/>
                  </a:srgbClr>
                </a:gs>
                <a:gs pos="57143">
                  <a:srgbClr val="000000">
                    <a:alpha val="4596"/>
                  </a:srgbClr>
                </a:gs>
                <a:gs pos="71429">
                  <a:srgbClr val="000000">
                    <a:alpha val="2178"/>
                  </a:srgbClr>
                </a:gs>
                <a:gs pos="85714">
                  <a:srgbClr val="000000">
                    <a:alpha val="867"/>
                  </a:srgbClr>
                </a:gs>
                <a:gs pos="100000">
                  <a:srgbClr val="0000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3045574">
              <a:off x="751093" y="2056554"/>
              <a:ext cx="1065022" cy="3376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-10798362">
              <a:off x="473576" y="42614"/>
              <a:ext cx="62684" cy="62290"/>
            </a:xfrm>
            <a:prstGeom prst="ellipse">
              <a:avLst/>
            </a:prstGeom>
            <a:gradFill>
              <a:gsLst>
                <a:gs pos="0">
                  <a:srgbClr val="000000">
                    <a:alpha val="16488"/>
                  </a:srgbClr>
                </a:gs>
                <a:gs pos="14286">
                  <a:srgbClr val="000000">
                    <a:alpha val="15262"/>
                  </a:srgbClr>
                </a:gs>
                <a:gs pos="28571">
                  <a:srgbClr val="000000">
                    <a:alpha val="12066"/>
                  </a:srgbClr>
                </a:gs>
                <a:gs pos="42857">
                  <a:srgbClr val="000000">
                    <a:alpha val="8088"/>
                  </a:srgbClr>
                </a:gs>
                <a:gs pos="57143">
                  <a:srgbClr val="000000">
                    <a:alpha val="4566"/>
                  </a:srgbClr>
                </a:gs>
                <a:gs pos="71429">
                  <a:srgbClr val="000000">
                    <a:alpha val="2164"/>
                  </a:srgbClr>
                </a:gs>
                <a:gs pos="85714">
                  <a:srgbClr val="000000">
                    <a:alpha val="861"/>
                  </a:srgbClr>
                </a:gs>
                <a:gs pos="100000">
                  <a:srgbClr val="00000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6579308">
              <a:off x="1083366" y="3425774"/>
              <a:ext cx="685703" cy="333168"/>
            </a:xfrm>
            <a:prstGeom prst="ellipse">
              <a:avLst/>
            </a:prstGeom>
            <a:gradFill>
              <a:gsLst>
                <a:gs pos="0">
                  <a:srgbClr val="939194">
                    <a:alpha val="15043"/>
                  </a:srgbClr>
                </a:gs>
                <a:gs pos="14286">
                  <a:srgbClr val="939194">
                    <a:alpha val="13915"/>
                  </a:srgbClr>
                </a:gs>
                <a:gs pos="28571">
                  <a:srgbClr val="939194">
                    <a:alpha val="10983"/>
                  </a:srgbClr>
                </a:gs>
                <a:gs pos="42857">
                  <a:srgbClr val="939194">
                    <a:alpha val="7347"/>
                  </a:srgbClr>
                </a:gs>
                <a:gs pos="57143">
                  <a:srgbClr val="939194">
                    <a:alpha val="4140"/>
                  </a:srgbClr>
                </a:gs>
                <a:gs pos="71429">
                  <a:srgbClr val="939194">
                    <a:alpha val="1960"/>
                  </a:srgbClr>
                </a:gs>
                <a:gs pos="85714">
                  <a:srgbClr val="939194">
                    <a:alpha val="780"/>
                  </a:srgbClr>
                </a:gs>
                <a:gs pos="100000">
                  <a:srgbClr val="939194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9570961">
              <a:off x="3109378" y="894857"/>
              <a:ext cx="386421" cy="323657"/>
            </a:xfrm>
            <a:prstGeom prst="ellipse">
              <a:avLst/>
            </a:prstGeom>
            <a:gradFill>
              <a:gsLst>
                <a:gs pos="0">
                  <a:srgbClr val="000000">
                    <a:alpha val="24212"/>
                  </a:srgbClr>
                </a:gs>
                <a:gs pos="14286">
                  <a:srgbClr val="000000">
                    <a:alpha val="22494"/>
                  </a:srgbClr>
                </a:gs>
                <a:gs pos="28571">
                  <a:srgbClr val="000000">
                    <a:alpha val="17950"/>
                  </a:srgbClr>
                </a:gs>
                <a:gs pos="42857">
                  <a:srgbClr val="000000">
                    <a:alpha val="12170"/>
                  </a:srgbClr>
                </a:gs>
                <a:gs pos="57143">
                  <a:srgbClr val="000000">
                    <a:alpha val="6938"/>
                  </a:srgbClr>
                </a:gs>
                <a:gs pos="71429">
                  <a:srgbClr val="000000">
                    <a:alpha val="3310"/>
                  </a:srgbClr>
                </a:gs>
                <a:gs pos="85714">
                  <a:srgbClr val="000000">
                    <a:alpha val="1322"/>
                  </a:srgbClr>
                </a:gs>
                <a:gs pos="100000">
                  <a:srgbClr val="000000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10549884">
              <a:off x="2949827" y="2554416"/>
              <a:ext cx="722228" cy="88668"/>
            </a:xfrm>
            <a:prstGeom prst="ellipse">
              <a:avLst/>
            </a:prstGeom>
            <a:gradFill>
              <a:gsLst>
                <a:gs pos="0">
                  <a:srgbClr val="FFFFFF">
                    <a:alpha val="28611"/>
                  </a:srgbClr>
                </a:gs>
                <a:gs pos="14286">
                  <a:srgbClr val="FFFFFF">
                    <a:alpha val="26638"/>
                  </a:srgbClr>
                </a:gs>
                <a:gs pos="28571">
                  <a:srgbClr val="FFFFFF">
                    <a:alpha val="21378"/>
                  </a:srgbClr>
                </a:gs>
                <a:gs pos="42857">
                  <a:srgbClr val="FFFFFF">
                    <a:alpha val="14594"/>
                  </a:srgbClr>
                </a:gs>
                <a:gs pos="57143">
                  <a:srgbClr val="FFFFFF">
                    <a:alpha val="8370"/>
                  </a:srgbClr>
                </a:gs>
                <a:gs pos="71429">
                  <a:srgbClr val="FFFFFF">
                    <a:alpha val="4009"/>
                  </a:srgbClr>
                </a:gs>
                <a:gs pos="85714">
                  <a:srgbClr val="FFFFFF">
                    <a:alpha val="1605"/>
                  </a:srgbClr>
                </a:gs>
                <a:gs pos="100000">
                  <a:srgbClr val="FFFFFF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7316151">
              <a:off x="-177325" y="1948366"/>
              <a:ext cx="386073" cy="1294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9146818">
              <a:off x="1332697" y="2433568"/>
              <a:ext cx="506298" cy="489084"/>
            </a:xfrm>
            <a:prstGeom prst="ellipse">
              <a:avLst/>
            </a:prstGeom>
            <a:gradFill>
              <a:gsLst>
                <a:gs pos="0">
                  <a:srgbClr val="DBDCDB">
                    <a:alpha val="4542"/>
                  </a:srgbClr>
                </a:gs>
                <a:gs pos="14286">
                  <a:srgbClr val="DBDCDB">
                    <a:alpha val="4183"/>
                  </a:srgbClr>
                </a:gs>
                <a:gs pos="28571">
                  <a:srgbClr val="DBDCDB">
                    <a:alpha val="3263"/>
                  </a:srgbClr>
                </a:gs>
                <a:gs pos="42857">
                  <a:srgbClr val="DBDCDB">
                    <a:alpha val="2153"/>
                  </a:srgbClr>
                </a:gs>
                <a:gs pos="57143">
                  <a:srgbClr val="DBDCDB">
                    <a:alpha val="1199"/>
                  </a:srgbClr>
                </a:gs>
                <a:gs pos="71429">
                  <a:srgbClr val="DBDCDB">
                    <a:alpha val="563"/>
                  </a:srgbClr>
                </a:gs>
                <a:gs pos="85714">
                  <a:srgbClr val="DBDCDB">
                    <a:alpha val="223"/>
                  </a:srgbClr>
                </a:gs>
                <a:gs pos="100000">
                  <a:srgbClr val="DBDCDB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7211781">
              <a:off x="1558949" y="1586515"/>
              <a:ext cx="868822" cy="1799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6827585">
              <a:off x="2580046" y="2708585"/>
              <a:ext cx="1027392" cy="1272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5323558">
              <a:off x="2581482" y="751659"/>
              <a:ext cx="586966" cy="502218"/>
            </a:xfrm>
            <a:prstGeom prst="ellipse">
              <a:avLst/>
            </a:prstGeom>
            <a:gradFill>
              <a:gsLst>
                <a:gs pos="0">
                  <a:srgbClr val="000002">
                    <a:alpha val="13794"/>
                  </a:srgbClr>
                </a:gs>
                <a:gs pos="14286">
                  <a:srgbClr val="000002">
                    <a:alpha val="12753"/>
                  </a:srgbClr>
                </a:gs>
                <a:gs pos="28571">
                  <a:srgbClr val="000002">
                    <a:alpha val="10051"/>
                  </a:srgbClr>
                </a:gs>
                <a:gs pos="42857">
                  <a:srgbClr val="000002">
                    <a:alpha val="6712"/>
                  </a:srgbClr>
                </a:gs>
                <a:gs pos="57143">
                  <a:srgbClr val="000002">
                    <a:alpha val="3777"/>
                  </a:srgbClr>
                </a:gs>
                <a:gs pos="71429">
                  <a:srgbClr val="000002">
                    <a:alpha val="1786"/>
                  </a:srgbClr>
                </a:gs>
                <a:gs pos="85714">
                  <a:srgbClr val="000002">
                    <a:alpha val="710"/>
                  </a:srgbClr>
                </a:gs>
                <a:gs pos="100000">
                  <a:srgbClr val="000002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635227">
              <a:off x="2365540" y="2206841"/>
              <a:ext cx="1072202" cy="893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398058">
              <a:off x="1205973" y="1033235"/>
              <a:ext cx="62258" cy="61417"/>
            </a:xfrm>
            <a:prstGeom prst="ellipse">
              <a:avLst/>
            </a:prstGeom>
            <a:gradFill>
              <a:gsLst>
                <a:gs pos="0">
                  <a:srgbClr val="8F9498">
                    <a:alpha val="11114"/>
                  </a:srgbClr>
                </a:gs>
                <a:gs pos="14286">
                  <a:srgbClr val="8F9498">
                    <a:alpha val="10263"/>
                  </a:srgbClr>
                </a:gs>
                <a:gs pos="28571">
                  <a:srgbClr val="8F9498">
                    <a:alpha val="8064"/>
                  </a:srgbClr>
                </a:gs>
                <a:gs pos="42857">
                  <a:srgbClr val="8F9498">
                    <a:alpha val="5366"/>
                  </a:srgbClr>
                </a:gs>
                <a:gs pos="57143">
                  <a:srgbClr val="8F9498">
                    <a:alpha val="3010"/>
                  </a:srgbClr>
                </a:gs>
                <a:gs pos="71429">
                  <a:srgbClr val="8F9498">
                    <a:alpha val="1420"/>
                  </a:srgbClr>
                </a:gs>
                <a:gs pos="85714">
                  <a:srgbClr val="8F9498">
                    <a:alpha val="564"/>
                  </a:srgbClr>
                </a:gs>
                <a:gs pos="100000">
                  <a:srgbClr val="8F9498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7358600">
              <a:off x="705017" y="1461699"/>
              <a:ext cx="263808" cy="136993"/>
            </a:xfrm>
            <a:prstGeom prst="ellipse">
              <a:avLst/>
            </a:prstGeom>
            <a:gradFill>
              <a:gsLst>
                <a:gs pos="0">
                  <a:srgbClr val="F8FBF9">
                    <a:alpha val="31574"/>
                  </a:srgbClr>
                </a:gs>
                <a:gs pos="14286">
                  <a:srgbClr val="F8FBF9">
                    <a:alpha val="29441"/>
                  </a:srgbClr>
                </a:gs>
                <a:gs pos="28571">
                  <a:srgbClr val="F8FBF9">
                    <a:alpha val="23720"/>
                  </a:srgbClr>
                </a:gs>
                <a:gs pos="42857">
                  <a:srgbClr val="F8FBF9">
                    <a:alpha val="16272"/>
                  </a:srgbClr>
                </a:gs>
                <a:gs pos="57143">
                  <a:srgbClr val="F8FBF9">
                    <a:alpha val="9372"/>
                  </a:srgbClr>
                </a:gs>
                <a:gs pos="71429">
                  <a:srgbClr val="F8FBF9">
                    <a:alpha val="4502"/>
                  </a:srgbClr>
                </a:gs>
                <a:gs pos="85714">
                  <a:srgbClr val="F8FBF9">
                    <a:alpha val="1805"/>
                  </a:srgbClr>
                </a:gs>
                <a:gs pos="100000">
                  <a:srgbClr val="F8FBF9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5401334">
              <a:off x="903524" y="2896253"/>
              <a:ext cx="551041" cy="305516"/>
            </a:xfrm>
            <a:prstGeom prst="ellipse">
              <a:avLst/>
            </a:prstGeom>
            <a:gradFill>
              <a:gsLst>
                <a:gs pos="0">
                  <a:srgbClr val="FEFFFD">
                    <a:alpha val="9654"/>
                  </a:srgbClr>
                </a:gs>
                <a:gs pos="14286">
                  <a:srgbClr val="FEFFFD">
                    <a:alpha val="8909"/>
                  </a:srgbClr>
                </a:gs>
                <a:gs pos="28571">
                  <a:srgbClr val="FEFFFD">
                    <a:alpha val="6989"/>
                  </a:srgbClr>
                </a:gs>
                <a:gs pos="42857">
                  <a:srgbClr val="FEFFFD">
                    <a:alpha val="4641"/>
                  </a:srgbClr>
                </a:gs>
                <a:gs pos="57143">
                  <a:srgbClr val="FEFFFD">
                    <a:alpha val="2599"/>
                  </a:srgbClr>
                </a:gs>
                <a:gs pos="71429">
                  <a:srgbClr val="FEFFFD">
                    <a:alpha val="1225"/>
                  </a:srgbClr>
                </a:gs>
                <a:gs pos="85714">
                  <a:srgbClr val="FEFFFD">
                    <a:alpha val="486"/>
                  </a:srgbClr>
                </a:gs>
                <a:gs pos="100000">
                  <a:srgbClr val="FEFFFD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399743">
              <a:off x="3481644" y="3481119"/>
              <a:ext cx="63887" cy="63886"/>
            </a:xfrm>
            <a:prstGeom prst="ellipse">
              <a:avLst/>
            </a:prstGeom>
            <a:gradFill>
              <a:gsLst>
                <a:gs pos="0">
                  <a:srgbClr val="D4D4D0">
                    <a:alpha val="16186"/>
                  </a:srgbClr>
                </a:gs>
                <a:gs pos="14286">
                  <a:srgbClr val="D4D4D0">
                    <a:alpha val="14981"/>
                  </a:srgbClr>
                </a:gs>
                <a:gs pos="28571">
                  <a:srgbClr val="D4D4D0">
                    <a:alpha val="11839"/>
                  </a:srgbClr>
                </a:gs>
                <a:gs pos="42857">
                  <a:srgbClr val="D4D4D0">
                    <a:alpha val="7933"/>
                  </a:srgbClr>
                </a:gs>
                <a:gs pos="57143">
                  <a:srgbClr val="D4D4D0">
                    <a:alpha val="4477"/>
                  </a:srgbClr>
                </a:gs>
                <a:gs pos="71429">
                  <a:srgbClr val="D4D4D0">
                    <a:alpha val="2121"/>
                  </a:srgbClr>
                </a:gs>
                <a:gs pos="85714">
                  <a:srgbClr val="D4D4D0">
                    <a:alpha val="844"/>
                  </a:srgbClr>
                </a:gs>
                <a:gs pos="100000">
                  <a:srgbClr val="D4D4D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10799431">
              <a:off x="1131633" y="2361885"/>
              <a:ext cx="59423" cy="59393"/>
            </a:xfrm>
            <a:prstGeom prst="ellipse">
              <a:avLst/>
            </a:prstGeom>
            <a:gradFill>
              <a:gsLst>
                <a:gs pos="0">
                  <a:srgbClr val="838190">
                    <a:alpha val="10873"/>
                  </a:srgbClr>
                </a:gs>
                <a:gs pos="14286">
                  <a:srgbClr val="838190">
                    <a:alpha val="10039"/>
                  </a:srgbClr>
                </a:gs>
                <a:gs pos="28571">
                  <a:srgbClr val="838190">
                    <a:alpha val="7886"/>
                  </a:srgbClr>
                </a:gs>
                <a:gs pos="42857">
                  <a:srgbClr val="838190">
                    <a:alpha val="5245"/>
                  </a:srgbClr>
                </a:gs>
                <a:gs pos="57143">
                  <a:srgbClr val="838190">
                    <a:alpha val="2941"/>
                  </a:srgbClr>
                </a:gs>
                <a:gs pos="71429">
                  <a:srgbClr val="838190">
                    <a:alpha val="1388"/>
                  </a:srgbClr>
                </a:gs>
                <a:gs pos="85714">
                  <a:srgbClr val="838190">
                    <a:alpha val="551"/>
                  </a:srgbClr>
                </a:gs>
                <a:gs pos="100000">
                  <a:srgbClr val="83819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10739499">
              <a:off x="1597458" y="3439039"/>
              <a:ext cx="63149" cy="58571"/>
            </a:xfrm>
            <a:prstGeom prst="ellipse">
              <a:avLst/>
            </a:prstGeom>
            <a:gradFill>
              <a:gsLst>
                <a:gs pos="0">
                  <a:srgbClr val="000000">
                    <a:alpha val="16369"/>
                  </a:srgbClr>
                </a:gs>
                <a:gs pos="14286">
                  <a:srgbClr val="000000">
                    <a:alpha val="15151"/>
                  </a:srgbClr>
                </a:gs>
                <a:gs pos="28571">
                  <a:srgbClr val="000000">
                    <a:alpha val="11977"/>
                  </a:srgbClr>
                </a:gs>
                <a:gs pos="42857">
                  <a:srgbClr val="000000">
                    <a:alpha val="8027"/>
                  </a:srgbClr>
                </a:gs>
                <a:gs pos="57143">
                  <a:srgbClr val="000000">
                    <a:alpha val="4531"/>
                  </a:srgbClr>
                </a:gs>
                <a:gs pos="71429">
                  <a:srgbClr val="000000">
                    <a:alpha val="2147"/>
                  </a:srgbClr>
                </a:gs>
                <a:gs pos="85714">
                  <a:srgbClr val="000000">
                    <a:alpha val="855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8303982">
              <a:off x="1136107" y="3312683"/>
              <a:ext cx="1008078" cy="85977"/>
            </a:xfrm>
            <a:prstGeom prst="ellipse">
              <a:avLst/>
            </a:prstGeom>
            <a:gradFill>
              <a:gsLst>
                <a:gs pos="0">
                  <a:srgbClr val="3A3F3F">
                    <a:alpha val="32968"/>
                  </a:srgbClr>
                </a:gs>
                <a:gs pos="14286">
                  <a:srgbClr val="3A3F3F">
                    <a:alpha val="30764"/>
                  </a:srgbClr>
                </a:gs>
                <a:gs pos="28571">
                  <a:srgbClr val="3A3F3F">
                    <a:alpha val="24833"/>
                  </a:srgbClr>
                </a:gs>
                <a:gs pos="42857">
                  <a:srgbClr val="3A3F3F">
                    <a:alpha val="17075"/>
                  </a:srgbClr>
                </a:gs>
                <a:gs pos="57143">
                  <a:srgbClr val="3A3F3F">
                    <a:alpha val="9855"/>
                  </a:srgbClr>
                </a:gs>
                <a:gs pos="71429">
                  <a:srgbClr val="3A3F3F">
                    <a:alpha val="4740"/>
                  </a:srgbClr>
                </a:gs>
                <a:gs pos="85714">
                  <a:srgbClr val="3A3F3F">
                    <a:alpha val="1902"/>
                  </a:srgbClr>
                </a:gs>
                <a:gs pos="100000">
                  <a:srgbClr val="3A3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8316979">
              <a:off x="955016" y="2855017"/>
              <a:ext cx="1107088" cy="3807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-10127017">
              <a:off x="999093" y="17878"/>
              <a:ext cx="1146570" cy="956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10799684">
              <a:off x="698548" y="3321846"/>
              <a:ext cx="64581" cy="64559"/>
            </a:xfrm>
            <a:prstGeom prst="ellipse">
              <a:avLst/>
            </a:prstGeom>
            <a:gradFill>
              <a:gsLst>
                <a:gs pos="0">
                  <a:srgbClr val="000000">
                    <a:alpha val="15988"/>
                  </a:srgbClr>
                </a:gs>
                <a:gs pos="14286">
                  <a:srgbClr val="000000">
                    <a:alpha val="14796"/>
                  </a:srgbClr>
                </a:gs>
                <a:gs pos="28571">
                  <a:srgbClr val="000000">
                    <a:alpha val="11691"/>
                  </a:srgbClr>
                </a:gs>
                <a:gs pos="42857">
                  <a:srgbClr val="000000">
                    <a:alpha val="7831"/>
                  </a:srgbClr>
                </a:gs>
                <a:gs pos="57143">
                  <a:srgbClr val="000000">
                    <a:alpha val="4418"/>
                  </a:srgbClr>
                </a:gs>
                <a:gs pos="71429">
                  <a:srgbClr val="000000">
                    <a:alpha val="2093"/>
                  </a:srgbClr>
                </a:gs>
                <a:gs pos="85714">
                  <a:srgbClr val="000000">
                    <a:alpha val="833"/>
                  </a:srgbClr>
                </a:gs>
                <a:gs pos="100000">
                  <a:srgbClr val="000000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9155658">
              <a:off x="1180490" y="3361003"/>
              <a:ext cx="888237" cy="747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169052">
              <a:off x="871246" y="2451788"/>
              <a:ext cx="992518" cy="1137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4533399">
              <a:off x="2095770" y="526508"/>
              <a:ext cx="597382" cy="90127"/>
            </a:xfrm>
            <a:prstGeom prst="ellipse">
              <a:avLst/>
            </a:prstGeom>
            <a:gradFill>
              <a:gsLst>
                <a:gs pos="0">
                  <a:srgbClr val="FBFCFC">
                    <a:alpha val="32968"/>
                  </a:srgbClr>
                </a:gs>
                <a:gs pos="14286">
                  <a:srgbClr val="FBFCFC">
                    <a:alpha val="30764"/>
                  </a:srgbClr>
                </a:gs>
                <a:gs pos="28571">
                  <a:srgbClr val="FBFCFC">
                    <a:alpha val="24833"/>
                  </a:srgbClr>
                </a:gs>
                <a:gs pos="42857">
                  <a:srgbClr val="FBFCFC">
                    <a:alpha val="17075"/>
                  </a:srgbClr>
                </a:gs>
                <a:gs pos="57143">
                  <a:srgbClr val="FBFCFC">
                    <a:alpha val="9855"/>
                  </a:srgbClr>
                </a:gs>
                <a:gs pos="71429">
                  <a:srgbClr val="FBFCFC">
                    <a:alpha val="4740"/>
                  </a:srgbClr>
                </a:gs>
                <a:gs pos="85714">
                  <a:srgbClr val="FBFCFC">
                    <a:alpha val="1902"/>
                  </a:srgbClr>
                </a:gs>
                <a:gs pos="100000">
                  <a:srgbClr val="FB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-9442135">
              <a:off x="2357778" y="3240962"/>
              <a:ext cx="1049853" cy="1763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10796946">
              <a:off x="3265141" y="699615"/>
              <a:ext cx="64396" cy="64351"/>
            </a:xfrm>
            <a:prstGeom prst="ellipse">
              <a:avLst/>
            </a:prstGeom>
            <a:gradFill>
              <a:gsLst>
                <a:gs pos="0">
                  <a:srgbClr val="C2C0BD">
                    <a:alpha val="16018"/>
                  </a:srgbClr>
                </a:gs>
                <a:gs pos="14286">
                  <a:srgbClr val="C2C0BD">
                    <a:alpha val="14824"/>
                  </a:srgbClr>
                </a:gs>
                <a:gs pos="28571">
                  <a:srgbClr val="C2C0BD">
                    <a:alpha val="11713"/>
                  </a:srgbClr>
                </a:gs>
                <a:gs pos="42857">
                  <a:srgbClr val="C2C0BD">
                    <a:alpha val="7847"/>
                  </a:srgbClr>
                </a:gs>
                <a:gs pos="57143">
                  <a:srgbClr val="C2C0BD">
                    <a:alpha val="4427"/>
                  </a:srgbClr>
                </a:gs>
                <a:gs pos="71429">
                  <a:srgbClr val="C2C0BD">
                    <a:alpha val="2097"/>
                  </a:srgbClr>
                </a:gs>
                <a:gs pos="85714">
                  <a:srgbClr val="C2C0BD">
                    <a:alpha val="835"/>
                  </a:srgbClr>
                </a:gs>
                <a:gs pos="100000">
                  <a:srgbClr val="C2C0BD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10785343">
              <a:off x="3375413" y="2132960"/>
              <a:ext cx="63884" cy="63769"/>
            </a:xfrm>
            <a:prstGeom prst="ellipse">
              <a:avLst/>
            </a:prstGeom>
            <a:gradFill>
              <a:gsLst>
                <a:gs pos="0">
                  <a:srgbClr val="000000">
                    <a:alpha val="16163"/>
                  </a:srgbClr>
                </a:gs>
                <a:gs pos="14286">
                  <a:srgbClr val="000000">
                    <a:alpha val="14959"/>
                  </a:srgbClr>
                </a:gs>
                <a:gs pos="28571">
                  <a:srgbClr val="000000">
                    <a:alpha val="11822"/>
                  </a:srgbClr>
                </a:gs>
                <a:gs pos="42857">
                  <a:srgbClr val="000000">
                    <a:alpha val="7921"/>
                  </a:srgbClr>
                </a:gs>
                <a:gs pos="57143">
                  <a:srgbClr val="000000">
                    <a:alpha val="4470"/>
                  </a:srgbClr>
                </a:gs>
                <a:gs pos="71429">
                  <a:srgbClr val="000000">
                    <a:alpha val="2118"/>
                  </a:srgbClr>
                </a:gs>
                <a:gs pos="85714">
                  <a:srgbClr val="000000">
                    <a:alpha val="843"/>
                  </a:srgbClr>
                </a:gs>
                <a:gs pos="100000">
                  <a:srgbClr val="00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9802198">
              <a:off x="1075599" y="2064422"/>
              <a:ext cx="771270" cy="361201"/>
            </a:xfrm>
            <a:prstGeom prst="ellipse">
              <a:avLst/>
            </a:prstGeom>
            <a:gradFill>
              <a:gsLst>
                <a:gs pos="0">
                  <a:srgbClr val="000000">
                    <a:alpha val="27962"/>
                  </a:srgbClr>
                </a:gs>
                <a:gs pos="14286">
                  <a:srgbClr val="000000">
                    <a:alpha val="26025"/>
                  </a:srgbClr>
                </a:gs>
                <a:gs pos="28571">
                  <a:srgbClr val="000000">
                    <a:alpha val="20868"/>
                  </a:srgbClr>
                </a:gs>
                <a:gs pos="42857">
                  <a:srgbClr val="000000">
                    <a:alpha val="14232"/>
                  </a:srgbClr>
                </a:gs>
                <a:gs pos="57143">
                  <a:srgbClr val="000000">
                    <a:alpha val="8155"/>
                  </a:srgbClr>
                </a:gs>
                <a:gs pos="71429">
                  <a:srgbClr val="000000">
                    <a:alpha val="3904"/>
                  </a:srgbClr>
                </a:gs>
                <a:gs pos="85714">
                  <a:srgbClr val="000000">
                    <a:alpha val="1562"/>
                  </a:srgbClr>
                </a:gs>
                <a:gs pos="100000">
                  <a:srgbClr val="000000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-9534344">
              <a:off x="2595946" y="1911427"/>
              <a:ext cx="808442" cy="234249"/>
            </a:xfrm>
            <a:prstGeom prst="ellipse">
              <a:avLst/>
            </a:prstGeom>
            <a:gradFill>
              <a:gsLst>
                <a:gs pos="0">
                  <a:srgbClr val="C1C0C1">
                    <a:alpha val="5846"/>
                  </a:srgbClr>
                </a:gs>
                <a:gs pos="14286">
                  <a:srgbClr val="C1C0C1">
                    <a:alpha val="5386"/>
                  </a:srgbClr>
                </a:gs>
                <a:gs pos="28571">
                  <a:srgbClr val="C1C0C1">
                    <a:alpha val="4208"/>
                  </a:srgbClr>
                </a:gs>
                <a:gs pos="42857">
                  <a:srgbClr val="C1C0C1">
                    <a:alpha val="2780"/>
                  </a:srgbClr>
                </a:gs>
                <a:gs pos="57143">
                  <a:srgbClr val="C1C0C1">
                    <a:alpha val="1550"/>
                  </a:srgbClr>
                </a:gs>
                <a:gs pos="71429">
                  <a:srgbClr val="C1C0C1">
                    <a:alpha val="729"/>
                  </a:srgbClr>
                </a:gs>
                <a:gs pos="85714">
                  <a:srgbClr val="C1C0C1">
                    <a:alpha val="289"/>
                  </a:srgbClr>
                </a:gs>
                <a:gs pos="100000">
                  <a:srgbClr val="C1C0C1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8302296">
              <a:off x="2172346" y="3187859"/>
              <a:ext cx="433997" cy="325427"/>
            </a:xfrm>
            <a:prstGeom prst="ellipse">
              <a:avLst/>
            </a:prstGeom>
            <a:gradFill>
              <a:gsLst>
                <a:gs pos="0">
                  <a:srgbClr val="FFFFFE">
                    <a:alpha val="17484"/>
                  </a:srgbClr>
                </a:gs>
                <a:gs pos="14286">
                  <a:srgbClr val="FFFFFE">
                    <a:alpha val="16191"/>
                  </a:srgbClr>
                </a:gs>
                <a:gs pos="28571">
                  <a:srgbClr val="FFFFFE">
                    <a:alpha val="12816"/>
                  </a:srgbClr>
                </a:gs>
                <a:gs pos="42857">
                  <a:srgbClr val="FFFFFE">
                    <a:alpha val="8603"/>
                  </a:srgbClr>
                </a:gs>
                <a:gs pos="57143">
                  <a:srgbClr val="FFFFFE">
                    <a:alpha val="4862"/>
                  </a:srgbClr>
                </a:gs>
                <a:gs pos="71429">
                  <a:srgbClr val="FFFFFE">
                    <a:alpha val="2306"/>
                  </a:srgbClr>
                </a:gs>
                <a:gs pos="85714">
                  <a:srgbClr val="FFFFFE">
                    <a:alpha val="918"/>
                  </a:srgbClr>
                </a:gs>
                <a:gs pos="100000">
                  <a:srgbClr val="FFFFFE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9768893">
              <a:off x="1662760" y="2698918"/>
              <a:ext cx="1013143" cy="949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8709995">
              <a:off x="282428" y="3235997"/>
              <a:ext cx="955416" cy="120593"/>
            </a:xfrm>
            <a:prstGeom prst="ellipse">
              <a:avLst/>
            </a:prstGeom>
            <a:gradFill>
              <a:gsLst>
                <a:gs pos="0">
                  <a:srgbClr val="C0C1C1">
                    <a:alpha val="32968"/>
                  </a:srgbClr>
                </a:gs>
                <a:gs pos="14286">
                  <a:srgbClr val="C0C1C1">
                    <a:alpha val="30764"/>
                  </a:srgbClr>
                </a:gs>
                <a:gs pos="28571">
                  <a:srgbClr val="C0C1C1">
                    <a:alpha val="24833"/>
                  </a:srgbClr>
                </a:gs>
                <a:gs pos="42857">
                  <a:srgbClr val="C0C1C1">
                    <a:alpha val="17075"/>
                  </a:srgbClr>
                </a:gs>
                <a:gs pos="57143">
                  <a:srgbClr val="C0C1C1">
                    <a:alpha val="9855"/>
                  </a:srgbClr>
                </a:gs>
                <a:gs pos="71429">
                  <a:srgbClr val="C0C1C1">
                    <a:alpha val="4740"/>
                  </a:srgbClr>
                </a:gs>
                <a:gs pos="85714">
                  <a:srgbClr val="C0C1C1">
                    <a:alpha val="1902"/>
                  </a:srgbClr>
                </a:gs>
                <a:gs pos="100000">
                  <a:srgbClr val="C0C1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331646">
              <a:off x="950279" y="190842"/>
              <a:ext cx="64475" cy="59783"/>
            </a:xfrm>
            <a:prstGeom prst="ellipse">
              <a:avLst/>
            </a:prstGeom>
            <a:gradFill>
              <a:gsLst>
                <a:gs pos="0">
                  <a:srgbClr val="B7B7AF">
                    <a:alpha val="16024"/>
                  </a:srgbClr>
                </a:gs>
                <a:gs pos="14286">
                  <a:srgbClr val="B7B7AF">
                    <a:alpha val="14830"/>
                  </a:srgbClr>
                </a:gs>
                <a:gs pos="28571">
                  <a:srgbClr val="B7B7AF">
                    <a:alpha val="11718"/>
                  </a:srgbClr>
                </a:gs>
                <a:gs pos="42857">
                  <a:srgbClr val="B7B7AF">
                    <a:alpha val="7850"/>
                  </a:srgbClr>
                </a:gs>
                <a:gs pos="57143">
                  <a:srgbClr val="B7B7AF">
                    <a:alpha val="4429"/>
                  </a:srgbClr>
                </a:gs>
                <a:gs pos="71429">
                  <a:srgbClr val="B7B7AF">
                    <a:alpha val="2098"/>
                  </a:srgbClr>
                </a:gs>
                <a:gs pos="85714">
                  <a:srgbClr val="B7B7AF">
                    <a:alpha val="835"/>
                  </a:srgbClr>
                </a:gs>
                <a:gs pos="100000">
                  <a:srgbClr val="B7B7A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3658637">
              <a:off x="279598" y="-258998"/>
              <a:ext cx="585221" cy="521031"/>
            </a:xfrm>
            <a:prstGeom prst="ellipse">
              <a:avLst/>
            </a:prstGeom>
            <a:gradFill>
              <a:gsLst>
                <a:gs pos="0">
                  <a:srgbClr val="060005">
                    <a:alpha val="13757"/>
                  </a:srgbClr>
                </a:gs>
                <a:gs pos="14286">
                  <a:srgbClr val="060005">
                    <a:alpha val="12718"/>
                  </a:srgbClr>
                </a:gs>
                <a:gs pos="28571">
                  <a:srgbClr val="060005">
                    <a:alpha val="10023"/>
                  </a:srgbClr>
                </a:gs>
                <a:gs pos="42857">
                  <a:srgbClr val="060005">
                    <a:alpha val="6693"/>
                  </a:srgbClr>
                </a:gs>
                <a:gs pos="57143">
                  <a:srgbClr val="060005">
                    <a:alpha val="3766"/>
                  </a:srgbClr>
                </a:gs>
                <a:gs pos="71429">
                  <a:srgbClr val="060005">
                    <a:alpha val="1781"/>
                  </a:srgbClr>
                </a:gs>
                <a:gs pos="85714">
                  <a:srgbClr val="060005">
                    <a:alpha val="708"/>
                  </a:srgbClr>
                </a:gs>
                <a:gs pos="100000">
                  <a:srgbClr val="060005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9868606">
              <a:off x="640931" y="2160538"/>
              <a:ext cx="980912" cy="150314"/>
            </a:xfrm>
            <a:prstGeom prst="ellipse">
              <a:avLst/>
            </a:prstGeom>
            <a:gradFill>
              <a:gsLst>
                <a:gs pos="0">
                  <a:srgbClr val="D3D3D2">
                    <a:alpha val="32968"/>
                  </a:srgbClr>
                </a:gs>
                <a:gs pos="14286">
                  <a:srgbClr val="D3D3D2">
                    <a:alpha val="30764"/>
                  </a:srgbClr>
                </a:gs>
                <a:gs pos="28571">
                  <a:srgbClr val="D3D3D2">
                    <a:alpha val="24833"/>
                  </a:srgbClr>
                </a:gs>
                <a:gs pos="42857">
                  <a:srgbClr val="D3D3D2">
                    <a:alpha val="17075"/>
                  </a:srgbClr>
                </a:gs>
                <a:gs pos="57143">
                  <a:srgbClr val="D3D3D2">
                    <a:alpha val="9855"/>
                  </a:srgbClr>
                </a:gs>
                <a:gs pos="71429">
                  <a:srgbClr val="D3D3D2">
                    <a:alpha val="4740"/>
                  </a:srgbClr>
                </a:gs>
                <a:gs pos="85714">
                  <a:srgbClr val="D3D3D2">
                    <a:alpha val="1902"/>
                  </a:srgbClr>
                </a:gs>
                <a:gs pos="100000">
                  <a:srgbClr val="D3D3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411296">
              <a:off x="636844" y="2892470"/>
              <a:ext cx="60760" cy="59515"/>
            </a:xfrm>
            <a:prstGeom prst="ellipse">
              <a:avLst/>
            </a:prstGeom>
            <a:gradFill>
              <a:gsLst>
                <a:gs pos="0">
                  <a:srgbClr val="403A50">
                    <a:alpha val="15126"/>
                  </a:srgbClr>
                </a:gs>
                <a:gs pos="14286">
                  <a:srgbClr val="403A50">
                    <a:alpha val="13993"/>
                  </a:srgbClr>
                </a:gs>
                <a:gs pos="28571">
                  <a:srgbClr val="403A50">
                    <a:alpha val="11045"/>
                  </a:srgbClr>
                </a:gs>
                <a:gs pos="42857">
                  <a:srgbClr val="403A50">
                    <a:alpha val="7390"/>
                  </a:srgbClr>
                </a:gs>
                <a:gs pos="57143">
                  <a:srgbClr val="403A50">
                    <a:alpha val="4165"/>
                  </a:srgbClr>
                </a:gs>
                <a:gs pos="71429">
                  <a:srgbClr val="403A50">
                    <a:alpha val="1971"/>
                  </a:srgbClr>
                </a:gs>
                <a:gs pos="85714">
                  <a:srgbClr val="403A50">
                    <a:alpha val="784"/>
                  </a:srgbClr>
                </a:gs>
                <a:gs pos="100000">
                  <a:srgbClr val="403A50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10779569">
              <a:off x="1643391" y="742827"/>
              <a:ext cx="63825" cy="61507"/>
            </a:xfrm>
            <a:prstGeom prst="ellipse">
              <a:avLst/>
            </a:prstGeom>
            <a:gradFill>
              <a:gsLst>
                <a:gs pos="0">
                  <a:srgbClr val="3D1956">
                    <a:alpha val="16017"/>
                  </a:srgbClr>
                </a:gs>
                <a:gs pos="14286">
                  <a:srgbClr val="3D1956">
                    <a:alpha val="14823"/>
                  </a:srgbClr>
                </a:gs>
                <a:gs pos="28571">
                  <a:srgbClr val="3D1956">
                    <a:alpha val="11713"/>
                  </a:srgbClr>
                </a:gs>
                <a:gs pos="42857">
                  <a:srgbClr val="3D1956">
                    <a:alpha val="7846"/>
                  </a:srgbClr>
                </a:gs>
                <a:gs pos="57143">
                  <a:srgbClr val="3D1956">
                    <a:alpha val="4427"/>
                  </a:srgbClr>
                </a:gs>
                <a:gs pos="71429">
                  <a:srgbClr val="3D1956">
                    <a:alpha val="2097"/>
                  </a:srgbClr>
                </a:gs>
                <a:gs pos="85714">
                  <a:srgbClr val="3D1956">
                    <a:alpha val="835"/>
                  </a:srgbClr>
                </a:gs>
                <a:gs pos="100000">
                  <a:srgbClr val="3D1956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9374677">
              <a:off x="869214" y="2911054"/>
              <a:ext cx="407681" cy="297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8749745">
              <a:off x="34039" y="2639733"/>
              <a:ext cx="978188" cy="121475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224558">
              <a:off x="2627635" y="940430"/>
              <a:ext cx="804177" cy="494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157499">
              <a:off x="-386024" y="2711115"/>
              <a:ext cx="1058494" cy="170088"/>
            </a:xfrm>
            <a:prstGeom prst="ellipse">
              <a:avLst/>
            </a:prstGeom>
            <a:gradFill>
              <a:gsLst>
                <a:gs pos="0">
                  <a:srgbClr val="0A0F0B">
                    <a:alpha val="11408"/>
                  </a:srgbClr>
                </a:gs>
                <a:gs pos="14286">
                  <a:srgbClr val="0A0F0B">
                    <a:alpha val="10535"/>
                  </a:srgbClr>
                </a:gs>
                <a:gs pos="28571">
                  <a:srgbClr val="0A0F0B">
                    <a:alpha val="8281"/>
                  </a:srgbClr>
                </a:gs>
                <a:gs pos="42857">
                  <a:srgbClr val="0A0F0B">
                    <a:alpha val="5512"/>
                  </a:srgbClr>
                </a:gs>
                <a:gs pos="57143">
                  <a:srgbClr val="0A0F0B">
                    <a:alpha val="3093"/>
                  </a:srgbClr>
                </a:gs>
                <a:gs pos="71429">
                  <a:srgbClr val="0A0F0B">
                    <a:alpha val="1460"/>
                  </a:srgbClr>
                </a:gs>
                <a:gs pos="85714">
                  <a:srgbClr val="0A0F0B">
                    <a:alpha val="580"/>
                  </a:srgbClr>
                </a:gs>
                <a:gs pos="100000">
                  <a:srgbClr val="0A0F0B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-10796888">
              <a:off x="2103044" y="1588878"/>
              <a:ext cx="64732" cy="64731"/>
            </a:xfrm>
            <a:prstGeom prst="ellipse">
              <a:avLst/>
            </a:prstGeom>
            <a:gradFill>
              <a:gsLst>
                <a:gs pos="0">
                  <a:srgbClr val="CCCBC7">
                    <a:alpha val="15967"/>
                  </a:srgbClr>
                </a:gs>
                <a:gs pos="14286">
                  <a:srgbClr val="CCCBC7">
                    <a:alpha val="14777"/>
                  </a:srgbClr>
                </a:gs>
                <a:gs pos="28571">
                  <a:srgbClr val="CCCBC7">
                    <a:alpha val="11675"/>
                  </a:srgbClr>
                </a:gs>
                <a:gs pos="42857">
                  <a:srgbClr val="CCCBC7">
                    <a:alpha val="7820"/>
                  </a:srgbClr>
                </a:gs>
                <a:gs pos="57143">
                  <a:srgbClr val="CCCBC7">
                    <a:alpha val="4412"/>
                  </a:srgbClr>
                </a:gs>
                <a:gs pos="71429">
                  <a:srgbClr val="CCCBC7">
                    <a:alpha val="2090"/>
                  </a:srgbClr>
                </a:gs>
                <a:gs pos="85714">
                  <a:srgbClr val="CCCBC7">
                    <a:alpha val="832"/>
                  </a:srgbClr>
                </a:gs>
                <a:gs pos="100000">
                  <a:srgbClr val="CCCBC7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10799054">
              <a:off x="1302506" y="2926997"/>
              <a:ext cx="65218" cy="65203"/>
            </a:xfrm>
            <a:prstGeom prst="ellipse">
              <a:avLst/>
            </a:prstGeom>
            <a:gradFill>
              <a:gsLst>
                <a:gs pos="0">
                  <a:srgbClr val="DDDDDB">
                    <a:alpha val="15842"/>
                  </a:srgbClr>
                </a:gs>
                <a:gs pos="14286">
                  <a:srgbClr val="DDDDDB">
                    <a:alpha val="14660"/>
                  </a:srgbClr>
                </a:gs>
                <a:gs pos="28571">
                  <a:srgbClr val="DDDDDB">
                    <a:alpha val="11581"/>
                  </a:srgbClr>
                </a:gs>
                <a:gs pos="42857">
                  <a:srgbClr val="DDDDDB">
                    <a:alpha val="7756"/>
                  </a:srgbClr>
                </a:gs>
                <a:gs pos="57143">
                  <a:srgbClr val="DDDDDB">
                    <a:alpha val="4375"/>
                  </a:srgbClr>
                </a:gs>
                <a:gs pos="71429">
                  <a:srgbClr val="DDDDDB">
                    <a:alpha val="2072"/>
                  </a:srgbClr>
                </a:gs>
                <a:gs pos="85714">
                  <a:srgbClr val="DDDDDB">
                    <a:alpha val="825"/>
                  </a:srgbClr>
                </a:gs>
                <a:gs pos="100000">
                  <a:srgbClr val="DDDDDB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418985">
              <a:off x="2156291" y="1929743"/>
              <a:ext cx="65046" cy="63601"/>
            </a:xfrm>
            <a:prstGeom prst="ellipse">
              <a:avLst/>
            </a:prstGeom>
            <a:gradFill>
              <a:gsLst>
                <a:gs pos="0">
                  <a:srgbClr val="D0CFCC">
                    <a:alpha val="15885"/>
                  </a:srgbClr>
                </a:gs>
                <a:gs pos="14286">
                  <a:srgbClr val="D0CFCC">
                    <a:alpha val="14700"/>
                  </a:srgbClr>
                </a:gs>
                <a:gs pos="28571">
                  <a:srgbClr val="D0CFCC">
                    <a:alpha val="11613"/>
                  </a:srgbClr>
                </a:gs>
                <a:gs pos="42857">
                  <a:srgbClr val="D0CFCC">
                    <a:alpha val="7778"/>
                  </a:srgbClr>
                </a:gs>
                <a:gs pos="57143">
                  <a:srgbClr val="D0CFCC">
                    <a:alpha val="4388"/>
                  </a:srgbClr>
                </a:gs>
                <a:gs pos="71429">
                  <a:srgbClr val="D0CFCC">
                    <a:alpha val="2078"/>
                  </a:srgbClr>
                </a:gs>
                <a:gs pos="85714">
                  <a:srgbClr val="D0CFCC">
                    <a:alpha val="827"/>
                  </a:srgbClr>
                </a:gs>
                <a:gs pos="100000">
                  <a:srgbClr val="D0CFCC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9272426">
              <a:off x="200107" y="2268436"/>
              <a:ext cx="441428" cy="3348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10788693">
              <a:off x="1117492" y="1053394"/>
              <a:ext cx="711546" cy="117632"/>
            </a:xfrm>
            <a:prstGeom prst="ellipse">
              <a:avLst/>
            </a:prstGeom>
            <a:gradFill>
              <a:gsLst>
                <a:gs pos="0">
                  <a:srgbClr val="D1D1D1">
                    <a:alpha val="21546"/>
                  </a:srgbClr>
                </a:gs>
                <a:gs pos="14286">
                  <a:srgbClr val="D1D1D1">
                    <a:alpha val="19991"/>
                  </a:srgbClr>
                </a:gs>
                <a:gs pos="28571">
                  <a:srgbClr val="D1D1D1">
                    <a:alpha val="15901"/>
                  </a:srgbClr>
                </a:gs>
                <a:gs pos="42857">
                  <a:srgbClr val="D1D1D1">
                    <a:alpha val="10737"/>
                  </a:srgbClr>
                </a:gs>
                <a:gs pos="57143">
                  <a:srgbClr val="D1D1D1">
                    <a:alpha val="6100"/>
                  </a:srgbClr>
                </a:gs>
                <a:gs pos="71429">
                  <a:srgbClr val="D1D1D1">
                    <a:alpha val="2903"/>
                  </a:srgbClr>
                </a:gs>
                <a:gs pos="85714">
                  <a:srgbClr val="D1D1D1">
                    <a:alpha val="1158"/>
                  </a:srgbClr>
                </a:gs>
                <a:gs pos="100000">
                  <a:srgbClr val="D1D1D1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5400694">
              <a:off x="2920898" y="66645"/>
              <a:ext cx="62761" cy="61329"/>
            </a:xfrm>
            <a:prstGeom prst="ellipse">
              <a:avLst/>
            </a:prstGeom>
            <a:gradFill>
              <a:gsLst>
                <a:gs pos="0">
                  <a:srgbClr val="685C6D">
                    <a:alpha val="14701"/>
                  </a:srgbClr>
                </a:gs>
                <a:gs pos="14286">
                  <a:srgbClr val="685C6D">
                    <a:alpha val="13597"/>
                  </a:srgbClr>
                </a:gs>
                <a:gs pos="28571">
                  <a:srgbClr val="685C6D">
                    <a:alpha val="10728"/>
                  </a:srgbClr>
                </a:gs>
                <a:gs pos="42857">
                  <a:srgbClr val="685C6D">
                    <a:alpha val="7173"/>
                  </a:srgbClr>
                </a:gs>
                <a:gs pos="57143">
                  <a:srgbClr val="685C6D">
                    <a:alpha val="4040"/>
                  </a:srgbClr>
                </a:gs>
                <a:gs pos="71429">
                  <a:srgbClr val="685C6D">
                    <a:alpha val="1912"/>
                  </a:srgbClr>
                </a:gs>
                <a:gs pos="85714">
                  <a:srgbClr val="685C6D">
                    <a:alpha val="761"/>
                  </a:srgbClr>
                </a:gs>
                <a:gs pos="100000">
                  <a:srgbClr val="685C6D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6182694">
              <a:off x="-301446" y="1994177"/>
              <a:ext cx="764870" cy="4313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-10118687">
              <a:off x="1079313" y="3299007"/>
              <a:ext cx="584297" cy="294933"/>
            </a:xfrm>
            <a:prstGeom prst="ellipse">
              <a:avLst/>
            </a:prstGeom>
            <a:gradFill>
              <a:gsLst>
                <a:gs pos="0">
                  <a:srgbClr val="D2D0D1">
                    <a:alpha val="32968"/>
                  </a:srgbClr>
                </a:gs>
                <a:gs pos="14286">
                  <a:srgbClr val="D2D0D1">
                    <a:alpha val="30764"/>
                  </a:srgbClr>
                </a:gs>
                <a:gs pos="28571">
                  <a:srgbClr val="D2D0D1">
                    <a:alpha val="24833"/>
                  </a:srgbClr>
                </a:gs>
                <a:gs pos="42857">
                  <a:srgbClr val="D2D0D1">
                    <a:alpha val="17075"/>
                  </a:srgbClr>
                </a:gs>
                <a:gs pos="57143">
                  <a:srgbClr val="D2D0D1">
                    <a:alpha val="9855"/>
                  </a:srgbClr>
                </a:gs>
                <a:gs pos="71429">
                  <a:srgbClr val="D2D0D1">
                    <a:alpha val="4740"/>
                  </a:srgbClr>
                </a:gs>
                <a:gs pos="85714">
                  <a:srgbClr val="D2D0D1">
                    <a:alpha val="1902"/>
                  </a:srgbClr>
                </a:gs>
                <a:gs pos="100000">
                  <a:srgbClr val="D2D0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9477286">
              <a:off x="2526045" y="2735421"/>
              <a:ext cx="511052" cy="455361"/>
            </a:xfrm>
            <a:prstGeom prst="ellipse">
              <a:avLst/>
            </a:prstGeom>
            <a:gradFill>
              <a:gsLst>
                <a:gs pos="0">
                  <a:srgbClr val="E7E7E6">
                    <a:alpha val="8275"/>
                  </a:srgbClr>
                </a:gs>
                <a:gs pos="14286">
                  <a:srgbClr val="E7E7E6">
                    <a:alpha val="7632"/>
                  </a:srgbClr>
                </a:gs>
                <a:gs pos="28571">
                  <a:srgbClr val="E7E7E6">
                    <a:alpha val="5978"/>
                  </a:srgbClr>
                </a:gs>
                <a:gs pos="42857">
                  <a:srgbClr val="E7E7E6">
                    <a:alpha val="3963"/>
                  </a:srgbClr>
                </a:gs>
                <a:gs pos="57143">
                  <a:srgbClr val="E7E7E6">
                    <a:alpha val="2216"/>
                  </a:srgbClr>
                </a:gs>
                <a:gs pos="71429">
                  <a:srgbClr val="E7E7E6">
                    <a:alpha val="1043"/>
                  </a:srgbClr>
                </a:gs>
                <a:gs pos="85714">
                  <a:srgbClr val="E7E7E6">
                    <a:alpha val="414"/>
                  </a:srgbClr>
                </a:gs>
                <a:gs pos="100000">
                  <a:srgbClr val="E7E7E6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4874372">
              <a:off x="826703" y="3312695"/>
              <a:ext cx="1146953" cy="761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7920151">
              <a:off x="2125102" y="1695224"/>
              <a:ext cx="464572" cy="946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9788448">
              <a:off x="2325218" y="358988"/>
              <a:ext cx="614463" cy="378916"/>
            </a:xfrm>
            <a:prstGeom prst="ellipse">
              <a:avLst/>
            </a:prstGeom>
            <a:gradFill>
              <a:gsLst>
                <a:gs pos="0">
                  <a:srgbClr val="000E00">
                    <a:alpha val="23853"/>
                  </a:srgbClr>
                </a:gs>
                <a:gs pos="14286">
                  <a:srgbClr val="000E00">
                    <a:alpha val="22156"/>
                  </a:srgbClr>
                </a:gs>
                <a:gs pos="28571">
                  <a:srgbClr val="000E00">
                    <a:alpha val="17673"/>
                  </a:srgbClr>
                </a:gs>
                <a:gs pos="42857">
                  <a:srgbClr val="000E00">
                    <a:alpha val="11976"/>
                  </a:srgbClr>
                </a:gs>
                <a:gs pos="57143">
                  <a:srgbClr val="000E00">
                    <a:alpha val="6824"/>
                  </a:srgbClr>
                </a:gs>
                <a:gs pos="71429">
                  <a:srgbClr val="000E00">
                    <a:alpha val="3254"/>
                  </a:srgbClr>
                </a:gs>
                <a:gs pos="85714">
                  <a:srgbClr val="000E00">
                    <a:alpha val="1300"/>
                  </a:srgbClr>
                </a:gs>
                <a:gs pos="100000">
                  <a:srgbClr val="000E00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6678203">
              <a:off x="3070308" y="2178539"/>
              <a:ext cx="1028642" cy="373737"/>
            </a:xfrm>
            <a:prstGeom prst="ellipse">
              <a:avLst/>
            </a:prstGeom>
            <a:gradFill>
              <a:gsLst>
                <a:gs pos="0">
                  <a:srgbClr val="001000">
                    <a:alpha val="32968"/>
                  </a:srgbClr>
                </a:gs>
                <a:gs pos="14286">
                  <a:srgbClr val="001000">
                    <a:alpha val="30764"/>
                  </a:srgbClr>
                </a:gs>
                <a:gs pos="28571">
                  <a:srgbClr val="001000">
                    <a:alpha val="24833"/>
                  </a:srgbClr>
                </a:gs>
                <a:gs pos="42857">
                  <a:srgbClr val="001000">
                    <a:alpha val="17075"/>
                  </a:srgbClr>
                </a:gs>
                <a:gs pos="57143">
                  <a:srgbClr val="001000">
                    <a:alpha val="9855"/>
                  </a:srgbClr>
                </a:gs>
                <a:gs pos="71429">
                  <a:srgbClr val="001000">
                    <a:alpha val="4740"/>
                  </a:srgbClr>
                </a:gs>
                <a:gs pos="85714">
                  <a:srgbClr val="001000">
                    <a:alpha val="1902"/>
                  </a:srgbClr>
                </a:gs>
                <a:gs pos="100000">
                  <a:srgbClr val="00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-10151984">
              <a:off x="1504341" y="2853231"/>
              <a:ext cx="980940" cy="982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9886155">
              <a:off x="2600506" y="937091"/>
              <a:ext cx="817154" cy="364155"/>
            </a:xfrm>
            <a:prstGeom prst="ellipse">
              <a:avLst/>
            </a:prstGeom>
            <a:gradFill>
              <a:gsLst>
                <a:gs pos="0">
                  <a:srgbClr val="000000">
                    <a:alpha val="13252"/>
                  </a:srgbClr>
                </a:gs>
                <a:gs pos="14286">
                  <a:srgbClr val="000000">
                    <a:alpha val="12249"/>
                  </a:srgbClr>
                </a:gs>
                <a:gs pos="28571">
                  <a:srgbClr val="000000">
                    <a:alpha val="9648"/>
                  </a:srgbClr>
                </a:gs>
                <a:gs pos="42857">
                  <a:srgbClr val="000000">
                    <a:alpha val="6438"/>
                  </a:srgbClr>
                </a:gs>
                <a:gs pos="57143">
                  <a:srgbClr val="000000">
                    <a:alpha val="3620"/>
                  </a:srgbClr>
                </a:gs>
                <a:gs pos="71429">
                  <a:srgbClr val="000000">
                    <a:alpha val="1711"/>
                  </a:srgbClr>
                </a:gs>
                <a:gs pos="85714">
                  <a:srgbClr val="000000">
                    <a:alpha val="680"/>
                  </a:srgbClr>
                </a:gs>
                <a:gs pos="100000">
                  <a:srgbClr val="00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4319078">
              <a:off x="1409543" y="150340"/>
              <a:ext cx="719002" cy="314192"/>
            </a:xfrm>
            <a:prstGeom prst="ellipse">
              <a:avLst/>
            </a:prstGeom>
            <a:gradFill>
              <a:gsLst>
                <a:gs pos="0">
                  <a:srgbClr val="F2F2F2">
                    <a:alpha val="8814"/>
                  </a:srgbClr>
                </a:gs>
                <a:gs pos="14286">
                  <a:srgbClr val="F2F2F2">
                    <a:alpha val="8131"/>
                  </a:srgbClr>
                </a:gs>
                <a:gs pos="28571">
                  <a:srgbClr val="F2F2F2">
                    <a:alpha val="6372"/>
                  </a:srgbClr>
                </a:gs>
                <a:gs pos="42857">
                  <a:srgbClr val="F2F2F2">
                    <a:alpha val="4227"/>
                  </a:srgbClr>
                </a:gs>
                <a:gs pos="57143">
                  <a:srgbClr val="F2F2F2">
                    <a:alpha val="2365"/>
                  </a:srgbClr>
                </a:gs>
                <a:gs pos="71429">
                  <a:srgbClr val="F2F2F2">
                    <a:alpha val="1114"/>
                  </a:srgbClr>
                </a:gs>
                <a:gs pos="85714">
                  <a:srgbClr val="F2F2F2">
                    <a:alpha val="442"/>
                  </a:srgbClr>
                </a:gs>
                <a:gs pos="100000">
                  <a:srgbClr val="F2F2F2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2880849">
              <a:off x="-200184" y="2915515"/>
              <a:ext cx="1113120" cy="1141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4968157">
              <a:off x="1460630" y="819175"/>
              <a:ext cx="1015911" cy="99526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6662270">
              <a:off x="1605796" y="2807960"/>
              <a:ext cx="519921" cy="2801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6386720">
              <a:off x="2049880" y="-207022"/>
              <a:ext cx="529313" cy="498172"/>
            </a:xfrm>
            <a:prstGeom prst="ellipse">
              <a:avLst/>
            </a:prstGeom>
            <a:gradFill>
              <a:gsLst>
                <a:gs pos="0">
                  <a:srgbClr val="CACBCA">
                    <a:alpha val="29164"/>
                  </a:srgbClr>
                </a:gs>
                <a:gs pos="14286">
                  <a:srgbClr val="CACBCA">
                    <a:alpha val="27161"/>
                  </a:srgbClr>
                </a:gs>
                <a:gs pos="28571">
                  <a:srgbClr val="CACBCA">
                    <a:alpha val="21813"/>
                  </a:srgbClr>
                </a:gs>
                <a:gs pos="42857">
                  <a:srgbClr val="CACBCA">
                    <a:alpha val="14905"/>
                  </a:srgbClr>
                </a:gs>
                <a:gs pos="57143">
                  <a:srgbClr val="CACBCA">
                    <a:alpha val="8555"/>
                  </a:srgbClr>
                </a:gs>
                <a:gs pos="71429">
                  <a:srgbClr val="CACBCA">
                    <a:alpha val="4100"/>
                  </a:srgbClr>
                </a:gs>
                <a:gs pos="85714">
                  <a:srgbClr val="CACBCA">
                    <a:alpha val="1642"/>
                  </a:srgbClr>
                </a:gs>
                <a:gs pos="100000">
                  <a:srgbClr val="CACBCA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8223203">
              <a:off x="3214301" y="1014793"/>
              <a:ext cx="661277" cy="124548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6201805">
              <a:off x="1131375" y="11776"/>
              <a:ext cx="732615" cy="172638"/>
            </a:xfrm>
            <a:prstGeom prst="ellipse">
              <a:avLst/>
            </a:prstGeom>
            <a:gradFill>
              <a:gsLst>
                <a:gs pos="0">
                  <a:srgbClr val="000000">
                    <a:alpha val="10026"/>
                  </a:srgbClr>
                </a:gs>
                <a:gs pos="14286">
                  <a:srgbClr val="000000">
                    <a:alpha val="9254"/>
                  </a:srgbClr>
                </a:gs>
                <a:gs pos="28571">
                  <a:srgbClr val="000000">
                    <a:alpha val="7262"/>
                  </a:srgbClr>
                </a:gs>
                <a:gs pos="42857">
                  <a:srgbClr val="000000">
                    <a:alpha val="4825"/>
                  </a:srgbClr>
                </a:gs>
                <a:gs pos="57143">
                  <a:srgbClr val="000000">
                    <a:alpha val="2703"/>
                  </a:srgbClr>
                </a:gs>
                <a:gs pos="71429">
                  <a:srgbClr val="000000">
                    <a:alpha val="1274"/>
                  </a:srgbClr>
                </a:gs>
                <a:gs pos="85714">
                  <a:srgbClr val="000000">
                    <a:alpha val="506"/>
                  </a:srgbClr>
                </a:gs>
                <a:gs pos="100000">
                  <a:srgbClr val="0000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8824974">
              <a:off x="-121930" y="1837145"/>
              <a:ext cx="1081638" cy="1086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-9498488">
              <a:off x="1791804" y="352665"/>
              <a:ext cx="413326" cy="331697"/>
            </a:xfrm>
            <a:prstGeom prst="ellipse">
              <a:avLst/>
            </a:prstGeom>
            <a:gradFill>
              <a:gsLst>
                <a:gs pos="0">
                  <a:srgbClr val="FFFEFE">
                    <a:alpha val="13611"/>
                  </a:srgbClr>
                </a:gs>
                <a:gs pos="14286">
                  <a:srgbClr val="FFFEFE">
                    <a:alpha val="12582"/>
                  </a:srgbClr>
                </a:gs>
                <a:gs pos="28571">
                  <a:srgbClr val="FFFEFE">
                    <a:alpha val="9914"/>
                  </a:srgbClr>
                </a:gs>
                <a:gs pos="42857">
                  <a:srgbClr val="FFFEFE">
                    <a:alpha val="6619"/>
                  </a:srgbClr>
                </a:gs>
                <a:gs pos="57143">
                  <a:srgbClr val="FFFEFE">
                    <a:alpha val="3724"/>
                  </a:srgbClr>
                </a:gs>
                <a:gs pos="71429">
                  <a:srgbClr val="FFFEFE">
                    <a:alpha val="1761"/>
                  </a:srgbClr>
                </a:gs>
                <a:gs pos="85714">
                  <a:srgbClr val="FFFEFE">
                    <a:alpha val="700"/>
                  </a:srgbClr>
                </a:gs>
                <a:gs pos="100000">
                  <a:srgbClr val="FFFEFE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10549640">
              <a:off x="2423212" y="3581514"/>
              <a:ext cx="596978" cy="575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-9063165">
              <a:off x="862273" y="2485560"/>
              <a:ext cx="976287" cy="483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3292449">
              <a:off x="2467083" y="3245909"/>
              <a:ext cx="851339" cy="2774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5293830">
              <a:off x="1842822" y="2540844"/>
              <a:ext cx="839523" cy="1083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6751424">
              <a:off x="-78790" y="1950313"/>
              <a:ext cx="459979" cy="817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5511105">
              <a:off x="-250054" y="3075916"/>
              <a:ext cx="752857" cy="422281"/>
            </a:xfrm>
            <a:prstGeom prst="ellipse">
              <a:avLst/>
            </a:prstGeom>
            <a:gradFill>
              <a:gsLst>
                <a:gs pos="0">
                  <a:srgbClr val="AEAEAD">
                    <a:alpha val="6471"/>
                  </a:srgbClr>
                </a:gs>
                <a:gs pos="14286">
                  <a:srgbClr val="AEAEAD">
                    <a:alpha val="5963"/>
                  </a:srgbClr>
                </a:gs>
                <a:gs pos="28571">
                  <a:srgbClr val="AEAEAD">
                    <a:alpha val="4662"/>
                  </a:srgbClr>
                </a:gs>
                <a:gs pos="42857">
                  <a:srgbClr val="AEAEAD">
                    <a:alpha val="3083"/>
                  </a:srgbClr>
                </a:gs>
                <a:gs pos="57143">
                  <a:srgbClr val="AEAEAD">
                    <a:alpha val="1720"/>
                  </a:srgbClr>
                </a:gs>
                <a:gs pos="71429">
                  <a:srgbClr val="AEAEAD">
                    <a:alpha val="809"/>
                  </a:srgbClr>
                </a:gs>
                <a:gs pos="85714">
                  <a:srgbClr val="AEAEAD">
                    <a:alpha val="321"/>
                  </a:srgbClr>
                </a:gs>
                <a:gs pos="100000">
                  <a:srgbClr val="AEAEAD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6967569">
              <a:off x="239145" y="85689"/>
              <a:ext cx="1029210" cy="106670"/>
            </a:xfrm>
            <a:prstGeom prst="ellipse">
              <a:avLst/>
            </a:prstGeom>
            <a:gradFill>
              <a:gsLst>
                <a:gs pos="0">
                  <a:srgbClr val="3E3835">
                    <a:alpha val="32968"/>
                  </a:srgbClr>
                </a:gs>
                <a:gs pos="14286">
                  <a:srgbClr val="3E3835">
                    <a:alpha val="30764"/>
                  </a:srgbClr>
                </a:gs>
                <a:gs pos="28571">
                  <a:srgbClr val="3E3835">
                    <a:alpha val="24833"/>
                  </a:srgbClr>
                </a:gs>
                <a:gs pos="42857">
                  <a:srgbClr val="3E3835">
                    <a:alpha val="17075"/>
                  </a:srgbClr>
                </a:gs>
                <a:gs pos="57143">
                  <a:srgbClr val="3E3835">
                    <a:alpha val="9855"/>
                  </a:srgbClr>
                </a:gs>
                <a:gs pos="71429">
                  <a:srgbClr val="3E3835">
                    <a:alpha val="4740"/>
                  </a:srgbClr>
                </a:gs>
                <a:gs pos="85714">
                  <a:srgbClr val="3E3835">
                    <a:alpha val="1902"/>
                  </a:srgbClr>
                </a:gs>
                <a:gs pos="100000">
                  <a:srgbClr val="3E38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10013004">
              <a:off x="1286814" y="3030332"/>
              <a:ext cx="660216" cy="88023"/>
            </a:xfrm>
            <a:prstGeom prst="ellipse">
              <a:avLst/>
            </a:prstGeom>
            <a:gradFill>
              <a:gsLst>
                <a:gs pos="0">
                  <a:srgbClr val="FFFFFE">
                    <a:alpha val="23224"/>
                  </a:srgbClr>
                </a:gs>
                <a:gs pos="14286">
                  <a:srgbClr val="FFFFFE">
                    <a:alpha val="21565"/>
                  </a:srgbClr>
                </a:gs>
                <a:gs pos="28571">
                  <a:srgbClr val="FFFFFE">
                    <a:alpha val="17188"/>
                  </a:srgbClr>
                </a:gs>
                <a:gs pos="42857">
                  <a:srgbClr val="FFFFFE">
                    <a:alpha val="11636"/>
                  </a:srgbClr>
                </a:gs>
                <a:gs pos="57143">
                  <a:srgbClr val="FFFFFE">
                    <a:alpha val="6625"/>
                  </a:srgbClr>
                </a:gs>
                <a:gs pos="71429">
                  <a:srgbClr val="FFFFFE">
                    <a:alpha val="3158"/>
                  </a:srgbClr>
                </a:gs>
                <a:gs pos="85714">
                  <a:srgbClr val="FFFFFE">
                    <a:alpha val="1261"/>
                  </a:srgbClr>
                </a:gs>
                <a:gs pos="100000">
                  <a:srgbClr val="FFFFFE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-8949710">
              <a:off x="-367265" y="329860"/>
              <a:ext cx="1181409" cy="1038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-10266511">
              <a:off x="628751" y="3261478"/>
              <a:ext cx="999543" cy="870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7393797">
              <a:off x="940788" y="725660"/>
              <a:ext cx="738201" cy="108650"/>
            </a:xfrm>
            <a:prstGeom prst="ellipse">
              <a:avLst/>
            </a:prstGeom>
            <a:gradFill>
              <a:gsLst>
                <a:gs pos="0">
                  <a:srgbClr val="FEFEFF">
                    <a:alpha val="22215"/>
                  </a:srgbClr>
                </a:gs>
                <a:gs pos="14286">
                  <a:srgbClr val="FEFEFF">
                    <a:alpha val="20619"/>
                  </a:srgbClr>
                </a:gs>
                <a:gs pos="28571">
                  <a:srgbClr val="FEFEFF">
                    <a:alpha val="16413"/>
                  </a:srgbClr>
                </a:gs>
                <a:gs pos="42857">
                  <a:srgbClr val="FEFEFF">
                    <a:alpha val="11095"/>
                  </a:srgbClr>
                </a:gs>
                <a:gs pos="57143">
                  <a:srgbClr val="FEFEFF">
                    <a:alpha val="6308"/>
                  </a:srgbClr>
                </a:gs>
                <a:gs pos="71429">
                  <a:srgbClr val="FEFEFF">
                    <a:alpha val="3004"/>
                  </a:srgbClr>
                </a:gs>
                <a:gs pos="85714">
                  <a:srgbClr val="FEFEFF">
                    <a:alpha val="1199"/>
                  </a:srgbClr>
                </a:gs>
                <a:gs pos="100000">
                  <a:srgbClr val="FEFEFF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8041301">
              <a:off x="134044" y="1824579"/>
              <a:ext cx="817555" cy="209777"/>
            </a:xfrm>
            <a:prstGeom prst="ellipse">
              <a:avLst/>
            </a:prstGeom>
            <a:gradFill>
              <a:gsLst>
                <a:gs pos="0">
                  <a:srgbClr val="F7F4F5">
                    <a:alpha val="5187"/>
                  </a:srgbClr>
                </a:gs>
                <a:gs pos="14286">
                  <a:srgbClr val="F7F4F5">
                    <a:alpha val="4777"/>
                  </a:srgbClr>
                </a:gs>
                <a:gs pos="28571">
                  <a:srgbClr val="F7F4F5">
                    <a:alpha val="3729"/>
                  </a:srgbClr>
                </a:gs>
                <a:gs pos="42857">
                  <a:srgbClr val="F7F4F5">
                    <a:alpha val="2462"/>
                  </a:srgbClr>
                </a:gs>
                <a:gs pos="57143">
                  <a:srgbClr val="F7F4F5">
                    <a:alpha val="1372"/>
                  </a:srgbClr>
                </a:gs>
                <a:gs pos="71429">
                  <a:srgbClr val="F7F4F5">
                    <a:alpha val="645"/>
                  </a:srgbClr>
                </a:gs>
                <a:gs pos="85714">
                  <a:srgbClr val="F7F4F5">
                    <a:alpha val="255"/>
                  </a:srgbClr>
                </a:gs>
                <a:gs pos="100000">
                  <a:srgbClr val="F7F4F5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-10714005">
              <a:off x="-405439" y="314481"/>
              <a:ext cx="942011" cy="815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10174981">
              <a:off x="615663" y="1450749"/>
              <a:ext cx="656751" cy="356718"/>
            </a:xfrm>
            <a:prstGeom prst="ellipse">
              <a:avLst/>
            </a:prstGeom>
            <a:gradFill>
              <a:gsLst>
                <a:gs pos="0">
                  <a:srgbClr val="000000">
                    <a:alpha val="7119"/>
                  </a:srgbClr>
                </a:gs>
                <a:gs pos="14286">
                  <a:srgbClr val="000000">
                    <a:alpha val="6562"/>
                  </a:srgbClr>
                </a:gs>
                <a:gs pos="28571">
                  <a:srgbClr val="000000">
                    <a:alpha val="5134"/>
                  </a:srgbClr>
                </a:gs>
                <a:gs pos="42857">
                  <a:srgbClr val="000000">
                    <a:alpha val="3398"/>
                  </a:srgbClr>
                </a:gs>
                <a:gs pos="57143">
                  <a:srgbClr val="000000">
                    <a:alpha val="1897"/>
                  </a:srgbClr>
                </a:gs>
                <a:gs pos="71429">
                  <a:srgbClr val="000000">
                    <a:alpha val="893"/>
                  </a:srgbClr>
                </a:gs>
                <a:gs pos="85714">
                  <a:srgbClr val="000000">
                    <a:alpha val="354"/>
                  </a:srgbClr>
                </a:gs>
                <a:gs pos="100000">
                  <a:srgbClr val="000000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2949826">
              <a:off x="2479328" y="3596088"/>
              <a:ext cx="1064616" cy="699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6970759">
              <a:off x="1168269" y="3267742"/>
              <a:ext cx="1057046" cy="404756"/>
            </a:xfrm>
            <a:prstGeom prst="ellipse">
              <a:avLst/>
            </a:prstGeom>
            <a:gradFill>
              <a:gsLst>
                <a:gs pos="0">
                  <a:srgbClr val="000000">
                    <a:alpha val="24171"/>
                  </a:srgbClr>
                </a:gs>
                <a:gs pos="14286">
                  <a:srgbClr val="000000">
                    <a:alpha val="22455"/>
                  </a:srgbClr>
                </a:gs>
                <a:gs pos="28571">
                  <a:srgbClr val="000000">
                    <a:alpha val="17919"/>
                  </a:srgbClr>
                </a:gs>
                <a:gs pos="42857">
                  <a:srgbClr val="000000">
                    <a:alpha val="12148"/>
                  </a:srgbClr>
                </a:gs>
                <a:gs pos="57143">
                  <a:srgbClr val="000000">
                    <a:alpha val="6925"/>
                  </a:srgbClr>
                </a:gs>
                <a:gs pos="71429">
                  <a:srgbClr val="000000">
                    <a:alpha val="3304"/>
                  </a:srgbClr>
                </a:gs>
                <a:gs pos="85714">
                  <a:srgbClr val="000000">
                    <a:alpha val="1320"/>
                  </a:srgbClr>
                </a:gs>
                <a:gs pos="100000">
                  <a:srgbClr val="000000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6655503">
              <a:off x="498239" y="2677808"/>
              <a:ext cx="918709" cy="127480"/>
            </a:xfrm>
            <a:prstGeom prst="ellipse">
              <a:avLst/>
            </a:prstGeom>
            <a:gradFill>
              <a:gsLst>
                <a:gs pos="0">
                  <a:srgbClr val="000000">
                    <a:alpha val="24814"/>
                  </a:srgbClr>
                </a:gs>
                <a:gs pos="14286">
                  <a:srgbClr val="000000">
                    <a:alpha val="23059"/>
                  </a:srgbClr>
                </a:gs>
                <a:gs pos="28571">
                  <a:srgbClr val="000000">
                    <a:alpha val="18415"/>
                  </a:srgbClr>
                </a:gs>
                <a:gs pos="42857">
                  <a:srgbClr val="000000">
                    <a:alpha val="12497"/>
                  </a:srgbClr>
                </a:gs>
                <a:gs pos="57143">
                  <a:srgbClr val="000000">
                    <a:alpha val="7130"/>
                  </a:srgbClr>
                </a:gs>
                <a:gs pos="71429">
                  <a:srgbClr val="000000">
                    <a:alpha val="3403"/>
                  </a:srgbClr>
                </a:gs>
                <a:gs pos="85714">
                  <a:srgbClr val="000000">
                    <a:alpha val="1360"/>
                  </a:srgbClr>
                </a:gs>
                <a:gs pos="100000">
                  <a:srgbClr val="000000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6655392">
              <a:off x="3267194" y="3445951"/>
              <a:ext cx="452106" cy="317946"/>
            </a:xfrm>
            <a:prstGeom prst="ellipse">
              <a:avLst/>
            </a:prstGeom>
            <a:gradFill>
              <a:gsLst>
                <a:gs pos="0">
                  <a:srgbClr val="FFFFFE">
                    <a:alpha val="16571"/>
                  </a:srgbClr>
                </a:gs>
                <a:gs pos="14286">
                  <a:srgbClr val="FFFFFE">
                    <a:alpha val="15339"/>
                  </a:srgbClr>
                </a:gs>
                <a:gs pos="28571">
                  <a:srgbClr val="FFFFFE">
                    <a:alpha val="12128"/>
                  </a:srgbClr>
                </a:gs>
                <a:gs pos="42857">
                  <a:srgbClr val="FFFFFE">
                    <a:alpha val="8131"/>
                  </a:srgbClr>
                </a:gs>
                <a:gs pos="57143">
                  <a:srgbClr val="FFFFFE">
                    <a:alpha val="4590"/>
                  </a:srgbClr>
                </a:gs>
                <a:gs pos="71429">
                  <a:srgbClr val="FFFFFE">
                    <a:alpha val="2176"/>
                  </a:srgbClr>
                </a:gs>
                <a:gs pos="85714">
                  <a:srgbClr val="FFFFFE">
                    <a:alpha val="866"/>
                  </a:srgbClr>
                </a:gs>
                <a:gs pos="100000">
                  <a:srgbClr val="FFFFF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-10735894">
              <a:off x="185542" y="340534"/>
              <a:ext cx="998957" cy="68592"/>
            </a:xfrm>
            <a:prstGeom prst="ellipse">
              <a:avLst/>
            </a:prstGeom>
            <a:gradFill>
              <a:gsLst>
                <a:gs pos="0">
                  <a:srgbClr val="F7F8F9">
                    <a:alpha val="14476"/>
                  </a:srgbClr>
                </a:gs>
                <a:gs pos="14286">
                  <a:srgbClr val="F7F8F9">
                    <a:alpha val="13388"/>
                  </a:srgbClr>
                </a:gs>
                <a:gs pos="28571">
                  <a:srgbClr val="F7F8F9">
                    <a:alpha val="10560"/>
                  </a:srgbClr>
                </a:gs>
                <a:gs pos="42857">
                  <a:srgbClr val="F7F8F9">
                    <a:alpha val="7058"/>
                  </a:srgbClr>
                </a:gs>
                <a:gs pos="57143">
                  <a:srgbClr val="F7F8F9">
                    <a:alpha val="3975"/>
                  </a:srgbClr>
                </a:gs>
                <a:gs pos="71429">
                  <a:srgbClr val="F7F8F9">
                    <a:alpha val="1881"/>
                  </a:srgbClr>
                </a:gs>
                <a:gs pos="85714">
                  <a:srgbClr val="F7F8F9">
                    <a:alpha val="748"/>
                  </a:srgbClr>
                </a:gs>
                <a:gs pos="100000">
                  <a:srgbClr val="F7F8F9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7613599">
              <a:off x="3141059" y="3212139"/>
              <a:ext cx="630022" cy="1144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5304436">
              <a:off x="1349165" y="882650"/>
              <a:ext cx="559247" cy="512570"/>
            </a:xfrm>
            <a:prstGeom prst="ellipse">
              <a:avLst/>
            </a:prstGeom>
            <a:gradFill>
              <a:gsLst>
                <a:gs pos="0">
                  <a:srgbClr val="C3C3C3">
                    <a:alpha val="7723"/>
                  </a:srgbClr>
                </a:gs>
                <a:gs pos="14286">
                  <a:srgbClr val="C3C3C3">
                    <a:alpha val="7121"/>
                  </a:srgbClr>
                </a:gs>
                <a:gs pos="28571">
                  <a:srgbClr val="C3C3C3">
                    <a:alpha val="5574"/>
                  </a:srgbClr>
                </a:gs>
                <a:gs pos="42857">
                  <a:srgbClr val="C3C3C3">
                    <a:alpha val="3692"/>
                  </a:srgbClr>
                </a:gs>
                <a:gs pos="57143">
                  <a:srgbClr val="C3C3C3">
                    <a:alpha val="2063"/>
                  </a:srgbClr>
                </a:gs>
                <a:gs pos="71429">
                  <a:srgbClr val="C3C3C3">
                    <a:alpha val="971"/>
                  </a:srgbClr>
                </a:gs>
                <a:gs pos="85714">
                  <a:srgbClr val="C3C3C3">
                    <a:alpha val="385"/>
                  </a:srgbClr>
                </a:gs>
                <a:gs pos="100000">
                  <a:srgbClr val="C3C3C3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-8187330">
              <a:off x="972002" y="1692398"/>
              <a:ext cx="1130862" cy="100916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6148977">
              <a:off x="453835" y="620641"/>
              <a:ext cx="590016" cy="529169"/>
            </a:xfrm>
            <a:prstGeom prst="ellipse">
              <a:avLst/>
            </a:prstGeom>
            <a:gradFill>
              <a:gsLst>
                <a:gs pos="0">
                  <a:srgbClr val="000000">
                    <a:alpha val="8918"/>
                  </a:srgbClr>
                </a:gs>
                <a:gs pos="14286">
                  <a:srgbClr val="000000">
                    <a:alpha val="8227"/>
                  </a:srgbClr>
                </a:gs>
                <a:gs pos="28571">
                  <a:srgbClr val="000000">
                    <a:alpha val="6449"/>
                  </a:srgbClr>
                </a:gs>
                <a:gs pos="42857">
                  <a:srgbClr val="000000">
                    <a:alpha val="4278"/>
                  </a:srgbClr>
                </a:gs>
                <a:gs pos="57143">
                  <a:srgbClr val="000000">
                    <a:alpha val="2394"/>
                  </a:srgbClr>
                </a:gs>
                <a:gs pos="71429">
                  <a:srgbClr val="000000">
                    <a:alpha val="1128"/>
                  </a:srgbClr>
                </a:gs>
                <a:gs pos="85714">
                  <a:srgbClr val="000000">
                    <a:alpha val="447"/>
                  </a:srgbClr>
                </a:gs>
                <a:gs pos="100000">
                  <a:srgbClr val="000000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3497206">
              <a:off x="-20748" y="505334"/>
              <a:ext cx="591709" cy="3375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-8197065">
              <a:off x="1663437" y="3051791"/>
              <a:ext cx="538258" cy="3519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6272308">
              <a:off x="30729" y="1038837"/>
              <a:ext cx="865741" cy="66254"/>
            </a:xfrm>
            <a:prstGeom prst="ellipse">
              <a:avLst/>
            </a:prstGeom>
            <a:gradFill>
              <a:gsLst>
                <a:gs pos="0">
                  <a:srgbClr val="FFFFFF">
                    <a:alpha val="20695"/>
                  </a:srgbClr>
                </a:gs>
                <a:gs pos="14286">
                  <a:srgbClr val="FFFFFF">
                    <a:alpha val="19194"/>
                  </a:srgbClr>
                </a:gs>
                <a:gs pos="28571">
                  <a:srgbClr val="FFFFFF">
                    <a:alpha val="15251"/>
                  </a:srgbClr>
                </a:gs>
                <a:gs pos="42857">
                  <a:srgbClr val="FFFFFF">
                    <a:alpha val="10285"/>
                  </a:srgbClr>
                </a:gs>
                <a:gs pos="57143">
                  <a:srgbClr val="FFFFFF">
                    <a:alpha val="5837"/>
                  </a:srgbClr>
                </a:gs>
                <a:gs pos="71429">
                  <a:srgbClr val="FFFFFF">
                    <a:alpha val="2776"/>
                  </a:srgbClr>
                </a:gs>
                <a:gs pos="85714">
                  <a:srgbClr val="FFFFFF">
                    <a:alpha val="1107"/>
                  </a:srgbClr>
                </a:gs>
                <a:gs pos="100000">
                  <a:srgbClr val="FFFFFF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3071721">
              <a:off x="2762541" y="2081647"/>
              <a:ext cx="1043101" cy="653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2747917">
              <a:off x="524023" y="2174681"/>
              <a:ext cx="644159" cy="4590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7394621">
              <a:off x="1889309" y="1064954"/>
              <a:ext cx="649956" cy="332439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7261025">
              <a:off x="1094705" y="1172434"/>
              <a:ext cx="778028" cy="51704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-9950513">
              <a:off x="55377" y="350970"/>
              <a:ext cx="845399" cy="561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7857297">
              <a:off x="1735536" y="2253376"/>
              <a:ext cx="778919" cy="5353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9801010">
              <a:off x="1363899" y="1563046"/>
              <a:ext cx="805399" cy="537689"/>
            </a:xfrm>
            <a:prstGeom prst="ellipse">
              <a:avLst/>
            </a:prstGeom>
            <a:gradFill>
              <a:gsLst>
                <a:gs pos="0">
                  <a:srgbClr val="000000">
                    <a:alpha val="24496"/>
                  </a:srgbClr>
                </a:gs>
                <a:gs pos="14286">
                  <a:srgbClr val="000000">
                    <a:alpha val="22761"/>
                  </a:srgbClr>
                </a:gs>
                <a:gs pos="28571">
                  <a:srgbClr val="000000">
                    <a:alpha val="18170"/>
                  </a:srgbClr>
                </a:gs>
                <a:gs pos="42857">
                  <a:srgbClr val="000000">
                    <a:alpha val="12325"/>
                  </a:srgbClr>
                </a:gs>
                <a:gs pos="57143">
                  <a:srgbClr val="000000">
                    <a:alpha val="7029"/>
                  </a:srgbClr>
                </a:gs>
                <a:gs pos="71429">
                  <a:srgbClr val="000000">
                    <a:alpha val="3354"/>
                  </a:srgbClr>
                </a:gs>
                <a:gs pos="85714">
                  <a:srgbClr val="000000">
                    <a:alpha val="1340"/>
                  </a:srgbClr>
                </a:gs>
                <a:gs pos="100000">
                  <a:srgbClr val="000000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5662855">
              <a:off x="673332" y="3366509"/>
              <a:ext cx="819248" cy="353178"/>
            </a:xfrm>
            <a:prstGeom prst="ellipse">
              <a:avLst/>
            </a:prstGeom>
            <a:gradFill>
              <a:gsLst>
                <a:gs pos="0">
                  <a:srgbClr val="E0DEDF">
                    <a:alpha val="6311"/>
                  </a:srgbClr>
                </a:gs>
                <a:gs pos="14286">
                  <a:srgbClr val="E0DEDF">
                    <a:alpha val="5816"/>
                  </a:srgbClr>
                </a:gs>
                <a:gs pos="28571">
                  <a:srgbClr val="E0DEDF">
                    <a:alpha val="4546"/>
                  </a:srgbClr>
                </a:gs>
                <a:gs pos="42857">
                  <a:srgbClr val="E0DEDF">
                    <a:alpha val="3005"/>
                  </a:srgbClr>
                </a:gs>
                <a:gs pos="57143">
                  <a:srgbClr val="E0DEDF">
                    <a:alpha val="1677"/>
                  </a:srgbClr>
                </a:gs>
                <a:gs pos="71429">
                  <a:srgbClr val="E0DEDF">
                    <a:alpha val="788"/>
                  </a:srgbClr>
                </a:gs>
                <a:gs pos="85714">
                  <a:srgbClr val="E0DEDF">
                    <a:alpha val="312"/>
                  </a:srgbClr>
                </a:gs>
                <a:gs pos="100000">
                  <a:srgbClr val="E0DED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10292870">
              <a:off x="502832" y="1144360"/>
              <a:ext cx="703754" cy="101460"/>
            </a:xfrm>
            <a:prstGeom prst="ellipse">
              <a:avLst/>
            </a:prstGeom>
            <a:gradFill>
              <a:gsLst>
                <a:gs pos="0">
                  <a:srgbClr val="DCDCDC">
                    <a:alpha val="25193"/>
                  </a:srgbClr>
                </a:gs>
                <a:gs pos="14286">
                  <a:srgbClr val="DCDCDC">
                    <a:alpha val="23416"/>
                  </a:srgbClr>
                </a:gs>
                <a:gs pos="28571">
                  <a:srgbClr val="DCDCDC">
                    <a:alpha val="18710"/>
                  </a:srgbClr>
                </a:gs>
                <a:gs pos="42857">
                  <a:srgbClr val="DCDCDC">
                    <a:alpha val="12704"/>
                  </a:srgbClr>
                </a:gs>
                <a:gs pos="57143">
                  <a:srgbClr val="DCDCDC">
                    <a:alpha val="7252"/>
                  </a:srgbClr>
                </a:gs>
                <a:gs pos="71429">
                  <a:srgbClr val="DCDCDC">
                    <a:alpha val="3463"/>
                  </a:srgbClr>
                </a:gs>
                <a:gs pos="85714">
                  <a:srgbClr val="DCDCDC">
                    <a:alpha val="1384"/>
                  </a:srgbClr>
                </a:gs>
                <a:gs pos="100000">
                  <a:srgbClr val="DCDCDC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10347976">
              <a:off x="2718220" y="1924914"/>
              <a:ext cx="1014442" cy="42108"/>
            </a:xfrm>
            <a:prstGeom prst="ellipse">
              <a:avLst/>
            </a:prstGeom>
            <a:gradFill>
              <a:gsLst>
                <a:gs pos="0">
                  <a:srgbClr val="000000">
                    <a:alpha val="29987"/>
                  </a:srgbClr>
                </a:gs>
                <a:gs pos="14286">
                  <a:srgbClr val="000000">
                    <a:alpha val="27939"/>
                  </a:srgbClr>
                </a:gs>
                <a:gs pos="28571">
                  <a:srgbClr val="000000">
                    <a:alpha val="22462"/>
                  </a:srgbClr>
                </a:gs>
                <a:gs pos="42857">
                  <a:srgbClr val="000000">
                    <a:alpha val="15369"/>
                  </a:srgbClr>
                </a:gs>
                <a:gs pos="57143">
                  <a:srgbClr val="000000">
                    <a:alpha val="8832"/>
                  </a:srgbClr>
                </a:gs>
                <a:gs pos="71429">
                  <a:srgbClr val="000000">
                    <a:alpha val="4236"/>
                  </a:srgbClr>
                </a:gs>
                <a:gs pos="85714">
                  <a:srgbClr val="000000">
                    <a:alpha val="1697"/>
                  </a:srgbClr>
                </a:gs>
                <a:gs pos="100000">
                  <a:srgbClr val="00000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10552423">
              <a:off x="580057" y="193581"/>
              <a:ext cx="889380" cy="261432"/>
            </a:xfrm>
            <a:prstGeom prst="ellipse">
              <a:avLst/>
            </a:prstGeom>
            <a:gradFill>
              <a:gsLst>
                <a:gs pos="0">
                  <a:srgbClr val="B7B8B9">
                    <a:alpha val="13350"/>
                  </a:srgbClr>
                </a:gs>
                <a:gs pos="14286">
                  <a:srgbClr val="B7B8B9">
                    <a:alpha val="12340"/>
                  </a:srgbClr>
                </a:gs>
                <a:gs pos="28571">
                  <a:srgbClr val="B7B8B9">
                    <a:alpha val="9721"/>
                  </a:srgbClr>
                </a:gs>
                <a:gs pos="42857">
                  <a:srgbClr val="B7B8B9">
                    <a:alpha val="6487"/>
                  </a:srgbClr>
                </a:gs>
                <a:gs pos="57143">
                  <a:srgbClr val="B7B8B9">
                    <a:alpha val="3648"/>
                  </a:srgbClr>
                </a:gs>
                <a:gs pos="71429">
                  <a:srgbClr val="B7B8B9">
                    <a:alpha val="1725"/>
                  </a:srgbClr>
                </a:gs>
                <a:gs pos="85714">
                  <a:srgbClr val="B7B8B9">
                    <a:alpha val="686"/>
                  </a:srgbClr>
                </a:gs>
                <a:gs pos="100000">
                  <a:srgbClr val="B7B8B9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-10291110">
              <a:off x="2426076" y="-80577"/>
              <a:ext cx="345932" cy="313972"/>
            </a:xfrm>
            <a:prstGeom prst="ellipse">
              <a:avLst/>
            </a:prstGeom>
            <a:gradFill>
              <a:gsLst>
                <a:gs pos="0">
                  <a:srgbClr val="E3E1E3">
                    <a:alpha val="12906"/>
                  </a:srgbClr>
                </a:gs>
                <a:gs pos="14286">
                  <a:srgbClr val="E3E1E3">
                    <a:alpha val="11927"/>
                  </a:srgbClr>
                </a:gs>
                <a:gs pos="28571">
                  <a:srgbClr val="E3E1E3">
                    <a:alpha val="9390"/>
                  </a:srgbClr>
                </a:gs>
                <a:gs pos="42857">
                  <a:srgbClr val="E3E1E3">
                    <a:alpha val="6263"/>
                  </a:srgbClr>
                </a:gs>
                <a:gs pos="57143">
                  <a:srgbClr val="E3E1E3">
                    <a:alpha val="3521"/>
                  </a:srgbClr>
                </a:gs>
                <a:gs pos="71429">
                  <a:srgbClr val="E3E1E3">
                    <a:alpha val="1664"/>
                  </a:srgbClr>
                </a:gs>
                <a:gs pos="85714">
                  <a:srgbClr val="E3E1E3">
                    <a:alpha val="661"/>
                  </a:srgbClr>
                </a:gs>
                <a:gs pos="100000">
                  <a:srgbClr val="E3E1E3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3648070">
              <a:off x="2605591" y="3542592"/>
              <a:ext cx="1056891" cy="132713"/>
            </a:xfrm>
            <a:prstGeom prst="ellipse">
              <a:avLst/>
            </a:prstGeom>
            <a:gradFill>
              <a:gsLst>
                <a:gs pos="0">
                  <a:srgbClr val="E5E5E6">
                    <a:alpha val="32199"/>
                  </a:srgbClr>
                </a:gs>
                <a:gs pos="14286">
                  <a:srgbClr val="E5E5E6">
                    <a:alpha val="30034"/>
                  </a:srgbClr>
                </a:gs>
                <a:gs pos="28571">
                  <a:srgbClr val="E5E5E6">
                    <a:alpha val="24219"/>
                  </a:srgbClr>
                </a:gs>
                <a:gs pos="42857">
                  <a:srgbClr val="E5E5E6">
                    <a:alpha val="16631"/>
                  </a:srgbClr>
                </a:gs>
                <a:gs pos="57143">
                  <a:srgbClr val="E5E5E6">
                    <a:alpha val="9588"/>
                  </a:srgbClr>
                </a:gs>
                <a:gs pos="71429">
                  <a:srgbClr val="E5E5E6">
                    <a:alpha val="4608"/>
                  </a:srgbClr>
                </a:gs>
                <a:gs pos="85714">
                  <a:srgbClr val="E5E5E6">
                    <a:alpha val="1848"/>
                  </a:srgbClr>
                </a:gs>
                <a:gs pos="100000">
                  <a:srgbClr val="E5E5E6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10710530">
              <a:off x="-91226" y="1875100"/>
              <a:ext cx="660423" cy="134455"/>
            </a:xfrm>
            <a:prstGeom prst="ellipse">
              <a:avLst/>
            </a:prstGeom>
            <a:gradFill>
              <a:gsLst>
                <a:gs pos="0">
                  <a:srgbClr val="B9B9B9">
                    <a:alpha val="23721"/>
                  </a:srgbClr>
                </a:gs>
                <a:gs pos="14286">
                  <a:srgbClr val="B9B9B9">
                    <a:alpha val="22032"/>
                  </a:srgbClr>
                </a:gs>
                <a:gs pos="28571">
                  <a:srgbClr val="B9B9B9">
                    <a:alpha val="17571"/>
                  </a:srgbClr>
                </a:gs>
                <a:gs pos="42857">
                  <a:srgbClr val="B9B9B9">
                    <a:alpha val="11904"/>
                  </a:srgbClr>
                </a:gs>
                <a:gs pos="57143">
                  <a:srgbClr val="B9B9B9">
                    <a:alpha val="6782"/>
                  </a:srgbClr>
                </a:gs>
                <a:gs pos="71429">
                  <a:srgbClr val="B9B9B9">
                    <a:alpha val="3234"/>
                  </a:srgbClr>
                </a:gs>
                <a:gs pos="85714">
                  <a:srgbClr val="B9B9B9">
                    <a:alpha val="1292"/>
                  </a:srgbClr>
                </a:gs>
                <a:gs pos="100000">
                  <a:srgbClr val="B9B9B9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7249078">
              <a:off x="718042" y="3217580"/>
              <a:ext cx="488632" cy="424392"/>
            </a:xfrm>
            <a:prstGeom prst="ellipse">
              <a:avLst/>
            </a:prstGeom>
            <a:gradFill>
              <a:gsLst>
                <a:gs pos="0">
                  <a:srgbClr val="D8D5D6">
                    <a:alpha val="9059"/>
                  </a:srgbClr>
                </a:gs>
                <a:gs pos="14286">
                  <a:srgbClr val="D8D5D6">
                    <a:alpha val="8358"/>
                  </a:srgbClr>
                </a:gs>
                <a:gs pos="28571">
                  <a:srgbClr val="D8D5D6">
                    <a:alpha val="6552"/>
                  </a:srgbClr>
                </a:gs>
                <a:gs pos="42857">
                  <a:srgbClr val="D8D5D6">
                    <a:alpha val="4348"/>
                  </a:srgbClr>
                </a:gs>
                <a:gs pos="57143">
                  <a:srgbClr val="D8D5D6">
                    <a:alpha val="2433"/>
                  </a:srgbClr>
                </a:gs>
                <a:gs pos="71429">
                  <a:srgbClr val="D8D5D6">
                    <a:alpha val="1146"/>
                  </a:srgbClr>
                </a:gs>
                <a:gs pos="85714">
                  <a:srgbClr val="D8D5D6">
                    <a:alpha val="455"/>
                  </a:srgbClr>
                </a:gs>
                <a:gs pos="100000">
                  <a:srgbClr val="D8D5D6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-9750051">
              <a:off x="-288178" y="3142529"/>
              <a:ext cx="1116190" cy="639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8557622">
              <a:off x="1992970" y="-108530"/>
              <a:ext cx="669063" cy="462131"/>
            </a:xfrm>
            <a:prstGeom prst="ellipse">
              <a:avLst/>
            </a:prstGeom>
            <a:gradFill>
              <a:gsLst>
                <a:gs pos="0">
                  <a:srgbClr val="001200">
                    <a:alpha val="32920"/>
                  </a:srgbClr>
                </a:gs>
                <a:gs pos="14286">
                  <a:srgbClr val="001200">
                    <a:alpha val="30718"/>
                  </a:srgbClr>
                </a:gs>
                <a:gs pos="28571">
                  <a:srgbClr val="001200">
                    <a:alpha val="24794"/>
                  </a:srgbClr>
                </a:gs>
                <a:gs pos="42857">
                  <a:srgbClr val="001200">
                    <a:alpha val="17047"/>
                  </a:srgbClr>
                </a:gs>
                <a:gs pos="57143">
                  <a:srgbClr val="001200">
                    <a:alpha val="9838"/>
                  </a:srgbClr>
                </a:gs>
                <a:gs pos="71429">
                  <a:srgbClr val="001200">
                    <a:alpha val="4732"/>
                  </a:srgbClr>
                </a:gs>
                <a:gs pos="85714">
                  <a:srgbClr val="001200">
                    <a:alpha val="1899"/>
                  </a:srgbClr>
                </a:gs>
                <a:gs pos="100000">
                  <a:srgbClr val="0012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-8507462">
              <a:off x="354404" y="362777"/>
              <a:ext cx="670542" cy="101258"/>
            </a:xfrm>
            <a:prstGeom prst="ellipse">
              <a:avLst/>
            </a:prstGeom>
            <a:gradFill>
              <a:gsLst>
                <a:gs pos="0">
                  <a:srgbClr val="FFFEFE">
                    <a:alpha val="15779"/>
                  </a:srgbClr>
                </a:gs>
                <a:gs pos="14286">
                  <a:srgbClr val="FFFEFE">
                    <a:alpha val="14601"/>
                  </a:srgbClr>
                </a:gs>
                <a:gs pos="28571">
                  <a:srgbClr val="FFFEFE">
                    <a:alpha val="11534"/>
                  </a:srgbClr>
                </a:gs>
                <a:gs pos="42857">
                  <a:srgbClr val="FFFEFE">
                    <a:alpha val="7724"/>
                  </a:srgbClr>
                </a:gs>
                <a:gs pos="57143">
                  <a:srgbClr val="FFFEFE">
                    <a:alpha val="4356"/>
                  </a:srgbClr>
                </a:gs>
                <a:gs pos="71429">
                  <a:srgbClr val="FFFEFE">
                    <a:alpha val="2063"/>
                  </a:srgbClr>
                </a:gs>
                <a:gs pos="85714">
                  <a:srgbClr val="FFFEFE">
                    <a:alpha val="821"/>
                  </a:srgbClr>
                </a:gs>
                <a:gs pos="100000">
                  <a:srgbClr val="FFFEFE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10091263">
              <a:off x="2382050" y="3162603"/>
              <a:ext cx="716376" cy="81700"/>
            </a:xfrm>
            <a:prstGeom prst="ellipse">
              <a:avLst/>
            </a:prstGeom>
            <a:gradFill>
              <a:gsLst>
                <a:gs pos="0">
                  <a:srgbClr val="EEEDEE">
                    <a:alpha val="31075"/>
                  </a:srgbClr>
                </a:gs>
                <a:gs pos="14286">
                  <a:srgbClr val="EEEDEE">
                    <a:alpha val="28969"/>
                  </a:srgbClr>
                </a:gs>
                <a:gs pos="28571">
                  <a:srgbClr val="EEEDEE">
                    <a:alpha val="23324"/>
                  </a:srgbClr>
                </a:gs>
                <a:gs pos="42857">
                  <a:srgbClr val="EEEDEE">
                    <a:alpha val="15987"/>
                  </a:srgbClr>
                </a:gs>
                <a:gs pos="57143">
                  <a:srgbClr val="EEEDEE">
                    <a:alpha val="9201"/>
                  </a:srgbClr>
                </a:gs>
                <a:gs pos="71429">
                  <a:srgbClr val="EEEDEE">
                    <a:alpha val="4418"/>
                  </a:srgbClr>
                </a:gs>
                <a:gs pos="85714">
                  <a:srgbClr val="EEEDEE">
                    <a:alpha val="1771"/>
                  </a:srgbClr>
                </a:gs>
                <a:gs pos="100000">
                  <a:srgbClr val="EEEDEE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5408487">
              <a:off x="3149182" y="2927288"/>
              <a:ext cx="757527" cy="20113"/>
            </a:xfrm>
            <a:prstGeom prst="ellipse">
              <a:avLst/>
            </a:prstGeom>
            <a:gradFill>
              <a:gsLst>
                <a:gs pos="0">
                  <a:srgbClr val="C1C1C1">
                    <a:alpha val="32580"/>
                  </a:srgbClr>
                </a:gs>
                <a:gs pos="14286">
                  <a:srgbClr val="C1C1C1">
                    <a:alpha val="30396"/>
                  </a:srgbClr>
                </a:gs>
                <a:gs pos="28571">
                  <a:srgbClr val="C1C1C1">
                    <a:alpha val="24523"/>
                  </a:srgbClr>
                </a:gs>
                <a:gs pos="42857">
                  <a:srgbClr val="C1C1C1">
                    <a:alpha val="16851"/>
                  </a:srgbClr>
                </a:gs>
                <a:gs pos="57143">
                  <a:srgbClr val="C1C1C1">
                    <a:alpha val="9720"/>
                  </a:srgbClr>
                </a:gs>
                <a:gs pos="71429">
                  <a:srgbClr val="C1C1C1">
                    <a:alpha val="4674"/>
                  </a:srgbClr>
                </a:gs>
                <a:gs pos="85714">
                  <a:srgbClr val="C1C1C1">
                    <a:alpha val="1875"/>
                  </a:srgbClr>
                </a:gs>
                <a:gs pos="100000">
                  <a:srgbClr val="C1C1C1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8290414">
              <a:off x="3268069" y="387128"/>
              <a:ext cx="672669" cy="263612"/>
            </a:xfrm>
            <a:prstGeom prst="ellipse">
              <a:avLst/>
            </a:prstGeom>
            <a:gradFill>
              <a:gsLst>
                <a:gs pos="0">
                  <a:srgbClr val="CCCCCC">
                    <a:alpha val="32968"/>
                  </a:srgbClr>
                </a:gs>
                <a:gs pos="14286">
                  <a:srgbClr val="CCCCCC">
                    <a:alpha val="30764"/>
                  </a:srgbClr>
                </a:gs>
                <a:gs pos="28571">
                  <a:srgbClr val="CCCCCC">
                    <a:alpha val="24833"/>
                  </a:srgbClr>
                </a:gs>
                <a:gs pos="42857">
                  <a:srgbClr val="CCCCCC">
                    <a:alpha val="17075"/>
                  </a:srgbClr>
                </a:gs>
                <a:gs pos="57143">
                  <a:srgbClr val="CCCCCC">
                    <a:alpha val="9855"/>
                  </a:srgbClr>
                </a:gs>
                <a:gs pos="71429">
                  <a:srgbClr val="CCCCCC">
                    <a:alpha val="4740"/>
                  </a:srgbClr>
                </a:gs>
                <a:gs pos="85714">
                  <a:srgbClr val="CCCCCC">
                    <a:alpha val="1902"/>
                  </a:srgbClr>
                </a:gs>
                <a:gs pos="100000">
                  <a:srgbClr val="CCC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-9685400">
              <a:off x="1727938" y="2121045"/>
              <a:ext cx="647731" cy="1958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7575383">
              <a:off x="266588" y="195398"/>
              <a:ext cx="411770" cy="302596"/>
            </a:xfrm>
            <a:prstGeom prst="ellipse">
              <a:avLst/>
            </a:prstGeom>
            <a:gradFill>
              <a:gsLst>
                <a:gs pos="0">
                  <a:srgbClr val="FFFFFF">
                    <a:alpha val="9271"/>
                  </a:srgbClr>
                </a:gs>
                <a:gs pos="14286">
                  <a:srgbClr val="FFFFFF">
                    <a:alpha val="8554"/>
                  </a:srgbClr>
                </a:gs>
                <a:gs pos="28571">
                  <a:srgbClr val="FFFFFF">
                    <a:alpha val="6708"/>
                  </a:srgbClr>
                </a:gs>
                <a:gs pos="42857">
                  <a:srgbClr val="FFFFFF">
                    <a:alpha val="4452"/>
                  </a:srgbClr>
                </a:gs>
                <a:gs pos="57143">
                  <a:srgbClr val="FFFFFF">
                    <a:alpha val="2492"/>
                  </a:srgbClr>
                </a:gs>
                <a:gs pos="71429">
                  <a:srgbClr val="FFFFFF">
                    <a:alpha val="1174"/>
                  </a:srgbClr>
                </a:gs>
                <a:gs pos="85714">
                  <a:srgbClr val="FFFFFF">
                    <a:alpha val="466"/>
                  </a:srgbClr>
                </a:gs>
                <a:gs pos="100000">
                  <a:srgbClr val="FFFFFF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341156">
              <a:off x="2426233" y="957221"/>
              <a:ext cx="826972" cy="110743"/>
            </a:xfrm>
            <a:prstGeom prst="ellipse">
              <a:avLst/>
            </a:prstGeom>
            <a:gradFill>
              <a:gsLst>
                <a:gs pos="0">
                  <a:srgbClr val="DCDADB">
                    <a:alpha val="25202"/>
                  </a:srgbClr>
                </a:gs>
                <a:gs pos="14286">
                  <a:srgbClr val="DCDADB">
                    <a:alpha val="23424"/>
                  </a:srgbClr>
                </a:gs>
                <a:gs pos="28571">
                  <a:srgbClr val="DCDADB">
                    <a:alpha val="18717"/>
                  </a:srgbClr>
                </a:gs>
                <a:gs pos="42857">
                  <a:srgbClr val="DCDADB">
                    <a:alpha val="12709"/>
                  </a:srgbClr>
                </a:gs>
                <a:gs pos="57143">
                  <a:srgbClr val="DCDADB">
                    <a:alpha val="7255"/>
                  </a:srgbClr>
                </a:gs>
                <a:gs pos="71429">
                  <a:srgbClr val="DCDADB">
                    <a:alpha val="3464"/>
                  </a:srgbClr>
                </a:gs>
                <a:gs pos="85714">
                  <a:srgbClr val="DCDADB">
                    <a:alpha val="1384"/>
                  </a:srgbClr>
                </a:gs>
                <a:gs pos="100000">
                  <a:srgbClr val="DCDADB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3129177">
              <a:off x="1112100" y="2239109"/>
              <a:ext cx="867748" cy="136176"/>
            </a:xfrm>
            <a:prstGeom prst="ellipse">
              <a:avLst/>
            </a:prstGeom>
            <a:gradFill>
              <a:gsLst>
                <a:gs pos="0">
                  <a:srgbClr val="DDD8DB">
                    <a:alpha val="13077"/>
                  </a:srgbClr>
                </a:gs>
                <a:gs pos="14286">
                  <a:srgbClr val="DDD8DB">
                    <a:alpha val="12086"/>
                  </a:srgbClr>
                </a:gs>
                <a:gs pos="28571">
                  <a:srgbClr val="DDD8DB">
                    <a:alpha val="9518"/>
                  </a:srgbClr>
                </a:gs>
                <a:gs pos="42857">
                  <a:srgbClr val="DDD8DB">
                    <a:alpha val="6350"/>
                  </a:srgbClr>
                </a:gs>
                <a:gs pos="57143">
                  <a:srgbClr val="DDD8DB">
                    <a:alpha val="3570"/>
                  </a:srgbClr>
                </a:gs>
                <a:gs pos="71429">
                  <a:srgbClr val="DDD8DB">
                    <a:alpha val="1687"/>
                  </a:srgbClr>
                </a:gs>
                <a:gs pos="85714">
                  <a:srgbClr val="DDD8DB">
                    <a:alpha val="671"/>
                  </a:srgbClr>
                </a:gs>
                <a:gs pos="100000">
                  <a:srgbClr val="DDD8DB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4111836">
              <a:off x="709109" y="3301132"/>
              <a:ext cx="451886" cy="573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7930295">
              <a:off x="1259309" y="258978"/>
              <a:ext cx="718638" cy="3703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9312072">
              <a:off x="1237377" y="2189322"/>
              <a:ext cx="889753" cy="177105"/>
            </a:xfrm>
            <a:prstGeom prst="ellipse">
              <a:avLst/>
            </a:prstGeom>
            <a:gradFill>
              <a:gsLst>
                <a:gs pos="0">
                  <a:srgbClr val="DFDBDE">
                    <a:alpha val="5409"/>
                  </a:srgbClr>
                </a:gs>
                <a:gs pos="14286">
                  <a:srgbClr val="DFDBDE">
                    <a:alpha val="4983"/>
                  </a:srgbClr>
                </a:gs>
                <a:gs pos="28571">
                  <a:srgbClr val="DFDBDE">
                    <a:alpha val="3891"/>
                  </a:srgbClr>
                </a:gs>
                <a:gs pos="42857">
                  <a:srgbClr val="DFDBDE">
                    <a:alpha val="2569"/>
                  </a:srgbClr>
                </a:gs>
                <a:gs pos="57143">
                  <a:srgbClr val="DFDBDE">
                    <a:alpha val="1432"/>
                  </a:srgbClr>
                </a:gs>
                <a:gs pos="71429">
                  <a:srgbClr val="DFDBDE">
                    <a:alpha val="673"/>
                  </a:srgbClr>
                </a:gs>
                <a:gs pos="85714">
                  <a:srgbClr val="DFDBDE">
                    <a:alpha val="267"/>
                  </a:srgbClr>
                </a:gs>
                <a:gs pos="100000">
                  <a:srgbClr val="DFDBDE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7396674">
              <a:off x="2604576" y="2252762"/>
              <a:ext cx="854568" cy="1504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-9586617">
              <a:off x="907003" y="2628557"/>
              <a:ext cx="573694" cy="459113"/>
            </a:xfrm>
            <a:prstGeom prst="ellipse">
              <a:avLst/>
            </a:prstGeom>
            <a:gradFill>
              <a:gsLst>
                <a:gs pos="0">
                  <a:srgbClr val="EFEEEE">
                    <a:alpha val="6050"/>
                  </a:srgbClr>
                </a:gs>
                <a:gs pos="14286">
                  <a:srgbClr val="EFEEEE">
                    <a:alpha val="5574"/>
                  </a:srgbClr>
                </a:gs>
                <a:gs pos="28571">
                  <a:srgbClr val="EFEEEE">
                    <a:alpha val="4356"/>
                  </a:srgbClr>
                </a:gs>
                <a:gs pos="42857">
                  <a:srgbClr val="EFEEEE">
                    <a:alpha val="2879"/>
                  </a:srgbClr>
                </a:gs>
                <a:gs pos="57143">
                  <a:srgbClr val="EFEEEE">
                    <a:alpha val="1606"/>
                  </a:srgbClr>
                </a:gs>
                <a:gs pos="71429">
                  <a:srgbClr val="EFEEEE">
                    <a:alpha val="755"/>
                  </a:srgbClr>
                </a:gs>
                <a:gs pos="85714">
                  <a:srgbClr val="EFEEEE">
                    <a:alpha val="299"/>
                  </a:srgbClr>
                </a:gs>
                <a:gs pos="100000">
                  <a:srgbClr val="EFEEEE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2717808">
              <a:off x="2925006" y="3432974"/>
              <a:ext cx="736750" cy="609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-9747426">
              <a:off x="2041439" y="1908357"/>
              <a:ext cx="770585" cy="983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4836651">
              <a:off x="1721269" y="473284"/>
              <a:ext cx="456679" cy="1342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6910005">
              <a:off x="1291059" y="2967292"/>
              <a:ext cx="989018" cy="299390"/>
            </a:xfrm>
            <a:prstGeom prst="ellipse">
              <a:avLst/>
            </a:prstGeom>
            <a:gradFill>
              <a:gsLst>
                <a:gs pos="0">
                  <a:srgbClr val="000000">
                    <a:alpha val="4124"/>
                  </a:srgbClr>
                </a:gs>
                <a:gs pos="14286">
                  <a:srgbClr val="000000">
                    <a:alpha val="3797"/>
                  </a:srgbClr>
                </a:gs>
                <a:gs pos="28571">
                  <a:srgbClr val="000000">
                    <a:alpha val="2961"/>
                  </a:srgbClr>
                </a:gs>
                <a:gs pos="42857">
                  <a:srgbClr val="000000">
                    <a:alpha val="1952"/>
                  </a:srgbClr>
                </a:gs>
                <a:gs pos="57143">
                  <a:srgbClr val="000000">
                    <a:alpha val="1087"/>
                  </a:srgbClr>
                </a:gs>
                <a:gs pos="71429">
                  <a:srgbClr val="000000">
                    <a:alpha val="510"/>
                  </a:srgbClr>
                </a:gs>
                <a:gs pos="85714">
                  <a:srgbClr val="000000">
                    <a:alpha val="202"/>
                  </a:srgbClr>
                </a:gs>
                <a:gs pos="100000">
                  <a:srgbClr val="0000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7522710">
              <a:off x="3187247" y="2667372"/>
              <a:ext cx="773371" cy="405767"/>
            </a:xfrm>
            <a:prstGeom prst="ellipse">
              <a:avLst/>
            </a:prstGeom>
            <a:gradFill>
              <a:gsLst>
                <a:gs pos="0">
                  <a:srgbClr val="FFFFFE">
                    <a:alpha val="6965"/>
                  </a:srgbClr>
                </a:gs>
                <a:gs pos="14286">
                  <a:srgbClr val="FFFFFE">
                    <a:alpha val="6420"/>
                  </a:srgbClr>
                </a:gs>
                <a:gs pos="28571">
                  <a:srgbClr val="FFFFFE">
                    <a:alpha val="5022"/>
                  </a:srgbClr>
                </a:gs>
                <a:gs pos="42857">
                  <a:srgbClr val="FFFFFE">
                    <a:alpha val="3323"/>
                  </a:srgbClr>
                </a:gs>
                <a:gs pos="57143">
                  <a:srgbClr val="FFFFFE">
                    <a:alpha val="1855"/>
                  </a:srgbClr>
                </a:gs>
                <a:gs pos="71429">
                  <a:srgbClr val="FFFFFE">
                    <a:alpha val="873"/>
                  </a:srgbClr>
                </a:gs>
                <a:gs pos="85714">
                  <a:srgbClr val="FFFFFE">
                    <a:alpha val="346"/>
                  </a:srgbClr>
                </a:gs>
                <a:gs pos="100000">
                  <a:srgbClr val="FFFFFE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6358496">
              <a:off x="2672818" y="443371"/>
              <a:ext cx="537909" cy="515218"/>
            </a:xfrm>
            <a:prstGeom prst="ellipse">
              <a:avLst/>
            </a:prstGeom>
            <a:gradFill>
              <a:gsLst>
                <a:gs pos="0">
                  <a:srgbClr val="C9C8C8">
                    <a:alpha val="13532"/>
                  </a:srgbClr>
                </a:gs>
                <a:gs pos="14286">
                  <a:srgbClr val="C9C8C8">
                    <a:alpha val="12509"/>
                  </a:srgbClr>
                </a:gs>
                <a:gs pos="28571">
                  <a:srgbClr val="C9C8C8">
                    <a:alpha val="9856"/>
                  </a:srgbClr>
                </a:gs>
                <a:gs pos="42857">
                  <a:srgbClr val="C9C8C8">
                    <a:alpha val="6579"/>
                  </a:srgbClr>
                </a:gs>
                <a:gs pos="57143">
                  <a:srgbClr val="C9C8C8">
                    <a:alpha val="3701"/>
                  </a:srgbClr>
                </a:gs>
                <a:gs pos="71429">
                  <a:srgbClr val="C9C8C8">
                    <a:alpha val="1750"/>
                  </a:srgbClr>
                </a:gs>
                <a:gs pos="85714">
                  <a:srgbClr val="C9C8C8">
                    <a:alpha val="696"/>
                  </a:srgbClr>
                </a:gs>
                <a:gs pos="100000">
                  <a:srgbClr val="C9C8C8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9187235">
              <a:off x="2613304" y="1823456"/>
              <a:ext cx="510081" cy="943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9289955">
              <a:off x="638946" y="968477"/>
              <a:ext cx="983886" cy="1722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-10744005">
              <a:off x="-166777" y="2220163"/>
              <a:ext cx="598129" cy="368216"/>
            </a:xfrm>
            <a:prstGeom prst="ellipse">
              <a:avLst/>
            </a:prstGeom>
            <a:gradFill>
              <a:gsLst>
                <a:gs pos="0">
                  <a:srgbClr val="FEFEFE">
                    <a:alpha val="3907"/>
                  </a:srgbClr>
                </a:gs>
                <a:gs pos="14286">
                  <a:srgbClr val="FEFEFE">
                    <a:alpha val="3597"/>
                  </a:srgbClr>
                </a:gs>
                <a:gs pos="28571">
                  <a:srgbClr val="FEFEFE">
                    <a:alpha val="2804"/>
                  </a:srgbClr>
                </a:gs>
                <a:gs pos="42857">
                  <a:srgbClr val="FEFEFE">
                    <a:alpha val="1848"/>
                  </a:srgbClr>
                </a:gs>
                <a:gs pos="57143">
                  <a:srgbClr val="FEFEFE">
                    <a:alpha val="1028"/>
                  </a:srgbClr>
                </a:gs>
                <a:gs pos="71429">
                  <a:srgbClr val="FEFEFE">
                    <a:alpha val="483"/>
                  </a:srgbClr>
                </a:gs>
                <a:gs pos="85714">
                  <a:srgbClr val="FEFEFE">
                    <a:alpha val="191"/>
                  </a:srgbClr>
                </a:gs>
                <a:gs pos="100000">
                  <a:srgbClr val="FEFEFE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309357">
              <a:off x="2990247" y="3140625"/>
              <a:ext cx="523313" cy="502627"/>
            </a:xfrm>
            <a:prstGeom prst="ellipse">
              <a:avLst/>
            </a:prstGeom>
            <a:gradFill>
              <a:gsLst>
                <a:gs pos="0">
                  <a:srgbClr val="000000">
                    <a:alpha val="4447"/>
                  </a:srgbClr>
                </a:gs>
                <a:gs pos="14286">
                  <a:srgbClr val="000000">
                    <a:alpha val="4095"/>
                  </a:srgbClr>
                </a:gs>
                <a:gs pos="28571">
                  <a:srgbClr val="000000">
                    <a:alpha val="3194"/>
                  </a:srgbClr>
                </a:gs>
                <a:gs pos="42857">
                  <a:srgbClr val="000000">
                    <a:alpha val="2107"/>
                  </a:srgbClr>
                </a:gs>
                <a:gs pos="57143">
                  <a:srgbClr val="000000">
                    <a:alpha val="1173"/>
                  </a:srgbClr>
                </a:gs>
                <a:gs pos="71429">
                  <a:srgbClr val="000000">
                    <a:alpha val="551"/>
                  </a:srgbClr>
                </a:gs>
                <a:gs pos="85714">
                  <a:srgbClr val="000000">
                    <a:alpha val="218"/>
                  </a:srgbClr>
                </a:gs>
                <a:gs pos="100000">
                  <a:srgbClr val="0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6785394">
              <a:off x="1430094" y="987942"/>
              <a:ext cx="1148515" cy="1145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-10040517">
              <a:off x="2034397" y="3456583"/>
              <a:ext cx="1128461" cy="56752"/>
            </a:xfrm>
            <a:prstGeom prst="ellipse">
              <a:avLst/>
            </a:prstGeom>
            <a:gradFill>
              <a:gsLst>
                <a:gs pos="0">
                  <a:srgbClr val="625B5D">
                    <a:alpha val="32968"/>
                  </a:srgbClr>
                </a:gs>
                <a:gs pos="14286">
                  <a:srgbClr val="625B5D">
                    <a:alpha val="30764"/>
                  </a:srgbClr>
                </a:gs>
                <a:gs pos="28571">
                  <a:srgbClr val="625B5D">
                    <a:alpha val="24833"/>
                  </a:srgbClr>
                </a:gs>
                <a:gs pos="42857">
                  <a:srgbClr val="625B5D">
                    <a:alpha val="17075"/>
                  </a:srgbClr>
                </a:gs>
                <a:gs pos="57143">
                  <a:srgbClr val="625B5D">
                    <a:alpha val="9855"/>
                  </a:srgbClr>
                </a:gs>
                <a:gs pos="71429">
                  <a:srgbClr val="625B5D">
                    <a:alpha val="4740"/>
                  </a:srgbClr>
                </a:gs>
                <a:gs pos="85714">
                  <a:srgbClr val="625B5D">
                    <a:alpha val="1902"/>
                  </a:srgbClr>
                </a:gs>
                <a:gs pos="100000">
                  <a:srgbClr val="625B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-8542772">
              <a:off x="372951" y="403748"/>
              <a:ext cx="863036" cy="628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7584496">
              <a:off x="2635466" y="1075806"/>
              <a:ext cx="461507" cy="68930"/>
            </a:xfrm>
            <a:prstGeom prst="ellipse">
              <a:avLst/>
            </a:prstGeom>
            <a:gradFill>
              <a:gsLst>
                <a:gs pos="0">
                  <a:srgbClr val="FAF6F8">
                    <a:alpha val="22491"/>
                  </a:srgbClr>
                </a:gs>
                <a:gs pos="14286">
                  <a:srgbClr val="FAF6F8">
                    <a:alpha val="20877"/>
                  </a:srgbClr>
                </a:gs>
                <a:gs pos="28571">
                  <a:srgbClr val="FAF6F8">
                    <a:alpha val="16625"/>
                  </a:srgbClr>
                </a:gs>
                <a:gs pos="42857">
                  <a:srgbClr val="FAF6F8">
                    <a:alpha val="11242"/>
                  </a:srgbClr>
                </a:gs>
                <a:gs pos="57143">
                  <a:srgbClr val="FAF6F8">
                    <a:alpha val="6395"/>
                  </a:srgbClr>
                </a:gs>
                <a:gs pos="71429">
                  <a:srgbClr val="FAF6F8">
                    <a:alpha val="3046"/>
                  </a:srgbClr>
                </a:gs>
                <a:gs pos="85714">
                  <a:srgbClr val="FAF6F8">
                    <a:alpha val="1216"/>
                  </a:srgbClr>
                </a:gs>
                <a:gs pos="100000">
                  <a:srgbClr val="FAF6F8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3395197">
              <a:off x="1083569" y="2595433"/>
              <a:ext cx="689924" cy="3812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515844">
              <a:off x="-272657" y="872857"/>
              <a:ext cx="976361" cy="175301"/>
            </a:xfrm>
            <a:prstGeom prst="ellipse">
              <a:avLst/>
            </a:prstGeom>
            <a:gradFill>
              <a:gsLst>
                <a:gs pos="0">
                  <a:srgbClr val="000004">
                    <a:alpha val="19027"/>
                  </a:srgbClr>
                </a:gs>
                <a:gs pos="14286">
                  <a:srgbClr val="000004">
                    <a:alpha val="17633"/>
                  </a:srgbClr>
                </a:gs>
                <a:gs pos="28571">
                  <a:srgbClr val="000004">
                    <a:alpha val="13982"/>
                  </a:srgbClr>
                </a:gs>
                <a:gs pos="42857">
                  <a:srgbClr val="000004">
                    <a:alpha val="9407"/>
                  </a:srgbClr>
                </a:gs>
                <a:gs pos="57143">
                  <a:srgbClr val="000004">
                    <a:alpha val="5327"/>
                  </a:srgbClr>
                </a:gs>
                <a:gs pos="71429">
                  <a:srgbClr val="000004">
                    <a:alpha val="2530"/>
                  </a:srgbClr>
                </a:gs>
                <a:gs pos="85714">
                  <a:srgbClr val="000004">
                    <a:alpha val="1008"/>
                  </a:srgbClr>
                </a:gs>
                <a:gs pos="100000">
                  <a:srgbClr val="000004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10091898">
              <a:off x="2915344" y="2877628"/>
              <a:ext cx="846091" cy="197794"/>
            </a:xfrm>
            <a:prstGeom prst="ellipse">
              <a:avLst/>
            </a:prstGeom>
            <a:gradFill>
              <a:gsLst>
                <a:gs pos="0">
                  <a:srgbClr val="989898">
                    <a:alpha val="16530"/>
                  </a:srgbClr>
                </a:gs>
                <a:gs pos="14286">
                  <a:srgbClr val="989898">
                    <a:alpha val="15301"/>
                  </a:srgbClr>
                </a:gs>
                <a:gs pos="28571">
                  <a:srgbClr val="989898">
                    <a:alpha val="12098"/>
                  </a:srgbClr>
                </a:gs>
                <a:gs pos="42857">
                  <a:srgbClr val="989898">
                    <a:alpha val="8110"/>
                  </a:srgbClr>
                </a:gs>
                <a:gs pos="57143">
                  <a:srgbClr val="989898">
                    <a:alpha val="4578"/>
                  </a:srgbClr>
                </a:gs>
                <a:gs pos="71429">
                  <a:srgbClr val="989898">
                    <a:alpha val="2170"/>
                  </a:srgbClr>
                </a:gs>
                <a:gs pos="85714">
                  <a:srgbClr val="989898">
                    <a:alpha val="864"/>
                  </a:srgbClr>
                </a:gs>
                <a:gs pos="100000">
                  <a:srgbClr val="989898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-10284425">
              <a:off x="536453" y="348749"/>
              <a:ext cx="778726" cy="182923"/>
            </a:xfrm>
            <a:prstGeom prst="ellipse">
              <a:avLst/>
            </a:prstGeom>
            <a:gradFill>
              <a:gsLst>
                <a:gs pos="0">
                  <a:srgbClr val="000000">
                    <a:alpha val="10257"/>
                  </a:srgbClr>
                </a:gs>
                <a:gs pos="14286">
                  <a:srgbClr val="000000">
                    <a:alpha val="9468"/>
                  </a:srgbClr>
                </a:gs>
                <a:gs pos="28571">
                  <a:srgbClr val="000000">
                    <a:alpha val="7432"/>
                  </a:srgbClr>
                </a:gs>
                <a:gs pos="42857">
                  <a:srgbClr val="000000">
                    <a:alpha val="4939"/>
                  </a:srgbClr>
                </a:gs>
                <a:gs pos="57143">
                  <a:srgbClr val="000000">
                    <a:alpha val="2768"/>
                  </a:srgbClr>
                </a:gs>
                <a:gs pos="71429">
                  <a:srgbClr val="000000">
                    <a:alpha val="1305"/>
                  </a:srgbClr>
                </a:gs>
                <a:gs pos="85714">
                  <a:srgbClr val="000000">
                    <a:alpha val="518"/>
                  </a:srgbClr>
                </a:gs>
                <a:gs pos="100000">
                  <a:srgbClr val="000000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4545157">
              <a:off x="2908528" y="2670250"/>
              <a:ext cx="1100310" cy="70847"/>
            </a:xfrm>
            <a:prstGeom prst="ellipse">
              <a:avLst/>
            </a:prstGeom>
            <a:gradFill>
              <a:gsLst>
                <a:gs pos="0">
                  <a:srgbClr val="151F16">
                    <a:alpha val="32968"/>
                  </a:srgbClr>
                </a:gs>
                <a:gs pos="14286">
                  <a:srgbClr val="151F16">
                    <a:alpha val="30764"/>
                  </a:srgbClr>
                </a:gs>
                <a:gs pos="28571">
                  <a:srgbClr val="151F16">
                    <a:alpha val="24833"/>
                  </a:srgbClr>
                </a:gs>
                <a:gs pos="42857">
                  <a:srgbClr val="151F16">
                    <a:alpha val="17075"/>
                  </a:srgbClr>
                </a:gs>
                <a:gs pos="57143">
                  <a:srgbClr val="151F16">
                    <a:alpha val="9855"/>
                  </a:srgbClr>
                </a:gs>
                <a:gs pos="71429">
                  <a:srgbClr val="151F16">
                    <a:alpha val="4740"/>
                  </a:srgbClr>
                </a:gs>
                <a:gs pos="85714">
                  <a:srgbClr val="151F16">
                    <a:alpha val="1902"/>
                  </a:srgbClr>
                </a:gs>
                <a:gs pos="100000">
                  <a:srgbClr val="151F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5475889">
              <a:off x="3085629" y="2958592"/>
              <a:ext cx="1076077" cy="145602"/>
            </a:xfrm>
            <a:prstGeom prst="ellipse">
              <a:avLst/>
            </a:prstGeom>
            <a:gradFill>
              <a:gsLst>
                <a:gs pos="0">
                  <a:srgbClr val="130012">
                    <a:alpha val="26552"/>
                  </a:srgbClr>
                </a:gs>
                <a:gs pos="14286">
                  <a:srgbClr val="130012">
                    <a:alpha val="24696"/>
                  </a:srgbClr>
                </a:gs>
                <a:gs pos="28571">
                  <a:srgbClr val="130012">
                    <a:alpha val="19766"/>
                  </a:srgbClr>
                </a:gs>
                <a:gs pos="42857">
                  <a:srgbClr val="130012">
                    <a:alpha val="13450"/>
                  </a:srgbClr>
                </a:gs>
                <a:gs pos="57143">
                  <a:srgbClr val="130012">
                    <a:alpha val="7692"/>
                  </a:srgbClr>
                </a:gs>
                <a:gs pos="71429">
                  <a:srgbClr val="130012">
                    <a:alpha val="3677"/>
                  </a:srgbClr>
                </a:gs>
                <a:gs pos="85714">
                  <a:srgbClr val="130012">
                    <a:alpha val="1471"/>
                  </a:srgbClr>
                </a:gs>
                <a:gs pos="100000">
                  <a:srgbClr val="130012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6778902">
              <a:off x="-109473" y="2369982"/>
              <a:ext cx="1020378" cy="544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-9072491">
              <a:off x="2585507" y="3544955"/>
              <a:ext cx="744375" cy="46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520166">
              <a:off x="2296365" y="3028859"/>
              <a:ext cx="857070" cy="153824"/>
            </a:xfrm>
            <a:prstGeom prst="ellipse">
              <a:avLst/>
            </a:prstGeom>
            <a:gradFill>
              <a:gsLst>
                <a:gs pos="0">
                  <a:srgbClr val="B4B5B4">
                    <a:alpha val="32270"/>
                  </a:srgbClr>
                </a:gs>
                <a:gs pos="14286">
                  <a:srgbClr val="B4B5B4">
                    <a:alpha val="30102"/>
                  </a:srgbClr>
                </a:gs>
                <a:gs pos="28571">
                  <a:srgbClr val="B4B5B4">
                    <a:alpha val="24275"/>
                  </a:srgbClr>
                </a:gs>
                <a:gs pos="42857">
                  <a:srgbClr val="B4B5B4">
                    <a:alpha val="16672"/>
                  </a:srgbClr>
                </a:gs>
                <a:gs pos="57143">
                  <a:srgbClr val="B4B5B4">
                    <a:alpha val="9612"/>
                  </a:srgbClr>
                </a:gs>
                <a:gs pos="71429">
                  <a:srgbClr val="B4B5B4">
                    <a:alpha val="4621"/>
                  </a:srgbClr>
                </a:gs>
                <a:gs pos="85714">
                  <a:srgbClr val="B4B5B4">
                    <a:alpha val="1853"/>
                  </a:srgbClr>
                </a:gs>
                <a:gs pos="100000">
                  <a:srgbClr val="B4B5B4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7574092">
              <a:off x="2687995" y="2152361"/>
              <a:ext cx="863551" cy="714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9448285">
              <a:off x="1052915" y="1916589"/>
              <a:ext cx="365014" cy="156767"/>
            </a:xfrm>
            <a:prstGeom prst="ellipse">
              <a:avLst/>
            </a:prstGeom>
            <a:gradFill>
              <a:gsLst>
                <a:gs pos="0">
                  <a:srgbClr val="FCFCFC">
                    <a:alpha val="32968"/>
                  </a:srgbClr>
                </a:gs>
                <a:gs pos="14286">
                  <a:srgbClr val="FCFCFC">
                    <a:alpha val="30764"/>
                  </a:srgbClr>
                </a:gs>
                <a:gs pos="28571">
                  <a:srgbClr val="FCFCFC">
                    <a:alpha val="24833"/>
                  </a:srgbClr>
                </a:gs>
                <a:gs pos="42857">
                  <a:srgbClr val="FCFCFC">
                    <a:alpha val="17075"/>
                  </a:srgbClr>
                </a:gs>
                <a:gs pos="57143">
                  <a:srgbClr val="FCFCFC">
                    <a:alpha val="9855"/>
                  </a:srgbClr>
                </a:gs>
                <a:gs pos="71429">
                  <a:srgbClr val="FCFCFC">
                    <a:alpha val="4740"/>
                  </a:srgbClr>
                </a:gs>
                <a:gs pos="85714">
                  <a:srgbClr val="FCFCFC">
                    <a:alpha val="1902"/>
                  </a:srgbClr>
                </a:gs>
                <a:gs pos="100000">
                  <a:srgbClr val="FC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5105781">
              <a:off x="-374971" y="2380598"/>
              <a:ext cx="840576" cy="127693"/>
            </a:xfrm>
            <a:prstGeom prst="ellipse">
              <a:avLst/>
            </a:prstGeom>
            <a:gradFill>
              <a:gsLst>
                <a:gs pos="0">
                  <a:srgbClr val="000000">
                    <a:alpha val="30136"/>
                  </a:srgbClr>
                </a:gs>
                <a:gs pos="14286">
                  <a:srgbClr val="000000">
                    <a:alpha val="28080"/>
                  </a:srgbClr>
                </a:gs>
                <a:gs pos="28571">
                  <a:srgbClr val="000000">
                    <a:alpha val="22580"/>
                  </a:srgbClr>
                </a:gs>
                <a:gs pos="42857">
                  <a:srgbClr val="000000">
                    <a:alpha val="15453"/>
                  </a:srgbClr>
                </a:gs>
                <a:gs pos="57143">
                  <a:srgbClr val="000000">
                    <a:alpha val="8882"/>
                  </a:srgbClr>
                </a:gs>
                <a:gs pos="71429">
                  <a:srgbClr val="000000">
                    <a:alpha val="4261"/>
                  </a:srgbClr>
                </a:gs>
                <a:gs pos="85714">
                  <a:srgbClr val="000000">
                    <a:alpha val="1707"/>
                  </a:srgbClr>
                </a:gs>
                <a:gs pos="100000">
                  <a:srgbClr val="000000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6017694">
              <a:off x="2143251" y="3070167"/>
              <a:ext cx="391965" cy="344454"/>
            </a:xfrm>
            <a:prstGeom prst="ellipse">
              <a:avLst/>
            </a:prstGeom>
            <a:gradFill>
              <a:gsLst>
                <a:gs pos="0">
                  <a:srgbClr val="000100">
                    <a:alpha val="22771"/>
                  </a:srgbClr>
                </a:gs>
                <a:gs pos="14286">
                  <a:srgbClr val="000100">
                    <a:alpha val="21140"/>
                  </a:srgbClr>
                </a:gs>
                <a:gs pos="28571">
                  <a:srgbClr val="000100">
                    <a:alpha val="16840"/>
                  </a:srgbClr>
                </a:gs>
                <a:gs pos="42857">
                  <a:srgbClr val="000100">
                    <a:alpha val="11393"/>
                  </a:srgbClr>
                </a:gs>
                <a:gs pos="57143">
                  <a:srgbClr val="000100">
                    <a:alpha val="6482"/>
                  </a:srgbClr>
                </a:gs>
                <a:gs pos="71429">
                  <a:srgbClr val="000100">
                    <a:alpha val="3089"/>
                  </a:srgbClr>
                </a:gs>
                <a:gs pos="85714">
                  <a:srgbClr val="000100">
                    <a:alpha val="1233"/>
                  </a:srgbClr>
                </a:gs>
                <a:gs pos="100000">
                  <a:srgbClr val="000100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-8449863">
              <a:off x="2916554" y="1094224"/>
              <a:ext cx="661869" cy="312592"/>
            </a:xfrm>
            <a:prstGeom prst="ellipse">
              <a:avLst/>
            </a:prstGeom>
            <a:gradFill>
              <a:gsLst>
                <a:gs pos="0">
                  <a:srgbClr val="DCDDDC">
                    <a:alpha val="20465"/>
                  </a:srgbClr>
                </a:gs>
                <a:gs pos="14286">
                  <a:srgbClr val="DCDDDC">
                    <a:alpha val="18978"/>
                  </a:srgbClr>
                </a:gs>
                <a:gs pos="28571">
                  <a:srgbClr val="DCDDDC">
                    <a:alpha val="15075"/>
                  </a:srgbClr>
                </a:gs>
                <a:gs pos="42857">
                  <a:srgbClr val="DCDDDC">
                    <a:alpha val="10164"/>
                  </a:srgbClr>
                </a:gs>
                <a:gs pos="57143">
                  <a:srgbClr val="DCDDDC">
                    <a:alpha val="5766"/>
                  </a:srgbClr>
                </a:gs>
                <a:gs pos="71429">
                  <a:srgbClr val="DCDDDC">
                    <a:alpha val="2742"/>
                  </a:srgbClr>
                </a:gs>
                <a:gs pos="85714">
                  <a:srgbClr val="DCDDDC">
                    <a:alpha val="1093"/>
                  </a:srgbClr>
                </a:gs>
                <a:gs pos="100000">
                  <a:srgbClr val="DCDDDC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7918587">
              <a:off x="2449216" y="3228518"/>
              <a:ext cx="983877" cy="1398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8968553">
              <a:off x="762132" y="1713544"/>
              <a:ext cx="948725" cy="808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3555204">
              <a:off x="1346948" y="908365"/>
              <a:ext cx="859644" cy="321276"/>
            </a:xfrm>
            <a:prstGeom prst="ellipse">
              <a:avLst/>
            </a:prstGeom>
            <a:gradFill>
              <a:gsLst>
                <a:gs pos="0">
                  <a:srgbClr val="000000">
                    <a:alpha val="2951"/>
                  </a:srgbClr>
                </a:gs>
                <a:gs pos="14286">
                  <a:srgbClr val="000000">
                    <a:alpha val="2715"/>
                  </a:srgbClr>
                </a:gs>
                <a:gs pos="28571">
                  <a:srgbClr val="000000">
                    <a:alpha val="2115"/>
                  </a:srgbClr>
                </a:gs>
                <a:gs pos="42857">
                  <a:srgbClr val="000000">
                    <a:alpha val="1392"/>
                  </a:srgbClr>
                </a:gs>
                <a:gs pos="57143">
                  <a:srgbClr val="000000">
                    <a:alpha val="774"/>
                  </a:srgbClr>
                </a:gs>
                <a:gs pos="71429">
                  <a:srgbClr val="000000">
                    <a:alpha val="363"/>
                  </a:srgbClr>
                </a:gs>
                <a:gs pos="85714">
                  <a:srgbClr val="000000">
                    <a:alpha val="144"/>
                  </a:srgbClr>
                </a:gs>
                <a:gs pos="100000">
                  <a:srgbClr val="0000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9946040">
              <a:off x="2642442" y="578193"/>
              <a:ext cx="875758" cy="190665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4091917">
              <a:off x="1400371" y="-248172"/>
              <a:ext cx="518878" cy="496343"/>
            </a:xfrm>
            <a:prstGeom prst="ellipse">
              <a:avLst/>
            </a:prstGeom>
            <a:gradFill>
              <a:gsLst>
                <a:gs pos="0">
                  <a:srgbClr val="7C7A7C">
                    <a:alpha val="28414"/>
                  </a:srgbClr>
                </a:gs>
                <a:gs pos="14286">
                  <a:srgbClr val="7C7A7C">
                    <a:alpha val="26453"/>
                  </a:srgbClr>
                </a:gs>
                <a:gs pos="28571">
                  <a:srgbClr val="7C7A7C">
                    <a:alpha val="21223"/>
                  </a:srgbClr>
                </a:gs>
                <a:gs pos="42857">
                  <a:srgbClr val="7C7A7C">
                    <a:alpha val="14484"/>
                  </a:srgbClr>
                </a:gs>
                <a:gs pos="57143">
                  <a:srgbClr val="7C7A7C">
                    <a:alpha val="8305"/>
                  </a:srgbClr>
                </a:gs>
                <a:gs pos="71429">
                  <a:srgbClr val="7C7A7C">
                    <a:alpha val="3977"/>
                  </a:srgbClr>
                </a:gs>
                <a:gs pos="85714">
                  <a:srgbClr val="7C7A7C">
                    <a:alpha val="1592"/>
                  </a:srgbClr>
                </a:gs>
                <a:gs pos="100000">
                  <a:srgbClr val="7C7A7C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6576162">
              <a:off x="2545165" y="1893183"/>
              <a:ext cx="840076" cy="476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-10334206">
              <a:off x="2520635" y="3413605"/>
              <a:ext cx="843895" cy="111128"/>
            </a:xfrm>
            <a:prstGeom prst="ellipse">
              <a:avLst/>
            </a:prstGeom>
            <a:gradFill>
              <a:gsLst>
                <a:gs pos="0">
                  <a:srgbClr val="E5E6E5">
                    <a:alpha val="32968"/>
                  </a:srgbClr>
                </a:gs>
                <a:gs pos="14286">
                  <a:srgbClr val="E5E6E5">
                    <a:alpha val="30764"/>
                  </a:srgbClr>
                </a:gs>
                <a:gs pos="28571">
                  <a:srgbClr val="E5E6E5">
                    <a:alpha val="24833"/>
                  </a:srgbClr>
                </a:gs>
                <a:gs pos="42857">
                  <a:srgbClr val="E5E6E5">
                    <a:alpha val="17075"/>
                  </a:srgbClr>
                </a:gs>
                <a:gs pos="57143">
                  <a:srgbClr val="E5E6E5">
                    <a:alpha val="9855"/>
                  </a:srgbClr>
                </a:gs>
                <a:gs pos="71429">
                  <a:srgbClr val="E5E6E5">
                    <a:alpha val="4740"/>
                  </a:srgbClr>
                </a:gs>
                <a:gs pos="85714">
                  <a:srgbClr val="E5E6E5">
                    <a:alpha val="1902"/>
                  </a:srgbClr>
                </a:gs>
                <a:gs pos="100000">
                  <a:srgbClr val="E5E6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8779380">
              <a:off x="2257544" y="2096414"/>
              <a:ext cx="944021" cy="49820"/>
            </a:xfrm>
            <a:prstGeom prst="ellipse">
              <a:avLst/>
            </a:prstGeom>
            <a:gradFill>
              <a:gsLst>
                <a:gs pos="0">
                  <a:srgbClr val="D6D8D6">
                    <a:alpha val="32968"/>
                  </a:srgbClr>
                </a:gs>
                <a:gs pos="14286">
                  <a:srgbClr val="D6D8D6">
                    <a:alpha val="30764"/>
                  </a:srgbClr>
                </a:gs>
                <a:gs pos="28571">
                  <a:srgbClr val="D6D8D6">
                    <a:alpha val="24833"/>
                  </a:srgbClr>
                </a:gs>
                <a:gs pos="42857">
                  <a:srgbClr val="D6D8D6">
                    <a:alpha val="17075"/>
                  </a:srgbClr>
                </a:gs>
                <a:gs pos="57143">
                  <a:srgbClr val="D6D8D6">
                    <a:alpha val="9855"/>
                  </a:srgbClr>
                </a:gs>
                <a:gs pos="71429">
                  <a:srgbClr val="D6D8D6">
                    <a:alpha val="4740"/>
                  </a:srgbClr>
                </a:gs>
                <a:gs pos="85714">
                  <a:srgbClr val="D6D8D6">
                    <a:alpha val="1902"/>
                  </a:srgbClr>
                </a:gs>
                <a:gs pos="100000">
                  <a:srgbClr val="D6D8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8690156">
              <a:off x="979588" y="-25700"/>
              <a:ext cx="602878" cy="319403"/>
            </a:xfrm>
            <a:prstGeom prst="ellipse">
              <a:avLst/>
            </a:prstGeom>
            <a:gradFill>
              <a:gsLst>
                <a:gs pos="0">
                  <a:srgbClr val="D3D2D2">
                    <a:alpha val="32968"/>
                  </a:srgbClr>
                </a:gs>
                <a:gs pos="14286">
                  <a:srgbClr val="D3D2D2">
                    <a:alpha val="30764"/>
                  </a:srgbClr>
                </a:gs>
                <a:gs pos="28571">
                  <a:srgbClr val="D3D2D2">
                    <a:alpha val="24833"/>
                  </a:srgbClr>
                </a:gs>
                <a:gs pos="42857">
                  <a:srgbClr val="D3D2D2">
                    <a:alpha val="17075"/>
                  </a:srgbClr>
                </a:gs>
                <a:gs pos="57143">
                  <a:srgbClr val="D3D2D2">
                    <a:alpha val="9855"/>
                  </a:srgbClr>
                </a:gs>
                <a:gs pos="71429">
                  <a:srgbClr val="D3D2D2">
                    <a:alpha val="4740"/>
                  </a:srgbClr>
                </a:gs>
                <a:gs pos="85714">
                  <a:srgbClr val="D3D2D2">
                    <a:alpha val="1902"/>
                  </a:srgbClr>
                </a:gs>
                <a:gs pos="100000">
                  <a:srgbClr val="D3D2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10068130">
              <a:off x="1892901" y="1751396"/>
              <a:ext cx="902832" cy="129101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-9635044">
              <a:off x="-240972" y="1423308"/>
              <a:ext cx="1097460" cy="660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849873">
              <a:off x="2891094" y="3563761"/>
              <a:ext cx="650907" cy="791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2882864">
              <a:off x="2095781" y="3342360"/>
              <a:ext cx="787605" cy="1213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10135167">
              <a:off x="2652940" y="2060365"/>
              <a:ext cx="749046" cy="517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3242715">
              <a:off x="285724" y="534989"/>
              <a:ext cx="1019702" cy="180171"/>
            </a:xfrm>
            <a:prstGeom prst="ellipse">
              <a:avLst/>
            </a:prstGeom>
            <a:gradFill>
              <a:gsLst>
                <a:gs pos="0">
                  <a:srgbClr val="ADACAD">
                    <a:alpha val="32395"/>
                  </a:srgbClr>
                </a:gs>
                <a:gs pos="14286">
                  <a:srgbClr val="ADACAD">
                    <a:alpha val="30220"/>
                  </a:srgbClr>
                </a:gs>
                <a:gs pos="28571">
                  <a:srgbClr val="ADACAD">
                    <a:alpha val="24375"/>
                  </a:srgbClr>
                </a:gs>
                <a:gs pos="42857">
                  <a:srgbClr val="ADACAD">
                    <a:alpha val="16744"/>
                  </a:srgbClr>
                </a:gs>
                <a:gs pos="57143">
                  <a:srgbClr val="ADACAD">
                    <a:alpha val="9656"/>
                  </a:srgbClr>
                </a:gs>
                <a:gs pos="71429">
                  <a:srgbClr val="ADACAD">
                    <a:alpha val="4642"/>
                  </a:srgbClr>
                </a:gs>
                <a:gs pos="85714">
                  <a:srgbClr val="ADACAD">
                    <a:alpha val="1862"/>
                  </a:srgbClr>
                </a:gs>
                <a:gs pos="100000">
                  <a:srgbClr val="ADACAD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-9983202">
              <a:off x="1864369" y="2264030"/>
              <a:ext cx="1084531" cy="1333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4501233">
              <a:off x="2970066" y="1187181"/>
              <a:ext cx="578520" cy="2791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3416555">
              <a:off x="2353568" y="64917"/>
              <a:ext cx="590674" cy="82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7380146">
              <a:off x="3056288" y="2891686"/>
              <a:ext cx="978233" cy="183653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10537005">
              <a:off x="552857" y="1272789"/>
              <a:ext cx="743489" cy="141151"/>
            </a:xfrm>
            <a:prstGeom prst="ellipse">
              <a:avLst/>
            </a:prstGeom>
            <a:gradFill>
              <a:gsLst>
                <a:gs pos="0">
                  <a:srgbClr val="F1F2F1">
                    <a:alpha val="22532"/>
                  </a:srgbClr>
                </a:gs>
                <a:gs pos="14286">
                  <a:srgbClr val="F1F2F1">
                    <a:alpha val="20916"/>
                  </a:srgbClr>
                </a:gs>
                <a:gs pos="28571">
                  <a:srgbClr val="F1F2F1">
                    <a:alpha val="16656"/>
                  </a:srgbClr>
                </a:gs>
                <a:gs pos="42857">
                  <a:srgbClr val="F1F2F1">
                    <a:alpha val="11264"/>
                  </a:srgbClr>
                </a:gs>
                <a:gs pos="57143">
                  <a:srgbClr val="F1F2F1">
                    <a:alpha val="6407"/>
                  </a:srgbClr>
                </a:gs>
                <a:gs pos="71429">
                  <a:srgbClr val="F1F2F1">
                    <a:alpha val="3052"/>
                  </a:srgbClr>
                </a:gs>
                <a:gs pos="85714">
                  <a:srgbClr val="F1F2F1">
                    <a:alpha val="1218"/>
                  </a:srgbClr>
                </a:gs>
                <a:gs pos="100000">
                  <a:srgbClr val="F1F2F1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9592440">
              <a:off x="-4722" y="793630"/>
              <a:ext cx="730869" cy="109239"/>
            </a:xfrm>
            <a:prstGeom prst="ellipse">
              <a:avLst/>
            </a:prstGeom>
            <a:gradFill>
              <a:gsLst>
                <a:gs pos="0">
                  <a:srgbClr val="F7F7FA">
                    <a:alpha val="11558"/>
                  </a:srgbClr>
                </a:gs>
                <a:gs pos="14286">
                  <a:srgbClr val="F7F7FA">
                    <a:alpha val="10675"/>
                  </a:srgbClr>
                </a:gs>
                <a:gs pos="28571">
                  <a:srgbClr val="F7F7FA">
                    <a:alpha val="8392"/>
                  </a:srgbClr>
                </a:gs>
                <a:gs pos="42857">
                  <a:srgbClr val="F7F7FA">
                    <a:alpha val="5587"/>
                  </a:srgbClr>
                </a:gs>
                <a:gs pos="57143">
                  <a:srgbClr val="F7F7FA">
                    <a:alpha val="3136"/>
                  </a:srgbClr>
                </a:gs>
                <a:gs pos="71429">
                  <a:srgbClr val="F7F7FA">
                    <a:alpha val="1480"/>
                  </a:srgbClr>
                </a:gs>
                <a:gs pos="85714">
                  <a:srgbClr val="F7F7FA">
                    <a:alpha val="588"/>
                  </a:srgbClr>
                </a:gs>
                <a:gs pos="100000">
                  <a:srgbClr val="F7F7FA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7574352">
              <a:off x="1793236" y="3093172"/>
              <a:ext cx="683184" cy="979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5803408">
              <a:off x="1973688" y="2718582"/>
              <a:ext cx="758703" cy="334648"/>
            </a:xfrm>
            <a:prstGeom prst="ellipse">
              <a:avLst/>
            </a:prstGeom>
            <a:gradFill>
              <a:gsLst>
                <a:gs pos="0">
                  <a:srgbClr val="000500">
                    <a:alpha val="16967"/>
                  </a:srgbClr>
                </a:gs>
                <a:gs pos="14286">
                  <a:srgbClr val="000500">
                    <a:alpha val="15709"/>
                  </a:srgbClr>
                </a:gs>
                <a:gs pos="28571">
                  <a:srgbClr val="000500">
                    <a:alpha val="12426"/>
                  </a:srgbClr>
                </a:gs>
                <a:gs pos="42857">
                  <a:srgbClr val="000500">
                    <a:alpha val="8336"/>
                  </a:srgbClr>
                </a:gs>
                <a:gs pos="57143">
                  <a:srgbClr val="000500">
                    <a:alpha val="4708"/>
                  </a:srgbClr>
                </a:gs>
                <a:gs pos="71429">
                  <a:srgbClr val="000500">
                    <a:alpha val="2232"/>
                  </a:srgbClr>
                </a:gs>
                <a:gs pos="85714">
                  <a:srgbClr val="000500">
                    <a:alpha val="889"/>
                  </a:srgbClr>
                </a:gs>
                <a:gs pos="100000">
                  <a:srgbClr val="0005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9515022">
              <a:off x="-444936" y="1841584"/>
              <a:ext cx="1048063" cy="630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4663634">
              <a:off x="350601" y="3100648"/>
              <a:ext cx="536044" cy="256131"/>
            </a:xfrm>
            <a:prstGeom prst="ellipse">
              <a:avLst/>
            </a:prstGeom>
            <a:gradFill>
              <a:gsLst>
                <a:gs pos="0">
                  <a:srgbClr val="EEEDED">
                    <a:alpha val="10376"/>
                  </a:srgbClr>
                </a:gs>
                <a:gs pos="14286">
                  <a:srgbClr val="EEEDED">
                    <a:alpha val="9578"/>
                  </a:srgbClr>
                </a:gs>
                <a:gs pos="28571">
                  <a:srgbClr val="EEEDED">
                    <a:alpha val="7520"/>
                  </a:srgbClr>
                </a:gs>
                <a:gs pos="42857">
                  <a:srgbClr val="EEEDED">
                    <a:alpha val="4998"/>
                  </a:srgbClr>
                </a:gs>
                <a:gs pos="57143">
                  <a:srgbClr val="EEEDED">
                    <a:alpha val="2801"/>
                  </a:srgbClr>
                </a:gs>
                <a:gs pos="71429">
                  <a:srgbClr val="EEEDED">
                    <a:alpha val="1321"/>
                  </a:srgbClr>
                </a:gs>
                <a:gs pos="85714">
                  <a:srgbClr val="EEEDED">
                    <a:alpha val="525"/>
                  </a:srgbClr>
                </a:gs>
                <a:gs pos="100000">
                  <a:srgbClr val="EEEDED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10590682">
              <a:off x="488113" y="744901"/>
              <a:ext cx="877063" cy="1020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9597454">
              <a:off x="2458028" y="630691"/>
              <a:ext cx="525482" cy="523747"/>
            </a:xfrm>
            <a:prstGeom prst="ellipse">
              <a:avLst/>
            </a:prstGeom>
            <a:gradFill>
              <a:gsLst>
                <a:gs pos="0">
                  <a:srgbClr val="BAB7B4">
                    <a:alpha val="1305"/>
                  </a:srgbClr>
                </a:gs>
                <a:gs pos="14286">
                  <a:srgbClr val="BAB7B4">
                    <a:alpha val="1201"/>
                  </a:srgbClr>
                </a:gs>
                <a:gs pos="28571">
                  <a:srgbClr val="BAB7B4">
                    <a:alpha val="933"/>
                  </a:srgbClr>
                </a:gs>
                <a:gs pos="42857">
                  <a:srgbClr val="BAB7B4">
                    <a:alpha val="613"/>
                  </a:srgbClr>
                </a:gs>
                <a:gs pos="57143">
                  <a:srgbClr val="BAB7B4">
                    <a:alpha val="340"/>
                  </a:srgbClr>
                </a:gs>
                <a:gs pos="71429">
                  <a:srgbClr val="BAB7B4">
                    <a:alpha val="159"/>
                  </a:srgbClr>
                </a:gs>
                <a:gs pos="85714">
                  <a:srgbClr val="BAB7B4">
                    <a:alpha val="63"/>
                  </a:srgbClr>
                </a:gs>
                <a:gs pos="100000">
                  <a:srgbClr val="BAB7B4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4108554">
              <a:off x="892018" y="1761971"/>
              <a:ext cx="1050900" cy="194060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5145934">
              <a:off x="2714309" y="3480594"/>
              <a:ext cx="764913" cy="2234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5827951">
              <a:off x="367664" y="2830171"/>
              <a:ext cx="851654" cy="263129"/>
            </a:xfrm>
            <a:prstGeom prst="ellipse">
              <a:avLst/>
            </a:prstGeom>
            <a:gradFill>
              <a:gsLst>
                <a:gs pos="0">
                  <a:srgbClr val="000009">
                    <a:alpha val="19967"/>
                  </a:srgbClr>
                </a:gs>
                <a:gs pos="14286">
                  <a:srgbClr val="000009">
                    <a:alpha val="18512"/>
                  </a:srgbClr>
                </a:gs>
                <a:gs pos="28571">
                  <a:srgbClr val="000009">
                    <a:alpha val="14696"/>
                  </a:srgbClr>
                </a:gs>
                <a:gs pos="42857">
                  <a:srgbClr val="000009">
                    <a:alpha val="9901"/>
                  </a:srgbClr>
                </a:gs>
                <a:gs pos="57143">
                  <a:srgbClr val="000009">
                    <a:alpha val="5613"/>
                  </a:srgbClr>
                </a:gs>
                <a:gs pos="71429">
                  <a:srgbClr val="000009">
                    <a:alpha val="2668"/>
                  </a:srgbClr>
                </a:gs>
                <a:gs pos="85714">
                  <a:srgbClr val="000009">
                    <a:alpha val="1064"/>
                  </a:srgbClr>
                </a:gs>
                <a:gs pos="100000">
                  <a:srgbClr val="000009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3850462">
              <a:off x="949100" y="1812166"/>
              <a:ext cx="881064" cy="98044"/>
            </a:xfrm>
            <a:prstGeom prst="ellipse">
              <a:avLst/>
            </a:prstGeom>
            <a:gradFill>
              <a:gsLst>
                <a:gs pos="0">
                  <a:srgbClr val="CECDCD">
                    <a:alpha val="32968"/>
                  </a:srgbClr>
                </a:gs>
                <a:gs pos="14286">
                  <a:srgbClr val="CECDCD">
                    <a:alpha val="30764"/>
                  </a:srgbClr>
                </a:gs>
                <a:gs pos="28571">
                  <a:srgbClr val="CECDCD">
                    <a:alpha val="24833"/>
                  </a:srgbClr>
                </a:gs>
                <a:gs pos="42857">
                  <a:srgbClr val="CECDCD">
                    <a:alpha val="17075"/>
                  </a:srgbClr>
                </a:gs>
                <a:gs pos="57143">
                  <a:srgbClr val="CECDCD">
                    <a:alpha val="9855"/>
                  </a:srgbClr>
                </a:gs>
                <a:gs pos="71429">
                  <a:srgbClr val="CECDCD">
                    <a:alpha val="4740"/>
                  </a:srgbClr>
                </a:gs>
                <a:gs pos="85714">
                  <a:srgbClr val="CECDCD">
                    <a:alpha val="1902"/>
                  </a:srgbClr>
                </a:gs>
                <a:gs pos="100000">
                  <a:srgbClr val="CECD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8197651">
              <a:off x="2448682" y="640048"/>
              <a:ext cx="518434" cy="595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-8500847">
              <a:off x="2604678" y="1614032"/>
              <a:ext cx="937470" cy="554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4690167">
              <a:off x="2032575" y="2866658"/>
              <a:ext cx="796136" cy="77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8164104">
              <a:off x="3261168" y="762765"/>
              <a:ext cx="341595" cy="225053"/>
            </a:xfrm>
            <a:prstGeom prst="ellipse">
              <a:avLst/>
            </a:prstGeom>
            <a:gradFill>
              <a:gsLst>
                <a:gs pos="0">
                  <a:srgbClr val="FDFDFE">
                    <a:alpha val="30401"/>
                  </a:srgbClr>
                </a:gs>
                <a:gs pos="14286">
                  <a:srgbClr val="FDFDFE">
                    <a:alpha val="28330"/>
                  </a:srgbClr>
                </a:gs>
                <a:gs pos="28571">
                  <a:srgbClr val="FDFDFE">
                    <a:alpha val="22789"/>
                  </a:srgbClr>
                </a:gs>
                <a:gs pos="42857">
                  <a:srgbClr val="FDFDFE">
                    <a:alpha val="15603"/>
                  </a:srgbClr>
                </a:gs>
                <a:gs pos="57143">
                  <a:srgbClr val="FDFDFE">
                    <a:alpha val="8972"/>
                  </a:srgbClr>
                </a:gs>
                <a:gs pos="71429">
                  <a:srgbClr val="FDFDFE">
                    <a:alpha val="4305"/>
                  </a:srgbClr>
                </a:gs>
                <a:gs pos="85714">
                  <a:srgbClr val="FDFDFE">
                    <a:alpha val="1725"/>
                  </a:srgbClr>
                </a:gs>
                <a:gs pos="100000">
                  <a:srgbClr val="FDFDFE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10170842">
              <a:off x="3052917" y="3547322"/>
              <a:ext cx="1107310" cy="1709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5376964">
              <a:off x="1652575" y="-237376"/>
              <a:ext cx="593670" cy="525692"/>
            </a:xfrm>
            <a:prstGeom prst="ellipse">
              <a:avLst/>
            </a:prstGeom>
            <a:gradFill>
              <a:gsLst>
                <a:gs pos="0">
                  <a:srgbClr val="BBBAB6">
                    <a:alpha val="1489"/>
                  </a:srgbClr>
                </a:gs>
                <a:gs pos="14286">
                  <a:srgbClr val="BBBAB6">
                    <a:alpha val="1370"/>
                  </a:srgbClr>
                </a:gs>
                <a:gs pos="28571">
                  <a:srgbClr val="BBBAB6">
                    <a:alpha val="1065"/>
                  </a:srgbClr>
                </a:gs>
                <a:gs pos="42857">
                  <a:srgbClr val="BBBAB6">
                    <a:alpha val="700"/>
                  </a:srgbClr>
                </a:gs>
                <a:gs pos="57143">
                  <a:srgbClr val="BBBAB6">
                    <a:alpha val="388"/>
                  </a:srgbClr>
                </a:gs>
                <a:gs pos="71429">
                  <a:srgbClr val="BBBAB6">
                    <a:alpha val="182"/>
                  </a:srgbClr>
                </a:gs>
                <a:gs pos="85714">
                  <a:srgbClr val="BBBAB6">
                    <a:alpha val="72"/>
                  </a:srgbClr>
                </a:gs>
                <a:gs pos="100000">
                  <a:srgbClr val="BBBAB6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9906842">
              <a:off x="3166084" y="-203384"/>
              <a:ext cx="574958" cy="543161"/>
            </a:xfrm>
            <a:prstGeom prst="ellipse">
              <a:avLst/>
            </a:prstGeom>
            <a:gradFill>
              <a:gsLst>
                <a:gs pos="0">
                  <a:srgbClr val="B9B8B9">
                    <a:alpha val="5579"/>
                  </a:srgbClr>
                </a:gs>
                <a:gs pos="14286">
                  <a:srgbClr val="B9B8B9">
                    <a:alpha val="5139"/>
                  </a:srgbClr>
                </a:gs>
                <a:gs pos="28571">
                  <a:srgbClr val="B9B8B9">
                    <a:alpha val="4014"/>
                  </a:srgbClr>
                </a:gs>
                <a:gs pos="42857">
                  <a:srgbClr val="B9B8B9">
                    <a:alpha val="2651"/>
                  </a:srgbClr>
                </a:gs>
                <a:gs pos="57143">
                  <a:srgbClr val="B9B8B9">
                    <a:alpha val="1478"/>
                  </a:srgbClr>
                </a:gs>
                <a:gs pos="71429">
                  <a:srgbClr val="B9B8B9">
                    <a:alpha val="695"/>
                  </a:srgbClr>
                </a:gs>
                <a:gs pos="85714">
                  <a:srgbClr val="B9B8B9">
                    <a:alpha val="275"/>
                  </a:srgbClr>
                </a:gs>
                <a:gs pos="100000">
                  <a:srgbClr val="B9B8B9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4331872">
              <a:off x="-43496" y="2955597"/>
              <a:ext cx="533548" cy="2451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9073333">
              <a:off x="1623233" y="1572853"/>
              <a:ext cx="686999" cy="81605"/>
            </a:xfrm>
            <a:prstGeom prst="ellipse">
              <a:avLst/>
            </a:prstGeom>
            <a:gradFill>
              <a:gsLst>
                <a:gs pos="0">
                  <a:srgbClr val="FCFDFB">
                    <a:alpha val="14849"/>
                  </a:srgbClr>
                </a:gs>
                <a:gs pos="14286">
                  <a:srgbClr val="FCFDFB">
                    <a:alpha val="13735"/>
                  </a:srgbClr>
                </a:gs>
                <a:gs pos="28571">
                  <a:srgbClr val="FCFDFB">
                    <a:alpha val="10838"/>
                  </a:srgbClr>
                </a:gs>
                <a:gs pos="42857">
                  <a:srgbClr val="FCFDFB">
                    <a:alpha val="7248"/>
                  </a:srgbClr>
                </a:gs>
                <a:gs pos="57143">
                  <a:srgbClr val="FCFDFB">
                    <a:alpha val="4084"/>
                  </a:srgbClr>
                </a:gs>
                <a:gs pos="71429">
                  <a:srgbClr val="FCFDFB">
                    <a:alpha val="1933"/>
                  </a:srgbClr>
                </a:gs>
                <a:gs pos="85714">
                  <a:srgbClr val="FCFDFB">
                    <a:alpha val="769"/>
                  </a:srgbClr>
                </a:gs>
                <a:gs pos="100000">
                  <a:srgbClr val="FCFDFB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9214417">
              <a:off x="1114814" y="2616696"/>
              <a:ext cx="825467" cy="78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8611552">
              <a:off x="1351850" y="2367452"/>
              <a:ext cx="908396" cy="1022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9383023">
              <a:off x="2064566" y="977671"/>
              <a:ext cx="726443" cy="182250"/>
            </a:xfrm>
            <a:prstGeom prst="ellipse">
              <a:avLst/>
            </a:prstGeom>
            <a:gradFill>
              <a:gsLst>
                <a:gs pos="0">
                  <a:srgbClr val="000002">
                    <a:alpha val="28444"/>
                  </a:srgbClr>
                </a:gs>
                <a:gs pos="14286">
                  <a:srgbClr val="000002">
                    <a:alpha val="26480"/>
                  </a:srgbClr>
                </a:gs>
                <a:gs pos="28571">
                  <a:srgbClr val="000002">
                    <a:alpha val="21247"/>
                  </a:srgbClr>
                </a:gs>
                <a:gs pos="42857">
                  <a:srgbClr val="000002">
                    <a:alpha val="14501"/>
                  </a:srgbClr>
                </a:gs>
                <a:gs pos="57143">
                  <a:srgbClr val="000002">
                    <a:alpha val="8315"/>
                  </a:srgbClr>
                </a:gs>
                <a:gs pos="71429">
                  <a:srgbClr val="000002">
                    <a:alpha val="3982"/>
                  </a:srgbClr>
                </a:gs>
                <a:gs pos="85714">
                  <a:srgbClr val="000002">
                    <a:alpha val="1594"/>
                  </a:srgbClr>
                </a:gs>
                <a:gs pos="100000">
                  <a:srgbClr val="000002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10035576">
              <a:off x="1239363" y="1156209"/>
              <a:ext cx="1101284" cy="80553"/>
            </a:xfrm>
            <a:prstGeom prst="ellipse">
              <a:avLst/>
            </a:prstGeom>
            <a:gradFill>
              <a:gsLst>
                <a:gs pos="0">
                  <a:srgbClr val="D2D2D2">
                    <a:alpha val="14463"/>
                  </a:srgbClr>
                </a:gs>
                <a:gs pos="14286">
                  <a:srgbClr val="D2D2D2">
                    <a:alpha val="13375"/>
                  </a:srgbClr>
                </a:gs>
                <a:gs pos="28571">
                  <a:srgbClr val="D2D2D2">
                    <a:alpha val="10550"/>
                  </a:srgbClr>
                </a:gs>
                <a:gs pos="42857">
                  <a:srgbClr val="D2D2D2">
                    <a:alpha val="7052"/>
                  </a:srgbClr>
                </a:gs>
                <a:gs pos="57143">
                  <a:srgbClr val="D2D2D2">
                    <a:alpha val="3971"/>
                  </a:srgbClr>
                </a:gs>
                <a:gs pos="71429">
                  <a:srgbClr val="D2D2D2">
                    <a:alpha val="1879"/>
                  </a:srgbClr>
                </a:gs>
                <a:gs pos="85714">
                  <a:srgbClr val="D2D2D2">
                    <a:alpha val="747"/>
                  </a:srgbClr>
                </a:gs>
                <a:gs pos="100000">
                  <a:srgbClr val="D2D2D2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8923028">
              <a:off x="1533766" y="331983"/>
              <a:ext cx="269626" cy="837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7902817">
              <a:off x="376635" y="437454"/>
              <a:ext cx="765506" cy="145216"/>
            </a:xfrm>
            <a:prstGeom prst="ellipse">
              <a:avLst/>
            </a:prstGeom>
            <a:gradFill>
              <a:gsLst>
                <a:gs pos="0">
                  <a:srgbClr val="000000">
                    <a:alpha val="27479"/>
                  </a:srgbClr>
                </a:gs>
                <a:gs pos="14286">
                  <a:srgbClr val="000000">
                    <a:alpha val="25570"/>
                  </a:srgbClr>
                </a:gs>
                <a:gs pos="28571">
                  <a:srgbClr val="000000">
                    <a:alpha val="20490"/>
                  </a:srgbClr>
                </a:gs>
                <a:gs pos="42857">
                  <a:srgbClr val="000000">
                    <a:alpha val="13963"/>
                  </a:srgbClr>
                </a:gs>
                <a:gs pos="57143">
                  <a:srgbClr val="000000">
                    <a:alpha val="7996"/>
                  </a:srgbClr>
                </a:gs>
                <a:gs pos="71429">
                  <a:srgbClr val="000000">
                    <a:alpha val="3826"/>
                  </a:srgbClr>
                </a:gs>
                <a:gs pos="85714">
                  <a:srgbClr val="000000">
                    <a:alpha val="1531"/>
                  </a:srgbClr>
                </a:gs>
                <a:gs pos="100000">
                  <a:srgbClr val="000000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6230891">
              <a:off x="637729" y="1696250"/>
              <a:ext cx="823699" cy="66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5482041">
              <a:off x="1883494" y="1381791"/>
              <a:ext cx="792266" cy="1247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4657691">
              <a:off x="-201076" y="2442666"/>
              <a:ext cx="706166" cy="166087"/>
            </a:xfrm>
            <a:prstGeom prst="ellipse">
              <a:avLst/>
            </a:prstGeom>
            <a:gradFill>
              <a:gsLst>
                <a:gs pos="0">
                  <a:srgbClr val="B7B6B4">
                    <a:alpha val="20483"/>
                  </a:srgbClr>
                </a:gs>
                <a:gs pos="14286">
                  <a:srgbClr val="B7B6B4">
                    <a:alpha val="18995"/>
                  </a:srgbClr>
                </a:gs>
                <a:gs pos="28571">
                  <a:srgbClr val="B7B6B4">
                    <a:alpha val="15089"/>
                  </a:srgbClr>
                </a:gs>
                <a:gs pos="42857">
                  <a:srgbClr val="B7B6B4">
                    <a:alpha val="10173"/>
                  </a:srgbClr>
                </a:gs>
                <a:gs pos="57143">
                  <a:srgbClr val="B7B6B4">
                    <a:alpha val="5771"/>
                  </a:srgbClr>
                </a:gs>
                <a:gs pos="71429">
                  <a:srgbClr val="B7B6B4">
                    <a:alpha val="2744"/>
                  </a:srgbClr>
                </a:gs>
                <a:gs pos="85714">
                  <a:srgbClr val="B7B6B4">
                    <a:alpha val="1094"/>
                  </a:srgbClr>
                </a:gs>
                <a:gs pos="100000">
                  <a:srgbClr val="B7B6B4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6286884">
              <a:off x="2753068" y="2502984"/>
              <a:ext cx="915075" cy="174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-9386322">
              <a:off x="2665771" y="237866"/>
              <a:ext cx="973279" cy="82235"/>
            </a:xfrm>
            <a:prstGeom prst="ellipse">
              <a:avLst/>
            </a:prstGeom>
            <a:gradFill>
              <a:gsLst>
                <a:gs pos="0">
                  <a:srgbClr val="BCBBBC">
                    <a:alpha val="32968"/>
                  </a:srgbClr>
                </a:gs>
                <a:gs pos="14286">
                  <a:srgbClr val="BCBBBC">
                    <a:alpha val="30764"/>
                  </a:srgbClr>
                </a:gs>
                <a:gs pos="28571">
                  <a:srgbClr val="BCBBBC">
                    <a:alpha val="24833"/>
                  </a:srgbClr>
                </a:gs>
                <a:gs pos="42857">
                  <a:srgbClr val="BCBBBC">
                    <a:alpha val="17075"/>
                  </a:srgbClr>
                </a:gs>
                <a:gs pos="57143">
                  <a:srgbClr val="BCBBBC">
                    <a:alpha val="9855"/>
                  </a:srgbClr>
                </a:gs>
                <a:gs pos="71429">
                  <a:srgbClr val="BCBBBC">
                    <a:alpha val="4740"/>
                  </a:srgbClr>
                </a:gs>
                <a:gs pos="85714">
                  <a:srgbClr val="BCBBBC">
                    <a:alpha val="1902"/>
                  </a:srgbClr>
                </a:gs>
                <a:gs pos="100000">
                  <a:srgbClr val="BCBB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8139182">
              <a:off x="2557596" y="3022315"/>
              <a:ext cx="617282" cy="271032"/>
            </a:xfrm>
            <a:prstGeom prst="ellipse">
              <a:avLst/>
            </a:prstGeom>
            <a:gradFill>
              <a:gsLst>
                <a:gs pos="0">
                  <a:srgbClr val="000100">
                    <a:alpha val="17314"/>
                  </a:srgbClr>
                </a:gs>
                <a:gs pos="14286">
                  <a:srgbClr val="000100">
                    <a:alpha val="16032"/>
                  </a:srgbClr>
                </a:gs>
                <a:gs pos="28571">
                  <a:srgbClr val="000100">
                    <a:alpha val="12687"/>
                  </a:srgbClr>
                </a:gs>
                <a:gs pos="42857">
                  <a:srgbClr val="000100">
                    <a:alpha val="8515"/>
                  </a:srgbClr>
                </a:gs>
                <a:gs pos="57143">
                  <a:srgbClr val="000100">
                    <a:alpha val="4811"/>
                  </a:srgbClr>
                </a:gs>
                <a:gs pos="71429">
                  <a:srgbClr val="000100">
                    <a:alpha val="2282"/>
                  </a:srgbClr>
                </a:gs>
                <a:gs pos="85714">
                  <a:srgbClr val="000100">
                    <a:alpha val="909"/>
                  </a:srgbClr>
                </a:gs>
                <a:gs pos="100000">
                  <a:srgbClr val="0001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-8669632">
              <a:off x="1979864" y="870771"/>
              <a:ext cx="777526" cy="835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9351358">
              <a:off x="1447822" y="1486707"/>
              <a:ext cx="809559" cy="620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10067404">
              <a:off x="3327110" y="2366967"/>
              <a:ext cx="405134" cy="13008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-8534614">
              <a:off x="2274258" y="2260645"/>
              <a:ext cx="811052" cy="68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4254164">
              <a:off x="643471" y="66683"/>
              <a:ext cx="775260" cy="848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-9596084">
              <a:off x="1174583" y="2392152"/>
              <a:ext cx="683974" cy="888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4184821">
              <a:off x="1795290" y="2058690"/>
              <a:ext cx="803641" cy="681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4552269">
              <a:off x="1780463" y="2199945"/>
              <a:ext cx="649668" cy="489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3048867">
              <a:off x="1743255" y="1033147"/>
              <a:ext cx="1031228" cy="1219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8461428">
              <a:off x="1325895" y="563203"/>
              <a:ext cx="1112536" cy="496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7135559">
              <a:off x="1566747" y="2103605"/>
              <a:ext cx="507517" cy="400971"/>
            </a:xfrm>
            <a:prstGeom prst="ellipse">
              <a:avLst/>
            </a:prstGeom>
            <a:gradFill>
              <a:gsLst>
                <a:gs pos="0">
                  <a:srgbClr val="F8F7F7">
                    <a:alpha val="5189"/>
                  </a:srgbClr>
                </a:gs>
                <a:gs pos="14286">
                  <a:srgbClr val="F8F7F7">
                    <a:alpha val="4780"/>
                  </a:srgbClr>
                </a:gs>
                <a:gs pos="28571">
                  <a:srgbClr val="F8F7F7">
                    <a:alpha val="3731"/>
                  </a:srgbClr>
                </a:gs>
                <a:gs pos="42857">
                  <a:srgbClr val="F8F7F7">
                    <a:alpha val="2463"/>
                  </a:srgbClr>
                </a:gs>
                <a:gs pos="57143">
                  <a:srgbClr val="F8F7F7">
                    <a:alpha val="1373"/>
                  </a:srgbClr>
                </a:gs>
                <a:gs pos="71429">
                  <a:srgbClr val="F8F7F7">
                    <a:alpha val="645"/>
                  </a:srgbClr>
                </a:gs>
                <a:gs pos="85714">
                  <a:srgbClr val="F8F7F7">
                    <a:alpha val="256"/>
                  </a:srgbClr>
                </a:gs>
                <a:gs pos="100000">
                  <a:srgbClr val="F8F7F7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4597709">
              <a:off x="908782" y="1343607"/>
              <a:ext cx="741256" cy="3089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441220">
              <a:off x="2915706" y="1736666"/>
              <a:ext cx="665676" cy="76290"/>
            </a:xfrm>
            <a:prstGeom prst="ellipse">
              <a:avLst/>
            </a:prstGeom>
            <a:gradFill>
              <a:gsLst>
                <a:gs pos="0">
                  <a:srgbClr val="F8F8F8">
                    <a:alpha val="28759"/>
                  </a:srgbClr>
                </a:gs>
                <a:gs pos="14286">
                  <a:srgbClr val="F8F8F8">
                    <a:alpha val="26778"/>
                  </a:srgbClr>
                </a:gs>
                <a:gs pos="28571">
                  <a:srgbClr val="F8F8F8">
                    <a:alpha val="21494"/>
                  </a:srgbClr>
                </a:gs>
                <a:gs pos="42857">
                  <a:srgbClr val="F8F8F8">
                    <a:alpha val="14677"/>
                  </a:srgbClr>
                </a:gs>
                <a:gs pos="57143">
                  <a:srgbClr val="F8F8F8">
                    <a:alpha val="8420"/>
                  </a:srgbClr>
                </a:gs>
                <a:gs pos="71429">
                  <a:srgbClr val="F8F8F8">
                    <a:alpha val="4033"/>
                  </a:srgbClr>
                </a:gs>
                <a:gs pos="85714">
                  <a:srgbClr val="F8F8F8">
                    <a:alpha val="1615"/>
                  </a:srgbClr>
                </a:gs>
                <a:gs pos="100000">
                  <a:srgbClr val="F8F8F8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4372463">
              <a:off x="2310577" y="1740090"/>
              <a:ext cx="474429" cy="288917"/>
            </a:xfrm>
            <a:prstGeom prst="ellipse">
              <a:avLst/>
            </a:prstGeom>
            <a:gradFill>
              <a:gsLst>
                <a:gs pos="0">
                  <a:srgbClr val="8A8B8A">
                    <a:alpha val="32968"/>
                  </a:srgbClr>
                </a:gs>
                <a:gs pos="14286">
                  <a:srgbClr val="8A8B8A">
                    <a:alpha val="30764"/>
                  </a:srgbClr>
                </a:gs>
                <a:gs pos="28571">
                  <a:srgbClr val="8A8B8A">
                    <a:alpha val="24833"/>
                  </a:srgbClr>
                </a:gs>
                <a:gs pos="42857">
                  <a:srgbClr val="8A8B8A">
                    <a:alpha val="17075"/>
                  </a:srgbClr>
                </a:gs>
                <a:gs pos="57143">
                  <a:srgbClr val="8A8B8A">
                    <a:alpha val="9855"/>
                  </a:srgbClr>
                </a:gs>
                <a:gs pos="71429">
                  <a:srgbClr val="8A8B8A">
                    <a:alpha val="4740"/>
                  </a:srgbClr>
                </a:gs>
                <a:gs pos="85714">
                  <a:srgbClr val="8A8B8A">
                    <a:alpha val="1902"/>
                  </a:srgbClr>
                </a:gs>
                <a:gs pos="100000">
                  <a:srgbClr val="8A8B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8411598">
              <a:off x="1920970" y="2294805"/>
              <a:ext cx="720283" cy="272478"/>
            </a:xfrm>
            <a:prstGeom prst="ellipse">
              <a:avLst/>
            </a:prstGeom>
            <a:gradFill>
              <a:gsLst>
                <a:gs pos="0">
                  <a:srgbClr val="FBFBFB">
                    <a:alpha val="20310"/>
                  </a:srgbClr>
                </a:gs>
                <a:gs pos="14286">
                  <a:srgbClr val="FBFBFB">
                    <a:alpha val="18833"/>
                  </a:srgbClr>
                </a:gs>
                <a:gs pos="28571">
                  <a:srgbClr val="FBFBFB">
                    <a:alpha val="14957"/>
                  </a:srgbClr>
                </a:gs>
                <a:gs pos="42857">
                  <a:srgbClr val="FBFBFB">
                    <a:alpha val="10082"/>
                  </a:srgbClr>
                </a:gs>
                <a:gs pos="57143">
                  <a:srgbClr val="FBFBFB">
                    <a:alpha val="5718"/>
                  </a:srgbClr>
                </a:gs>
                <a:gs pos="71429">
                  <a:srgbClr val="FBFBFB">
                    <a:alpha val="2719"/>
                  </a:srgbClr>
                </a:gs>
                <a:gs pos="85714">
                  <a:srgbClr val="FBFBFB">
                    <a:alpha val="1084"/>
                  </a:srgbClr>
                </a:gs>
                <a:gs pos="100000">
                  <a:srgbClr val="FBFBFB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10347151">
              <a:off x="686372" y="1031047"/>
              <a:ext cx="225843" cy="119094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3941954">
              <a:off x="1975647" y="2316730"/>
              <a:ext cx="771071" cy="3059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9228881">
              <a:off x="1713444" y="2099566"/>
              <a:ext cx="528867" cy="429002"/>
            </a:xfrm>
            <a:prstGeom prst="ellipse">
              <a:avLst/>
            </a:prstGeom>
            <a:gradFill>
              <a:gsLst>
                <a:gs pos="0">
                  <a:srgbClr val="000000">
                    <a:alpha val="6514"/>
                  </a:srgbClr>
                </a:gs>
                <a:gs pos="14286">
                  <a:srgbClr val="000000">
                    <a:alpha val="6003"/>
                  </a:srgbClr>
                </a:gs>
                <a:gs pos="28571">
                  <a:srgbClr val="000000">
                    <a:alpha val="4693"/>
                  </a:srgbClr>
                </a:gs>
                <a:gs pos="42857">
                  <a:srgbClr val="000000">
                    <a:alpha val="3104"/>
                  </a:srgbClr>
                </a:gs>
                <a:gs pos="57143">
                  <a:srgbClr val="000000">
                    <a:alpha val="1732"/>
                  </a:srgbClr>
                </a:gs>
                <a:gs pos="71429">
                  <a:srgbClr val="000000">
                    <a:alpha val="814"/>
                  </a:srgbClr>
                </a:gs>
                <a:gs pos="85714">
                  <a:srgbClr val="000000">
                    <a:alpha val="323"/>
                  </a:srgbClr>
                </a:gs>
                <a:gs pos="100000">
                  <a:srgbClr val="00000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3307092">
              <a:off x="2270902" y="2453250"/>
              <a:ext cx="206445" cy="1836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7357519">
              <a:off x="3336021" y="2097844"/>
              <a:ext cx="597124" cy="332670"/>
            </a:xfrm>
            <a:prstGeom prst="ellipse">
              <a:avLst/>
            </a:prstGeom>
            <a:gradFill>
              <a:gsLst>
                <a:gs pos="0">
                  <a:srgbClr val="CDCECC">
                    <a:alpha val="5630"/>
                  </a:srgbClr>
                </a:gs>
                <a:gs pos="14286">
                  <a:srgbClr val="CDCECC">
                    <a:alpha val="5186"/>
                  </a:srgbClr>
                </a:gs>
                <a:gs pos="28571">
                  <a:srgbClr val="CDCECC">
                    <a:alpha val="4051"/>
                  </a:srgbClr>
                </a:gs>
                <a:gs pos="42857">
                  <a:srgbClr val="CDCECC">
                    <a:alpha val="2676"/>
                  </a:srgbClr>
                </a:gs>
                <a:gs pos="57143">
                  <a:srgbClr val="CDCECC">
                    <a:alpha val="1492"/>
                  </a:srgbClr>
                </a:gs>
                <a:gs pos="71429">
                  <a:srgbClr val="CDCECC">
                    <a:alpha val="701"/>
                  </a:srgbClr>
                </a:gs>
                <a:gs pos="85714">
                  <a:srgbClr val="CDCECC">
                    <a:alpha val="278"/>
                  </a:srgbClr>
                </a:gs>
                <a:gs pos="100000">
                  <a:srgbClr val="CDCECC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4654100">
              <a:off x="2889048" y="2247542"/>
              <a:ext cx="907847" cy="447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4769532">
              <a:off x="2150822" y="1042310"/>
              <a:ext cx="800704" cy="3254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-9452839">
              <a:off x="2487200" y="839936"/>
              <a:ext cx="550440" cy="455969"/>
            </a:xfrm>
            <a:prstGeom prst="ellipse">
              <a:avLst/>
            </a:prstGeom>
            <a:gradFill>
              <a:gsLst>
                <a:gs pos="0">
                  <a:srgbClr val="000000">
                    <a:alpha val="9838"/>
                  </a:srgbClr>
                </a:gs>
                <a:gs pos="14286">
                  <a:srgbClr val="000000">
                    <a:alpha val="9080"/>
                  </a:srgbClr>
                </a:gs>
                <a:gs pos="28571">
                  <a:srgbClr val="000000">
                    <a:alpha val="7124"/>
                  </a:srgbClr>
                </a:gs>
                <a:gs pos="42857">
                  <a:srgbClr val="000000">
                    <a:alpha val="4732"/>
                  </a:srgbClr>
                </a:gs>
                <a:gs pos="57143">
                  <a:srgbClr val="000000">
                    <a:alpha val="2650"/>
                  </a:srgbClr>
                </a:gs>
                <a:gs pos="71429">
                  <a:srgbClr val="000000">
                    <a:alpha val="1249"/>
                  </a:srgbClr>
                </a:gs>
                <a:gs pos="85714">
                  <a:srgbClr val="000000">
                    <a:alpha val="496"/>
                  </a:srgbClr>
                </a:gs>
                <a:gs pos="100000">
                  <a:srgbClr val="000000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3243084">
              <a:off x="2537939" y="740678"/>
              <a:ext cx="930369" cy="112540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9941132">
              <a:off x="3249922" y="243140"/>
              <a:ext cx="531978" cy="110974"/>
            </a:xfrm>
            <a:prstGeom prst="ellipse">
              <a:avLst/>
            </a:prstGeom>
            <a:gradFill>
              <a:gsLst>
                <a:gs pos="0">
                  <a:srgbClr val="FDFCFC">
                    <a:alpha val="22270"/>
                  </a:srgbClr>
                </a:gs>
                <a:gs pos="14286">
                  <a:srgbClr val="FDFCFC">
                    <a:alpha val="20670"/>
                  </a:srgbClr>
                </a:gs>
                <a:gs pos="28571">
                  <a:srgbClr val="FDFCFC">
                    <a:alpha val="16455"/>
                  </a:srgbClr>
                </a:gs>
                <a:gs pos="42857">
                  <a:srgbClr val="FDFCFC">
                    <a:alpha val="11124"/>
                  </a:srgbClr>
                </a:gs>
                <a:gs pos="57143">
                  <a:srgbClr val="FDFCFC">
                    <a:alpha val="6325"/>
                  </a:srgbClr>
                </a:gs>
                <a:gs pos="71429">
                  <a:srgbClr val="FDFCFC">
                    <a:alpha val="3012"/>
                  </a:srgbClr>
                </a:gs>
                <a:gs pos="85714">
                  <a:srgbClr val="FDFCFC">
                    <a:alpha val="1202"/>
                  </a:srgbClr>
                </a:gs>
                <a:gs pos="100000">
                  <a:srgbClr val="FDFCFC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9327171">
              <a:off x="43938" y="3431142"/>
              <a:ext cx="790431" cy="389533"/>
            </a:xfrm>
            <a:prstGeom prst="ellipse">
              <a:avLst/>
            </a:prstGeom>
            <a:gradFill>
              <a:gsLst>
                <a:gs pos="0">
                  <a:srgbClr val="5C5E5F">
                    <a:alpha val="31144"/>
                  </a:srgbClr>
                </a:gs>
                <a:gs pos="14286">
                  <a:srgbClr val="5C5E5F">
                    <a:alpha val="29034"/>
                  </a:srgbClr>
                </a:gs>
                <a:gs pos="28571">
                  <a:srgbClr val="5C5E5F">
                    <a:alpha val="23379"/>
                  </a:srgbClr>
                </a:gs>
                <a:gs pos="42857">
                  <a:srgbClr val="5C5E5F">
                    <a:alpha val="16027"/>
                  </a:srgbClr>
                </a:gs>
                <a:gs pos="57143">
                  <a:srgbClr val="5C5E5F">
                    <a:alpha val="9225"/>
                  </a:srgbClr>
                </a:gs>
                <a:gs pos="71429">
                  <a:srgbClr val="5C5E5F">
                    <a:alpha val="4429"/>
                  </a:srgbClr>
                </a:gs>
                <a:gs pos="85714">
                  <a:srgbClr val="5C5E5F">
                    <a:alpha val="1776"/>
                  </a:srgbClr>
                </a:gs>
                <a:gs pos="100000">
                  <a:srgbClr val="5C5E5F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-9766201">
              <a:off x="1706138" y="1022000"/>
              <a:ext cx="893673" cy="126943"/>
            </a:xfrm>
            <a:prstGeom prst="ellipse">
              <a:avLst/>
            </a:prstGeom>
            <a:gradFill>
              <a:gsLst>
                <a:gs pos="0">
                  <a:srgbClr val="C3C4C3">
                    <a:alpha val="32968"/>
                  </a:srgbClr>
                </a:gs>
                <a:gs pos="14286">
                  <a:srgbClr val="C3C4C3">
                    <a:alpha val="30764"/>
                  </a:srgbClr>
                </a:gs>
                <a:gs pos="28571">
                  <a:srgbClr val="C3C4C3">
                    <a:alpha val="24833"/>
                  </a:srgbClr>
                </a:gs>
                <a:gs pos="42857">
                  <a:srgbClr val="C3C4C3">
                    <a:alpha val="17075"/>
                  </a:srgbClr>
                </a:gs>
                <a:gs pos="57143">
                  <a:srgbClr val="C3C4C3">
                    <a:alpha val="9855"/>
                  </a:srgbClr>
                </a:gs>
                <a:gs pos="71429">
                  <a:srgbClr val="C3C4C3">
                    <a:alpha val="4740"/>
                  </a:srgbClr>
                </a:gs>
                <a:gs pos="85714">
                  <a:srgbClr val="C3C4C3">
                    <a:alpha val="1902"/>
                  </a:srgbClr>
                </a:gs>
                <a:gs pos="100000">
                  <a:srgbClr val="C3C4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8737738">
              <a:off x="734833" y="3279437"/>
              <a:ext cx="711777" cy="145997"/>
            </a:xfrm>
            <a:prstGeom prst="ellipse">
              <a:avLst/>
            </a:prstGeom>
            <a:gradFill>
              <a:gsLst>
                <a:gs pos="0">
                  <a:srgbClr val="000000">
                    <a:alpha val="1973"/>
                  </a:srgbClr>
                </a:gs>
                <a:gs pos="14286">
                  <a:srgbClr val="000000">
                    <a:alpha val="1815"/>
                  </a:srgbClr>
                </a:gs>
                <a:gs pos="28571">
                  <a:srgbClr val="000000">
                    <a:alpha val="1412"/>
                  </a:srgbClr>
                </a:gs>
                <a:gs pos="42857">
                  <a:srgbClr val="000000">
                    <a:alpha val="929"/>
                  </a:srgbClr>
                </a:gs>
                <a:gs pos="57143">
                  <a:srgbClr val="000000">
                    <a:alpha val="516"/>
                  </a:srgbClr>
                </a:gs>
                <a:gs pos="71429">
                  <a:srgbClr val="000000">
                    <a:alpha val="242"/>
                  </a:srgbClr>
                </a:gs>
                <a:gs pos="85714">
                  <a:srgbClr val="000000">
                    <a:alpha val="96"/>
                  </a:srgbClr>
                </a:gs>
                <a:gs pos="100000">
                  <a:srgbClr val="0000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8447795">
              <a:off x="3170177" y="3316354"/>
              <a:ext cx="739975" cy="295545"/>
            </a:xfrm>
            <a:prstGeom prst="ellipse">
              <a:avLst/>
            </a:prstGeom>
            <a:gradFill>
              <a:gsLst>
                <a:gs pos="0">
                  <a:srgbClr val="000005">
                    <a:alpha val="16819"/>
                  </a:srgbClr>
                </a:gs>
                <a:gs pos="14286">
                  <a:srgbClr val="000005">
                    <a:alpha val="15571"/>
                  </a:srgbClr>
                </a:gs>
                <a:gs pos="28571">
                  <a:srgbClr val="000005">
                    <a:alpha val="12315"/>
                  </a:srgbClr>
                </a:gs>
                <a:gs pos="42857">
                  <a:srgbClr val="000005">
                    <a:alpha val="8259"/>
                  </a:srgbClr>
                </a:gs>
                <a:gs pos="57143">
                  <a:srgbClr val="000005">
                    <a:alpha val="4664"/>
                  </a:srgbClr>
                </a:gs>
                <a:gs pos="71429">
                  <a:srgbClr val="000005">
                    <a:alpha val="2211"/>
                  </a:srgbClr>
                </a:gs>
                <a:gs pos="85714">
                  <a:srgbClr val="000005">
                    <a:alpha val="880"/>
                  </a:srgbClr>
                </a:gs>
                <a:gs pos="100000">
                  <a:srgbClr val="000005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5985242">
              <a:off x="782048" y="-76696"/>
              <a:ext cx="540429" cy="512072"/>
            </a:xfrm>
            <a:prstGeom prst="ellipse">
              <a:avLst/>
            </a:prstGeom>
            <a:gradFill>
              <a:gsLst>
                <a:gs pos="0">
                  <a:srgbClr val="000000">
                    <a:alpha val="10087"/>
                  </a:srgbClr>
                </a:gs>
                <a:gs pos="14286">
                  <a:srgbClr val="000000">
                    <a:alpha val="9311"/>
                  </a:srgbClr>
                </a:gs>
                <a:gs pos="28571">
                  <a:srgbClr val="000000">
                    <a:alpha val="7307"/>
                  </a:srgbClr>
                </a:gs>
                <a:gs pos="42857">
                  <a:srgbClr val="000000">
                    <a:alpha val="4855"/>
                  </a:srgbClr>
                </a:gs>
                <a:gs pos="57143">
                  <a:srgbClr val="000000">
                    <a:alpha val="2720"/>
                  </a:srgbClr>
                </a:gs>
                <a:gs pos="71429">
                  <a:srgbClr val="000000">
                    <a:alpha val="1283"/>
                  </a:srgbClr>
                </a:gs>
                <a:gs pos="85714">
                  <a:srgbClr val="000000">
                    <a:alpha val="509"/>
                  </a:srgbClr>
                </a:gs>
                <a:gs pos="100000">
                  <a:srgbClr val="000000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-8354566">
              <a:off x="1989200" y="572225"/>
              <a:ext cx="770274" cy="56207"/>
            </a:xfrm>
            <a:prstGeom prst="ellipse">
              <a:avLst/>
            </a:prstGeom>
            <a:gradFill>
              <a:gsLst>
                <a:gs pos="0">
                  <a:srgbClr val="E9EAEA">
                    <a:alpha val="21229"/>
                  </a:srgbClr>
                </a:gs>
                <a:gs pos="14286">
                  <a:srgbClr val="E9EAEA">
                    <a:alpha val="19694"/>
                  </a:srgbClr>
                </a:gs>
                <a:gs pos="28571">
                  <a:srgbClr val="E9EAEA">
                    <a:alpha val="15658"/>
                  </a:srgbClr>
                </a:gs>
                <a:gs pos="42857">
                  <a:srgbClr val="E9EAEA">
                    <a:alpha val="10569"/>
                  </a:srgbClr>
                </a:gs>
                <a:gs pos="57143">
                  <a:srgbClr val="E9EAEA">
                    <a:alpha val="6002"/>
                  </a:srgbClr>
                </a:gs>
                <a:gs pos="71429">
                  <a:srgbClr val="E9EAEA">
                    <a:alpha val="2856"/>
                  </a:srgbClr>
                </a:gs>
                <a:gs pos="85714">
                  <a:srgbClr val="E9EAEA">
                    <a:alpha val="1139"/>
                  </a:srgbClr>
                </a:gs>
                <a:gs pos="100000">
                  <a:srgbClr val="E9EAEA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6087516">
              <a:off x="1499666" y="1183384"/>
              <a:ext cx="345696" cy="16008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9359963">
              <a:off x="302293" y="-77204"/>
              <a:ext cx="526686" cy="453392"/>
            </a:xfrm>
            <a:prstGeom prst="ellipse">
              <a:avLst/>
            </a:prstGeom>
            <a:gradFill>
              <a:gsLst>
                <a:gs pos="0">
                  <a:srgbClr val="2F3337">
                    <a:alpha val="7521"/>
                  </a:srgbClr>
                </a:gs>
                <a:gs pos="14286">
                  <a:srgbClr val="2F3337">
                    <a:alpha val="6934"/>
                  </a:srgbClr>
                </a:gs>
                <a:gs pos="28571">
                  <a:srgbClr val="2F3337">
                    <a:alpha val="5427"/>
                  </a:srgbClr>
                </a:gs>
                <a:gs pos="42857">
                  <a:srgbClr val="2F3337">
                    <a:alpha val="3594"/>
                  </a:srgbClr>
                </a:gs>
                <a:gs pos="57143">
                  <a:srgbClr val="2F3337">
                    <a:alpha val="2008"/>
                  </a:srgbClr>
                </a:gs>
                <a:gs pos="71429">
                  <a:srgbClr val="2F3337">
                    <a:alpha val="945"/>
                  </a:srgbClr>
                </a:gs>
                <a:gs pos="85714">
                  <a:srgbClr val="2F3337">
                    <a:alpha val="375"/>
                  </a:srgbClr>
                </a:gs>
                <a:gs pos="100000">
                  <a:srgbClr val="2F3337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9362115">
              <a:off x="3125746" y="6394"/>
              <a:ext cx="781080" cy="288629"/>
            </a:xfrm>
            <a:prstGeom prst="ellipse">
              <a:avLst/>
            </a:prstGeom>
            <a:gradFill>
              <a:gsLst>
                <a:gs pos="0">
                  <a:srgbClr val="000019">
                    <a:alpha val="7603"/>
                  </a:srgbClr>
                </a:gs>
                <a:gs pos="14286">
                  <a:srgbClr val="000019">
                    <a:alpha val="7010"/>
                  </a:srgbClr>
                </a:gs>
                <a:gs pos="28571">
                  <a:srgbClr val="000019">
                    <a:alpha val="5487"/>
                  </a:srgbClr>
                </a:gs>
                <a:gs pos="42857">
                  <a:srgbClr val="000019">
                    <a:alpha val="3634"/>
                  </a:srgbClr>
                </a:gs>
                <a:gs pos="57143">
                  <a:srgbClr val="000019">
                    <a:alpha val="2030"/>
                  </a:srgbClr>
                </a:gs>
                <a:gs pos="71429">
                  <a:srgbClr val="000019">
                    <a:alpha val="955"/>
                  </a:srgbClr>
                </a:gs>
                <a:gs pos="85714">
                  <a:srgbClr val="000019">
                    <a:alpha val="379"/>
                  </a:srgbClr>
                </a:gs>
                <a:gs pos="100000">
                  <a:srgbClr val="000019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-9558451">
              <a:off x="2417792" y="1346618"/>
              <a:ext cx="263880" cy="1143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10328763">
              <a:off x="-79824" y="3363277"/>
              <a:ext cx="890025" cy="136431"/>
            </a:xfrm>
            <a:prstGeom prst="ellipse">
              <a:avLst/>
            </a:prstGeom>
            <a:gradFill>
              <a:gsLst>
                <a:gs pos="0">
                  <a:srgbClr val="0D0D03">
                    <a:alpha val="11080"/>
                  </a:srgbClr>
                </a:gs>
                <a:gs pos="14286">
                  <a:srgbClr val="0D0D03">
                    <a:alpha val="10232"/>
                  </a:srgbClr>
                </a:gs>
                <a:gs pos="28571">
                  <a:srgbClr val="0D0D03">
                    <a:alpha val="8039"/>
                  </a:srgbClr>
                </a:gs>
                <a:gs pos="42857">
                  <a:srgbClr val="0D0D03">
                    <a:alpha val="5349"/>
                  </a:srgbClr>
                </a:gs>
                <a:gs pos="57143">
                  <a:srgbClr val="0D0D03">
                    <a:alpha val="3000"/>
                  </a:srgbClr>
                </a:gs>
                <a:gs pos="71429">
                  <a:srgbClr val="0D0D03">
                    <a:alpha val="1416"/>
                  </a:srgbClr>
                </a:gs>
                <a:gs pos="85714">
                  <a:srgbClr val="0D0D03">
                    <a:alpha val="562"/>
                  </a:srgbClr>
                </a:gs>
                <a:gs pos="100000">
                  <a:srgbClr val="0D0D03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8688160">
              <a:off x="1825262" y="103949"/>
              <a:ext cx="693071" cy="3961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10345990">
              <a:off x="2204508" y="1315896"/>
              <a:ext cx="478375" cy="1123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6301589">
              <a:off x="-43268" y="1084136"/>
              <a:ext cx="439083" cy="1230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9424691">
              <a:off x="1280663" y="2009709"/>
              <a:ext cx="560193" cy="1306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6258291">
              <a:off x="2251180" y="2220882"/>
              <a:ext cx="572933" cy="716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10700831">
              <a:off x="-227051" y="1398749"/>
              <a:ext cx="593620" cy="535970"/>
            </a:xfrm>
            <a:prstGeom prst="ellipse">
              <a:avLst/>
            </a:prstGeom>
            <a:gradFill>
              <a:gsLst>
                <a:gs pos="0">
                  <a:srgbClr val="000000">
                    <a:alpha val="11024"/>
                  </a:srgbClr>
                </a:gs>
                <a:gs pos="14286">
                  <a:srgbClr val="000000">
                    <a:alpha val="10179"/>
                  </a:srgbClr>
                </a:gs>
                <a:gs pos="28571">
                  <a:srgbClr val="000000">
                    <a:alpha val="7998"/>
                  </a:srgbClr>
                </a:gs>
                <a:gs pos="42857">
                  <a:srgbClr val="000000">
                    <a:alpha val="5321"/>
                  </a:srgbClr>
                </a:gs>
                <a:gs pos="57143">
                  <a:srgbClr val="000000">
                    <a:alpha val="2984"/>
                  </a:srgbClr>
                </a:gs>
                <a:gs pos="71429">
                  <a:srgbClr val="000000">
                    <a:alpha val="1408"/>
                  </a:srgbClr>
                </a:gs>
                <a:gs pos="85714">
                  <a:srgbClr val="000000">
                    <a:alpha val="559"/>
                  </a:srgbClr>
                </a:gs>
                <a:gs pos="100000">
                  <a:srgbClr val="000000">
                    <a:alpha val="1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3884854">
              <a:off x="1836580" y="902118"/>
              <a:ext cx="499448" cy="466737"/>
            </a:xfrm>
            <a:prstGeom prst="ellipse">
              <a:avLst/>
            </a:prstGeom>
            <a:gradFill>
              <a:gsLst>
                <a:gs pos="0">
                  <a:srgbClr val="000000">
                    <a:alpha val="6243"/>
                  </a:srgbClr>
                </a:gs>
                <a:gs pos="14286">
                  <a:srgbClr val="000000">
                    <a:alpha val="5753"/>
                  </a:srgbClr>
                </a:gs>
                <a:gs pos="28571">
                  <a:srgbClr val="000000">
                    <a:alpha val="4497"/>
                  </a:srgbClr>
                </a:gs>
                <a:gs pos="42857">
                  <a:srgbClr val="000000">
                    <a:alpha val="2973"/>
                  </a:srgbClr>
                </a:gs>
                <a:gs pos="57143">
                  <a:srgbClr val="000000">
                    <a:alpha val="1658"/>
                  </a:srgbClr>
                </a:gs>
                <a:gs pos="71429">
                  <a:srgbClr val="000000">
                    <a:alpha val="780"/>
                  </a:srgbClr>
                </a:gs>
                <a:gs pos="85714">
                  <a:srgbClr val="000000">
                    <a:alpha val="309"/>
                  </a:srgbClr>
                </a:gs>
                <a:gs pos="100000">
                  <a:srgbClr val="00000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-9285311">
              <a:off x="1586355" y="25384"/>
              <a:ext cx="592029" cy="809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-8234307">
              <a:off x="3293891" y="665144"/>
              <a:ext cx="663529" cy="280550"/>
            </a:xfrm>
            <a:prstGeom prst="ellipse">
              <a:avLst/>
            </a:prstGeom>
            <a:gradFill>
              <a:gsLst>
                <a:gs pos="0">
                  <a:srgbClr val="1C0016">
                    <a:alpha val="27987"/>
                  </a:srgbClr>
                </a:gs>
                <a:gs pos="14286">
                  <a:srgbClr val="1C0016">
                    <a:alpha val="26049"/>
                  </a:srgbClr>
                </a:gs>
                <a:gs pos="28571">
                  <a:srgbClr val="1C0016">
                    <a:alpha val="20888"/>
                  </a:srgbClr>
                </a:gs>
                <a:gs pos="42857">
                  <a:srgbClr val="1C0016">
                    <a:alpha val="14246"/>
                  </a:srgbClr>
                </a:gs>
                <a:gs pos="57143">
                  <a:srgbClr val="1C0016">
                    <a:alpha val="8163"/>
                  </a:srgbClr>
                </a:gs>
                <a:gs pos="71429">
                  <a:srgbClr val="1C0016">
                    <a:alpha val="3908"/>
                  </a:srgbClr>
                </a:gs>
                <a:gs pos="85714">
                  <a:srgbClr val="1C0016">
                    <a:alpha val="1564"/>
                  </a:srgbClr>
                </a:gs>
                <a:gs pos="100000">
                  <a:srgbClr val="1C0016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9177151">
              <a:off x="3105398" y="1656901"/>
              <a:ext cx="702238" cy="97692"/>
            </a:xfrm>
            <a:prstGeom prst="ellipse">
              <a:avLst/>
            </a:prstGeom>
            <a:gradFill>
              <a:gsLst>
                <a:gs pos="0">
                  <a:srgbClr val="04000A">
                    <a:alpha val="30469"/>
                  </a:srgbClr>
                </a:gs>
                <a:gs pos="14286">
                  <a:srgbClr val="04000A">
                    <a:alpha val="28395"/>
                  </a:srgbClr>
                </a:gs>
                <a:gs pos="28571">
                  <a:srgbClr val="04000A">
                    <a:alpha val="22844"/>
                  </a:srgbClr>
                </a:gs>
                <a:gs pos="42857">
                  <a:srgbClr val="04000A">
                    <a:alpha val="15642"/>
                  </a:srgbClr>
                </a:gs>
                <a:gs pos="57143">
                  <a:srgbClr val="04000A">
                    <a:alpha val="8995"/>
                  </a:srgbClr>
                </a:gs>
                <a:gs pos="71429">
                  <a:srgbClr val="04000A">
                    <a:alpha val="4316"/>
                  </a:srgbClr>
                </a:gs>
                <a:gs pos="85714">
                  <a:srgbClr val="04000A">
                    <a:alpha val="1730"/>
                  </a:srgbClr>
                </a:gs>
                <a:gs pos="100000">
                  <a:srgbClr val="04000A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8584663">
              <a:off x="1240271" y="2052666"/>
              <a:ext cx="684789" cy="107957"/>
            </a:xfrm>
            <a:prstGeom prst="ellipse">
              <a:avLst/>
            </a:prstGeom>
            <a:gradFill>
              <a:gsLst>
                <a:gs pos="0">
                  <a:srgbClr val="BDBBBB">
                    <a:alpha val="23309"/>
                  </a:srgbClr>
                </a:gs>
                <a:gs pos="14286">
                  <a:srgbClr val="BDBBBB">
                    <a:alpha val="21645"/>
                  </a:srgbClr>
                </a:gs>
                <a:gs pos="28571">
                  <a:srgbClr val="BDBBBB">
                    <a:alpha val="17254"/>
                  </a:srgbClr>
                </a:gs>
                <a:gs pos="42857">
                  <a:srgbClr val="BDBBBB">
                    <a:alpha val="11682"/>
                  </a:srgbClr>
                </a:gs>
                <a:gs pos="57143">
                  <a:srgbClr val="BDBBBB">
                    <a:alpha val="6652"/>
                  </a:srgbClr>
                </a:gs>
                <a:gs pos="71429">
                  <a:srgbClr val="BDBBBB">
                    <a:alpha val="3171"/>
                  </a:srgbClr>
                </a:gs>
                <a:gs pos="85714">
                  <a:srgbClr val="BDBBBB">
                    <a:alpha val="1266"/>
                  </a:srgbClr>
                </a:gs>
                <a:gs pos="100000">
                  <a:srgbClr val="BDBBBB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8922884">
              <a:off x="-294068" y="497761"/>
              <a:ext cx="778197" cy="95601"/>
            </a:xfrm>
            <a:prstGeom prst="ellipse">
              <a:avLst/>
            </a:prstGeom>
            <a:gradFill>
              <a:gsLst>
                <a:gs pos="0">
                  <a:srgbClr val="DADCDA">
                    <a:alpha val="32968"/>
                  </a:srgbClr>
                </a:gs>
                <a:gs pos="14286">
                  <a:srgbClr val="DADCDA">
                    <a:alpha val="30764"/>
                  </a:srgbClr>
                </a:gs>
                <a:gs pos="28571">
                  <a:srgbClr val="DADCDA">
                    <a:alpha val="24833"/>
                  </a:srgbClr>
                </a:gs>
                <a:gs pos="42857">
                  <a:srgbClr val="DADCDA">
                    <a:alpha val="17075"/>
                  </a:srgbClr>
                </a:gs>
                <a:gs pos="57143">
                  <a:srgbClr val="DADCDA">
                    <a:alpha val="9855"/>
                  </a:srgbClr>
                </a:gs>
                <a:gs pos="71429">
                  <a:srgbClr val="DADCDA">
                    <a:alpha val="4740"/>
                  </a:srgbClr>
                </a:gs>
                <a:gs pos="85714">
                  <a:srgbClr val="DADCDA">
                    <a:alpha val="1902"/>
                  </a:srgbClr>
                </a:gs>
                <a:gs pos="100000">
                  <a:srgbClr val="DADC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5189130">
              <a:off x="714521" y="2847694"/>
              <a:ext cx="355945" cy="827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-10375758">
              <a:off x="924443" y="2829219"/>
              <a:ext cx="747882" cy="1380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6702271">
              <a:off x="1063304" y="1294330"/>
              <a:ext cx="650503" cy="189179"/>
            </a:xfrm>
            <a:prstGeom prst="ellipse">
              <a:avLst/>
            </a:prstGeom>
            <a:gradFill>
              <a:gsLst>
                <a:gs pos="0">
                  <a:srgbClr val="000006">
                    <a:alpha val="4374"/>
                  </a:srgbClr>
                </a:gs>
                <a:gs pos="14286">
                  <a:srgbClr val="000006">
                    <a:alpha val="4028"/>
                  </a:srgbClr>
                </a:gs>
                <a:gs pos="28571">
                  <a:srgbClr val="000006">
                    <a:alpha val="3142"/>
                  </a:srgbClr>
                </a:gs>
                <a:gs pos="42857">
                  <a:srgbClr val="000006">
                    <a:alpha val="2072"/>
                  </a:srgbClr>
                </a:gs>
                <a:gs pos="57143">
                  <a:srgbClr val="000006">
                    <a:alpha val="1153"/>
                  </a:srgbClr>
                </a:gs>
                <a:gs pos="71429">
                  <a:srgbClr val="000006">
                    <a:alpha val="542"/>
                  </a:srgbClr>
                </a:gs>
                <a:gs pos="85714">
                  <a:srgbClr val="000006">
                    <a:alpha val="215"/>
                  </a:srgbClr>
                </a:gs>
                <a:gs pos="100000">
                  <a:srgbClr val="000006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2988200">
              <a:off x="2527555" y="1618736"/>
              <a:ext cx="784930" cy="855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-8264610">
              <a:off x="636361" y="1969220"/>
              <a:ext cx="416033" cy="67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2942570">
              <a:off x="2995030" y="3432603"/>
              <a:ext cx="430328" cy="1334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-8938485">
              <a:off x="2132377" y="154903"/>
              <a:ext cx="574213" cy="4009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10601909">
              <a:off x="1975749" y="97186"/>
              <a:ext cx="876878" cy="179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9496367">
              <a:off x="3187423" y="2242291"/>
              <a:ext cx="565741" cy="108165"/>
            </a:xfrm>
            <a:prstGeom prst="ellipse">
              <a:avLst/>
            </a:prstGeom>
            <a:gradFill>
              <a:gsLst>
                <a:gs pos="0">
                  <a:srgbClr val="D1D1D0">
                    <a:alpha val="16448"/>
                  </a:srgbClr>
                </a:gs>
                <a:gs pos="14286">
                  <a:srgbClr val="D1D1D0">
                    <a:alpha val="15225"/>
                  </a:srgbClr>
                </a:gs>
                <a:gs pos="28571">
                  <a:srgbClr val="D1D1D0">
                    <a:alpha val="12036"/>
                  </a:srgbClr>
                </a:gs>
                <a:gs pos="42857">
                  <a:srgbClr val="D1D1D0">
                    <a:alpha val="8068"/>
                  </a:srgbClr>
                </a:gs>
                <a:gs pos="57143">
                  <a:srgbClr val="D1D1D0">
                    <a:alpha val="4554"/>
                  </a:srgbClr>
                </a:gs>
                <a:gs pos="71429">
                  <a:srgbClr val="D1D1D0">
                    <a:alpha val="2158"/>
                  </a:srgbClr>
                </a:gs>
                <a:gs pos="85714">
                  <a:srgbClr val="D1D1D0">
                    <a:alpha val="859"/>
                  </a:srgbClr>
                </a:gs>
                <a:gs pos="100000">
                  <a:srgbClr val="D1D1D0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4487827">
              <a:off x="2907158" y="3222372"/>
              <a:ext cx="215895" cy="706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3167373">
              <a:off x="2430371" y="2326583"/>
              <a:ext cx="500713" cy="477071"/>
            </a:xfrm>
            <a:prstGeom prst="ellipse">
              <a:avLst/>
            </a:prstGeom>
            <a:gradFill>
              <a:gsLst>
                <a:gs pos="0">
                  <a:srgbClr val="000000">
                    <a:alpha val="4710"/>
                  </a:srgbClr>
                </a:gs>
                <a:gs pos="14286">
                  <a:srgbClr val="000000">
                    <a:alpha val="4337"/>
                  </a:srgbClr>
                </a:gs>
                <a:gs pos="28571">
                  <a:srgbClr val="000000">
                    <a:alpha val="3384"/>
                  </a:srgbClr>
                </a:gs>
                <a:gs pos="42857">
                  <a:srgbClr val="000000">
                    <a:alpha val="2233"/>
                  </a:srgbClr>
                </a:gs>
                <a:gs pos="57143">
                  <a:srgbClr val="000000">
                    <a:alpha val="1243"/>
                  </a:srgbClr>
                </a:gs>
                <a:gs pos="71429">
                  <a:srgbClr val="000000">
                    <a:alpha val="584"/>
                  </a:srgbClr>
                </a:gs>
                <a:gs pos="85714">
                  <a:srgbClr val="000000">
                    <a:alpha val="231"/>
                  </a:srgbClr>
                </a:gs>
                <a:gs pos="100000">
                  <a:srgbClr val="0000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9260251">
              <a:off x="2195681" y="1564901"/>
              <a:ext cx="544592" cy="549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10282382">
              <a:off x="3058487" y="330501"/>
              <a:ext cx="475717" cy="455293"/>
            </a:xfrm>
            <a:prstGeom prst="ellipse">
              <a:avLst/>
            </a:prstGeom>
            <a:gradFill>
              <a:gsLst>
                <a:gs pos="0">
                  <a:srgbClr val="B5B4B5">
                    <a:alpha val="18293"/>
                  </a:srgbClr>
                </a:gs>
                <a:gs pos="14286">
                  <a:srgbClr val="B5B4B5">
                    <a:alpha val="16946"/>
                  </a:srgbClr>
                </a:gs>
                <a:gs pos="28571">
                  <a:srgbClr val="B5B4B5">
                    <a:alpha val="13426"/>
                  </a:srgbClr>
                </a:gs>
                <a:gs pos="42857">
                  <a:srgbClr val="B5B4B5">
                    <a:alpha val="9023"/>
                  </a:srgbClr>
                </a:gs>
                <a:gs pos="57143">
                  <a:srgbClr val="B5B4B5">
                    <a:alpha val="5105"/>
                  </a:srgbClr>
                </a:gs>
                <a:gs pos="71429">
                  <a:srgbClr val="B5B4B5">
                    <a:alpha val="2423"/>
                  </a:srgbClr>
                </a:gs>
                <a:gs pos="85714">
                  <a:srgbClr val="B5B4B5">
                    <a:alpha val="965"/>
                  </a:srgbClr>
                </a:gs>
                <a:gs pos="100000">
                  <a:srgbClr val="B5B4B5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-9951948">
              <a:off x="482148" y="962632"/>
              <a:ext cx="685026" cy="148490"/>
            </a:xfrm>
            <a:prstGeom prst="ellipse">
              <a:avLst/>
            </a:prstGeom>
            <a:gradFill>
              <a:gsLst>
                <a:gs pos="0">
                  <a:srgbClr val="BFC0BE">
                    <a:alpha val="3867"/>
                  </a:srgbClr>
                </a:gs>
                <a:gs pos="14286">
                  <a:srgbClr val="BFC0BE">
                    <a:alpha val="3560"/>
                  </a:srgbClr>
                </a:gs>
                <a:gs pos="28571">
                  <a:srgbClr val="BFC0BE">
                    <a:alpha val="2775"/>
                  </a:srgbClr>
                </a:gs>
                <a:gs pos="42857">
                  <a:srgbClr val="BFC0BE">
                    <a:alpha val="1829"/>
                  </a:srgbClr>
                </a:gs>
                <a:gs pos="57143">
                  <a:srgbClr val="BFC0BE">
                    <a:alpha val="1018"/>
                  </a:srgbClr>
                </a:gs>
                <a:gs pos="71429">
                  <a:srgbClr val="BFC0BE">
                    <a:alpha val="478"/>
                  </a:srgbClr>
                </a:gs>
                <a:gs pos="85714">
                  <a:srgbClr val="BFC0BE">
                    <a:alpha val="189"/>
                  </a:srgbClr>
                </a:gs>
                <a:gs pos="100000">
                  <a:srgbClr val="BFC0BE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10113517">
              <a:off x="1245275" y="1150998"/>
              <a:ext cx="195148" cy="70993"/>
            </a:xfrm>
            <a:prstGeom prst="ellipse">
              <a:avLst/>
            </a:prstGeom>
            <a:gradFill>
              <a:gsLst>
                <a:gs pos="0">
                  <a:srgbClr val="F7F6F7">
                    <a:alpha val="32968"/>
                  </a:srgbClr>
                </a:gs>
                <a:gs pos="14286">
                  <a:srgbClr val="F7F6F7">
                    <a:alpha val="30764"/>
                  </a:srgbClr>
                </a:gs>
                <a:gs pos="28571">
                  <a:srgbClr val="F7F6F7">
                    <a:alpha val="24833"/>
                  </a:srgbClr>
                </a:gs>
                <a:gs pos="42857">
                  <a:srgbClr val="F7F6F7">
                    <a:alpha val="17075"/>
                  </a:srgbClr>
                </a:gs>
                <a:gs pos="57143">
                  <a:srgbClr val="F7F6F7">
                    <a:alpha val="9855"/>
                  </a:srgbClr>
                </a:gs>
                <a:gs pos="71429">
                  <a:srgbClr val="F7F6F7">
                    <a:alpha val="4740"/>
                  </a:srgbClr>
                </a:gs>
                <a:gs pos="85714">
                  <a:srgbClr val="F7F6F7">
                    <a:alpha val="1902"/>
                  </a:srgbClr>
                </a:gs>
                <a:gs pos="100000">
                  <a:srgbClr val="F7F6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7587728">
              <a:off x="2014980" y="188894"/>
              <a:ext cx="379518" cy="1156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10570499">
              <a:off x="-36753" y="1210672"/>
              <a:ext cx="476483" cy="446726"/>
            </a:xfrm>
            <a:prstGeom prst="ellipse">
              <a:avLst/>
            </a:prstGeom>
            <a:gradFill>
              <a:gsLst>
                <a:gs pos="0">
                  <a:srgbClr val="A0A1A3">
                    <a:alpha val="8412"/>
                  </a:srgbClr>
                </a:gs>
                <a:gs pos="14286">
                  <a:srgbClr val="A0A1A3">
                    <a:alpha val="7759"/>
                  </a:srgbClr>
                </a:gs>
                <a:gs pos="28571">
                  <a:srgbClr val="A0A1A3">
                    <a:alpha val="6078"/>
                  </a:srgbClr>
                </a:gs>
                <a:gs pos="42857">
                  <a:srgbClr val="A0A1A3">
                    <a:alpha val="4030"/>
                  </a:srgbClr>
                </a:gs>
                <a:gs pos="57143">
                  <a:srgbClr val="A0A1A3">
                    <a:alpha val="2253"/>
                  </a:srgbClr>
                </a:gs>
                <a:gs pos="71429">
                  <a:srgbClr val="A0A1A3">
                    <a:alpha val="1061"/>
                  </a:srgbClr>
                </a:gs>
                <a:gs pos="85714">
                  <a:srgbClr val="A0A1A3">
                    <a:alpha val="421"/>
                  </a:srgbClr>
                </a:gs>
                <a:gs pos="100000">
                  <a:srgbClr val="A0A1A3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-10089255">
              <a:off x="2571146" y="299102"/>
              <a:ext cx="525869" cy="455504"/>
            </a:xfrm>
            <a:prstGeom prst="ellipse">
              <a:avLst/>
            </a:prstGeom>
            <a:gradFill>
              <a:gsLst>
                <a:gs pos="0">
                  <a:srgbClr val="000000">
                    <a:alpha val="15919"/>
                  </a:srgbClr>
                </a:gs>
                <a:gs pos="14286">
                  <a:srgbClr val="000000">
                    <a:alpha val="14731"/>
                  </a:srgbClr>
                </a:gs>
                <a:gs pos="28571">
                  <a:srgbClr val="000000">
                    <a:alpha val="11639"/>
                  </a:srgbClr>
                </a:gs>
                <a:gs pos="42857">
                  <a:srgbClr val="000000">
                    <a:alpha val="7795"/>
                  </a:srgbClr>
                </a:gs>
                <a:gs pos="57143">
                  <a:srgbClr val="000000">
                    <a:alpha val="4398"/>
                  </a:srgbClr>
                </a:gs>
                <a:gs pos="71429">
                  <a:srgbClr val="000000">
                    <a:alpha val="2083"/>
                  </a:srgbClr>
                </a:gs>
                <a:gs pos="85714">
                  <a:srgbClr val="000000">
                    <a:alpha val="829"/>
                  </a:srgbClr>
                </a:gs>
                <a:gs pos="100000">
                  <a:srgbClr val="00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4991137">
              <a:off x="2178845" y="1538042"/>
              <a:ext cx="467679" cy="369005"/>
            </a:xfrm>
            <a:prstGeom prst="ellipse">
              <a:avLst/>
            </a:prstGeom>
            <a:gradFill>
              <a:gsLst>
                <a:gs pos="0">
                  <a:srgbClr val="00000B">
                    <a:alpha val="9231"/>
                  </a:srgbClr>
                </a:gs>
                <a:gs pos="14286">
                  <a:srgbClr val="00000B">
                    <a:alpha val="8517"/>
                  </a:srgbClr>
                </a:gs>
                <a:gs pos="28571">
                  <a:srgbClr val="00000B">
                    <a:alpha val="6679"/>
                  </a:srgbClr>
                </a:gs>
                <a:gs pos="42857">
                  <a:srgbClr val="00000B">
                    <a:alpha val="4433"/>
                  </a:srgbClr>
                </a:gs>
                <a:gs pos="57143">
                  <a:srgbClr val="00000B">
                    <a:alpha val="2481"/>
                  </a:srgbClr>
                </a:gs>
                <a:gs pos="71429">
                  <a:srgbClr val="00000B">
                    <a:alpha val="1169"/>
                  </a:srgbClr>
                </a:gs>
                <a:gs pos="85714">
                  <a:srgbClr val="00000B">
                    <a:alpha val="464"/>
                  </a:srgbClr>
                </a:gs>
                <a:gs pos="100000">
                  <a:srgbClr val="00000B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5791306">
              <a:off x="95869" y="328524"/>
              <a:ext cx="597681" cy="526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3268604">
              <a:off x="3068406" y="3371003"/>
              <a:ext cx="548341" cy="547213"/>
            </a:xfrm>
            <a:prstGeom prst="ellipse">
              <a:avLst/>
            </a:prstGeom>
            <a:gradFill>
              <a:gsLst>
                <a:gs pos="0">
                  <a:srgbClr val="000000">
                    <a:alpha val="9587"/>
                  </a:srgbClr>
                </a:gs>
                <a:gs pos="14286">
                  <a:srgbClr val="000000">
                    <a:alpha val="8847"/>
                  </a:srgbClr>
                </a:gs>
                <a:gs pos="28571">
                  <a:srgbClr val="000000">
                    <a:alpha val="6940"/>
                  </a:srgbClr>
                </a:gs>
                <a:gs pos="42857">
                  <a:srgbClr val="000000">
                    <a:alpha val="4608"/>
                  </a:srgbClr>
                </a:gs>
                <a:gs pos="57143">
                  <a:srgbClr val="000000">
                    <a:alpha val="2580"/>
                  </a:srgbClr>
                </a:gs>
                <a:gs pos="71429">
                  <a:srgbClr val="000000">
                    <a:alpha val="1216"/>
                  </a:srgbClr>
                </a:gs>
                <a:gs pos="85714">
                  <a:srgbClr val="000000">
                    <a:alpha val="483"/>
                  </a:srgbClr>
                </a:gs>
                <a:gs pos="100000">
                  <a:srgbClr val="0000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7411292">
              <a:off x="708406" y="660440"/>
              <a:ext cx="541820" cy="405032"/>
            </a:xfrm>
            <a:prstGeom prst="ellipse">
              <a:avLst/>
            </a:prstGeom>
            <a:gradFill>
              <a:gsLst>
                <a:gs pos="0">
                  <a:srgbClr val="D8D7D8">
                    <a:alpha val="12199"/>
                  </a:srgbClr>
                </a:gs>
                <a:gs pos="14286">
                  <a:srgbClr val="D8D7D8">
                    <a:alpha val="11271"/>
                  </a:srgbClr>
                </a:gs>
                <a:gs pos="28571">
                  <a:srgbClr val="D8D7D8">
                    <a:alpha val="8867"/>
                  </a:srgbClr>
                </a:gs>
                <a:gs pos="42857">
                  <a:srgbClr val="D8D7D8">
                    <a:alpha val="5908"/>
                  </a:srgbClr>
                </a:gs>
                <a:gs pos="57143">
                  <a:srgbClr val="D8D7D8">
                    <a:alpha val="3318"/>
                  </a:srgbClr>
                </a:gs>
                <a:gs pos="71429">
                  <a:srgbClr val="D8D7D8">
                    <a:alpha val="1567"/>
                  </a:srgbClr>
                </a:gs>
                <a:gs pos="85714">
                  <a:srgbClr val="D8D7D8">
                    <a:alpha val="623"/>
                  </a:srgbClr>
                </a:gs>
                <a:gs pos="100000">
                  <a:srgbClr val="D8D7D8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3312534">
              <a:off x="1021533" y="430259"/>
              <a:ext cx="485476" cy="481177"/>
            </a:xfrm>
            <a:prstGeom prst="ellipse">
              <a:avLst/>
            </a:prstGeom>
            <a:gradFill>
              <a:gsLst>
                <a:gs pos="0">
                  <a:srgbClr val="C0BEC0">
                    <a:alpha val="4199"/>
                  </a:srgbClr>
                </a:gs>
                <a:gs pos="14286">
                  <a:srgbClr val="C0BEC0">
                    <a:alpha val="3866"/>
                  </a:srgbClr>
                </a:gs>
                <a:gs pos="28571">
                  <a:srgbClr val="C0BEC0">
                    <a:alpha val="3015"/>
                  </a:srgbClr>
                </a:gs>
                <a:gs pos="42857">
                  <a:srgbClr val="C0BEC0">
                    <a:alpha val="1988"/>
                  </a:srgbClr>
                </a:gs>
                <a:gs pos="57143">
                  <a:srgbClr val="C0BEC0">
                    <a:alpha val="1107"/>
                  </a:srgbClr>
                </a:gs>
                <a:gs pos="71429">
                  <a:srgbClr val="C0BEC0">
                    <a:alpha val="519"/>
                  </a:srgbClr>
                </a:gs>
                <a:gs pos="85714">
                  <a:srgbClr val="C0BEC0">
                    <a:alpha val="206"/>
                  </a:srgbClr>
                </a:gs>
                <a:gs pos="100000">
                  <a:srgbClr val="C0BEC0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10544894">
              <a:off x="2624606" y="2889805"/>
              <a:ext cx="521216" cy="433791"/>
            </a:xfrm>
            <a:prstGeom prst="ellipse">
              <a:avLst/>
            </a:prstGeom>
            <a:gradFill>
              <a:gsLst>
                <a:gs pos="0">
                  <a:srgbClr val="000000">
                    <a:alpha val="5710"/>
                  </a:srgbClr>
                </a:gs>
                <a:gs pos="14286">
                  <a:srgbClr val="000000">
                    <a:alpha val="5261"/>
                  </a:srgbClr>
                </a:gs>
                <a:gs pos="28571">
                  <a:srgbClr val="000000">
                    <a:alpha val="4109"/>
                  </a:srgbClr>
                </a:gs>
                <a:gs pos="42857">
                  <a:srgbClr val="000000">
                    <a:alpha val="2715"/>
                  </a:srgbClr>
                </a:gs>
                <a:gs pos="57143">
                  <a:srgbClr val="000000">
                    <a:alpha val="1514"/>
                  </a:srgbClr>
                </a:gs>
                <a:gs pos="71429">
                  <a:srgbClr val="000000">
                    <a:alpha val="711"/>
                  </a:srgbClr>
                </a:gs>
                <a:gs pos="85714">
                  <a:srgbClr val="000000">
                    <a:alpha val="282"/>
                  </a:srgbClr>
                </a:gs>
                <a:gs pos="100000">
                  <a:srgbClr val="00000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-9786893">
              <a:off x="1884994" y="1804083"/>
              <a:ext cx="464772" cy="1116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6656521">
              <a:off x="2737738" y="1818152"/>
              <a:ext cx="504720" cy="744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4710922">
              <a:off x="876354" y="1476263"/>
              <a:ext cx="300603" cy="102104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8914249">
              <a:off x="3070548" y="811513"/>
              <a:ext cx="610547" cy="677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3942578">
              <a:off x="2042940" y="2608140"/>
              <a:ext cx="534217" cy="508895"/>
            </a:xfrm>
            <a:prstGeom prst="ellipse">
              <a:avLst/>
            </a:prstGeom>
            <a:gradFill>
              <a:gsLst>
                <a:gs pos="0">
                  <a:srgbClr val="000000">
                    <a:alpha val="5024"/>
                  </a:srgbClr>
                </a:gs>
                <a:gs pos="14286">
                  <a:srgbClr val="000000">
                    <a:alpha val="4627"/>
                  </a:srgbClr>
                </a:gs>
                <a:gs pos="28571">
                  <a:srgbClr val="000000">
                    <a:alpha val="3612"/>
                  </a:srgbClr>
                </a:gs>
                <a:gs pos="42857">
                  <a:srgbClr val="000000">
                    <a:alpha val="2384"/>
                  </a:srgbClr>
                </a:gs>
                <a:gs pos="57143">
                  <a:srgbClr val="000000">
                    <a:alpha val="1328"/>
                  </a:srgbClr>
                </a:gs>
                <a:gs pos="71429">
                  <a:srgbClr val="000000">
                    <a:alpha val="624"/>
                  </a:srgbClr>
                </a:gs>
                <a:gs pos="85714">
                  <a:srgbClr val="000000">
                    <a:alpha val="247"/>
                  </a:srgbClr>
                </a:gs>
                <a:gs pos="100000">
                  <a:srgbClr val="0000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8480761">
              <a:off x="2418301" y="2891146"/>
              <a:ext cx="723743" cy="172480"/>
            </a:xfrm>
            <a:prstGeom prst="ellipse">
              <a:avLst/>
            </a:prstGeom>
            <a:gradFill>
              <a:gsLst>
                <a:gs pos="0">
                  <a:srgbClr val="070309">
                    <a:alpha val="31792"/>
                  </a:srgbClr>
                </a:gs>
                <a:gs pos="14286">
                  <a:srgbClr val="070309">
                    <a:alpha val="29648"/>
                  </a:srgbClr>
                </a:gs>
                <a:gs pos="28571">
                  <a:srgbClr val="070309">
                    <a:alpha val="23894"/>
                  </a:srgbClr>
                </a:gs>
                <a:gs pos="42857">
                  <a:srgbClr val="070309">
                    <a:alpha val="16397"/>
                  </a:srgbClr>
                </a:gs>
                <a:gs pos="57143">
                  <a:srgbClr val="070309">
                    <a:alpha val="9447"/>
                  </a:srgbClr>
                </a:gs>
                <a:gs pos="71429">
                  <a:srgbClr val="070309">
                    <a:alpha val="4539"/>
                  </a:srgbClr>
                </a:gs>
                <a:gs pos="85714">
                  <a:srgbClr val="070309">
                    <a:alpha val="1820"/>
                  </a:srgbClr>
                </a:gs>
                <a:gs pos="100000">
                  <a:srgbClr val="070309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3554031">
              <a:off x="2180520" y="231420"/>
              <a:ext cx="702505" cy="244439"/>
            </a:xfrm>
            <a:prstGeom prst="ellipse">
              <a:avLst/>
            </a:prstGeom>
            <a:gradFill>
              <a:gsLst>
                <a:gs pos="0">
                  <a:srgbClr val="A7A5A7">
                    <a:alpha val="30287"/>
                  </a:srgbClr>
                </a:gs>
                <a:gs pos="14286">
                  <a:srgbClr val="A7A5A7">
                    <a:alpha val="28223"/>
                  </a:srgbClr>
                </a:gs>
                <a:gs pos="28571">
                  <a:srgbClr val="A7A5A7">
                    <a:alpha val="22699"/>
                  </a:srgbClr>
                </a:gs>
                <a:gs pos="42857">
                  <a:srgbClr val="A7A5A7">
                    <a:alpha val="15539"/>
                  </a:srgbClr>
                </a:gs>
                <a:gs pos="57143">
                  <a:srgbClr val="A7A5A7">
                    <a:alpha val="8933"/>
                  </a:srgbClr>
                </a:gs>
                <a:gs pos="71429">
                  <a:srgbClr val="A7A5A7">
                    <a:alpha val="4286"/>
                  </a:srgbClr>
                </a:gs>
                <a:gs pos="85714">
                  <a:srgbClr val="A7A5A7">
                    <a:alpha val="1717"/>
                  </a:srgbClr>
                </a:gs>
                <a:gs pos="100000">
                  <a:srgbClr val="A7A5A7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3233657">
              <a:off x="512634" y="185474"/>
              <a:ext cx="758355" cy="176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-8356476">
              <a:off x="236106" y="1601690"/>
              <a:ext cx="789656" cy="1099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10357643">
              <a:off x="1194914" y="1544907"/>
              <a:ext cx="292819" cy="166252"/>
            </a:xfrm>
            <a:prstGeom prst="ellipse">
              <a:avLst/>
            </a:prstGeom>
            <a:gradFill>
              <a:gsLst>
                <a:gs pos="0">
                  <a:srgbClr val="E2E1E2">
                    <a:alpha val="32968"/>
                  </a:srgbClr>
                </a:gs>
                <a:gs pos="14286">
                  <a:srgbClr val="E2E1E2">
                    <a:alpha val="30764"/>
                  </a:srgbClr>
                </a:gs>
                <a:gs pos="28571">
                  <a:srgbClr val="E2E1E2">
                    <a:alpha val="24833"/>
                  </a:srgbClr>
                </a:gs>
                <a:gs pos="42857">
                  <a:srgbClr val="E2E1E2">
                    <a:alpha val="17075"/>
                  </a:srgbClr>
                </a:gs>
                <a:gs pos="57143">
                  <a:srgbClr val="E2E1E2">
                    <a:alpha val="9855"/>
                  </a:srgbClr>
                </a:gs>
                <a:gs pos="71429">
                  <a:srgbClr val="E2E1E2">
                    <a:alpha val="4740"/>
                  </a:srgbClr>
                </a:gs>
                <a:gs pos="85714">
                  <a:srgbClr val="E2E1E2">
                    <a:alpha val="1902"/>
                  </a:srgbClr>
                </a:gs>
                <a:gs pos="100000">
                  <a:srgbClr val="E2E1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3166200">
              <a:off x="1284025" y="1550153"/>
              <a:ext cx="656354" cy="585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10319928">
              <a:off x="2403045" y="3371035"/>
              <a:ext cx="741363" cy="76044"/>
            </a:xfrm>
            <a:prstGeom prst="ellipse">
              <a:avLst/>
            </a:prstGeom>
            <a:gradFill>
              <a:gsLst>
                <a:gs pos="0">
                  <a:srgbClr val="FAFCFC">
                    <a:alpha val="32968"/>
                  </a:srgbClr>
                </a:gs>
                <a:gs pos="14286">
                  <a:srgbClr val="FAFCFC">
                    <a:alpha val="30764"/>
                  </a:srgbClr>
                </a:gs>
                <a:gs pos="28571">
                  <a:srgbClr val="FAFCFC">
                    <a:alpha val="24833"/>
                  </a:srgbClr>
                </a:gs>
                <a:gs pos="42857">
                  <a:srgbClr val="FAFCFC">
                    <a:alpha val="17075"/>
                  </a:srgbClr>
                </a:gs>
                <a:gs pos="57143">
                  <a:srgbClr val="FAFCFC">
                    <a:alpha val="9855"/>
                  </a:srgbClr>
                </a:gs>
                <a:gs pos="71429">
                  <a:srgbClr val="FAFCFC">
                    <a:alpha val="4740"/>
                  </a:srgbClr>
                </a:gs>
                <a:gs pos="85714">
                  <a:srgbClr val="FAFCFC">
                    <a:alpha val="1902"/>
                  </a:srgbClr>
                </a:gs>
                <a:gs pos="100000">
                  <a:srgbClr val="FA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3657897">
              <a:off x="1688253" y="2046535"/>
              <a:ext cx="823473" cy="141588"/>
            </a:xfrm>
            <a:prstGeom prst="ellipse">
              <a:avLst/>
            </a:prstGeom>
            <a:gradFill>
              <a:gsLst>
                <a:gs pos="0">
                  <a:srgbClr val="FEFEFE">
                    <a:alpha val="31962"/>
                  </a:srgbClr>
                </a:gs>
                <a:gs pos="14286">
                  <a:srgbClr val="FEFEFE">
                    <a:alpha val="29810"/>
                  </a:srgbClr>
                </a:gs>
                <a:gs pos="28571">
                  <a:srgbClr val="FEFEFE">
                    <a:alpha val="24030"/>
                  </a:srgbClr>
                </a:gs>
                <a:gs pos="42857">
                  <a:srgbClr val="FEFEFE">
                    <a:alpha val="16495"/>
                  </a:srgbClr>
                </a:gs>
                <a:gs pos="57143">
                  <a:srgbClr val="FEFEFE">
                    <a:alpha val="9506"/>
                  </a:srgbClr>
                </a:gs>
                <a:gs pos="71429">
                  <a:srgbClr val="FEFEFE">
                    <a:alpha val="4568"/>
                  </a:srgbClr>
                </a:gs>
                <a:gs pos="85714">
                  <a:srgbClr val="FEFEFE">
                    <a:alpha val="1832"/>
                  </a:srgbClr>
                </a:gs>
                <a:gs pos="100000">
                  <a:srgbClr val="FEFEFE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4775177">
              <a:off x="1261762" y="1062689"/>
              <a:ext cx="643587" cy="198877"/>
            </a:xfrm>
            <a:prstGeom prst="ellipse">
              <a:avLst/>
            </a:prstGeom>
            <a:gradFill>
              <a:gsLst>
                <a:gs pos="0">
                  <a:srgbClr val="9B9C9E">
                    <a:alpha val="14354"/>
                  </a:srgbClr>
                </a:gs>
                <a:gs pos="14286">
                  <a:srgbClr val="9B9C9E">
                    <a:alpha val="13274"/>
                  </a:srgbClr>
                </a:gs>
                <a:gs pos="28571">
                  <a:srgbClr val="9B9C9E">
                    <a:alpha val="10468"/>
                  </a:srgbClr>
                </a:gs>
                <a:gs pos="42857">
                  <a:srgbClr val="9B9C9E">
                    <a:alpha val="6996"/>
                  </a:srgbClr>
                </a:gs>
                <a:gs pos="57143">
                  <a:srgbClr val="9B9C9E">
                    <a:alpha val="3939"/>
                  </a:srgbClr>
                </a:gs>
                <a:gs pos="71429">
                  <a:srgbClr val="9B9C9E">
                    <a:alpha val="1864"/>
                  </a:srgbClr>
                </a:gs>
                <a:gs pos="85714">
                  <a:srgbClr val="9B9C9E">
                    <a:alpha val="741"/>
                  </a:srgbClr>
                </a:gs>
                <a:gs pos="100000">
                  <a:srgbClr val="9B9C9E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3689715">
              <a:off x="1856815" y="112641"/>
              <a:ext cx="612715" cy="96992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3028022">
              <a:off x="2636484" y="1243136"/>
              <a:ext cx="379074" cy="1096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9741867">
              <a:off x="618385" y="1009268"/>
              <a:ext cx="602453" cy="108697"/>
            </a:xfrm>
            <a:prstGeom prst="ellipse">
              <a:avLst/>
            </a:prstGeom>
            <a:gradFill>
              <a:gsLst>
                <a:gs pos="0">
                  <a:srgbClr val="EDF0ED">
                    <a:alpha val="29724"/>
                  </a:srgbClr>
                </a:gs>
                <a:gs pos="14286">
                  <a:srgbClr val="EDF0ED">
                    <a:alpha val="27690"/>
                  </a:srgbClr>
                </a:gs>
                <a:gs pos="28571">
                  <a:srgbClr val="EDF0ED">
                    <a:alpha val="22255"/>
                  </a:srgbClr>
                </a:gs>
                <a:gs pos="42857">
                  <a:srgbClr val="EDF0ED">
                    <a:alpha val="15220"/>
                  </a:srgbClr>
                </a:gs>
                <a:gs pos="57143">
                  <a:srgbClr val="EDF0ED">
                    <a:alpha val="8743"/>
                  </a:srgbClr>
                </a:gs>
                <a:gs pos="71429">
                  <a:srgbClr val="EDF0ED">
                    <a:alpha val="4192"/>
                  </a:srgbClr>
                </a:gs>
                <a:gs pos="85714">
                  <a:srgbClr val="EDF0ED">
                    <a:alpha val="1679"/>
                  </a:srgbClr>
                </a:gs>
                <a:gs pos="100000">
                  <a:srgbClr val="EDF0ED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5026498">
              <a:off x="291285" y="1425321"/>
              <a:ext cx="365831" cy="118751"/>
            </a:xfrm>
            <a:prstGeom prst="ellipse">
              <a:avLst/>
            </a:prstGeom>
            <a:gradFill>
              <a:gsLst>
                <a:gs pos="0">
                  <a:srgbClr val="FEFDFE">
                    <a:alpha val="32806"/>
                  </a:srgbClr>
                </a:gs>
                <a:gs pos="14286">
                  <a:srgbClr val="FEFDFE">
                    <a:alpha val="30610"/>
                  </a:srgbClr>
                </a:gs>
                <a:gs pos="28571">
                  <a:srgbClr val="FEFDFE">
                    <a:alpha val="24704"/>
                  </a:srgbClr>
                </a:gs>
                <a:gs pos="42857">
                  <a:srgbClr val="FEFDFE">
                    <a:alpha val="16982"/>
                  </a:srgbClr>
                </a:gs>
                <a:gs pos="57143">
                  <a:srgbClr val="FEFDFE">
                    <a:alpha val="9799"/>
                  </a:srgbClr>
                </a:gs>
                <a:gs pos="71429">
                  <a:srgbClr val="FEFDFE">
                    <a:alpha val="4713"/>
                  </a:srgbClr>
                </a:gs>
                <a:gs pos="85714">
                  <a:srgbClr val="FEFDFE">
                    <a:alpha val="1891"/>
                  </a:srgbClr>
                </a:gs>
                <a:gs pos="100000">
                  <a:srgbClr val="FEFDFE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10383698">
              <a:off x="837838" y="745050"/>
              <a:ext cx="609508" cy="1355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8408570">
              <a:off x="318542" y="1960296"/>
              <a:ext cx="494160" cy="440889"/>
            </a:xfrm>
            <a:prstGeom prst="ellipse">
              <a:avLst/>
            </a:prstGeom>
            <a:gradFill>
              <a:gsLst>
                <a:gs pos="0">
                  <a:srgbClr val="000000">
                    <a:alpha val="4103"/>
                  </a:srgbClr>
                </a:gs>
                <a:gs pos="14286">
                  <a:srgbClr val="000000">
                    <a:alpha val="3778"/>
                  </a:srgbClr>
                </a:gs>
                <a:gs pos="28571">
                  <a:srgbClr val="000000">
                    <a:alpha val="2946"/>
                  </a:srgbClr>
                </a:gs>
                <a:gs pos="42857">
                  <a:srgbClr val="000000">
                    <a:alpha val="1942"/>
                  </a:srgbClr>
                </a:gs>
                <a:gs pos="57143">
                  <a:srgbClr val="000000">
                    <a:alpha val="1081"/>
                  </a:srgbClr>
                </a:gs>
                <a:gs pos="71429">
                  <a:srgbClr val="000000">
                    <a:alpha val="507"/>
                  </a:srgbClr>
                </a:gs>
                <a:gs pos="85714">
                  <a:srgbClr val="000000">
                    <a:alpha val="201"/>
                  </a:srgbClr>
                </a:gs>
                <a:gs pos="100000">
                  <a:srgbClr val="000000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-8733549">
              <a:off x="2257477" y="2495193"/>
              <a:ext cx="568094" cy="152569"/>
            </a:xfrm>
            <a:prstGeom prst="ellipse">
              <a:avLst/>
            </a:prstGeom>
            <a:gradFill>
              <a:gsLst>
                <a:gs pos="0">
                  <a:srgbClr val="000000">
                    <a:alpha val="11985"/>
                  </a:srgbClr>
                </a:gs>
                <a:gs pos="14286">
                  <a:srgbClr val="000000">
                    <a:alpha val="11072"/>
                  </a:srgbClr>
                </a:gs>
                <a:gs pos="28571">
                  <a:srgbClr val="000000">
                    <a:alpha val="8708"/>
                  </a:srgbClr>
                </a:gs>
                <a:gs pos="42857">
                  <a:srgbClr val="000000">
                    <a:alpha val="5801"/>
                  </a:srgbClr>
                </a:gs>
                <a:gs pos="57143">
                  <a:srgbClr val="000000">
                    <a:alpha val="3257"/>
                  </a:srgbClr>
                </a:gs>
                <a:gs pos="71429">
                  <a:srgbClr val="000000">
                    <a:alpha val="1538"/>
                  </a:srgbClr>
                </a:gs>
                <a:gs pos="85714">
                  <a:srgbClr val="000000">
                    <a:alpha val="611"/>
                  </a:srgbClr>
                </a:gs>
                <a:gs pos="100000">
                  <a:srgbClr val="000000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7137329">
              <a:off x="2452838" y="1438370"/>
              <a:ext cx="680375" cy="1321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10296577">
              <a:off x="1131772" y="937648"/>
              <a:ext cx="820905" cy="842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10524302">
              <a:off x="2819771" y="3397392"/>
              <a:ext cx="777178" cy="1171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-9222535">
              <a:off x="844181" y="3150263"/>
              <a:ext cx="427511" cy="4097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5333256">
              <a:off x="1118164" y="1969265"/>
              <a:ext cx="555035" cy="80602"/>
            </a:xfrm>
            <a:prstGeom prst="ellipse">
              <a:avLst/>
            </a:prstGeom>
            <a:gradFill>
              <a:gsLst>
                <a:gs pos="0">
                  <a:srgbClr val="000000">
                    <a:alpha val="20899"/>
                  </a:srgbClr>
                </a:gs>
                <a:gs pos="14286">
                  <a:srgbClr val="000000">
                    <a:alpha val="19385"/>
                  </a:srgbClr>
                </a:gs>
                <a:gs pos="28571">
                  <a:srgbClr val="000000">
                    <a:alpha val="15407"/>
                  </a:srgbClr>
                </a:gs>
                <a:gs pos="42857">
                  <a:srgbClr val="000000">
                    <a:alpha val="10394"/>
                  </a:srgbClr>
                </a:gs>
                <a:gs pos="57143">
                  <a:srgbClr val="000000">
                    <a:alpha val="5900"/>
                  </a:srgbClr>
                </a:gs>
                <a:gs pos="71429">
                  <a:srgbClr val="000000">
                    <a:alpha val="2806"/>
                  </a:srgbClr>
                </a:gs>
                <a:gs pos="85714">
                  <a:srgbClr val="000000">
                    <a:alpha val="1119"/>
                  </a:srgbClr>
                </a:gs>
                <a:gs pos="100000">
                  <a:srgbClr val="000000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8623143">
              <a:off x="1358356" y="2914180"/>
              <a:ext cx="305757" cy="122855"/>
            </a:xfrm>
            <a:prstGeom prst="ellipse">
              <a:avLst/>
            </a:prstGeom>
            <a:gradFill>
              <a:gsLst>
                <a:gs pos="0">
                  <a:srgbClr val="E7E8E6">
                    <a:alpha val="32968"/>
                  </a:srgbClr>
                </a:gs>
                <a:gs pos="14286">
                  <a:srgbClr val="E7E8E6">
                    <a:alpha val="30764"/>
                  </a:srgbClr>
                </a:gs>
                <a:gs pos="28571">
                  <a:srgbClr val="E7E8E6">
                    <a:alpha val="24833"/>
                  </a:srgbClr>
                </a:gs>
                <a:gs pos="42857">
                  <a:srgbClr val="E7E8E6">
                    <a:alpha val="17075"/>
                  </a:srgbClr>
                </a:gs>
                <a:gs pos="57143">
                  <a:srgbClr val="E7E8E6">
                    <a:alpha val="9855"/>
                  </a:srgbClr>
                </a:gs>
                <a:gs pos="71429">
                  <a:srgbClr val="E7E8E6">
                    <a:alpha val="4740"/>
                  </a:srgbClr>
                </a:gs>
                <a:gs pos="85714">
                  <a:srgbClr val="E7E8E6">
                    <a:alpha val="1902"/>
                  </a:srgbClr>
                </a:gs>
                <a:gs pos="100000">
                  <a:srgbClr val="E7E8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8603005">
              <a:off x="2512668" y="2455898"/>
              <a:ext cx="233947" cy="1558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9913774">
              <a:off x="974992" y="2317516"/>
              <a:ext cx="457884" cy="440860"/>
            </a:xfrm>
            <a:prstGeom prst="ellipse">
              <a:avLst/>
            </a:prstGeom>
            <a:gradFill>
              <a:gsLst>
                <a:gs pos="0">
                  <a:srgbClr val="ABAEAA">
                    <a:alpha val="3866"/>
                  </a:srgbClr>
                </a:gs>
                <a:gs pos="14286">
                  <a:srgbClr val="ABAEAA">
                    <a:alpha val="3559"/>
                  </a:srgbClr>
                </a:gs>
                <a:gs pos="28571">
                  <a:srgbClr val="ABAEAA">
                    <a:alpha val="2775"/>
                  </a:srgbClr>
                </a:gs>
                <a:gs pos="42857">
                  <a:srgbClr val="ABAEAA">
                    <a:alpha val="1829"/>
                  </a:srgbClr>
                </a:gs>
                <a:gs pos="57143">
                  <a:srgbClr val="ABAEAA">
                    <a:alpha val="1017"/>
                  </a:srgbClr>
                </a:gs>
                <a:gs pos="71429">
                  <a:srgbClr val="ABAEAA">
                    <a:alpha val="478"/>
                  </a:srgbClr>
                </a:gs>
                <a:gs pos="85714">
                  <a:srgbClr val="ABAEAA">
                    <a:alpha val="189"/>
                  </a:srgbClr>
                </a:gs>
                <a:gs pos="100000">
                  <a:srgbClr val="ABAEAA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2823643">
              <a:off x="2179883" y="1377029"/>
              <a:ext cx="611263" cy="899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-8353452">
              <a:off x="2287797" y="2594288"/>
              <a:ext cx="205750" cy="939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3504994">
              <a:off x="412467" y="-125192"/>
              <a:ext cx="463652" cy="451286"/>
            </a:xfrm>
            <a:prstGeom prst="ellipse">
              <a:avLst/>
            </a:prstGeom>
            <a:gradFill>
              <a:gsLst>
                <a:gs pos="0">
                  <a:srgbClr val="8B8A88">
                    <a:alpha val="15249"/>
                  </a:srgbClr>
                </a:gs>
                <a:gs pos="14286">
                  <a:srgbClr val="8B8A88">
                    <a:alpha val="14107"/>
                  </a:srgbClr>
                </a:gs>
                <a:gs pos="28571">
                  <a:srgbClr val="8B8A88">
                    <a:alpha val="11137"/>
                  </a:srgbClr>
                </a:gs>
                <a:gs pos="42857">
                  <a:srgbClr val="8B8A88">
                    <a:alpha val="7453"/>
                  </a:srgbClr>
                </a:gs>
                <a:gs pos="57143">
                  <a:srgbClr val="8B8A88">
                    <a:alpha val="4201"/>
                  </a:srgbClr>
                </a:gs>
                <a:gs pos="71429">
                  <a:srgbClr val="8B8A88">
                    <a:alpha val="1989"/>
                  </a:srgbClr>
                </a:gs>
                <a:gs pos="85714">
                  <a:srgbClr val="8B8A88">
                    <a:alpha val="791"/>
                  </a:srgbClr>
                </a:gs>
                <a:gs pos="100000">
                  <a:srgbClr val="8B8A88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8267107">
              <a:off x="2782666" y="-189512"/>
              <a:ext cx="604451" cy="379024"/>
            </a:xfrm>
            <a:prstGeom prst="ellipse">
              <a:avLst/>
            </a:prstGeom>
            <a:gradFill>
              <a:gsLst>
                <a:gs pos="0">
                  <a:srgbClr val="1C0217">
                    <a:alpha val="31688"/>
                  </a:srgbClr>
                </a:gs>
                <a:gs pos="14286">
                  <a:srgbClr val="1C0217">
                    <a:alpha val="29550"/>
                  </a:srgbClr>
                </a:gs>
                <a:gs pos="28571">
                  <a:srgbClr val="1C0217">
                    <a:alpha val="23811"/>
                  </a:srgbClr>
                </a:gs>
                <a:gs pos="42857">
                  <a:srgbClr val="1C0217">
                    <a:alpha val="16338"/>
                  </a:srgbClr>
                </a:gs>
                <a:gs pos="57143">
                  <a:srgbClr val="1C0217">
                    <a:alpha val="9412"/>
                  </a:srgbClr>
                </a:gs>
                <a:gs pos="71429">
                  <a:srgbClr val="1C0217">
                    <a:alpha val="4521"/>
                  </a:srgbClr>
                </a:gs>
                <a:gs pos="85714">
                  <a:srgbClr val="1C0217">
                    <a:alpha val="1813"/>
                  </a:srgbClr>
                </a:gs>
                <a:gs pos="100000">
                  <a:srgbClr val="1C0217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9835236">
              <a:off x="2632339" y="860215"/>
              <a:ext cx="720504" cy="72258"/>
            </a:xfrm>
            <a:prstGeom prst="ellipse">
              <a:avLst/>
            </a:prstGeom>
            <a:gradFill>
              <a:gsLst>
                <a:gs pos="0">
                  <a:srgbClr val="F2F2F2">
                    <a:alpha val="32837"/>
                  </a:srgbClr>
                </a:gs>
                <a:gs pos="14286">
                  <a:srgbClr val="F2F2F2">
                    <a:alpha val="30639"/>
                  </a:srgbClr>
                </a:gs>
                <a:gs pos="28571">
                  <a:srgbClr val="F2F2F2">
                    <a:alpha val="24728"/>
                  </a:srgbClr>
                </a:gs>
                <a:gs pos="42857">
                  <a:srgbClr val="F2F2F2">
                    <a:alpha val="16999"/>
                  </a:srgbClr>
                </a:gs>
                <a:gs pos="57143">
                  <a:srgbClr val="F2F2F2">
                    <a:alpha val="9809"/>
                  </a:srgbClr>
                </a:gs>
                <a:gs pos="71429">
                  <a:srgbClr val="F2F2F2">
                    <a:alpha val="4718"/>
                  </a:srgbClr>
                </a:gs>
                <a:gs pos="85714">
                  <a:srgbClr val="F2F2F2">
                    <a:alpha val="1893"/>
                  </a:srgbClr>
                </a:gs>
                <a:gs pos="100000">
                  <a:srgbClr val="F2F2F2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5024678">
              <a:off x="1924666" y="2897409"/>
              <a:ext cx="539708" cy="168318"/>
            </a:xfrm>
            <a:prstGeom prst="ellipse">
              <a:avLst/>
            </a:prstGeom>
            <a:gradFill>
              <a:gsLst>
                <a:gs pos="0">
                  <a:srgbClr val="000000">
                    <a:alpha val="19329"/>
                  </a:srgbClr>
                </a:gs>
                <a:gs pos="14286">
                  <a:srgbClr val="000000">
                    <a:alpha val="17915"/>
                  </a:srgbClr>
                </a:gs>
                <a:gs pos="28571">
                  <a:srgbClr val="000000">
                    <a:alpha val="14212"/>
                  </a:srgbClr>
                </a:gs>
                <a:gs pos="42857">
                  <a:srgbClr val="000000">
                    <a:alpha val="9565"/>
                  </a:srgbClr>
                </a:gs>
                <a:gs pos="57143">
                  <a:srgbClr val="000000">
                    <a:alpha val="5419"/>
                  </a:srgbClr>
                </a:gs>
                <a:gs pos="71429">
                  <a:srgbClr val="000000">
                    <a:alpha val="2574"/>
                  </a:srgbClr>
                </a:gs>
                <a:gs pos="85714">
                  <a:srgbClr val="000000">
                    <a:alpha val="1026"/>
                  </a:srgbClr>
                </a:gs>
                <a:gs pos="100000">
                  <a:srgbClr val="000000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-8286937">
              <a:off x="787601" y="3212320"/>
              <a:ext cx="604947" cy="122247"/>
            </a:xfrm>
            <a:prstGeom prst="ellipse">
              <a:avLst/>
            </a:prstGeom>
            <a:gradFill>
              <a:gsLst>
                <a:gs pos="0">
                  <a:srgbClr val="FFFFFF">
                    <a:alpha val="16398"/>
                  </a:srgbClr>
                </a:gs>
                <a:gs pos="14286">
                  <a:srgbClr val="FFFFFF">
                    <a:alpha val="15178"/>
                  </a:srgbClr>
                </a:gs>
                <a:gs pos="28571">
                  <a:srgbClr val="FFFFFF">
                    <a:alpha val="11998"/>
                  </a:srgbClr>
                </a:gs>
                <a:gs pos="42857">
                  <a:srgbClr val="FFFFFF">
                    <a:alpha val="8042"/>
                  </a:srgbClr>
                </a:gs>
                <a:gs pos="57143">
                  <a:srgbClr val="FFFFFF">
                    <a:alpha val="4539"/>
                  </a:srgbClr>
                </a:gs>
                <a:gs pos="71429">
                  <a:srgbClr val="FFFFFF">
                    <a:alpha val="2151"/>
                  </a:srgbClr>
                </a:gs>
                <a:gs pos="85714">
                  <a:srgbClr val="FFFFFF">
                    <a:alpha val="856"/>
                  </a:srgbClr>
                </a:gs>
                <a:gs pos="100000">
                  <a:srgbClr val="FFFFFF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5373058">
              <a:off x="334995" y="2053521"/>
              <a:ext cx="223142" cy="1388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6851201">
              <a:off x="629071" y="858464"/>
              <a:ext cx="616002" cy="854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6835792">
              <a:off x="116017" y="3380943"/>
              <a:ext cx="662761" cy="53152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4525242">
              <a:off x="1029665" y="162367"/>
              <a:ext cx="640706" cy="108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-8674608">
              <a:off x="839111" y="1463162"/>
              <a:ext cx="290348" cy="625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7224681">
              <a:off x="63368" y="-60119"/>
              <a:ext cx="734361" cy="1250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-8281246">
              <a:off x="1163106" y="1114319"/>
              <a:ext cx="800594" cy="812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5314432">
              <a:off x="2168575" y="2401208"/>
              <a:ext cx="620772" cy="98907"/>
            </a:xfrm>
            <a:prstGeom prst="ellipse">
              <a:avLst/>
            </a:prstGeom>
            <a:gradFill>
              <a:gsLst>
                <a:gs pos="0">
                  <a:srgbClr val="000000">
                    <a:alpha val="32168"/>
                  </a:srgbClr>
                </a:gs>
                <a:gs pos="14286">
                  <a:srgbClr val="000000">
                    <a:alpha val="30005"/>
                  </a:srgbClr>
                </a:gs>
                <a:gs pos="28571">
                  <a:srgbClr val="000000">
                    <a:alpha val="24194"/>
                  </a:srgbClr>
                </a:gs>
                <a:gs pos="42857">
                  <a:srgbClr val="000000">
                    <a:alpha val="16613"/>
                  </a:srgbClr>
                </a:gs>
                <a:gs pos="57143">
                  <a:srgbClr val="000000">
                    <a:alpha val="9577"/>
                  </a:srgbClr>
                </a:gs>
                <a:gs pos="71429">
                  <a:srgbClr val="000000">
                    <a:alpha val="4603"/>
                  </a:srgbClr>
                </a:gs>
                <a:gs pos="85714">
                  <a:srgbClr val="000000">
                    <a:alpha val="1846"/>
                  </a:srgbClr>
                </a:gs>
                <a:gs pos="100000">
                  <a:srgbClr val="00000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10649469">
              <a:off x="1933389" y="297246"/>
              <a:ext cx="202990" cy="126191"/>
            </a:xfrm>
            <a:prstGeom prst="ellipse">
              <a:avLst/>
            </a:prstGeom>
            <a:gradFill>
              <a:gsLst>
                <a:gs pos="0">
                  <a:srgbClr val="E6E7E6">
                    <a:alpha val="32968"/>
                  </a:srgbClr>
                </a:gs>
                <a:gs pos="14286">
                  <a:srgbClr val="E6E7E6">
                    <a:alpha val="30764"/>
                  </a:srgbClr>
                </a:gs>
                <a:gs pos="28571">
                  <a:srgbClr val="E6E7E6">
                    <a:alpha val="24833"/>
                  </a:srgbClr>
                </a:gs>
                <a:gs pos="42857">
                  <a:srgbClr val="E6E7E6">
                    <a:alpha val="17075"/>
                  </a:srgbClr>
                </a:gs>
                <a:gs pos="57143">
                  <a:srgbClr val="E6E7E6">
                    <a:alpha val="9855"/>
                  </a:srgbClr>
                </a:gs>
                <a:gs pos="71429">
                  <a:srgbClr val="E6E7E6">
                    <a:alpha val="4740"/>
                  </a:srgbClr>
                </a:gs>
                <a:gs pos="85714">
                  <a:srgbClr val="E6E7E6">
                    <a:alpha val="1902"/>
                  </a:srgbClr>
                </a:gs>
                <a:gs pos="100000">
                  <a:srgbClr val="E6E7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5445032">
              <a:off x="497157" y="1253266"/>
              <a:ext cx="387392" cy="378730"/>
            </a:xfrm>
            <a:prstGeom prst="ellipse">
              <a:avLst/>
            </a:prstGeom>
            <a:gradFill>
              <a:gsLst>
                <a:gs pos="0">
                  <a:srgbClr val="00001B">
                    <a:alpha val="4228"/>
                  </a:srgbClr>
                </a:gs>
                <a:gs pos="14286">
                  <a:srgbClr val="00001B">
                    <a:alpha val="3893"/>
                  </a:srgbClr>
                </a:gs>
                <a:gs pos="28571">
                  <a:srgbClr val="00001B">
                    <a:alpha val="3036"/>
                  </a:srgbClr>
                </a:gs>
                <a:gs pos="42857">
                  <a:srgbClr val="00001B">
                    <a:alpha val="2002"/>
                  </a:srgbClr>
                </a:gs>
                <a:gs pos="57143">
                  <a:srgbClr val="00001B">
                    <a:alpha val="1114"/>
                  </a:srgbClr>
                </a:gs>
                <a:gs pos="71429">
                  <a:srgbClr val="00001B">
                    <a:alpha val="523"/>
                  </a:srgbClr>
                </a:gs>
                <a:gs pos="85714">
                  <a:srgbClr val="00001B">
                    <a:alpha val="207"/>
                  </a:srgbClr>
                </a:gs>
                <a:gs pos="100000">
                  <a:srgbClr val="00001B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4979855">
              <a:off x="-186245" y="1197290"/>
              <a:ext cx="637555" cy="71251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-10680974">
              <a:off x="2821228" y="3362887"/>
              <a:ext cx="762054" cy="394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4305058">
              <a:off x="781997" y="3121733"/>
              <a:ext cx="672951" cy="147623"/>
            </a:xfrm>
            <a:prstGeom prst="ellipse">
              <a:avLst/>
            </a:prstGeom>
            <a:gradFill>
              <a:gsLst>
                <a:gs pos="0">
                  <a:srgbClr val="000000">
                    <a:alpha val="25151"/>
                  </a:srgbClr>
                </a:gs>
                <a:gs pos="14286">
                  <a:srgbClr val="000000">
                    <a:alpha val="23376"/>
                  </a:srgbClr>
                </a:gs>
                <a:gs pos="28571">
                  <a:srgbClr val="000000">
                    <a:alpha val="18677"/>
                  </a:srgbClr>
                </a:gs>
                <a:gs pos="42857">
                  <a:srgbClr val="000000">
                    <a:alpha val="12681"/>
                  </a:srgbClr>
                </a:gs>
                <a:gs pos="57143">
                  <a:srgbClr val="000000">
                    <a:alpha val="7239"/>
                  </a:srgbClr>
                </a:gs>
                <a:gs pos="71429">
                  <a:srgbClr val="000000">
                    <a:alpha val="3456"/>
                  </a:srgbClr>
                </a:gs>
                <a:gs pos="85714">
                  <a:srgbClr val="000000">
                    <a:alpha val="1381"/>
                  </a:srgbClr>
                </a:gs>
                <a:gs pos="100000">
                  <a:srgbClr val="000000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5407969">
              <a:off x="623545" y="76665"/>
              <a:ext cx="581648" cy="90044"/>
            </a:xfrm>
            <a:prstGeom prst="ellipse">
              <a:avLst/>
            </a:prstGeom>
            <a:gradFill>
              <a:gsLst>
                <a:gs pos="0">
                  <a:srgbClr val="17132D">
                    <a:alpha val="32968"/>
                  </a:srgbClr>
                </a:gs>
                <a:gs pos="14286">
                  <a:srgbClr val="17132D">
                    <a:alpha val="30764"/>
                  </a:srgbClr>
                </a:gs>
                <a:gs pos="28571">
                  <a:srgbClr val="17132D">
                    <a:alpha val="24833"/>
                  </a:srgbClr>
                </a:gs>
                <a:gs pos="42857">
                  <a:srgbClr val="17132D">
                    <a:alpha val="17075"/>
                  </a:srgbClr>
                </a:gs>
                <a:gs pos="57143">
                  <a:srgbClr val="17132D">
                    <a:alpha val="9855"/>
                  </a:srgbClr>
                </a:gs>
                <a:gs pos="71429">
                  <a:srgbClr val="17132D">
                    <a:alpha val="4740"/>
                  </a:srgbClr>
                </a:gs>
                <a:gs pos="85714">
                  <a:srgbClr val="17132D">
                    <a:alpha val="1902"/>
                  </a:srgbClr>
                </a:gs>
                <a:gs pos="100000">
                  <a:srgbClr val="1713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2763377">
              <a:off x="2114903" y="3020579"/>
              <a:ext cx="758103" cy="835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7472509">
              <a:off x="2877686" y="2446199"/>
              <a:ext cx="666206" cy="110861"/>
            </a:xfrm>
            <a:prstGeom prst="ellipse">
              <a:avLst/>
            </a:prstGeom>
            <a:gradFill>
              <a:gsLst>
                <a:gs pos="0">
                  <a:srgbClr val="CDCBCD">
                    <a:alpha val="32968"/>
                  </a:srgbClr>
                </a:gs>
                <a:gs pos="14286">
                  <a:srgbClr val="CDCBCD">
                    <a:alpha val="30764"/>
                  </a:srgbClr>
                </a:gs>
                <a:gs pos="28571">
                  <a:srgbClr val="CDCBCD">
                    <a:alpha val="24833"/>
                  </a:srgbClr>
                </a:gs>
                <a:gs pos="42857">
                  <a:srgbClr val="CDCBCD">
                    <a:alpha val="17075"/>
                  </a:srgbClr>
                </a:gs>
                <a:gs pos="57143">
                  <a:srgbClr val="CDCBCD">
                    <a:alpha val="9855"/>
                  </a:srgbClr>
                </a:gs>
                <a:gs pos="71429">
                  <a:srgbClr val="CDCBCD">
                    <a:alpha val="4740"/>
                  </a:srgbClr>
                </a:gs>
                <a:gs pos="85714">
                  <a:srgbClr val="CDCBCD">
                    <a:alpha val="1902"/>
                  </a:srgbClr>
                </a:gs>
                <a:gs pos="100000">
                  <a:srgbClr val="CDCB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8612796">
              <a:off x="2182519" y="1463337"/>
              <a:ext cx="231583" cy="906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-8916059">
              <a:off x="3305903" y="1897060"/>
              <a:ext cx="567637" cy="375090"/>
            </a:xfrm>
            <a:prstGeom prst="ellipse">
              <a:avLst/>
            </a:prstGeom>
            <a:gradFill>
              <a:gsLst>
                <a:gs pos="0">
                  <a:srgbClr val="C1C0C1">
                    <a:alpha val="15933"/>
                  </a:srgbClr>
                </a:gs>
                <a:gs pos="14286">
                  <a:srgbClr val="C1C0C1">
                    <a:alpha val="14745"/>
                  </a:srgbClr>
                </a:gs>
                <a:gs pos="28571">
                  <a:srgbClr val="C1C0C1">
                    <a:alpha val="11650"/>
                  </a:srgbClr>
                </a:gs>
                <a:gs pos="42857">
                  <a:srgbClr val="C1C0C1">
                    <a:alpha val="7803"/>
                  </a:srgbClr>
                </a:gs>
                <a:gs pos="57143">
                  <a:srgbClr val="C1C0C1">
                    <a:alpha val="4402"/>
                  </a:srgbClr>
                </a:gs>
                <a:gs pos="71429">
                  <a:srgbClr val="C1C0C1">
                    <a:alpha val="2085"/>
                  </a:srgbClr>
                </a:gs>
                <a:gs pos="85714">
                  <a:srgbClr val="C1C0C1">
                    <a:alpha val="830"/>
                  </a:srgbClr>
                </a:gs>
                <a:gs pos="100000">
                  <a:srgbClr val="C1C0C1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9515037">
              <a:off x="2603505" y="1903618"/>
              <a:ext cx="754536" cy="397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10145189">
              <a:off x="307046" y="3243979"/>
              <a:ext cx="570554" cy="743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8037414">
              <a:off x="781110" y="1220791"/>
              <a:ext cx="422305" cy="341796"/>
            </a:xfrm>
            <a:prstGeom prst="ellipse">
              <a:avLst/>
            </a:prstGeom>
            <a:gradFill>
              <a:gsLst>
                <a:gs pos="0">
                  <a:srgbClr val="000000">
                    <a:alpha val="32659"/>
                  </a:srgbClr>
                </a:gs>
                <a:gs pos="14286">
                  <a:srgbClr val="000000">
                    <a:alpha val="30471"/>
                  </a:srgbClr>
                </a:gs>
                <a:gs pos="28571">
                  <a:srgbClr val="000000">
                    <a:alpha val="24586"/>
                  </a:srgbClr>
                </a:gs>
                <a:gs pos="42857">
                  <a:srgbClr val="000000">
                    <a:alpha val="16897"/>
                  </a:srgbClr>
                </a:gs>
                <a:gs pos="57143">
                  <a:srgbClr val="000000">
                    <a:alpha val="9747"/>
                  </a:srgbClr>
                </a:gs>
                <a:gs pos="71429">
                  <a:srgbClr val="000000">
                    <a:alpha val="4687"/>
                  </a:srgbClr>
                </a:gs>
                <a:gs pos="85714">
                  <a:srgbClr val="000000">
                    <a:alpha val="1880"/>
                  </a:srgbClr>
                </a:gs>
                <a:gs pos="100000">
                  <a:srgbClr val="0000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4682078">
              <a:off x="1308014" y="1547594"/>
              <a:ext cx="757400" cy="658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6803988">
              <a:off x="1879495" y="3064241"/>
              <a:ext cx="284063" cy="1825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5990135">
              <a:off x="2091829" y="2251"/>
              <a:ext cx="501838" cy="446067"/>
            </a:xfrm>
            <a:prstGeom prst="ellipse">
              <a:avLst/>
            </a:prstGeom>
            <a:gradFill>
              <a:gsLst>
                <a:gs pos="0">
                  <a:srgbClr val="000000">
                    <a:alpha val="10291"/>
                  </a:srgbClr>
                </a:gs>
                <a:gs pos="14286">
                  <a:srgbClr val="000000">
                    <a:alpha val="9499"/>
                  </a:srgbClr>
                </a:gs>
                <a:gs pos="28571">
                  <a:srgbClr val="000000">
                    <a:alpha val="7457"/>
                  </a:srgbClr>
                </a:gs>
                <a:gs pos="42857">
                  <a:srgbClr val="000000">
                    <a:alpha val="4956"/>
                  </a:srgbClr>
                </a:gs>
                <a:gs pos="57143">
                  <a:srgbClr val="000000">
                    <a:alpha val="2777"/>
                  </a:srgbClr>
                </a:gs>
                <a:gs pos="71429">
                  <a:srgbClr val="000000">
                    <a:alpha val="1310"/>
                  </a:srgbClr>
                </a:gs>
                <a:gs pos="85714">
                  <a:srgbClr val="000000">
                    <a:alpha val="520"/>
                  </a:srgbClr>
                </a:gs>
                <a:gs pos="100000">
                  <a:srgbClr val="000000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4312920">
              <a:off x="596190" y="2345095"/>
              <a:ext cx="427227" cy="402224"/>
            </a:xfrm>
            <a:prstGeom prst="ellipse">
              <a:avLst/>
            </a:prstGeom>
            <a:gradFill>
              <a:gsLst>
                <a:gs pos="0">
                  <a:srgbClr val="000100">
                    <a:alpha val="11879"/>
                  </a:srgbClr>
                </a:gs>
                <a:gs pos="14286">
                  <a:srgbClr val="000100">
                    <a:alpha val="10973"/>
                  </a:srgbClr>
                </a:gs>
                <a:gs pos="28571">
                  <a:srgbClr val="000100">
                    <a:alpha val="8630"/>
                  </a:srgbClr>
                </a:gs>
                <a:gs pos="42857">
                  <a:srgbClr val="000100">
                    <a:alpha val="5748"/>
                  </a:srgbClr>
                </a:gs>
                <a:gs pos="57143">
                  <a:srgbClr val="000100">
                    <a:alpha val="3227"/>
                  </a:srgbClr>
                </a:gs>
                <a:gs pos="71429">
                  <a:srgbClr val="000100">
                    <a:alpha val="1524"/>
                  </a:srgbClr>
                </a:gs>
                <a:gs pos="85714">
                  <a:srgbClr val="000100">
                    <a:alpha val="605"/>
                  </a:srgbClr>
                </a:gs>
                <a:gs pos="100000">
                  <a:srgbClr val="0001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3590491">
              <a:off x="1946948" y="3530877"/>
              <a:ext cx="222448" cy="126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9312069">
              <a:off x="2305911" y="1173026"/>
              <a:ext cx="679863" cy="1298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10061228">
              <a:off x="-62158" y="712509"/>
              <a:ext cx="667656" cy="119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3040409">
              <a:off x="700053" y="2093419"/>
              <a:ext cx="758492" cy="128174"/>
            </a:xfrm>
            <a:prstGeom prst="ellipse">
              <a:avLst/>
            </a:prstGeom>
            <a:gradFill>
              <a:gsLst>
                <a:gs pos="0">
                  <a:srgbClr val="E8E8E8">
                    <a:alpha val="32968"/>
                  </a:srgbClr>
                </a:gs>
                <a:gs pos="14286">
                  <a:srgbClr val="E8E8E8">
                    <a:alpha val="30764"/>
                  </a:srgbClr>
                </a:gs>
                <a:gs pos="28571">
                  <a:srgbClr val="E8E8E8">
                    <a:alpha val="24833"/>
                  </a:srgbClr>
                </a:gs>
                <a:gs pos="42857">
                  <a:srgbClr val="E8E8E8">
                    <a:alpha val="17075"/>
                  </a:srgbClr>
                </a:gs>
                <a:gs pos="57143">
                  <a:srgbClr val="E8E8E8">
                    <a:alpha val="9855"/>
                  </a:srgbClr>
                </a:gs>
                <a:gs pos="71429">
                  <a:srgbClr val="E8E8E8">
                    <a:alpha val="4740"/>
                  </a:srgbClr>
                </a:gs>
                <a:gs pos="85714">
                  <a:srgbClr val="E8E8E8">
                    <a:alpha val="1902"/>
                  </a:srgbClr>
                </a:gs>
                <a:gs pos="100000">
                  <a:srgbClr val="E8E8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5567999">
              <a:off x="2150917" y="804079"/>
              <a:ext cx="168002" cy="1035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10161127">
              <a:off x="2440173" y="997841"/>
              <a:ext cx="364343" cy="173418"/>
            </a:xfrm>
            <a:prstGeom prst="ellipse">
              <a:avLst/>
            </a:prstGeom>
            <a:gradFill>
              <a:gsLst>
                <a:gs pos="0">
                  <a:srgbClr val="FBFAF9">
                    <a:alpha val="32968"/>
                  </a:srgbClr>
                </a:gs>
                <a:gs pos="14286">
                  <a:srgbClr val="FBFAF9">
                    <a:alpha val="30764"/>
                  </a:srgbClr>
                </a:gs>
                <a:gs pos="28571">
                  <a:srgbClr val="FBFAF9">
                    <a:alpha val="24833"/>
                  </a:srgbClr>
                </a:gs>
                <a:gs pos="42857">
                  <a:srgbClr val="FBFAF9">
                    <a:alpha val="17075"/>
                  </a:srgbClr>
                </a:gs>
                <a:gs pos="57143">
                  <a:srgbClr val="FBFAF9">
                    <a:alpha val="9855"/>
                  </a:srgbClr>
                </a:gs>
                <a:gs pos="71429">
                  <a:srgbClr val="FBFAF9">
                    <a:alpha val="4740"/>
                  </a:srgbClr>
                </a:gs>
                <a:gs pos="85714">
                  <a:srgbClr val="FBFAF9">
                    <a:alpha val="1902"/>
                  </a:srgbClr>
                </a:gs>
                <a:gs pos="100000">
                  <a:srgbClr val="FBFA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8448004">
              <a:off x="3074325" y="3254892"/>
              <a:ext cx="433927" cy="81569"/>
            </a:xfrm>
            <a:prstGeom prst="ellipse">
              <a:avLst/>
            </a:prstGeom>
            <a:gradFill>
              <a:gsLst>
                <a:gs pos="0">
                  <a:srgbClr val="F8F9F8">
                    <a:alpha val="26595"/>
                  </a:srgbClr>
                </a:gs>
                <a:gs pos="14286">
                  <a:srgbClr val="F8F9F8">
                    <a:alpha val="24736"/>
                  </a:srgbClr>
                </a:gs>
                <a:gs pos="28571">
                  <a:srgbClr val="F8F9F8">
                    <a:alpha val="19800"/>
                  </a:srgbClr>
                </a:gs>
                <a:gs pos="42857">
                  <a:srgbClr val="F8F9F8">
                    <a:alpha val="13474"/>
                  </a:srgbClr>
                </a:gs>
                <a:gs pos="57143">
                  <a:srgbClr val="F8F9F8">
                    <a:alpha val="7706"/>
                  </a:srgbClr>
                </a:gs>
                <a:gs pos="71429">
                  <a:srgbClr val="F8F9F8">
                    <a:alpha val="3684"/>
                  </a:srgbClr>
                </a:gs>
                <a:gs pos="85714">
                  <a:srgbClr val="F8F9F8">
                    <a:alpha val="1473"/>
                  </a:srgbClr>
                </a:gs>
                <a:gs pos="100000">
                  <a:srgbClr val="F8F9F8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-10043561">
              <a:off x="1537723" y="2574518"/>
              <a:ext cx="228141" cy="598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6853076">
              <a:off x="2917810" y="1945566"/>
              <a:ext cx="753492" cy="119182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3416125">
              <a:off x="2712496" y="888406"/>
              <a:ext cx="735636" cy="60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-10587985">
              <a:off x="1797005" y="2857199"/>
              <a:ext cx="794914" cy="1210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-9742817">
              <a:off x="1613306" y="2906212"/>
              <a:ext cx="601084" cy="81388"/>
            </a:xfrm>
            <a:prstGeom prst="ellipse">
              <a:avLst/>
            </a:prstGeom>
            <a:gradFill>
              <a:gsLst>
                <a:gs pos="0">
                  <a:srgbClr val="E1E2E1">
                    <a:alpha val="32968"/>
                  </a:srgbClr>
                </a:gs>
                <a:gs pos="14286">
                  <a:srgbClr val="E1E2E1">
                    <a:alpha val="30764"/>
                  </a:srgbClr>
                </a:gs>
                <a:gs pos="28571">
                  <a:srgbClr val="E1E2E1">
                    <a:alpha val="24833"/>
                  </a:srgbClr>
                </a:gs>
                <a:gs pos="42857">
                  <a:srgbClr val="E1E2E1">
                    <a:alpha val="17075"/>
                  </a:srgbClr>
                </a:gs>
                <a:gs pos="57143">
                  <a:srgbClr val="E1E2E1">
                    <a:alpha val="9855"/>
                  </a:srgbClr>
                </a:gs>
                <a:gs pos="71429">
                  <a:srgbClr val="E1E2E1">
                    <a:alpha val="4740"/>
                  </a:srgbClr>
                </a:gs>
                <a:gs pos="85714">
                  <a:srgbClr val="E1E2E1">
                    <a:alpha val="1902"/>
                  </a:srgbClr>
                </a:gs>
                <a:gs pos="100000">
                  <a:srgbClr val="E1E2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10272101">
              <a:off x="479147" y="2535222"/>
              <a:ext cx="763964" cy="944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8773282">
              <a:off x="993680" y="88828"/>
              <a:ext cx="516371" cy="101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9862419">
              <a:off x="3301514" y="2345114"/>
              <a:ext cx="419715" cy="78723"/>
            </a:xfrm>
            <a:prstGeom prst="ellipse">
              <a:avLst/>
            </a:prstGeom>
            <a:gradFill>
              <a:gsLst>
                <a:gs pos="0">
                  <a:srgbClr val="FFFFFE">
                    <a:alpha val="16653"/>
                  </a:srgbClr>
                </a:gs>
                <a:gs pos="14286">
                  <a:srgbClr val="FFFFFE">
                    <a:alpha val="15416"/>
                  </a:srgbClr>
                </a:gs>
                <a:gs pos="28571">
                  <a:srgbClr val="FFFFFE">
                    <a:alpha val="12190"/>
                  </a:srgbClr>
                </a:gs>
                <a:gs pos="42857">
                  <a:srgbClr val="FFFFFE">
                    <a:alpha val="8173"/>
                  </a:srgbClr>
                </a:gs>
                <a:gs pos="57143">
                  <a:srgbClr val="FFFFFE">
                    <a:alpha val="4615"/>
                  </a:srgbClr>
                </a:gs>
                <a:gs pos="71429">
                  <a:srgbClr val="FFFFFE">
                    <a:alpha val="2187"/>
                  </a:srgbClr>
                </a:gs>
                <a:gs pos="85714">
                  <a:srgbClr val="FFFFFE">
                    <a:alpha val="871"/>
                  </a:srgbClr>
                </a:gs>
                <a:gs pos="100000">
                  <a:srgbClr val="FFFFFE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7316497">
              <a:off x="881361" y="843286"/>
              <a:ext cx="540432" cy="131579"/>
            </a:xfrm>
            <a:prstGeom prst="ellipse">
              <a:avLst/>
            </a:prstGeom>
            <a:gradFill>
              <a:gsLst>
                <a:gs pos="0">
                  <a:srgbClr val="FEFFFF">
                    <a:alpha val="25094"/>
                  </a:srgbClr>
                </a:gs>
                <a:gs pos="14286">
                  <a:srgbClr val="FEFFFF">
                    <a:alpha val="23323"/>
                  </a:srgbClr>
                </a:gs>
                <a:gs pos="28571">
                  <a:srgbClr val="FEFFFF">
                    <a:alpha val="18633"/>
                  </a:srgbClr>
                </a:gs>
                <a:gs pos="42857">
                  <a:srgbClr val="FEFFFF">
                    <a:alpha val="12650"/>
                  </a:srgbClr>
                </a:gs>
                <a:gs pos="57143">
                  <a:srgbClr val="FEFFFF">
                    <a:alpha val="7220"/>
                  </a:srgbClr>
                </a:gs>
                <a:gs pos="71429">
                  <a:srgbClr val="FEFFFF">
                    <a:alpha val="3447"/>
                  </a:srgbClr>
                </a:gs>
                <a:gs pos="85714">
                  <a:srgbClr val="FEFFFF">
                    <a:alpha val="1378"/>
                  </a:srgbClr>
                </a:gs>
                <a:gs pos="100000">
                  <a:srgbClr val="FEFFFF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-9966619">
              <a:off x="2376240" y="1955686"/>
              <a:ext cx="318332" cy="106616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10515194">
              <a:off x="132867" y="2845517"/>
              <a:ext cx="794502" cy="188915"/>
            </a:xfrm>
            <a:prstGeom prst="ellipse">
              <a:avLst/>
            </a:prstGeom>
            <a:gradFill>
              <a:gsLst>
                <a:gs pos="0">
                  <a:srgbClr val="D8D8D7">
                    <a:alpha val="32554"/>
                  </a:srgbClr>
                </a:gs>
                <a:gs pos="14286">
                  <a:srgbClr val="D8D8D7">
                    <a:alpha val="30371"/>
                  </a:srgbClr>
                </a:gs>
                <a:gs pos="28571">
                  <a:srgbClr val="D8D8D7">
                    <a:alpha val="24502"/>
                  </a:srgbClr>
                </a:gs>
                <a:gs pos="42857">
                  <a:srgbClr val="D8D8D7">
                    <a:alpha val="16836"/>
                  </a:srgbClr>
                </a:gs>
                <a:gs pos="57143">
                  <a:srgbClr val="D8D8D7">
                    <a:alpha val="9711"/>
                  </a:srgbClr>
                </a:gs>
                <a:gs pos="71429">
                  <a:srgbClr val="D8D8D7">
                    <a:alpha val="4669"/>
                  </a:srgbClr>
                </a:gs>
                <a:gs pos="85714">
                  <a:srgbClr val="D8D8D7">
                    <a:alpha val="1873"/>
                  </a:srgbClr>
                </a:gs>
                <a:gs pos="100000">
                  <a:srgbClr val="D8D8D7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8728638">
              <a:off x="2954569" y="566969"/>
              <a:ext cx="810524" cy="1430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-8651668">
              <a:off x="1964854" y="486353"/>
              <a:ext cx="812269" cy="992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8047361">
              <a:off x="580636" y="1665888"/>
              <a:ext cx="365060" cy="1741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3483092">
              <a:off x="1759807" y="911930"/>
              <a:ext cx="454382" cy="1056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5563987">
              <a:off x="20280" y="752685"/>
              <a:ext cx="444368" cy="147039"/>
            </a:xfrm>
            <a:prstGeom prst="ellipse">
              <a:avLst/>
            </a:prstGeom>
            <a:gradFill>
              <a:gsLst>
                <a:gs pos="0">
                  <a:srgbClr val="FFFDFD">
                    <a:alpha val="30300"/>
                  </a:srgbClr>
                </a:gs>
                <a:gs pos="14286">
                  <a:srgbClr val="FFFDFD">
                    <a:alpha val="28235"/>
                  </a:srgbClr>
                </a:gs>
                <a:gs pos="28571">
                  <a:srgbClr val="FFFDFD">
                    <a:alpha val="22710"/>
                  </a:srgbClr>
                </a:gs>
                <a:gs pos="42857">
                  <a:srgbClr val="FFFDFD">
                    <a:alpha val="15547"/>
                  </a:srgbClr>
                </a:gs>
                <a:gs pos="57143">
                  <a:srgbClr val="FFFDFD">
                    <a:alpha val="8938"/>
                  </a:srgbClr>
                </a:gs>
                <a:gs pos="71429">
                  <a:srgbClr val="FFFDFD">
                    <a:alpha val="4288"/>
                  </a:srgbClr>
                </a:gs>
                <a:gs pos="85714">
                  <a:srgbClr val="FFFDFD">
                    <a:alpha val="1718"/>
                  </a:srgbClr>
                </a:gs>
                <a:gs pos="100000">
                  <a:srgbClr val="FFFDFD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-8503974">
              <a:off x="1870863" y="593368"/>
              <a:ext cx="407900" cy="457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8428009">
              <a:off x="16109" y="3399151"/>
              <a:ext cx="283527" cy="1296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-10087448">
              <a:off x="794507" y="1894472"/>
              <a:ext cx="730416" cy="503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-10672615">
              <a:off x="1974678" y="1183824"/>
              <a:ext cx="406734" cy="1534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9344083">
              <a:off x="1150173" y="1555814"/>
              <a:ext cx="855535" cy="814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4014831">
              <a:off x="3037392" y="2273536"/>
              <a:ext cx="641224" cy="57235"/>
            </a:xfrm>
            <a:prstGeom prst="ellipse">
              <a:avLst/>
            </a:prstGeom>
            <a:gradFill>
              <a:gsLst>
                <a:gs pos="0">
                  <a:srgbClr val="FEFFFE">
                    <a:alpha val="17359"/>
                  </a:srgbClr>
                </a:gs>
                <a:gs pos="14286">
                  <a:srgbClr val="FEFFFE">
                    <a:alpha val="16074"/>
                  </a:srgbClr>
                </a:gs>
                <a:gs pos="28571">
                  <a:srgbClr val="FEFFFE">
                    <a:alpha val="12721"/>
                  </a:srgbClr>
                </a:gs>
                <a:gs pos="42857">
                  <a:srgbClr val="FEFFFE">
                    <a:alpha val="8538"/>
                  </a:srgbClr>
                </a:gs>
                <a:gs pos="57143">
                  <a:srgbClr val="FEFFFE">
                    <a:alpha val="4825"/>
                  </a:srgbClr>
                </a:gs>
                <a:gs pos="71429">
                  <a:srgbClr val="FEFFFE">
                    <a:alpha val="2288"/>
                  </a:srgbClr>
                </a:gs>
                <a:gs pos="85714">
                  <a:srgbClr val="FEFFFE">
                    <a:alpha val="911"/>
                  </a:srgbClr>
                </a:gs>
                <a:gs pos="100000">
                  <a:srgbClr val="FEFFFE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6257539">
              <a:off x="1247764" y="1507757"/>
              <a:ext cx="521207" cy="469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10427311">
              <a:off x="2029846" y="2464907"/>
              <a:ext cx="736360" cy="621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2979119">
              <a:off x="2180306" y="2690364"/>
              <a:ext cx="626469" cy="1280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8300184">
              <a:off x="1093906" y="2281394"/>
              <a:ext cx="653107" cy="717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10411240">
              <a:off x="956898" y="3265247"/>
              <a:ext cx="464895" cy="83771"/>
            </a:xfrm>
            <a:prstGeom prst="ellipse">
              <a:avLst/>
            </a:prstGeom>
            <a:gradFill>
              <a:gsLst>
                <a:gs pos="0">
                  <a:srgbClr val="F8F7F8">
                    <a:alpha val="32968"/>
                  </a:srgbClr>
                </a:gs>
                <a:gs pos="14286">
                  <a:srgbClr val="F8F7F8">
                    <a:alpha val="30764"/>
                  </a:srgbClr>
                </a:gs>
                <a:gs pos="28571">
                  <a:srgbClr val="F8F7F8">
                    <a:alpha val="24833"/>
                  </a:srgbClr>
                </a:gs>
                <a:gs pos="42857">
                  <a:srgbClr val="F8F7F8">
                    <a:alpha val="17075"/>
                  </a:srgbClr>
                </a:gs>
                <a:gs pos="57143">
                  <a:srgbClr val="F8F7F8">
                    <a:alpha val="9855"/>
                  </a:srgbClr>
                </a:gs>
                <a:gs pos="71429">
                  <a:srgbClr val="F8F7F8">
                    <a:alpha val="4740"/>
                  </a:srgbClr>
                </a:gs>
                <a:gs pos="85714">
                  <a:srgbClr val="F8F7F8">
                    <a:alpha val="1902"/>
                  </a:srgbClr>
                </a:gs>
                <a:gs pos="100000">
                  <a:srgbClr val="F8F7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6167003">
              <a:off x="1504343" y="65608"/>
              <a:ext cx="306116" cy="476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6937297">
              <a:off x="2151726" y="480462"/>
              <a:ext cx="223679" cy="1297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-8909180">
              <a:off x="1330595" y="2916055"/>
              <a:ext cx="758548" cy="49252"/>
            </a:xfrm>
            <a:prstGeom prst="ellipse">
              <a:avLst/>
            </a:prstGeom>
            <a:gradFill>
              <a:gsLst>
                <a:gs pos="0">
                  <a:srgbClr val="E7E8E7">
                    <a:alpha val="32697"/>
                  </a:srgbClr>
                </a:gs>
                <a:gs pos="14286">
                  <a:srgbClr val="E7E8E7">
                    <a:alpha val="30507"/>
                  </a:srgbClr>
                </a:gs>
                <a:gs pos="28571">
                  <a:srgbClr val="E7E8E7">
                    <a:alpha val="24616"/>
                  </a:srgbClr>
                </a:gs>
                <a:gs pos="42857">
                  <a:srgbClr val="E7E8E7">
                    <a:alpha val="16919"/>
                  </a:srgbClr>
                </a:gs>
                <a:gs pos="57143">
                  <a:srgbClr val="E7E8E7">
                    <a:alpha val="9761"/>
                  </a:srgbClr>
                </a:gs>
                <a:gs pos="71429">
                  <a:srgbClr val="E7E8E7">
                    <a:alpha val="4694"/>
                  </a:srgbClr>
                </a:gs>
                <a:gs pos="85714">
                  <a:srgbClr val="E7E8E7">
                    <a:alpha val="1883"/>
                  </a:srgbClr>
                </a:gs>
                <a:gs pos="100000">
                  <a:srgbClr val="E7E8E7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5606347">
              <a:off x="2810322" y="2381018"/>
              <a:ext cx="319290" cy="20903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-10733272">
              <a:off x="1323068" y="1253668"/>
              <a:ext cx="592489" cy="723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9636243">
              <a:off x="658110" y="2582994"/>
              <a:ext cx="444254" cy="1276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-9578821">
              <a:off x="570449" y="14994"/>
              <a:ext cx="350626" cy="1076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9677563">
              <a:off x="277871" y="2132584"/>
              <a:ext cx="302965" cy="90264"/>
            </a:xfrm>
            <a:prstGeom prst="ellipse">
              <a:avLst/>
            </a:prstGeom>
            <a:gradFill>
              <a:gsLst>
                <a:gs pos="0">
                  <a:srgbClr val="D8D7D6">
                    <a:alpha val="32968"/>
                  </a:srgbClr>
                </a:gs>
                <a:gs pos="14286">
                  <a:srgbClr val="D8D7D6">
                    <a:alpha val="30764"/>
                  </a:srgbClr>
                </a:gs>
                <a:gs pos="28571">
                  <a:srgbClr val="D8D7D6">
                    <a:alpha val="24833"/>
                  </a:srgbClr>
                </a:gs>
                <a:gs pos="42857">
                  <a:srgbClr val="D8D7D6">
                    <a:alpha val="17075"/>
                  </a:srgbClr>
                </a:gs>
                <a:gs pos="57143">
                  <a:srgbClr val="D8D7D6">
                    <a:alpha val="9855"/>
                  </a:srgbClr>
                </a:gs>
                <a:gs pos="71429">
                  <a:srgbClr val="D8D7D6">
                    <a:alpha val="4740"/>
                  </a:srgbClr>
                </a:gs>
                <a:gs pos="85714">
                  <a:srgbClr val="D8D7D6">
                    <a:alpha val="1902"/>
                  </a:srgbClr>
                </a:gs>
                <a:gs pos="100000">
                  <a:srgbClr val="D8D7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-10599722">
              <a:off x="2022475" y="3099487"/>
              <a:ext cx="443881" cy="106663"/>
            </a:xfrm>
            <a:prstGeom prst="ellipse">
              <a:avLst/>
            </a:prstGeom>
            <a:gradFill>
              <a:gsLst>
                <a:gs pos="0">
                  <a:srgbClr val="F4F3F3">
                    <a:alpha val="32968"/>
                  </a:srgbClr>
                </a:gs>
                <a:gs pos="14286">
                  <a:srgbClr val="F4F3F3">
                    <a:alpha val="30764"/>
                  </a:srgbClr>
                </a:gs>
                <a:gs pos="28571">
                  <a:srgbClr val="F4F3F3">
                    <a:alpha val="24833"/>
                  </a:srgbClr>
                </a:gs>
                <a:gs pos="42857">
                  <a:srgbClr val="F4F3F3">
                    <a:alpha val="17075"/>
                  </a:srgbClr>
                </a:gs>
                <a:gs pos="57143">
                  <a:srgbClr val="F4F3F3">
                    <a:alpha val="9855"/>
                  </a:srgbClr>
                </a:gs>
                <a:gs pos="71429">
                  <a:srgbClr val="F4F3F3">
                    <a:alpha val="4740"/>
                  </a:srgbClr>
                </a:gs>
                <a:gs pos="85714">
                  <a:srgbClr val="F4F3F3">
                    <a:alpha val="1902"/>
                  </a:srgbClr>
                </a:gs>
                <a:gs pos="100000">
                  <a:srgbClr val="F4F3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-9062163">
              <a:off x="1856232" y="3272386"/>
              <a:ext cx="611028" cy="650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10031575">
              <a:off x="213929" y="941706"/>
              <a:ext cx="525415" cy="160004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8801496">
              <a:off x="871932" y="2778618"/>
              <a:ext cx="862469" cy="61569"/>
            </a:xfrm>
            <a:prstGeom prst="ellipse">
              <a:avLst/>
            </a:prstGeom>
            <a:gradFill>
              <a:gsLst>
                <a:gs pos="0">
                  <a:srgbClr val="CDCCCC">
                    <a:alpha val="32968"/>
                  </a:srgbClr>
                </a:gs>
                <a:gs pos="14286">
                  <a:srgbClr val="CDCCCC">
                    <a:alpha val="30764"/>
                  </a:srgbClr>
                </a:gs>
                <a:gs pos="28571">
                  <a:srgbClr val="CDCCCC">
                    <a:alpha val="24833"/>
                  </a:srgbClr>
                </a:gs>
                <a:gs pos="42857">
                  <a:srgbClr val="CDCCCC">
                    <a:alpha val="17075"/>
                  </a:srgbClr>
                </a:gs>
                <a:gs pos="57143">
                  <a:srgbClr val="CDCCCC">
                    <a:alpha val="9855"/>
                  </a:srgbClr>
                </a:gs>
                <a:gs pos="71429">
                  <a:srgbClr val="CDCCCC">
                    <a:alpha val="4740"/>
                  </a:srgbClr>
                </a:gs>
                <a:gs pos="85714">
                  <a:srgbClr val="CDCCCC">
                    <a:alpha val="1902"/>
                  </a:srgbClr>
                </a:gs>
                <a:gs pos="100000">
                  <a:srgbClr val="CDC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6965304">
              <a:off x="569659" y="59991"/>
              <a:ext cx="629248" cy="65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10168191">
              <a:off x="1395284" y="110529"/>
              <a:ext cx="482399" cy="959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8147746">
              <a:off x="2097693" y="1599635"/>
              <a:ext cx="297903" cy="246385"/>
            </a:xfrm>
            <a:prstGeom prst="ellipse">
              <a:avLst/>
            </a:prstGeom>
            <a:gradFill>
              <a:gsLst>
                <a:gs pos="0">
                  <a:srgbClr val="F4F3F4">
                    <a:alpha val="32968"/>
                  </a:srgbClr>
                </a:gs>
                <a:gs pos="14286">
                  <a:srgbClr val="F4F3F4">
                    <a:alpha val="30764"/>
                  </a:srgbClr>
                </a:gs>
                <a:gs pos="28571">
                  <a:srgbClr val="F4F3F4">
                    <a:alpha val="24833"/>
                  </a:srgbClr>
                </a:gs>
                <a:gs pos="42857">
                  <a:srgbClr val="F4F3F4">
                    <a:alpha val="17075"/>
                  </a:srgbClr>
                </a:gs>
                <a:gs pos="57143">
                  <a:srgbClr val="F4F3F4">
                    <a:alpha val="9855"/>
                  </a:srgbClr>
                </a:gs>
                <a:gs pos="71429">
                  <a:srgbClr val="F4F3F4">
                    <a:alpha val="4740"/>
                  </a:srgbClr>
                </a:gs>
                <a:gs pos="85714">
                  <a:srgbClr val="F4F3F4">
                    <a:alpha val="1902"/>
                  </a:srgbClr>
                </a:gs>
                <a:gs pos="100000">
                  <a:srgbClr val="F4F3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9353047">
              <a:off x="356209" y="313591"/>
              <a:ext cx="558921" cy="822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2967809">
              <a:off x="551934" y="2982793"/>
              <a:ext cx="388169" cy="98483"/>
            </a:xfrm>
            <a:prstGeom prst="ellipse">
              <a:avLst/>
            </a:prstGeom>
            <a:gradFill>
              <a:gsLst>
                <a:gs pos="0">
                  <a:srgbClr val="FBF9FA">
                    <a:alpha val="32968"/>
                  </a:srgbClr>
                </a:gs>
                <a:gs pos="14286">
                  <a:srgbClr val="FBF9FA">
                    <a:alpha val="30764"/>
                  </a:srgbClr>
                </a:gs>
                <a:gs pos="28571">
                  <a:srgbClr val="FBF9FA">
                    <a:alpha val="24833"/>
                  </a:srgbClr>
                </a:gs>
                <a:gs pos="42857">
                  <a:srgbClr val="FBF9FA">
                    <a:alpha val="17075"/>
                  </a:srgbClr>
                </a:gs>
                <a:gs pos="57143">
                  <a:srgbClr val="FBF9FA">
                    <a:alpha val="9855"/>
                  </a:srgbClr>
                </a:gs>
                <a:gs pos="71429">
                  <a:srgbClr val="FBF9FA">
                    <a:alpha val="4740"/>
                  </a:srgbClr>
                </a:gs>
                <a:gs pos="85714">
                  <a:srgbClr val="FBF9FA">
                    <a:alpha val="1902"/>
                  </a:srgbClr>
                </a:gs>
                <a:gs pos="100000">
                  <a:srgbClr val="FBF9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8863106">
              <a:off x="477106" y="3021904"/>
              <a:ext cx="718053" cy="707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6363372">
              <a:off x="982059" y="907450"/>
              <a:ext cx="553280" cy="2110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3632982">
              <a:off x="3253611" y="387453"/>
              <a:ext cx="270868" cy="122385"/>
            </a:xfrm>
            <a:prstGeom prst="ellipse">
              <a:avLst/>
            </a:prstGeom>
            <a:gradFill>
              <a:gsLst>
                <a:gs pos="0">
                  <a:srgbClr val="FDFBFC">
                    <a:alpha val="32968"/>
                  </a:srgbClr>
                </a:gs>
                <a:gs pos="14286">
                  <a:srgbClr val="FDFBFC">
                    <a:alpha val="30764"/>
                  </a:srgbClr>
                </a:gs>
                <a:gs pos="28571">
                  <a:srgbClr val="FDFBFC">
                    <a:alpha val="24833"/>
                  </a:srgbClr>
                </a:gs>
                <a:gs pos="42857">
                  <a:srgbClr val="FDFBFC">
                    <a:alpha val="17075"/>
                  </a:srgbClr>
                </a:gs>
                <a:gs pos="57143">
                  <a:srgbClr val="FDFBFC">
                    <a:alpha val="9855"/>
                  </a:srgbClr>
                </a:gs>
                <a:gs pos="71429">
                  <a:srgbClr val="FDFBFC">
                    <a:alpha val="4740"/>
                  </a:srgbClr>
                </a:gs>
                <a:gs pos="85714">
                  <a:srgbClr val="FDFBFC">
                    <a:alpha val="1902"/>
                  </a:srgbClr>
                </a:gs>
                <a:gs pos="100000">
                  <a:srgbClr val="FDFB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5366503">
              <a:off x="2457653" y="3478459"/>
              <a:ext cx="668170" cy="1027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8685021">
              <a:off x="3034823" y="1123967"/>
              <a:ext cx="813849" cy="875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5763873">
              <a:off x="-11679" y="3025709"/>
              <a:ext cx="851431" cy="898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3778969">
              <a:off x="-44190" y="3493779"/>
              <a:ext cx="802732" cy="830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9962105">
              <a:off x="-34208" y="3488215"/>
              <a:ext cx="833748" cy="927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5044367">
              <a:off x="2973318" y="2682734"/>
              <a:ext cx="380688" cy="93539"/>
            </a:xfrm>
            <a:prstGeom prst="ellipse">
              <a:avLst/>
            </a:prstGeom>
            <a:gradFill>
              <a:gsLst>
                <a:gs pos="0">
                  <a:srgbClr val="FAF9FA">
                    <a:alpha val="32968"/>
                  </a:srgbClr>
                </a:gs>
                <a:gs pos="14286">
                  <a:srgbClr val="FAF9FA">
                    <a:alpha val="30764"/>
                  </a:srgbClr>
                </a:gs>
                <a:gs pos="28571">
                  <a:srgbClr val="FAF9FA">
                    <a:alpha val="24833"/>
                  </a:srgbClr>
                </a:gs>
                <a:gs pos="42857">
                  <a:srgbClr val="FAF9FA">
                    <a:alpha val="17075"/>
                  </a:srgbClr>
                </a:gs>
                <a:gs pos="57143">
                  <a:srgbClr val="FAF9FA">
                    <a:alpha val="9855"/>
                  </a:srgbClr>
                </a:gs>
                <a:gs pos="71429">
                  <a:srgbClr val="FAF9FA">
                    <a:alpha val="4740"/>
                  </a:srgbClr>
                </a:gs>
                <a:gs pos="85714">
                  <a:srgbClr val="FAF9FA">
                    <a:alpha val="1902"/>
                  </a:srgbClr>
                </a:gs>
                <a:gs pos="100000">
                  <a:srgbClr val="FAF9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9852673">
              <a:off x="1978710" y="3574287"/>
              <a:ext cx="542881" cy="876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9374617">
              <a:off x="-13918" y="3484176"/>
              <a:ext cx="162799" cy="82864"/>
            </a:xfrm>
            <a:prstGeom prst="ellipse">
              <a:avLst/>
            </a:prstGeom>
            <a:gradFill>
              <a:gsLst>
                <a:gs pos="0">
                  <a:srgbClr val="F9F7F6">
                    <a:alpha val="26275"/>
                  </a:srgbClr>
                </a:gs>
                <a:gs pos="14286">
                  <a:srgbClr val="F9F7F6">
                    <a:alpha val="24435"/>
                  </a:srgbClr>
                </a:gs>
                <a:gs pos="28571">
                  <a:srgbClr val="F9F7F6">
                    <a:alpha val="19550"/>
                  </a:srgbClr>
                </a:gs>
                <a:gs pos="42857">
                  <a:srgbClr val="F9F7F6">
                    <a:alpha val="13298"/>
                  </a:srgbClr>
                </a:gs>
                <a:gs pos="57143">
                  <a:srgbClr val="F9F7F6">
                    <a:alpha val="7602"/>
                  </a:srgbClr>
                </a:gs>
                <a:gs pos="71429">
                  <a:srgbClr val="F9F7F6">
                    <a:alpha val="3633"/>
                  </a:srgbClr>
                </a:gs>
                <a:gs pos="85714">
                  <a:srgbClr val="F9F7F6">
                    <a:alpha val="1453"/>
                  </a:srgbClr>
                </a:gs>
                <a:gs pos="100000">
                  <a:srgbClr val="F9F7F6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10132763">
              <a:off x="2785614" y="78126"/>
              <a:ext cx="631668" cy="1014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8139017">
              <a:off x="1912649" y="380139"/>
              <a:ext cx="537736" cy="130314"/>
            </a:xfrm>
            <a:prstGeom prst="ellipse">
              <a:avLst/>
            </a:prstGeom>
            <a:gradFill>
              <a:gsLst>
                <a:gs pos="0">
                  <a:srgbClr val="E9E7E9">
                    <a:alpha val="32968"/>
                  </a:srgbClr>
                </a:gs>
                <a:gs pos="14286">
                  <a:srgbClr val="E9E7E9">
                    <a:alpha val="30764"/>
                  </a:srgbClr>
                </a:gs>
                <a:gs pos="28571">
                  <a:srgbClr val="E9E7E9">
                    <a:alpha val="24833"/>
                  </a:srgbClr>
                </a:gs>
                <a:gs pos="42857">
                  <a:srgbClr val="E9E7E9">
                    <a:alpha val="17075"/>
                  </a:srgbClr>
                </a:gs>
                <a:gs pos="57143">
                  <a:srgbClr val="E9E7E9">
                    <a:alpha val="9855"/>
                  </a:srgbClr>
                </a:gs>
                <a:gs pos="71429">
                  <a:srgbClr val="E9E7E9">
                    <a:alpha val="4740"/>
                  </a:srgbClr>
                </a:gs>
                <a:gs pos="85714">
                  <a:srgbClr val="E9E7E9">
                    <a:alpha val="1902"/>
                  </a:srgbClr>
                </a:gs>
                <a:gs pos="100000">
                  <a:srgbClr val="E9E7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8550193">
              <a:off x="1788774" y="2021620"/>
              <a:ext cx="813420" cy="921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7401958">
              <a:off x="485065" y="109608"/>
              <a:ext cx="740599" cy="715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5438693">
              <a:off x="3207563" y="235413"/>
              <a:ext cx="781829" cy="1096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4262972">
              <a:off x="432315" y="2347845"/>
              <a:ext cx="733761" cy="134052"/>
            </a:xfrm>
            <a:prstGeom prst="ellipse">
              <a:avLst/>
            </a:prstGeom>
            <a:gradFill>
              <a:gsLst>
                <a:gs pos="0">
                  <a:srgbClr val="E0E1E0">
                    <a:alpha val="32968"/>
                  </a:srgbClr>
                </a:gs>
                <a:gs pos="14286">
                  <a:srgbClr val="E0E1E0">
                    <a:alpha val="30764"/>
                  </a:srgbClr>
                </a:gs>
                <a:gs pos="28571">
                  <a:srgbClr val="E0E1E0">
                    <a:alpha val="24833"/>
                  </a:srgbClr>
                </a:gs>
                <a:gs pos="42857">
                  <a:srgbClr val="E0E1E0">
                    <a:alpha val="17075"/>
                  </a:srgbClr>
                </a:gs>
                <a:gs pos="57143">
                  <a:srgbClr val="E0E1E0">
                    <a:alpha val="9855"/>
                  </a:srgbClr>
                </a:gs>
                <a:gs pos="71429">
                  <a:srgbClr val="E0E1E0">
                    <a:alpha val="4740"/>
                  </a:srgbClr>
                </a:gs>
                <a:gs pos="85714">
                  <a:srgbClr val="E0E1E0">
                    <a:alpha val="1902"/>
                  </a:srgbClr>
                </a:gs>
                <a:gs pos="100000">
                  <a:srgbClr val="E0E1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8882214">
              <a:off x="2182437" y="2871037"/>
              <a:ext cx="357857" cy="1191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-8169664">
              <a:off x="2444203" y="2530351"/>
              <a:ext cx="237238" cy="542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8329288">
              <a:off x="31518" y="21459"/>
              <a:ext cx="658163" cy="1032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10138581">
              <a:off x="2110125" y="1579257"/>
              <a:ext cx="718402" cy="79072"/>
            </a:xfrm>
            <a:prstGeom prst="ellipse">
              <a:avLst/>
            </a:prstGeom>
            <a:gradFill>
              <a:gsLst>
                <a:gs pos="0">
                  <a:srgbClr val="FFFFFE">
                    <a:alpha val="17320"/>
                  </a:srgbClr>
                </a:gs>
                <a:gs pos="14286">
                  <a:srgbClr val="FFFFFE">
                    <a:alpha val="16038"/>
                  </a:srgbClr>
                </a:gs>
                <a:gs pos="28571">
                  <a:srgbClr val="FFFFFE">
                    <a:alpha val="12692"/>
                  </a:srgbClr>
                </a:gs>
                <a:gs pos="42857">
                  <a:srgbClr val="FFFFFE">
                    <a:alpha val="8518"/>
                  </a:srgbClr>
                </a:gs>
                <a:gs pos="57143">
                  <a:srgbClr val="FFFFFE">
                    <a:alpha val="4813"/>
                  </a:srgbClr>
                </a:gs>
                <a:gs pos="71429">
                  <a:srgbClr val="FFFFFE">
                    <a:alpha val="2283"/>
                  </a:srgbClr>
                </a:gs>
                <a:gs pos="85714">
                  <a:srgbClr val="FFFFFE">
                    <a:alpha val="909"/>
                  </a:srgbClr>
                </a:gs>
                <a:gs pos="100000">
                  <a:srgbClr val="FFFFFE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3719195">
              <a:off x="24989" y="3198048"/>
              <a:ext cx="274539" cy="866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7355774">
              <a:off x="1445818" y="149429"/>
              <a:ext cx="735097" cy="771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-8213543">
              <a:off x="3075017" y="2322572"/>
              <a:ext cx="755351" cy="36587"/>
            </a:xfrm>
            <a:prstGeom prst="ellipse">
              <a:avLst/>
            </a:prstGeom>
            <a:gradFill>
              <a:gsLst>
                <a:gs pos="0">
                  <a:srgbClr val="E7E7E7">
                    <a:alpha val="18690"/>
                  </a:srgbClr>
                </a:gs>
                <a:gs pos="14286">
                  <a:srgbClr val="E7E7E7">
                    <a:alpha val="17318"/>
                  </a:srgbClr>
                </a:gs>
                <a:gs pos="28571">
                  <a:srgbClr val="E7E7E7">
                    <a:alpha val="13727"/>
                  </a:srgbClr>
                </a:gs>
                <a:gs pos="42857">
                  <a:srgbClr val="E7E7E7">
                    <a:alpha val="9231"/>
                  </a:srgbClr>
                </a:gs>
                <a:gs pos="57143">
                  <a:srgbClr val="E7E7E7">
                    <a:alpha val="5225"/>
                  </a:srgbClr>
                </a:gs>
                <a:gs pos="71429">
                  <a:srgbClr val="E7E7E7">
                    <a:alpha val="2481"/>
                  </a:srgbClr>
                </a:gs>
                <a:gs pos="85714">
                  <a:srgbClr val="E7E7E7">
                    <a:alpha val="988"/>
                  </a:srgbClr>
                </a:gs>
                <a:gs pos="100000">
                  <a:srgbClr val="E7E7E7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6738670">
              <a:off x="1582322" y="1034304"/>
              <a:ext cx="463441" cy="71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4332996">
              <a:off x="-125487" y="109868"/>
              <a:ext cx="506651" cy="1734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10458406">
              <a:off x="1273767" y="1912339"/>
              <a:ext cx="649565" cy="1072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7933808">
              <a:off x="2823485" y="1059826"/>
              <a:ext cx="742439" cy="802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5266321">
              <a:off x="2327180" y="2565292"/>
              <a:ext cx="227562" cy="834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-10216992">
              <a:off x="1536030" y="1090672"/>
              <a:ext cx="373100" cy="542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-10605883">
              <a:off x="2475596" y="3586456"/>
              <a:ext cx="335277" cy="92773"/>
            </a:xfrm>
            <a:prstGeom prst="ellipse">
              <a:avLst/>
            </a:prstGeom>
            <a:gradFill>
              <a:gsLst>
                <a:gs pos="0">
                  <a:srgbClr val="EFEEEF">
                    <a:alpha val="32968"/>
                  </a:srgbClr>
                </a:gs>
                <a:gs pos="14286">
                  <a:srgbClr val="EFEEEF">
                    <a:alpha val="30764"/>
                  </a:srgbClr>
                </a:gs>
                <a:gs pos="28571">
                  <a:srgbClr val="EFEEEF">
                    <a:alpha val="24833"/>
                  </a:srgbClr>
                </a:gs>
                <a:gs pos="42857">
                  <a:srgbClr val="EFEEEF">
                    <a:alpha val="17075"/>
                  </a:srgbClr>
                </a:gs>
                <a:gs pos="57143">
                  <a:srgbClr val="EFEEEF">
                    <a:alpha val="9855"/>
                  </a:srgbClr>
                </a:gs>
                <a:gs pos="71429">
                  <a:srgbClr val="EFEEEF">
                    <a:alpha val="4740"/>
                  </a:srgbClr>
                </a:gs>
                <a:gs pos="85714">
                  <a:srgbClr val="EFEEEF">
                    <a:alpha val="1902"/>
                  </a:srgbClr>
                </a:gs>
                <a:gs pos="100000">
                  <a:srgbClr val="EFEE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7332332">
              <a:off x="1760046" y="1484928"/>
              <a:ext cx="710460" cy="60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-9645458">
              <a:off x="-76155" y="3103794"/>
              <a:ext cx="275834" cy="124030"/>
            </a:xfrm>
            <a:prstGeom prst="ellipse">
              <a:avLst/>
            </a:prstGeom>
            <a:gradFill>
              <a:gsLst>
                <a:gs pos="0">
                  <a:srgbClr val="E8E8E9">
                    <a:alpha val="32968"/>
                  </a:srgbClr>
                </a:gs>
                <a:gs pos="14286">
                  <a:srgbClr val="E8E8E9">
                    <a:alpha val="30764"/>
                  </a:srgbClr>
                </a:gs>
                <a:gs pos="28571">
                  <a:srgbClr val="E8E8E9">
                    <a:alpha val="24833"/>
                  </a:srgbClr>
                </a:gs>
                <a:gs pos="42857">
                  <a:srgbClr val="E8E8E9">
                    <a:alpha val="17075"/>
                  </a:srgbClr>
                </a:gs>
                <a:gs pos="57143">
                  <a:srgbClr val="E8E8E9">
                    <a:alpha val="9855"/>
                  </a:srgbClr>
                </a:gs>
                <a:gs pos="71429">
                  <a:srgbClr val="E8E8E9">
                    <a:alpha val="4740"/>
                  </a:srgbClr>
                </a:gs>
                <a:gs pos="85714">
                  <a:srgbClr val="E8E8E9">
                    <a:alpha val="1902"/>
                  </a:srgbClr>
                </a:gs>
                <a:gs pos="100000">
                  <a:srgbClr val="E8E8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-8351536">
              <a:off x="2895510" y="1228283"/>
              <a:ext cx="575097" cy="108692"/>
            </a:xfrm>
            <a:prstGeom prst="ellipse">
              <a:avLst/>
            </a:prstGeom>
            <a:gradFill>
              <a:gsLst>
                <a:gs pos="0">
                  <a:srgbClr val="D8D9D6">
                    <a:alpha val="32968"/>
                  </a:srgbClr>
                </a:gs>
                <a:gs pos="14286">
                  <a:srgbClr val="D8D9D6">
                    <a:alpha val="30764"/>
                  </a:srgbClr>
                </a:gs>
                <a:gs pos="28571">
                  <a:srgbClr val="D8D9D6">
                    <a:alpha val="24833"/>
                  </a:srgbClr>
                </a:gs>
                <a:gs pos="42857">
                  <a:srgbClr val="D8D9D6">
                    <a:alpha val="17075"/>
                  </a:srgbClr>
                </a:gs>
                <a:gs pos="57143">
                  <a:srgbClr val="D8D9D6">
                    <a:alpha val="9855"/>
                  </a:srgbClr>
                </a:gs>
                <a:gs pos="71429">
                  <a:srgbClr val="D8D9D6">
                    <a:alpha val="4740"/>
                  </a:srgbClr>
                </a:gs>
                <a:gs pos="85714">
                  <a:srgbClr val="D8D9D6">
                    <a:alpha val="1902"/>
                  </a:srgbClr>
                </a:gs>
                <a:gs pos="100000">
                  <a:srgbClr val="D8D9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9181237">
              <a:off x="1090614" y="2124515"/>
              <a:ext cx="694518" cy="66063"/>
            </a:xfrm>
            <a:prstGeom prst="ellipse">
              <a:avLst/>
            </a:prstGeom>
            <a:gradFill>
              <a:gsLst>
                <a:gs pos="0">
                  <a:srgbClr val="E2E2E2">
                    <a:alpha val="32968"/>
                  </a:srgbClr>
                </a:gs>
                <a:gs pos="14286">
                  <a:srgbClr val="E2E2E2">
                    <a:alpha val="30764"/>
                  </a:srgbClr>
                </a:gs>
                <a:gs pos="28571">
                  <a:srgbClr val="E2E2E2">
                    <a:alpha val="24833"/>
                  </a:srgbClr>
                </a:gs>
                <a:gs pos="42857">
                  <a:srgbClr val="E2E2E2">
                    <a:alpha val="17075"/>
                  </a:srgbClr>
                </a:gs>
                <a:gs pos="57143">
                  <a:srgbClr val="E2E2E2">
                    <a:alpha val="9855"/>
                  </a:srgbClr>
                </a:gs>
                <a:gs pos="71429">
                  <a:srgbClr val="E2E2E2">
                    <a:alpha val="4740"/>
                  </a:srgbClr>
                </a:gs>
                <a:gs pos="85714">
                  <a:srgbClr val="E2E2E2">
                    <a:alpha val="1902"/>
                  </a:srgbClr>
                </a:gs>
                <a:gs pos="100000">
                  <a:srgbClr val="E2E2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4203720">
              <a:off x="1580648" y="214844"/>
              <a:ext cx="518213" cy="568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10288193">
              <a:off x="382177" y="1928610"/>
              <a:ext cx="590869" cy="1236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5165608">
              <a:off x="503911" y="2957728"/>
              <a:ext cx="605083" cy="763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-10075502">
              <a:off x="319406" y="-8099"/>
              <a:ext cx="418937" cy="105205"/>
            </a:xfrm>
            <a:prstGeom prst="ellipse">
              <a:avLst/>
            </a:prstGeom>
            <a:gradFill>
              <a:gsLst>
                <a:gs pos="0">
                  <a:srgbClr val="DBDBDC">
                    <a:alpha val="31816"/>
                  </a:srgbClr>
                </a:gs>
                <a:gs pos="14286">
                  <a:srgbClr val="DBDBDC">
                    <a:alpha val="29671"/>
                  </a:srgbClr>
                </a:gs>
                <a:gs pos="28571">
                  <a:srgbClr val="DBDBDC">
                    <a:alpha val="23913"/>
                  </a:srgbClr>
                </a:gs>
                <a:gs pos="42857">
                  <a:srgbClr val="DBDBDC">
                    <a:alpha val="16411"/>
                  </a:srgbClr>
                </a:gs>
                <a:gs pos="57143">
                  <a:srgbClr val="DBDBDC">
                    <a:alpha val="9456"/>
                  </a:srgbClr>
                </a:gs>
                <a:gs pos="71429">
                  <a:srgbClr val="DBDBDC">
                    <a:alpha val="4543"/>
                  </a:srgbClr>
                </a:gs>
                <a:gs pos="85714">
                  <a:srgbClr val="DBDBDC">
                    <a:alpha val="1822"/>
                  </a:srgbClr>
                </a:gs>
                <a:gs pos="100000">
                  <a:srgbClr val="DBDBDC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7564625">
              <a:off x="1867838" y="2061329"/>
              <a:ext cx="493598" cy="68549"/>
            </a:xfrm>
            <a:prstGeom prst="ellipse">
              <a:avLst/>
            </a:prstGeom>
            <a:gradFill>
              <a:gsLst>
                <a:gs pos="0">
                  <a:srgbClr val="DEDCDE">
                    <a:alpha val="32968"/>
                  </a:srgbClr>
                </a:gs>
                <a:gs pos="14286">
                  <a:srgbClr val="DEDCDE">
                    <a:alpha val="30764"/>
                  </a:srgbClr>
                </a:gs>
                <a:gs pos="28571">
                  <a:srgbClr val="DEDCDE">
                    <a:alpha val="24833"/>
                  </a:srgbClr>
                </a:gs>
                <a:gs pos="42857">
                  <a:srgbClr val="DEDCDE">
                    <a:alpha val="17075"/>
                  </a:srgbClr>
                </a:gs>
                <a:gs pos="57143">
                  <a:srgbClr val="DEDCDE">
                    <a:alpha val="9855"/>
                  </a:srgbClr>
                </a:gs>
                <a:gs pos="71429">
                  <a:srgbClr val="DEDCDE">
                    <a:alpha val="4740"/>
                  </a:srgbClr>
                </a:gs>
                <a:gs pos="85714">
                  <a:srgbClr val="DEDCDE">
                    <a:alpha val="1902"/>
                  </a:srgbClr>
                </a:gs>
                <a:gs pos="100000">
                  <a:srgbClr val="DEDC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-10733452">
              <a:off x="3231336" y="1226899"/>
              <a:ext cx="670379" cy="173128"/>
            </a:xfrm>
            <a:prstGeom prst="ellipse">
              <a:avLst/>
            </a:prstGeom>
            <a:gradFill>
              <a:gsLst>
                <a:gs pos="0">
                  <a:srgbClr val="FEFFFD">
                    <a:alpha val="32728"/>
                  </a:srgbClr>
                </a:gs>
                <a:gs pos="14286">
                  <a:srgbClr val="FEFFFD">
                    <a:alpha val="30536"/>
                  </a:srgbClr>
                </a:gs>
                <a:gs pos="28571">
                  <a:srgbClr val="FEFFFD">
                    <a:alpha val="24641"/>
                  </a:srgbClr>
                </a:gs>
                <a:gs pos="42857">
                  <a:srgbClr val="FEFFFD">
                    <a:alpha val="16937"/>
                  </a:srgbClr>
                </a:gs>
                <a:gs pos="57143">
                  <a:srgbClr val="FEFFFD">
                    <a:alpha val="9771"/>
                  </a:srgbClr>
                </a:gs>
                <a:gs pos="71429">
                  <a:srgbClr val="FEFFFD">
                    <a:alpha val="4699"/>
                  </a:srgbClr>
                </a:gs>
                <a:gs pos="85714">
                  <a:srgbClr val="FEFFFD">
                    <a:alpha val="1885"/>
                  </a:srgbClr>
                </a:gs>
                <a:gs pos="100000">
                  <a:srgbClr val="FEFFFD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4633835">
              <a:off x="2769908" y="1582918"/>
              <a:ext cx="183930" cy="1170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-9824991">
              <a:off x="1742111" y="1433897"/>
              <a:ext cx="223934" cy="72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10090441">
              <a:off x="144564" y="3480108"/>
              <a:ext cx="511887" cy="62403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2753712">
              <a:off x="7024" y="1289344"/>
              <a:ext cx="446856" cy="120687"/>
            </a:xfrm>
            <a:prstGeom prst="ellipse">
              <a:avLst/>
            </a:prstGeom>
            <a:gradFill>
              <a:gsLst>
                <a:gs pos="0">
                  <a:srgbClr val="E2E4E3">
                    <a:alpha val="32968"/>
                  </a:srgbClr>
                </a:gs>
                <a:gs pos="14286">
                  <a:srgbClr val="E2E4E3">
                    <a:alpha val="30764"/>
                  </a:srgbClr>
                </a:gs>
                <a:gs pos="28571">
                  <a:srgbClr val="E2E4E3">
                    <a:alpha val="24833"/>
                  </a:srgbClr>
                </a:gs>
                <a:gs pos="42857">
                  <a:srgbClr val="E2E4E3">
                    <a:alpha val="17075"/>
                  </a:srgbClr>
                </a:gs>
                <a:gs pos="57143">
                  <a:srgbClr val="E2E4E3">
                    <a:alpha val="9855"/>
                  </a:srgbClr>
                </a:gs>
                <a:gs pos="71429">
                  <a:srgbClr val="E2E4E3">
                    <a:alpha val="4740"/>
                  </a:srgbClr>
                </a:gs>
                <a:gs pos="85714">
                  <a:srgbClr val="E2E4E3">
                    <a:alpha val="1902"/>
                  </a:srgbClr>
                </a:gs>
                <a:gs pos="100000">
                  <a:srgbClr val="E2E4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5564962">
              <a:off x="2040074" y="2942189"/>
              <a:ext cx="585803" cy="919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-8388344">
              <a:off x="863964" y="2433700"/>
              <a:ext cx="546398" cy="290971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-9181116">
              <a:off x="3018630" y="2084434"/>
              <a:ext cx="849318" cy="1088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10673518">
              <a:off x="-260526" y="2676385"/>
              <a:ext cx="757323" cy="966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-9188170">
              <a:off x="1306060" y="2299871"/>
              <a:ext cx="779935" cy="506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9134575">
              <a:off x="2483829" y="231261"/>
              <a:ext cx="578379" cy="91654"/>
            </a:xfrm>
            <a:prstGeom prst="ellipse">
              <a:avLst/>
            </a:prstGeom>
            <a:gradFill>
              <a:gsLst>
                <a:gs pos="0">
                  <a:srgbClr val="FEFFFE">
                    <a:alpha val="30273"/>
                  </a:srgbClr>
                </a:gs>
                <a:gs pos="14286">
                  <a:srgbClr val="FEFFFE">
                    <a:alpha val="28209"/>
                  </a:srgbClr>
                </a:gs>
                <a:gs pos="28571">
                  <a:srgbClr val="FEFFFE">
                    <a:alpha val="22688"/>
                  </a:srgbClr>
                </a:gs>
                <a:gs pos="42857">
                  <a:srgbClr val="FEFFFE">
                    <a:alpha val="15531"/>
                  </a:srgbClr>
                </a:gs>
                <a:gs pos="57143">
                  <a:srgbClr val="FEFFFE">
                    <a:alpha val="8928"/>
                  </a:srgbClr>
                </a:gs>
                <a:gs pos="71429">
                  <a:srgbClr val="FEFFFE">
                    <a:alpha val="4283"/>
                  </a:srgbClr>
                </a:gs>
                <a:gs pos="85714">
                  <a:srgbClr val="FEFFFE">
                    <a:alpha val="1716"/>
                  </a:srgbClr>
                </a:gs>
                <a:gs pos="100000">
                  <a:srgbClr val="FEFFFE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5139814">
              <a:off x="1783856" y="2566833"/>
              <a:ext cx="653097" cy="1824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7852124">
              <a:off x="-120051" y="150635"/>
              <a:ext cx="513277" cy="1096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9932216">
              <a:off x="1664478" y="657891"/>
              <a:ext cx="476829" cy="1379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789700">
              <a:off x="1889713" y="1154008"/>
              <a:ext cx="639627" cy="751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5631065">
              <a:off x="182124" y="88911"/>
              <a:ext cx="276351" cy="976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10374860">
              <a:off x="1565124" y="948237"/>
              <a:ext cx="696833" cy="93252"/>
            </a:xfrm>
            <a:prstGeom prst="ellipse">
              <a:avLst/>
            </a:prstGeom>
            <a:gradFill>
              <a:gsLst>
                <a:gs pos="0">
                  <a:srgbClr val="D9D8D7">
                    <a:alpha val="27294"/>
                  </a:srgbClr>
                </a:gs>
                <a:gs pos="14286">
                  <a:srgbClr val="D9D8D7">
                    <a:alpha val="25395"/>
                  </a:srgbClr>
                </a:gs>
                <a:gs pos="28571">
                  <a:srgbClr val="D9D8D7">
                    <a:alpha val="20345"/>
                  </a:srgbClr>
                </a:gs>
                <a:gs pos="42857">
                  <a:srgbClr val="D9D8D7">
                    <a:alpha val="13860"/>
                  </a:srgbClr>
                </a:gs>
                <a:gs pos="57143">
                  <a:srgbClr val="D9D8D7">
                    <a:alpha val="7935"/>
                  </a:srgbClr>
                </a:gs>
                <a:gs pos="71429">
                  <a:srgbClr val="D9D8D7">
                    <a:alpha val="3796"/>
                  </a:srgbClr>
                </a:gs>
                <a:gs pos="85714">
                  <a:srgbClr val="D9D8D7">
                    <a:alpha val="1519"/>
                  </a:srgbClr>
                </a:gs>
                <a:gs pos="100000">
                  <a:srgbClr val="D9D8D7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8872093">
              <a:off x="2688517" y="-34790"/>
              <a:ext cx="158237" cy="105092"/>
            </a:xfrm>
            <a:prstGeom prst="ellipse">
              <a:avLst/>
            </a:prstGeom>
            <a:gradFill>
              <a:gsLst>
                <a:gs pos="0">
                  <a:srgbClr val="DCDBDC">
                    <a:alpha val="32968"/>
                  </a:srgbClr>
                </a:gs>
                <a:gs pos="14286">
                  <a:srgbClr val="DCDBDC">
                    <a:alpha val="30764"/>
                  </a:srgbClr>
                </a:gs>
                <a:gs pos="28571">
                  <a:srgbClr val="DCDBDC">
                    <a:alpha val="24833"/>
                  </a:srgbClr>
                </a:gs>
                <a:gs pos="42857">
                  <a:srgbClr val="DCDBDC">
                    <a:alpha val="17075"/>
                  </a:srgbClr>
                </a:gs>
                <a:gs pos="57143">
                  <a:srgbClr val="DCDBDC">
                    <a:alpha val="9855"/>
                  </a:srgbClr>
                </a:gs>
                <a:gs pos="71429">
                  <a:srgbClr val="DCDBDC">
                    <a:alpha val="4740"/>
                  </a:srgbClr>
                </a:gs>
                <a:gs pos="85714">
                  <a:srgbClr val="DCDBDC">
                    <a:alpha val="1902"/>
                  </a:srgbClr>
                </a:gs>
                <a:gs pos="100000">
                  <a:srgbClr val="DCDB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3373529">
              <a:off x="1886801" y="3037291"/>
              <a:ext cx="754276" cy="647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4699718">
              <a:off x="1817152" y="1572786"/>
              <a:ext cx="540470" cy="120881"/>
            </a:xfrm>
            <a:prstGeom prst="ellipse">
              <a:avLst/>
            </a:prstGeom>
            <a:gradFill>
              <a:gsLst>
                <a:gs pos="0">
                  <a:srgbClr val="D2D4D2">
                    <a:alpha val="26083"/>
                  </a:srgbClr>
                </a:gs>
                <a:gs pos="14286">
                  <a:srgbClr val="D2D4D2">
                    <a:alpha val="24253"/>
                  </a:srgbClr>
                </a:gs>
                <a:gs pos="28571">
                  <a:srgbClr val="D2D4D2">
                    <a:alpha val="19401"/>
                  </a:srgbClr>
                </a:gs>
                <a:gs pos="42857">
                  <a:srgbClr val="D2D4D2">
                    <a:alpha val="13192"/>
                  </a:srgbClr>
                </a:gs>
                <a:gs pos="57143">
                  <a:srgbClr val="D2D4D2">
                    <a:alpha val="7539"/>
                  </a:srgbClr>
                </a:gs>
                <a:gs pos="71429">
                  <a:srgbClr val="D2D4D2">
                    <a:alpha val="3603"/>
                  </a:srgbClr>
                </a:gs>
                <a:gs pos="85714">
                  <a:srgbClr val="D2D4D2">
                    <a:alpha val="1440"/>
                  </a:srgbClr>
                </a:gs>
                <a:gs pos="100000">
                  <a:srgbClr val="D2D4D2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4743107">
              <a:off x="460489" y="1789020"/>
              <a:ext cx="466031" cy="157949"/>
            </a:xfrm>
            <a:prstGeom prst="ellipse">
              <a:avLst/>
            </a:prstGeom>
            <a:gradFill>
              <a:gsLst>
                <a:gs pos="0">
                  <a:srgbClr val="EAEDED">
                    <a:alpha val="20543"/>
                  </a:srgbClr>
                </a:gs>
                <a:gs pos="14286">
                  <a:srgbClr val="EAEDED">
                    <a:alpha val="19051"/>
                  </a:srgbClr>
                </a:gs>
                <a:gs pos="28571">
                  <a:srgbClr val="EAEDED">
                    <a:alpha val="15134"/>
                  </a:srgbClr>
                </a:gs>
                <a:gs pos="42857">
                  <a:srgbClr val="EAEDED">
                    <a:alpha val="10205"/>
                  </a:srgbClr>
                </a:gs>
                <a:gs pos="57143">
                  <a:srgbClr val="EAEDED">
                    <a:alpha val="5790"/>
                  </a:srgbClr>
                </a:gs>
                <a:gs pos="71429">
                  <a:srgbClr val="EAEDED">
                    <a:alpha val="2753"/>
                  </a:srgbClr>
                </a:gs>
                <a:gs pos="85714">
                  <a:srgbClr val="EAEDED">
                    <a:alpha val="1098"/>
                  </a:srgbClr>
                </a:gs>
                <a:gs pos="100000">
                  <a:srgbClr val="EAEDED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8871987">
              <a:off x="590181" y="2132862"/>
              <a:ext cx="772952" cy="107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10323100">
              <a:off x="1589337" y="2451195"/>
              <a:ext cx="309291" cy="75997"/>
            </a:xfrm>
            <a:prstGeom prst="ellipse">
              <a:avLst/>
            </a:prstGeom>
            <a:gradFill>
              <a:gsLst>
                <a:gs pos="0">
                  <a:srgbClr val="EFEFEF">
                    <a:alpha val="32968"/>
                  </a:srgbClr>
                </a:gs>
                <a:gs pos="14286">
                  <a:srgbClr val="EFEFEF">
                    <a:alpha val="30764"/>
                  </a:srgbClr>
                </a:gs>
                <a:gs pos="28571">
                  <a:srgbClr val="EFEFEF">
                    <a:alpha val="24833"/>
                  </a:srgbClr>
                </a:gs>
                <a:gs pos="42857">
                  <a:srgbClr val="EFEFEF">
                    <a:alpha val="17075"/>
                  </a:srgbClr>
                </a:gs>
                <a:gs pos="57143">
                  <a:srgbClr val="EFEFEF">
                    <a:alpha val="9855"/>
                  </a:srgbClr>
                </a:gs>
                <a:gs pos="71429">
                  <a:srgbClr val="EFEFEF">
                    <a:alpha val="4740"/>
                  </a:srgbClr>
                </a:gs>
                <a:gs pos="85714">
                  <a:srgbClr val="EFEFEF">
                    <a:alpha val="1902"/>
                  </a:srgbClr>
                </a:gs>
                <a:gs pos="100000">
                  <a:srgbClr val="EFE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8508945">
              <a:off x="1216927" y="2692819"/>
              <a:ext cx="463595" cy="112801"/>
            </a:xfrm>
            <a:prstGeom prst="ellipse">
              <a:avLst/>
            </a:prstGeom>
            <a:gradFill>
              <a:gsLst>
                <a:gs pos="0">
                  <a:srgbClr val="EDEBEC">
                    <a:alpha val="31095"/>
                  </a:srgbClr>
                </a:gs>
                <a:gs pos="14286">
                  <a:srgbClr val="EDEBEC">
                    <a:alpha val="28988"/>
                  </a:srgbClr>
                </a:gs>
                <a:gs pos="28571">
                  <a:srgbClr val="EDEBEC">
                    <a:alpha val="23340"/>
                  </a:srgbClr>
                </a:gs>
                <a:gs pos="42857">
                  <a:srgbClr val="EDEBEC">
                    <a:alpha val="15999"/>
                  </a:srgbClr>
                </a:gs>
                <a:gs pos="57143">
                  <a:srgbClr val="EDEBEC">
                    <a:alpha val="9208"/>
                  </a:srgbClr>
                </a:gs>
                <a:gs pos="71429">
                  <a:srgbClr val="EDEBEC">
                    <a:alpha val="4421"/>
                  </a:srgbClr>
                </a:gs>
                <a:gs pos="85714">
                  <a:srgbClr val="EDEBEC">
                    <a:alpha val="1772"/>
                  </a:srgbClr>
                </a:gs>
                <a:gs pos="100000">
                  <a:srgbClr val="EDEBEC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9672454">
              <a:off x="994932" y="626964"/>
              <a:ext cx="329448" cy="656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10530587">
              <a:off x="506826" y="610030"/>
              <a:ext cx="521439" cy="1160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-10059285">
              <a:off x="3096342" y="2020613"/>
              <a:ext cx="558310" cy="1206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-9058854">
              <a:off x="193359" y="418944"/>
              <a:ext cx="838162" cy="752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4275147">
              <a:off x="1384710" y="1331486"/>
              <a:ext cx="499069" cy="979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9459186">
              <a:off x="277583" y="2273381"/>
              <a:ext cx="505467" cy="96562"/>
            </a:xfrm>
            <a:prstGeom prst="ellipse">
              <a:avLst/>
            </a:prstGeom>
            <a:gradFill>
              <a:gsLst>
                <a:gs pos="0">
                  <a:srgbClr val="E2E0DE">
                    <a:alpha val="27150"/>
                  </a:srgbClr>
                </a:gs>
                <a:gs pos="14286">
                  <a:srgbClr val="E2E0DE">
                    <a:alpha val="25260"/>
                  </a:srgbClr>
                </a:gs>
                <a:gs pos="28571">
                  <a:srgbClr val="E2E0DE">
                    <a:alpha val="20233"/>
                  </a:srgbClr>
                </a:gs>
                <a:gs pos="42857">
                  <a:srgbClr val="E2E0DE">
                    <a:alpha val="13781"/>
                  </a:srgbClr>
                </a:gs>
                <a:gs pos="57143">
                  <a:srgbClr val="E2E0DE">
                    <a:alpha val="7888"/>
                  </a:srgbClr>
                </a:gs>
                <a:gs pos="71429">
                  <a:srgbClr val="E2E0DE">
                    <a:alpha val="3773"/>
                  </a:srgbClr>
                </a:gs>
                <a:gs pos="85714">
                  <a:srgbClr val="E2E0DE">
                    <a:alpha val="1509"/>
                  </a:srgbClr>
                </a:gs>
                <a:gs pos="100000">
                  <a:srgbClr val="E2E0DE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5824075">
              <a:off x="3165992" y="1472605"/>
              <a:ext cx="592055" cy="971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8065277">
              <a:off x="1137519" y="1411863"/>
              <a:ext cx="404841" cy="92547"/>
            </a:xfrm>
            <a:prstGeom prst="ellipse">
              <a:avLst/>
            </a:prstGeom>
            <a:gradFill>
              <a:gsLst>
                <a:gs pos="0">
                  <a:srgbClr val="D7D6D3">
                    <a:alpha val="32968"/>
                  </a:srgbClr>
                </a:gs>
                <a:gs pos="14286">
                  <a:srgbClr val="D7D6D3">
                    <a:alpha val="30764"/>
                  </a:srgbClr>
                </a:gs>
                <a:gs pos="28571">
                  <a:srgbClr val="D7D6D3">
                    <a:alpha val="24833"/>
                  </a:srgbClr>
                </a:gs>
                <a:gs pos="42857">
                  <a:srgbClr val="D7D6D3">
                    <a:alpha val="17075"/>
                  </a:srgbClr>
                </a:gs>
                <a:gs pos="57143">
                  <a:srgbClr val="D7D6D3">
                    <a:alpha val="9855"/>
                  </a:srgbClr>
                </a:gs>
                <a:gs pos="71429">
                  <a:srgbClr val="D7D6D3">
                    <a:alpha val="4740"/>
                  </a:srgbClr>
                </a:gs>
                <a:gs pos="85714">
                  <a:srgbClr val="D7D6D3">
                    <a:alpha val="1902"/>
                  </a:srgbClr>
                </a:gs>
                <a:gs pos="100000">
                  <a:srgbClr val="D7D6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2816505">
              <a:off x="2647067" y="2530052"/>
              <a:ext cx="708933" cy="1229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-9840821">
              <a:off x="2853098" y="1803710"/>
              <a:ext cx="601000" cy="97803"/>
            </a:xfrm>
            <a:prstGeom prst="ellipse">
              <a:avLst/>
            </a:prstGeom>
            <a:gradFill>
              <a:gsLst>
                <a:gs pos="0">
                  <a:srgbClr val="F2F3F4">
                    <a:alpha val="30388"/>
                  </a:srgbClr>
                </a:gs>
                <a:gs pos="14286">
                  <a:srgbClr val="F2F3F4">
                    <a:alpha val="28318"/>
                  </a:srgbClr>
                </a:gs>
                <a:gs pos="28571">
                  <a:srgbClr val="F2F3F4">
                    <a:alpha val="22779"/>
                  </a:srgbClr>
                </a:gs>
                <a:gs pos="42857">
                  <a:srgbClr val="F2F3F4">
                    <a:alpha val="15596"/>
                  </a:srgbClr>
                </a:gs>
                <a:gs pos="57143">
                  <a:srgbClr val="F2F3F4">
                    <a:alpha val="8967"/>
                  </a:srgbClr>
                </a:gs>
                <a:gs pos="71429">
                  <a:srgbClr val="F2F3F4">
                    <a:alpha val="4303"/>
                  </a:srgbClr>
                </a:gs>
                <a:gs pos="85714">
                  <a:srgbClr val="F2F3F4">
                    <a:alpha val="1724"/>
                  </a:srgbClr>
                </a:gs>
                <a:gs pos="100000">
                  <a:srgbClr val="F2F3F4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9064170">
              <a:off x="272612" y="2898113"/>
              <a:ext cx="620456" cy="54092"/>
            </a:xfrm>
            <a:prstGeom prst="ellipse">
              <a:avLst/>
            </a:prstGeom>
            <a:gradFill>
              <a:gsLst>
                <a:gs pos="0">
                  <a:srgbClr val="000000">
                    <a:alpha val="24990"/>
                  </a:srgbClr>
                </a:gs>
                <a:gs pos="14286">
                  <a:srgbClr val="000000">
                    <a:alpha val="23225"/>
                  </a:srgbClr>
                </a:gs>
                <a:gs pos="28571">
                  <a:srgbClr val="000000">
                    <a:alpha val="18552"/>
                  </a:srgbClr>
                </a:gs>
                <a:gs pos="42857">
                  <a:srgbClr val="000000">
                    <a:alpha val="12593"/>
                  </a:srgbClr>
                </a:gs>
                <a:gs pos="57143">
                  <a:srgbClr val="000000">
                    <a:alpha val="7187"/>
                  </a:srgbClr>
                </a:gs>
                <a:gs pos="71429">
                  <a:srgbClr val="000000">
                    <a:alpha val="3431"/>
                  </a:srgbClr>
                </a:gs>
                <a:gs pos="85714">
                  <a:srgbClr val="000000">
                    <a:alpha val="1371"/>
                  </a:srgbClr>
                </a:gs>
                <a:gs pos="100000">
                  <a:srgbClr val="0000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7960557">
              <a:off x="1829160" y="210383"/>
              <a:ext cx="664902" cy="395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9089193">
              <a:off x="-140436" y="95399"/>
              <a:ext cx="904779" cy="1161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8876252">
              <a:off x="445065" y="128492"/>
              <a:ext cx="414456" cy="128222"/>
            </a:xfrm>
            <a:prstGeom prst="ellipse">
              <a:avLst/>
            </a:prstGeom>
            <a:gradFill>
              <a:gsLst>
                <a:gs pos="0">
                  <a:srgbClr val="D4D4D4">
                    <a:alpha val="32968"/>
                  </a:srgbClr>
                </a:gs>
                <a:gs pos="14286">
                  <a:srgbClr val="D4D4D4">
                    <a:alpha val="30764"/>
                  </a:srgbClr>
                </a:gs>
                <a:gs pos="28571">
                  <a:srgbClr val="D4D4D4">
                    <a:alpha val="24833"/>
                  </a:srgbClr>
                </a:gs>
                <a:gs pos="42857">
                  <a:srgbClr val="D4D4D4">
                    <a:alpha val="17075"/>
                  </a:srgbClr>
                </a:gs>
                <a:gs pos="57143">
                  <a:srgbClr val="D4D4D4">
                    <a:alpha val="9855"/>
                  </a:srgbClr>
                </a:gs>
                <a:gs pos="71429">
                  <a:srgbClr val="D4D4D4">
                    <a:alpha val="4740"/>
                  </a:srgbClr>
                </a:gs>
                <a:gs pos="85714">
                  <a:srgbClr val="D4D4D4">
                    <a:alpha val="1902"/>
                  </a:srgbClr>
                </a:gs>
                <a:gs pos="100000">
                  <a:srgbClr val="D4D4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4541522">
              <a:off x="1385744" y="358929"/>
              <a:ext cx="305570" cy="1470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3342129">
              <a:off x="3091141" y="2035092"/>
              <a:ext cx="723340" cy="142284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3572299">
              <a:off x="2381584" y="1189242"/>
              <a:ext cx="415616" cy="1391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7759277">
              <a:off x="36473" y="1559094"/>
              <a:ext cx="336924" cy="1233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3098604">
              <a:off x="377126" y="1310561"/>
              <a:ext cx="376487" cy="1109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8073534">
              <a:off x="623519" y="3349769"/>
              <a:ext cx="338788" cy="939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8696955">
              <a:off x="304531" y="3089615"/>
              <a:ext cx="356710" cy="1000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5429316">
              <a:off x="3261824" y="3134347"/>
              <a:ext cx="438240" cy="101567"/>
            </a:xfrm>
            <a:prstGeom prst="ellipse">
              <a:avLst/>
            </a:prstGeom>
            <a:gradFill>
              <a:gsLst>
                <a:gs pos="0">
                  <a:srgbClr val="FEFFFD">
                    <a:alpha val="32968"/>
                  </a:srgbClr>
                </a:gs>
                <a:gs pos="14286">
                  <a:srgbClr val="FEFFFD">
                    <a:alpha val="30764"/>
                  </a:srgbClr>
                </a:gs>
                <a:gs pos="28571">
                  <a:srgbClr val="FEFFFD">
                    <a:alpha val="24833"/>
                  </a:srgbClr>
                </a:gs>
                <a:gs pos="42857">
                  <a:srgbClr val="FEFFFD">
                    <a:alpha val="17075"/>
                  </a:srgbClr>
                </a:gs>
                <a:gs pos="57143">
                  <a:srgbClr val="FEFFFD">
                    <a:alpha val="9855"/>
                  </a:srgbClr>
                </a:gs>
                <a:gs pos="71429">
                  <a:srgbClr val="FEFFFD">
                    <a:alpha val="4740"/>
                  </a:srgbClr>
                </a:gs>
                <a:gs pos="85714">
                  <a:srgbClr val="FEFFFD">
                    <a:alpha val="1902"/>
                  </a:srgbClr>
                </a:gs>
                <a:gs pos="100000">
                  <a:srgbClr val="FE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7134654">
              <a:off x="635697" y="329077"/>
              <a:ext cx="625633" cy="875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-10134699">
              <a:off x="2404640" y="2947381"/>
              <a:ext cx="260382" cy="149131"/>
            </a:xfrm>
            <a:prstGeom prst="ellipse">
              <a:avLst/>
            </a:prstGeom>
            <a:gradFill>
              <a:gsLst>
                <a:gs pos="0">
                  <a:srgbClr val="E1DEE1">
                    <a:alpha val="32968"/>
                  </a:srgbClr>
                </a:gs>
                <a:gs pos="14286">
                  <a:srgbClr val="E1DEE1">
                    <a:alpha val="30764"/>
                  </a:srgbClr>
                </a:gs>
                <a:gs pos="28571">
                  <a:srgbClr val="E1DEE1">
                    <a:alpha val="24833"/>
                  </a:srgbClr>
                </a:gs>
                <a:gs pos="42857">
                  <a:srgbClr val="E1DEE1">
                    <a:alpha val="17075"/>
                  </a:srgbClr>
                </a:gs>
                <a:gs pos="57143">
                  <a:srgbClr val="E1DEE1">
                    <a:alpha val="9855"/>
                  </a:srgbClr>
                </a:gs>
                <a:gs pos="71429">
                  <a:srgbClr val="E1DEE1">
                    <a:alpha val="4740"/>
                  </a:srgbClr>
                </a:gs>
                <a:gs pos="85714">
                  <a:srgbClr val="E1DEE1">
                    <a:alpha val="1902"/>
                  </a:srgbClr>
                </a:gs>
                <a:gs pos="100000">
                  <a:srgbClr val="E1DE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2755812">
              <a:off x="2947865" y="1533342"/>
              <a:ext cx="402676" cy="164691"/>
            </a:xfrm>
            <a:prstGeom prst="ellipse">
              <a:avLst/>
            </a:prstGeom>
            <a:gradFill>
              <a:gsLst>
                <a:gs pos="0">
                  <a:srgbClr val="F3F4F4">
                    <a:alpha val="32968"/>
                  </a:srgbClr>
                </a:gs>
                <a:gs pos="14286">
                  <a:srgbClr val="F3F4F4">
                    <a:alpha val="30764"/>
                  </a:srgbClr>
                </a:gs>
                <a:gs pos="28571">
                  <a:srgbClr val="F3F4F4">
                    <a:alpha val="24833"/>
                  </a:srgbClr>
                </a:gs>
                <a:gs pos="42857">
                  <a:srgbClr val="F3F4F4">
                    <a:alpha val="17075"/>
                  </a:srgbClr>
                </a:gs>
                <a:gs pos="57143">
                  <a:srgbClr val="F3F4F4">
                    <a:alpha val="9855"/>
                  </a:srgbClr>
                </a:gs>
                <a:gs pos="71429">
                  <a:srgbClr val="F3F4F4">
                    <a:alpha val="4740"/>
                  </a:srgbClr>
                </a:gs>
                <a:gs pos="85714">
                  <a:srgbClr val="F3F4F4">
                    <a:alpha val="1902"/>
                  </a:srgbClr>
                </a:gs>
                <a:gs pos="100000">
                  <a:srgbClr val="F3F4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6760824">
              <a:off x="1260383" y="1724132"/>
              <a:ext cx="242641" cy="111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9352545">
              <a:off x="2728945" y="1702150"/>
              <a:ext cx="373539" cy="87967"/>
            </a:xfrm>
            <a:prstGeom prst="ellipse">
              <a:avLst/>
            </a:prstGeom>
            <a:gradFill>
              <a:gsLst>
                <a:gs pos="0">
                  <a:srgbClr val="D0D0D0">
                    <a:alpha val="27296"/>
                  </a:srgbClr>
                </a:gs>
                <a:gs pos="14286">
                  <a:srgbClr val="D0D0D0">
                    <a:alpha val="25397"/>
                  </a:srgbClr>
                </a:gs>
                <a:gs pos="28571">
                  <a:srgbClr val="D0D0D0">
                    <a:alpha val="20347"/>
                  </a:srgbClr>
                </a:gs>
                <a:gs pos="42857">
                  <a:srgbClr val="D0D0D0">
                    <a:alpha val="13862"/>
                  </a:srgbClr>
                </a:gs>
                <a:gs pos="57143">
                  <a:srgbClr val="D0D0D0">
                    <a:alpha val="7936"/>
                  </a:srgbClr>
                </a:gs>
                <a:gs pos="71429">
                  <a:srgbClr val="D0D0D0">
                    <a:alpha val="3796"/>
                  </a:srgbClr>
                </a:gs>
                <a:gs pos="85714">
                  <a:srgbClr val="D0D0D0">
                    <a:alpha val="1519"/>
                  </a:srgbClr>
                </a:gs>
                <a:gs pos="100000">
                  <a:srgbClr val="D0D0D0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9677696">
              <a:off x="3186356" y="1447212"/>
              <a:ext cx="351121" cy="830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5110882">
              <a:off x="1364631" y="2733962"/>
              <a:ext cx="248167" cy="156810"/>
            </a:xfrm>
            <a:prstGeom prst="ellipse">
              <a:avLst/>
            </a:prstGeom>
            <a:gradFill>
              <a:gsLst>
                <a:gs pos="0">
                  <a:srgbClr val="FAF6F9">
                    <a:alpha val="32900"/>
                  </a:srgbClr>
                </a:gs>
                <a:gs pos="14286">
                  <a:srgbClr val="FAF6F9">
                    <a:alpha val="30700"/>
                  </a:srgbClr>
                </a:gs>
                <a:gs pos="28571">
                  <a:srgbClr val="FAF6F9">
                    <a:alpha val="24779"/>
                  </a:srgbClr>
                </a:gs>
                <a:gs pos="42857">
                  <a:srgbClr val="FAF6F9">
                    <a:alpha val="17036"/>
                  </a:srgbClr>
                </a:gs>
                <a:gs pos="57143">
                  <a:srgbClr val="FAF6F9">
                    <a:alpha val="9831"/>
                  </a:srgbClr>
                </a:gs>
                <a:gs pos="71429">
                  <a:srgbClr val="FAF6F9">
                    <a:alpha val="4729"/>
                  </a:srgbClr>
                </a:gs>
                <a:gs pos="85714">
                  <a:srgbClr val="FAF6F9">
                    <a:alpha val="1897"/>
                  </a:srgbClr>
                </a:gs>
                <a:gs pos="100000">
                  <a:srgbClr val="FAF6F9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8019168">
              <a:off x="792587" y="2447207"/>
              <a:ext cx="574071" cy="1075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4976920">
              <a:off x="570962" y="2873217"/>
              <a:ext cx="632005" cy="520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8290713">
              <a:off x="587644" y="900034"/>
              <a:ext cx="659249" cy="1177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-10203796">
              <a:off x="813971" y="99268"/>
              <a:ext cx="421898" cy="92887"/>
            </a:xfrm>
            <a:prstGeom prst="ellipse">
              <a:avLst/>
            </a:prstGeom>
            <a:gradFill>
              <a:gsLst>
                <a:gs pos="0">
                  <a:srgbClr val="EEEFF0">
                    <a:alpha val="32437"/>
                  </a:srgbClr>
                </a:gs>
                <a:gs pos="14286">
                  <a:srgbClr val="EEEFF0">
                    <a:alpha val="30260"/>
                  </a:srgbClr>
                </a:gs>
                <a:gs pos="28571">
                  <a:srgbClr val="EEEFF0">
                    <a:alpha val="24409"/>
                  </a:srgbClr>
                </a:gs>
                <a:gs pos="42857">
                  <a:srgbClr val="EEEFF0">
                    <a:alpha val="16769"/>
                  </a:srgbClr>
                </a:gs>
                <a:gs pos="57143">
                  <a:srgbClr val="EEEFF0">
                    <a:alpha val="9670"/>
                  </a:srgbClr>
                </a:gs>
                <a:gs pos="71429">
                  <a:srgbClr val="EEEFF0">
                    <a:alpha val="4649"/>
                  </a:srgbClr>
                </a:gs>
                <a:gs pos="85714">
                  <a:srgbClr val="EEEFF0">
                    <a:alpha val="1865"/>
                  </a:srgbClr>
                </a:gs>
                <a:gs pos="100000">
                  <a:srgbClr val="EEEFF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10574686">
              <a:off x="261619" y="2390241"/>
              <a:ext cx="655059" cy="90288"/>
            </a:xfrm>
            <a:prstGeom prst="ellipse">
              <a:avLst/>
            </a:prstGeom>
            <a:gradFill>
              <a:gsLst>
                <a:gs pos="0">
                  <a:srgbClr val="F6F5F6">
                    <a:alpha val="32968"/>
                  </a:srgbClr>
                </a:gs>
                <a:gs pos="14286">
                  <a:srgbClr val="F6F5F6">
                    <a:alpha val="30764"/>
                  </a:srgbClr>
                </a:gs>
                <a:gs pos="28571">
                  <a:srgbClr val="F6F5F6">
                    <a:alpha val="24833"/>
                  </a:srgbClr>
                </a:gs>
                <a:gs pos="42857">
                  <a:srgbClr val="F6F5F6">
                    <a:alpha val="17075"/>
                  </a:srgbClr>
                </a:gs>
                <a:gs pos="57143">
                  <a:srgbClr val="F6F5F6">
                    <a:alpha val="9855"/>
                  </a:srgbClr>
                </a:gs>
                <a:gs pos="71429">
                  <a:srgbClr val="F6F5F6">
                    <a:alpha val="4740"/>
                  </a:srgbClr>
                </a:gs>
                <a:gs pos="85714">
                  <a:srgbClr val="F6F5F6">
                    <a:alpha val="1902"/>
                  </a:srgbClr>
                </a:gs>
                <a:gs pos="100000">
                  <a:srgbClr val="F6F5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4994874">
              <a:off x="426282" y="205585"/>
              <a:ext cx="420041" cy="1118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8501537">
              <a:off x="281917" y="3460061"/>
              <a:ext cx="360061" cy="81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4010385">
              <a:off x="2318461" y="464655"/>
              <a:ext cx="769523" cy="663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-9197840">
              <a:off x="1261615" y="1348822"/>
              <a:ext cx="595085" cy="123700"/>
            </a:xfrm>
            <a:prstGeom prst="ellipse">
              <a:avLst/>
            </a:prstGeom>
            <a:gradFill>
              <a:gsLst>
                <a:gs pos="0">
                  <a:srgbClr val="EFEFEE">
                    <a:alpha val="32968"/>
                  </a:srgbClr>
                </a:gs>
                <a:gs pos="14286">
                  <a:srgbClr val="EFEFEE">
                    <a:alpha val="30764"/>
                  </a:srgbClr>
                </a:gs>
                <a:gs pos="28571">
                  <a:srgbClr val="EFEFEE">
                    <a:alpha val="24833"/>
                  </a:srgbClr>
                </a:gs>
                <a:gs pos="42857">
                  <a:srgbClr val="EFEFEE">
                    <a:alpha val="17075"/>
                  </a:srgbClr>
                </a:gs>
                <a:gs pos="57143">
                  <a:srgbClr val="EFEFEE">
                    <a:alpha val="9855"/>
                  </a:srgbClr>
                </a:gs>
                <a:gs pos="71429">
                  <a:srgbClr val="EFEFEE">
                    <a:alpha val="4740"/>
                  </a:srgbClr>
                </a:gs>
                <a:gs pos="85714">
                  <a:srgbClr val="EFEFEE">
                    <a:alpha val="1902"/>
                  </a:srgbClr>
                </a:gs>
                <a:gs pos="100000">
                  <a:srgbClr val="EFE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4545095">
              <a:off x="2115789" y="3542363"/>
              <a:ext cx="694178" cy="1200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8817674">
              <a:off x="-181880" y="452861"/>
              <a:ext cx="640072" cy="1109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3924331">
              <a:off x="1733740" y="1691648"/>
              <a:ext cx="532453" cy="84003"/>
            </a:xfrm>
            <a:prstGeom prst="ellipse">
              <a:avLst/>
            </a:prstGeom>
            <a:gradFill>
              <a:gsLst>
                <a:gs pos="0">
                  <a:srgbClr val="FDFEFD">
                    <a:alpha val="21155"/>
                  </a:srgbClr>
                </a:gs>
                <a:gs pos="14286">
                  <a:srgbClr val="FDFEFD">
                    <a:alpha val="19624"/>
                  </a:srgbClr>
                </a:gs>
                <a:gs pos="28571">
                  <a:srgbClr val="FDFEFD">
                    <a:alpha val="15602"/>
                  </a:srgbClr>
                </a:gs>
                <a:gs pos="42857">
                  <a:srgbClr val="FDFEFD">
                    <a:alpha val="10529"/>
                  </a:srgbClr>
                </a:gs>
                <a:gs pos="57143">
                  <a:srgbClr val="FDFEFD">
                    <a:alpha val="5979"/>
                  </a:srgbClr>
                </a:gs>
                <a:gs pos="71429">
                  <a:srgbClr val="FDFEFD">
                    <a:alpha val="2844"/>
                  </a:srgbClr>
                </a:gs>
                <a:gs pos="85714">
                  <a:srgbClr val="FDFEFD">
                    <a:alpha val="1135"/>
                  </a:srgbClr>
                </a:gs>
                <a:gs pos="100000">
                  <a:srgbClr val="FDFEFD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6419354">
              <a:off x="3261169" y="2980739"/>
              <a:ext cx="572225" cy="1496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4446321">
              <a:off x="2923330" y="50667"/>
              <a:ext cx="355463" cy="127046"/>
            </a:xfrm>
            <a:prstGeom prst="ellipse">
              <a:avLst/>
            </a:prstGeom>
            <a:gradFill>
              <a:gsLst>
                <a:gs pos="0">
                  <a:srgbClr val="E5E6E5">
                    <a:alpha val="32968"/>
                  </a:srgbClr>
                </a:gs>
                <a:gs pos="14286">
                  <a:srgbClr val="E5E6E5">
                    <a:alpha val="30764"/>
                  </a:srgbClr>
                </a:gs>
                <a:gs pos="28571">
                  <a:srgbClr val="E5E6E5">
                    <a:alpha val="24833"/>
                  </a:srgbClr>
                </a:gs>
                <a:gs pos="42857">
                  <a:srgbClr val="E5E6E5">
                    <a:alpha val="17075"/>
                  </a:srgbClr>
                </a:gs>
                <a:gs pos="57143">
                  <a:srgbClr val="E5E6E5">
                    <a:alpha val="9855"/>
                  </a:srgbClr>
                </a:gs>
                <a:gs pos="71429">
                  <a:srgbClr val="E5E6E5">
                    <a:alpha val="4740"/>
                  </a:srgbClr>
                </a:gs>
                <a:gs pos="85714">
                  <a:srgbClr val="E5E6E5">
                    <a:alpha val="1902"/>
                  </a:srgbClr>
                </a:gs>
                <a:gs pos="100000">
                  <a:srgbClr val="E5E6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8601215">
              <a:off x="1810744" y="3477232"/>
              <a:ext cx="204410" cy="123843"/>
            </a:xfrm>
            <a:prstGeom prst="ellipse">
              <a:avLst/>
            </a:prstGeom>
            <a:gradFill>
              <a:gsLst>
                <a:gs pos="0">
                  <a:srgbClr val="F7F8F7">
                    <a:alpha val="32968"/>
                  </a:srgbClr>
                </a:gs>
                <a:gs pos="14286">
                  <a:srgbClr val="F7F8F7">
                    <a:alpha val="30764"/>
                  </a:srgbClr>
                </a:gs>
                <a:gs pos="28571">
                  <a:srgbClr val="F7F8F7">
                    <a:alpha val="24833"/>
                  </a:srgbClr>
                </a:gs>
                <a:gs pos="42857">
                  <a:srgbClr val="F7F8F7">
                    <a:alpha val="17075"/>
                  </a:srgbClr>
                </a:gs>
                <a:gs pos="57143">
                  <a:srgbClr val="F7F8F7">
                    <a:alpha val="9855"/>
                  </a:srgbClr>
                </a:gs>
                <a:gs pos="71429">
                  <a:srgbClr val="F7F8F7">
                    <a:alpha val="4740"/>
                  </a:srgbClr>
                </a:gs>
                <a:gs pos="85714">
                  <a:srgbClr val="F7F8F7">
                    <a:alpha val="1902"/>
                  </a:srgbClr>
                </a:gs>
                <a:gs pos="100000">
                  <a:srgbClr val="F7F8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7620182">
              <a:off x="667692" y="1765730"/>
              <a:ext cx="571562" cy="1291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7721586">
              <a:off x="2255142" y="2084759"/>
              <a:ext cx="405712" cy="109725"/>
            </a:xfrm>
            <a:prstGeom prst="ellipse">
              <a:avLst/>
            </a:prstGeom>
            <a:gradFill>
              <a:gsLst>
                <a:gs pos="0">
                  <a:srgbClr val="F7F4F5">
                    <a:alpha val="32968"/>
                  </a:srgbClr>
                </a:gs>
                <a:gs pos="14286">
                  <a:srgbClr val="F7F4F5">
                    <a:alpha val="30764"/>
                  </a:srgbClr>
                </a:gs>
                <a:gs pos="28571">
                  <a:srgbClr val="F7F4F5">
                    <a:alpha val="24833"/>
                  </a:srgbClr>
                </a:gs>
                <a:gs pos="42857">
                  <a:srgbClr val="F7F4F5">
                    <a:alpha val="17075"/>
                  </a:srgbClr>
                </a:gs>
                <a:gs pos="57143">
                  <a:srgbClr val="F7F4F5">
                    <a:alpha val="9855"/>
                  </a:srgbClr>
                </a:gs>
                <a:gs pos="71429">
                  <a:srgbClr val="F7F4F5">
                    <a:alpha val="4740"/>
                  </a:srgbClr>
                </a:gs>
                <a:gs pos="85714">
                  <a:srgbClr val="F7F4F5">
                    <a:alpha val="1902"/>
                  </a:srgbClr>
                </a:gs>
                <a:gs pos="100000">
                  <a:srgbClr val="F7F4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6862589">
              <a:off x="715288" y="2951628"/>
              <a:ext cx="598579" cy="1192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7040648">
              <a:off x="2594045" y="292468"/>
              <a:ext cx="210907" cy="872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4337854">
              <a:off x="2797430" y="1144265"/>
              <a:ext cx="449808" cy="770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4256730">
              <a:off x="1921869" y="2283938"/>
              <a:ext cx="247478" cy="110406"/>
            </a:xfrm>
            <a:prstGeom prst="ellipse">
              <a:avLst/>
            </a:prstGeom>
            <a:gradFill>
              <a:gsLst>
                <a:gs pos="0">
                  <a:srgbClr val="FFFEFD">
                    <a:alpha val="32968"/>
                  </a:srgbClr>
                </a:gs>
                <a:gs pos="14286">
                  <a:srgbClr val="FFFEFD">
                    <a:alpha val="30764"/>
                  </a:srgbClr>
                </a:gs>
                <a:gs pos="28571">
                  <a:srgbClr val="FFFEFD">
                    <a:alpha val="24833"/>
                  </a:srgbClr>
                </a:gs>
                <a:gs pos="42857">
                  <a:srgbClr val="FFFEFD">
                    <a:alpha val="17075"/>
                  </a:srgbClr>
                </a:gs>
                <a:gs pos="57143">
                  <a:srgbClr val="FFFEFD">
                    <a:alpha val="9855"/>
                  </a:srgbClr>
                </a:gs>
                <a:gs pos="71429">
                  <a:srgbClr val="FFFEFD">
                    <a:alpha val="4740"/>
                  </a:srgbClr>
                </a:gs>
                <a:gs pos="85714">
                  <a:srgbClr val="FFFEFD">
                    <a:alpha val="1902"/>
                  </a:srgbClr>
                </a:gs>
                <a:gs pos="100000">
                  <a:srgbClr val="FF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8091613">
              <a:off x="3088198" y="360622"/>
              <a:ext cx="254077" cy="113138"/>
            </a:xfrm>
            <a:prstGeom prst="ellipse">
              <a:avLst/>
            </a:prstGeom>
            <a:gradFill>
              <a:gsLst>
                <a:gs pos="0">
                  <a:srgbClr val="EEEDED">
                    <a:alpha val="32968"/>
                  </a:srgbClr>
                </a:gs>
                <a:gs pos="14286">
                  <a:srgbClr val="EEEDED">
                    <a:alpha val="30764"/>
                  </a:srgbClr>
                </a:gs>
                <a:gs pos="28571">
                  <a:srgbClr val="EEEDED">
                    <a:alpha val="24833"/>
                  </a:srgbClr>
                </a:gs>
                <a:gs pos="42857">
                  <a:srgbClr val="EEEDED">
                    <a:alpha val="17075"/>
                  </a:srgbClr>
                </a:gs>
                <a:gs pos="57143">
                  <a:srgbClr val="EEEDED">
                    <a:alpha val="9855"/>
                  </a:srgbClr>
                </a:gs>
                <a:gs pos="71429">
                  <a:srgbClr val="EEEDED">
                    <a:alpha val="4740"/>
                  </a:srgbClr>
                </a:gs>
                <a:gs pos="85714">
                  <a:srgbClr val="EEEDED">
                    <a:alpha val="1902"/>
                  </a:srgbClr>
                </a:gs>
                <a:gs pos="100000">
                  <a:srgbClr val="EEED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9214367">
              <a:off x="1690176" y="2782213"/>
              <a:ext cx="320558" cy="1587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-10660160">
              <a:off x="1530405" y="2868132"/>
              <a:ext cx="226865" cy="112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3414598">
              <a:off x="702175" y="3302149"/>
              <a:ext cx="522368" cy="1068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4227616">
              <a:off x="703541" y="2310655"/>
              <a:ext cx="510505" cy="16445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6741289">
              <a:off x="3151086" y="2030890"/>
              <a:ext cx="422246" cy="80204"/>
            </a:xfrm>
            <a:prstGeom prst="ellipse">
              <a:avLst/>
            </a:prstGeom>
            <a:gradFill>
              <a:gsLst>
                <a:gs pos="0">
                  <a:srgbClr val="FFFFFE">
                    <a:alpha val="8417"/>
                  </a:srgbClr>
                </a:gs>
                <a:gs pos="14286">
                  <a:srgbClr val="FFFFFE">
                    <a:alpha val="7764"/>
                  </a:srgbClr>
                </a:gs>
                <a:gs pos="28571">
                  <a:srgbClr val="FFFFFE">
                    <a:alpha val="6082"/>
                  </a:srgbClr>
                </a:gs>
                <a:gs pos="42857">
                  <a:srgbClr val="FFFFFE">
                    <a:alpha val="4032"/>
                  </a:srgbClr>
                </a:gs>
                <a:gs pos="57143">
                  <a:srgbClr val="FFFFFE">
                    <a:alpha val="2255"/>
                  </a:srgbClr>
                </a:gs>
                <a:gs pos="71429">
                  <a:srgbClr val="FFFFFE">
                    <a:alpha val="1062"/>
                  </a:srgbClr>
                </a:gs>
                <a:gs pos="85714">
                  <a:srgbClr val="FFFFFE">
                    <a:alpha val="421"/>
                  </a:srgbClr>
                </a:gs>
                <a:gs pos="100000">
                  <a:srgbClr val="FFFFFE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3841496">
              <a:off x="2712023" y="3208228"/>
              <a:ext cx="189206" cy="175111"/>
            </a:xfrm>
            <a:prstGeom prst="ellipse">
              <a:avLst/>
            </a:prstGeom>
            <a:gradFill>
              <a:gsLst>
                <a:gs pos="0">
                  <a:srgbClr val="EFEFEE">
                    <a:alpha val="32968"/>
                  </a:srgbClr>
                </a:gs>
                <a:gs pos="14286">
                  <a:srgbClr val="EFEFEE">
                    <a:alpha val="30764"/>
                  </a:srgbClr>
                </a:gs>
                <a:gs pos="28571">
                  <a:srgbClr val="EFEFEE">
                    <a:alpha val="24833"/>
                  </a:srgbClr>
                </a:gs>
                <a:gs pos="42857">
                  <a:srgbClr val="EFEFEE">
                    <a:alpha val="17075"/>
                  </a:srgbClr>
                </a:gs>
                <a:gs pos="57143">
                  <a:srgbClr val="EFEFEE">
                    <a:alpha val="9855"/>
                  </a:srgbClr>
                </a:gs>
                <a:gs pos="71429">
                  <a:srgbClr val="EFEFEE">
                    <a:alpha val="4740"/>
                  </a:srgbClr>
                </a:gs>
                <a:gs pos="85714">
                  <a:srgbClr val="EFEFEE">
                    <a:alpha val="1902"/>
                  </a:srgbClr>
                </a:gs>
                <a:gs pos="100000">
                  <a:srgbClr val="EFE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10326479">
              <a:off x="415612" y="3356417"/>
              <a:ext cx="538716" cy="74901"/>
            </a:xfrm>
            <a:prstGeom prst="ellipse">
              <a:avLst/>
            </a:prstGeom>
            <a:gradFill>
              <a:gsLst>
                <a:gs pos="0">
                  <a:srgbClr val="FFFEFE">
                    <a:alpha val="31938"/>
                  </a:srgbClr>
                </a:gs>
                <a:gs pos="14286">
                  <a:srgbClr val="FFFEFE">
                    <a:alpha val="29787"/>
                  </a:srgbClr>
                </a:gs>
                <a:gs pos="28571">
                  <a:srgbClr val="FFFEFE">
                    <a:alpha val="24011"/>
                  </a:srgbClr>
                </a:gs>
                <a:gs pos="42857">
                  <a:srgbClr val="FFFEFE">
                    <a:alpha val="16481"/>
                  </a:srgbClr>
                </a:gs>
                <a:gs pos="57143">
                  <a:srgbClr val="FFFEFE">
                    <a:alpha val="9498"/>
                  </a:srgbClr>
                </a:gs>
                <a:gs pos="71429">
                  <a:srgbClr val="FFFEFE">
                    <a:alpha val="4564"/>
                  </a:srgbClr>
                </a:gs>
                <a:gs pos="85714">
                  <a:srgbClr val="FFFEFE">
                    <a:alpha val="1830"/>
                  </a:srgbClr>
                </a:gs>
                <a:gs pos="100000">
                  <a:srgbClr val="FFFEFE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4772432">
              <a:off x="1363977" y="1693093"/>
              <a:ext cx="584355" cy="227969"/>
            </a:xfrm>
            <a:prstGeom prst="ellipse">
              <a:avLst/>
            </a:prstGeom>
            <a:gradFill>
              <a:gsLst>
                <a:gs pos="0">
                  <a:srgbClr val="F9F9F9">
                    <a:alpha val="32968"/>
                  </a:srgbClr>
                </a:gs>
                <a:gs pos="14286">
                  <a:srgbClr val="F9F9F9">
                    <a:alpha val="30764"/>
                  </a:srgbClr>
                </a:gs>
                <a:gs pos="28571">
                  <a:srgbClr val="F9F9F9">
                    <a:alpha val="24833"/>
                  </a:srgbClr>
                </a:gs>
                <a:gs pos="42857">
                  <a:srgbClr val="F9F9F9">
                    <a:alpha val="17075"/>
                  </a:srgbClr>
                </a:gs>
                <a:gs pos="57143">
                  <a:srgbClr val="F9F9F9">
                    <a:alpha val="9855"/>
                  </a:srgbClr>
                </a:gs>
                <a:gs pos="71429">
                  <a:srgbClr val="F9F9F9">
                    <a:alpha val="4740"/>
                  </a:srgbClr>
                </a:gs>
                <a:gs pos="85714">
                  <a:srgbClr val="F9F9F9">
                    <a:alpha val="1902"/>
                  </a:srgbClr>
                </a:gs>
                <a:gs pos="100000">
                  <a:srgbClr val="F9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9847436">
              <a:off x="1087903" y="2847136"/>
              <a:ext cx="734538" cy="88674"/>
            </a:xfrm>
            <a:prstGeom prst="ellipse">
              <a:avLst/>
            </a:prstGeom>
            <a:gradFill>
              <a:gsLst>
                <a:gs pos="0">
                  <a:srgbClr val="FDFDFD">
                    <a:alpha val="32968"/>
                  </a:srgbClr>
                </a:gs>
                <a:gs pos="14286">
                  <a:srgbClr val="FDFDFD">
                    <a:alpha val="30764"/>
                  </a:srgbClr>
                </a:gs>
                <a:gs pos="28571">
                  <a:srgbClr val="FDFDFD">
                    <a:alpha val="24833"/>
                  </a:srgbClr>
                </a:gs>
                <a:gs pos="42857">
                  <a:srgbClr val="FDFDFD">
                    <a:alpha val="17075"/>
                  </a:srgbClr>
                </a:gs>
                <a:gs pos="57143">
                  <a:srgbClr val="FDFDFD">
                    <a:alpha val="9855"/>
                  </a:srgbClr>
                </a:gs>
                <a:gs pos="71429">
                  <a:srgbClr val="FDFDFD">
                    <a:alpha val="4740"/>
                  </a:srgbClr>
                </a:gs>
                <a:gs pos="85714">
                  <a:srgbClr val="FDFDFD">
                    <a:alpha val="1902"/>
                  </a:srgbClr>
                </a:gs>
                <a:gs pos="100000">
                  <a:srgbClr val="FDFD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8877772">
              <a:off x="924462" y="871461"/>
              <a:ext cx="209144" cy="68905"/>
            </a:xfrm>
            <a:prstGeom prst="ellipse">
              <a:avLst/>
            </a:prstGeom>
            <a:gradFill>
              <a:gsLst>
                <a:gs pos="0">
                  <a:srgbClr val="E6E8E7">
                    <a:alpha val="32968"/>
                  </a:srgbClr>
                </a:gs>
                <a:gs pos="14286">
                  <a:srgbClr val="E6E8E7">
                    <a:alpha val="30764"/>
                  </a:srgbClr>
                </a:gs>
                <a:gs pos="28571">
                  <a:srgbClr val="E6E8E7">
                    <a:alpha val="24833"/>
                  </a:srgbClr>
                </a:gs>
                <a:gs pos="42857">
                  <a:srgbClr val="E6E8E7">
                    <a:alpha val="17075"/>
                  </a:srgbClr>
                </a:gs>
                <a:gs pos="57143">
                  <a:srgbClr val="E6E8E7">
                    <a:alpha val="9855"/>
                  </a:srgbClr>
                </a:gs>
                <a:gs pos="71429">
                  <a:srgbClr val="E6E8E7">
                    <a:alpha val="4740"/>
                  </a:srgbClr>
                </a:gs>
                <a:gs pos="85714">
                  <a:srgbClr val="E6E8E7">
                    <a:alpha val="1902"/>
                  </a:srgbClr>
                </a:gs>
                <a:gs pos="100000">
                  <a:srgbClr val="E6E8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9076768">
              <a:off x="270703" y="2669627"/>
              <a:ext cx="489269" cy="128154"/>
            </a:xfrm>
            <a:prstGeom prst="ellipse">
              <a:avLst/>
            </a:prstGeom>
            <a:gradFill>
              <a:gsLst>
                <a:gs pos="0">
                  <a:srgbClr val="F2F2F2">
                    <a:alpha val="32868"/>
                  </a:srgbClr>
                </a:gs>
                <a:gs pos="14286">
                  <a:srgbClr val="F2F2F2">
                    <a:alpha val="30669"/>
                  </a:srgbClr>
                </a:gs>
                <a:gs pos="28571">
                  <a:srgbClr val="F2F2F2">
                    <a:alpha val="24753"/>
                  </a:srgbClr>
                </a:gs>
                <a:gs pos="42857">
                  <a:srgbClr val="F2F2F2">
                    <a:alpha val="17017"/>
                  </a:srgbClr>
                </a:gs>
                <a:gs pos="57143">
                  <a:srgbClr val="F2F2F2">
                    <a:alpha val="9820"/>
                  </a:srgbClr>
                </a:gs>
                <a:gs pos="71429">
                  <a:srgbClr val="F2F2F2">
                    <a:alpha val="4723"/>
                  </a:srgbClr>
                </a:gs>
                <a:gs pos="85714">
                  <a:srgbClr val="F2F2F2">
                    <a:alpha val="1895"/>
                  </a:srgbClr>
                </a:gs>
                <a:gs pos="100000">
                  <a:srgbClr val="F2F2F2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-8806571">
              <a:off x="1276032" y="1214448"/>
              <a:ext cx="747600" cy="484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8597489">
              <a:off x="2954087" y="3420219"/>
              <a:ext cx="275211" cy="81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7975074">
              <a:off x="109077" y="400302"/>
              <a:ext cx="306992" cy="43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6418217">
              <a:off x="2400106" y="605630"/>
              <a:ext cx="713646" cy="688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6307050">
              <a:off x="3124702" y="2626348"/>
              <a:ext cx="300092" cy="1161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4821317">
              <a:off x="2032840" y="1153050"/>
              <a:ext cx="342757" cy="97149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10129319">
              <a:off x="3061701" y="149288"/>
              <a:ext cx="550520" cy="162176"/>
            </a:xfrm>
            <a:prstGeom prst="ellipse">
              <a:avLst/>
            </a:prstGeom>
            <a:gradFill>
              <a:gsLst>
                <a:gs pos="0">
                  <a:srgbClr val="D0CECF">
                    <a:alpha val="32968"/>
                  </a:srgbClr>
                </a:gs>
                <a:gs pos="14286">
                  <a:srgbClr val="D0CECF">
                    <a:alpha val="30764"/>
                  </a:srgbClr>
                </a:gs>
                <a:gs pos="28571">
                  <a:srgbClr val="D0CECF">
                    <a:alpha val="24833"/>
                  </a:srgbClr>
                </a:gs>
                <a:gs pos="42857">
                  <a:srgbClr val="D0CECF">
                    <a:alpha val="17075"/>
                  </a:srgbClr>
                </a:gs>
                <a:gs pos="57143">
                  <a:srgbClr val="D0CECF">
                    <a:alpha val="9855"/>
                  </a:srgbClr>
                </a:gs>
                <a:gs pos="71429">
                  <a:srgbClr val="D0CECF">
                    <a:alpha val="4740"/>
                  </a:srgbClr>
                </a:gs>
                <a:gs pos="85714">
                  <a:srgbClr val="D0CECF">
                    <a:alpha val="1902"/>
                  </a:srgbClr>
                </a:gs>
                <a:gs pos="100000">
                  <a:srgbClr val="D0CE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6539830">
              <a:off x="251188" y="1591483"/>
              <a:ext cx="407389" cy="100858"/>
            </a:xfrm>
            <a:prstGeom prst="ellipse">
              <a:avLst/>
            </a:prstGeom>
            <a:gradFill>
              <a:gsLst>
                <a:gs pos="0">
                  <a:srgbClr val="FFFFFF">
                    <a:alpha val="11165"/>
                  </a:srgbClr>
                </a:gs>
                <a:gs pos="14286">
                  <a:srgbClr val="FFFFFF">
                    <a:alpha val="10310"/>
                  </a:srgbClr>
                </a:gs>
                <a:gs pos="28571">
                  <a:srgbClr val="FFFFFF">
                    <a:alpha val="8102"/>
                  </a:srgbClr>
                </a:gs>
                <a:gs pos="42857">
                  <a:srgbClr val="FFFFFF">
                    <a:alpha val="5391"/>
                  </a:srgbClr>
                </a:gs>
                <a:gs pos="57143">
                  <a:srgbClr val="FFFFFF">
                    <a:alpha val="3024"/>
                  </a:srgbClr>
                </a:gs>
                <a:gs pos="71429">
                  <a:srgbClr val="FFFFFF">
                    <a:alpha val="1427"/>
                  </a:srgbClr>
                </a:gs>
                <a:gs pos="85714">
                  <a:srgbClr val="FFFFFF">
                    <a:alpha val="567"/>
                  </a:srgbClr>
                </a:gs>
                <a:gs pos="100000">
                  <a:srgbClr val="FFFFFF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-10187960">
              <a:off x="744140" y="2003099"/>
              <a:ext cx="633160" cy="172276"/>
            </a:xfrm>
            <a:prstGeom prst="ellipse">
              <a:avLst/>
            </a:prstGeom>
            <a:gradFill>
              <a:gsLst>
                <a:gs pos="0">
                  <a:srgbClr val="ECECEC">
                    <a:alpha val="32968"/>
                  </a:srgbClr>
                </a:gs>
                <a:gs pos="14286">
                  <a:srgbClr val="ECECEC">
                    <a:alpha val="30764"/>
                  </a:srgbClr>
                </a:gs>
                <a:gs pos="28571">
                  <a:srgbClr val="ECECEC">
                    <a:alpha val="24833"/>
                  </a:srgbClr>
                </a:gs>
                <a:gs pos="42857">
                  <a:srgbClr val="ECECEC">
                    <a:alpha val="17075"/>
                  </a:srgbClr>
                </a:gs>
                <a:gs pos="57143">
                  <a:srgbClr val="ECECEC">
                    <a:alpha val="9855"/>
                  </a:srgbClr>
                </a:gs>
                <a:gs pos="71429">
                  <a:srgbClr val="ECECEC">
                    <a:alpha val="4740"/>
                  </a:srgbClr>
                </a:gs>
                <a:gs pos="85714">
                  <a:srgbClr val="ECECEC">
                    <a:alpha val="1902"/>
                  </a:srgbClr>
                </a:gs>
                <a:gs pos="100000">
                  <a:srgbClr val="EC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10609570">
              <a:off x="2869236" y="3319487"/>
              <a:ext cx="647828" cy="55736"/>
            </a:xfrm>
            <a:prstGeom prst="ellipse">
              <a:avLst/>
            </a:prstGeom>
            <a:gradFill>
              <a:gsLst>
                <a:gs pos="0">
                  <a:srgbClr val="FFFEFF">
                    <a:alpha val="13958"/>
                  </a:srgbClr>
                </a:gs>
                <a:gs pos="14286">
                  <a:srgbClr val="FFFEFF">
                    <a:alpha val="12905"/>
                  </a:srgbClr>
                </a:gs>
                <a:gs pos="28571">
                  <a:srgbClr val="FFFEFF">
                    <a:alpha val="10173"/>
                  </a:srgbClr>
                </a:gs>
                <a:gs pos="42857">
                  <a:srgbClr val="FFFEFF">
                    <a:alpha val="6795"/>
                  </a:srgbClr>
                </a:gs>
                <a:gs pos="57143">
                  <a:srgbClr val="FFFEFF">
                    <a:alpha val="3824"/>
                  </a:srgbClr>
                </a:gs>
                <a:gs pos="71429">
                  <a:srgbClr val="FFFEFF">
                    <a:alpha val="1809"/>
                  </a:srgbClr>
                </a:gs>
                <a:gs pos="85714">
                  <a:srgbClr val="FFFEFF">
                    <a:alpha val="719"/>
                  </a:srgbClr>
                </a:gs>
                <a:gs pos="100000">
                  <a:srgbClr val="FFFEFF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10587175">
              <a:off x="2599046" y="1966393"/>
              <a:ext cx="385256" cy="1383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-9421120">
              <a:off x="1385220" y="3150197"/>
              <a:ext cx="245118" cy="1110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9887688">
              <a:off x="2845959" y="2192082"/>
              <a:ext cx="779564" cy="678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-10465121">
              <a:off x="2500655" y="1768949"/>
              <a:ext cx="632421" cy="77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9366218">
              <a:off x="2809232" y="3274468"/>
              <a:ext cx="247594" cy="131391"/>
            </a:xfrm>
            <a:prstGeom prst="ellipse">
              <a:avLst/>
            </a:prstGeom>
            <a:gradFill>
              <a:gsLst>
                <a:gs pos="0">
                  <a:srgbClr val="FEFEFF">
                    <a:alpha val="32968"/>
                  </a:srgbClr>
                </a:gs>
                <a:gs pos="14286">
                  <a:srgbClr val="FEFEFF">
                    <a:alpha val="30764"/>
                  </a:srgbClr>
                </a:gs>
                <a:gs pos="28571">
                  <a:srgbClr val="FEFEFF">
                    <a:alpha val="24833"/>
                  </a:srgbClr>
                </a:gs>
                <a:gs pos="42857">
                  <a:srgbClr val="FEFEFF">
                    <a:alpha val="17075"/>
                  </a:srgbClr>
                </a:gs>
                <a:gs pos="57143">
                  <a:srgbClr val="FEFEFF">
                    <a:alpha val="9855"/>
                  </a:srgbClr>
                </a:gs>
                <a:gs pos="71429">
                  <a:srgbClr val="FEFEFF">
                    <a:alpha val="4740"/>
                  </a:srgbClr>
                </a:gs>
                <a:gs pos="85714">
                  <a:srgbClr val="FEFEFF">
                    <a:alpha val="1902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10050724">
              <a:off x="1282526" y="3494264"/>
              <a:ext cx="753994" cy="962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3290579">
              <a:off x="1232381" y="1189839"/>
              <a:ext cx="339513" cy="59444"/>
            </a:xfrm>
            <a:prstGeom prst="ellipse">
              <a:avLst/>
            </a:prstGeom>
            <a:gradFill>
              <a:gsLst>
                <a:gs pos="0">
                  <a:srgbClr val="FEFEFD">
                    <a:alpha val="21758"/>
                  </a:srgbClr>
                </a:gs>
                <a:gs pos="14286">
                  <a:srgbClr val="FEFEFD">
                    <a:alpha val="20190"/>
                  </a:srgbClr>
                </a:gs>
                <a:gs pos="28571">
                  <a:srgbClr val="FEFEFD">
                    <a:alpha val="16063"/>
                  </a:srgbClr>
                </a:gs>
                <a:gs pos="42857">
                  <a:srgbClr val="FEFEFD">
                    <a:alpha val="10850"/>
                  </a:srgbClr>
                </a:gs>
                <a:gs pos="57143">
                  <a:srgbClr val="FEFEFD">
                    <a:alpha val="6166"/>
                  </a:srgbClr>
                </a:gs>
                <a:gs pos="71429">
                  <a:srgbClr val="FEFEFD">
                    <a:alpha val="2935"/>
                  </a:srgbClr>
                </a:gs>
                <a:gs pos="85714">
                  <a:srgbClr val="FEFEFD">
                    <a:alpha val="1171"/>
                  </a:srgbClr>
                </a:gs>
                <a:gs pos="100000">
                  <a:srgbClr val="FEFEFD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9263500">
              <a:off x="854695" y="1540021"/>
              <a:ext cx="892467" cy="816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7454468">
              <a:off x="3234615" y="1939844"/>
              <a:ext cx="237356" cy="655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608692">
              <a:off x="424659" y="1013383"/>
              <a:ext cx="389513" cy="89321"/>
            </a:xfrm>
            <a:prstGeom prst="ellipse">
              <a:avLst/>
            </a:prstGeom>
            <a:gradFill>
              <a:gsLst>
                <a:gs pos="0">
                  <a:srgbClr val="EAEBEB">
                    <a:alpha val="32968"/>
                  </a:srgbClr>
                </a:gs>
                <a:gs pos="14286">
                  <a:srgbClr val="EAEBEB">
                    <a:alpha val="30764"/>
                  </a:srgbClr>
                </a:gs>
                <a:gs pos="28571">
                  <a:srgbClr val="EAEBEB">
                    <a:alpha val="24833"/>
                  </a:srgbClr>
                </a:gs>
                <a:gs pos="42857">
                  <a:srgbClr val="EAEBEB">
                    <a:alpha val="17075"/>
                  </a:srgbClr>
                </a:gs>
                <a:gs pos="57143">
                  <a:srgbClr val="EAEBEB">
                    <a:alpha val="9855"/>
                  </a:srgbClr>
                </a:gs>
                <a:gs pos="71429">
                  <a:srgbClr val="EAEBEB">
                    <a:alpha val="4740"/>
                  </a:srgbClr>
                </a:gs>
                <a:gs pos="85714">
                  <a:srgbClr val="EAEBEB">
                    <a:alpha val="1902"/>
                  </a:srgbClr>
                </a:gs>
                <a:gs pos="100000">
                  <a:srgbClr val="EAEB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10162558">
              <a:off x="2126039" y="335733"/>
              <a:ext cx="725180" cy="1753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10393300">
              <a:off x="782116" y="1037977"/>
              <a:ext cx="579482" cy="155318"/>
            </a:xfrm>
            <a:prstGeom prst="ellipse">
              <a:avLst/>
            </a:prstGeom>
            <a:gradFill>
              <a:gsLst>
                <a:gs pos="0">
                  <a:srgbClr val="E6E7E7">
                    <a:alpha val="32968"/>
                  </a:srgbClr>
                </a:gs>
                <a:gs pos="14286">
                  <a:srgbClr val="E6E7E7">
                    <a:alpha val="30764"/>
                  </a:srgbClr>
                </a:gs>
                <a:gs pos="28571">
                  <a:srgbClr val="E6E7E7">
                    <a:alpha val="24833"/>
                  </a:srgbClr>
                </a:gs>
                <a:gs pos="42857">
                  <a:srgbClr val="E6E7E7">
                    <a:alpha val="17075"/>
                  </a:srgbClr>
                </a:gs>
                <a:gs pos="57143">
                  <a:srgbClr val="E6E7E7">
                    <a:alpha val="9855"/>
                  </a:srgbClr>
                </a:gs>
                <a:gs pos="71429">
                  <a:srgbClr val="E6E7E7">
                    <a:alpha val="4740"/>
                  </a:srgbClr>
                </a:gs>
                <a:gs pos="85714">
                  <a:srgbClr val="E6E7E7">
                    <a:alpha val="1902"/>
                  </a:srgbClr>
                </a:gs>
                <a:gs pos="100000">
                  <a:srgbClr val="E6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-10292892">
              <a:off x="2881452" y="2609110"/>
              <a:ext cx="625477" cy="1336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10234857">
              <a:off x="3140268" y="2777146"/>
              <a:ext cx="666357" cy="1116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4272687">
              <a:off x="446627" y="2756414"/>
              <a:ext cx="279399" cy="91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6527665">
              <a:off x="1285317" y="923088"/>
              <a:ext cx="696198" cy="162707"/>
            </a:xfrm>
            <a:prstGeom prst="ellipse">
              <a:avLst/>
            </a:prstGeom>
            <a:gradFill>
              <a:gsLst>
                <a:gs pos="0">
                  <a:srgbClr val="D1D3D1">
                    <a:alpha val="14067"/>
                  </a:srgbClr>
                </a:gs>
                <a:gs pos="14286">
                  <a:srgbClr val="D1D3D1">
                    <a:alpha val="13007"/>
                  </a:srgbClr>
                </a:gs>
                <a:gs pos="28571">
                  <a:srgbClr val="D1D3D1">
                    <a:alpha val="10254"/>
                  </a:srgbClr>
                </a:gs>
                <a:gs pos="42857">
                  <a:srgbClr val="D1D3D1">
                    <a:alpha val="6850"/>
                  </a:srgbClr>
                </a:gs>
                <a:gs pos="57143">
                  <a:srgbClr val="D1D3D1">
                    <a:alpha val="3856"/>
                  </a:srgbClr>
                </a:gs>
                <a:gs pos="71429">
                  <a:srgbClr val="D1D3D1">
                    <a:alpha val="1824"/>
                  </a:srgbClr>
                </a:gs>
                <a:gs pos="85714">
                  <a:srgbClr val="D1D3D1">
                    <a:alpha val="725"/>
                  </a:srgbClr>
                </a:gs>
                <a:gs pos="100000">
                  <a:srgbClr val="D1D3D1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-10454719">
              <a:off x="243068" y="2009943"/>
              <a:ext cx="704580" cy="839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7954656">
              <a:off x="2712780" y="4293"/>
              <a:ext cx="668921" cy="549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10429401">
              <a:off x="538469" y="2061497"/>
              <a:ext cx="219284" cy="116669"/>
            </a:xfrm>
            <a:prstGeom prst="ellipse">
              <a:avLst/>
            </a:prstGeom>
            <a:gradFill>
              <a:gsLst>
                <a:gs pos="0">
                  <a:srgbClr val="F4F5F6">
                    <a:alpha val="32832"/>
                  </a:srgbClr>
                </a:gs>
                <a:gs pos="14286">
                  <a:srgbClr val="F4F5F6">
                    <a:alpha val="30635"/>
                  </a:srgbClr>
                </a:gs>
                <a:gs pos="28571">
                  <a:srgbClr val="F4F5F6">
                    <a:alpha val="24724"/>
                  </a:srgbClr>
                </a:gs>
                <a:gs pos="42857">
                  <a:srgbClr val="F4F5F6">
                    <a:alpha val="16997"/>
                  </a:srgbClr>
                </a:gs>
                <a:gs pos="57143">
                  <a:srgbClr val="F4F5F6">
                    <a:alpha val="9808"/>
                  </a:srgbClr>
                </a:gs>
                <a:gs pos="71429">
                  <a:srgbClr val="F4F5F6">
                    <a:alpha val="4717"/>
                  </a:srgbClr>
                </a:gs>
                <a:gs pos="85714">
                  <a:srgbClr val="F4F5F6">
                    <a:alpha val="1893"/>
                  </a:srgbClr>
                </a:gs>
                <a:gs pos="100000">
                  <a:srgbClr val="F4F5F6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7659729">
              <a:off x="638400" y="2062787"/>
              <a:ext cx="165684" cy="97569"/>
            </a:xfrm>
            <a:prstGeom prst="ellipse">
              <a:avLst/>
            </a:prstGeom>
            <a:gradFill>
              <a:gsLst>
                <a:gs pos="0">
                  <a:srgbClr val="DFDFE1">
                    <a:alpha val="32968"/>
                  </a:srgbClr>
                </a:gs>
                <a:gs pos="14286">
                  <a:srgbClr val="DFDFE1">
                    <a:alpha val="30764"/>
                  </a:srgbClr>
                </a:gs>
                <a:gs pos="28571">
                  <a:srgbClr val="DFDFE1">
                    <a:alpha val="24833"/>
                  </a:srgbClr>
                </a:gs>
                <a:gs pos="42857">
                  <a:srgbClr val="DFDFE1">
                    <a:alpha val="17075"/>
                  </a:srgbClr>
                </a:gs>
                <a:gs pos="57143">
                  <a:srgbClr val="DFDFE1">
                    <a:alpha val="9855"/>
                  </a:srgbClr>
                </a:gs>
                <a:gs pos="71429">
                  <a:srgbClr val="DFDFE1">
                    <a:alpha val="4740"/>
                  </a:srgbClr>
                </a:gs>
                <a:gs pos="85714">
                  <a:srgbClr val="DFDFE1">
                    <a:alpha val="1902"/>
                  </a:srgbClr>
                </a:gs>
                <a:gs pos="100000">
                  <a:srgbClr val="DFD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-10339712">
              <a:off x="-107260" y="3192471"/>
              <a:ext cx="799924" cy="139050"/>
            </a:xfrm>
            <a:prstGeom prst="ellipse">
              <a:avLst/>
            </a:prstGeom>
            <a:gradFill>
              <a:gsLst>
                <a:gs pos="0">
                  <a:srgbClr val="000000">
                    <a:alpha val="32532"/>
                  </a:srgbClr>
                </a:gs>
                <a:gs pos="14286">
                  <a:srgbClr val="000000">
                    <a:alpha val="30350"/>
                  </a:srgbClr>
                </a:gs>
                <a:gs pos="28571">
                  <a:srgbClr val="000000">
                    <a:alpha val="24484"/>
                  </a:srgbClr>
                </a:gs>
                <a:gs pos="42857">
                  <a:srgbClr val="000000">
                    <a:alpha val="16823"/>
                  </a:srgbClr>
                </a:gs>
                <a:gs pos="57143">
                  <a:srgbClr val="000000">
                    <a:alpha val="9703"/>
                  </a:srgbClr>
                </a:gs>
                <a:gs pos="71429">
                  <a:srgbClr val="000000">
                    <a:alpha val="4665"/>
                  </a:srgbClr>
                </a:gs>
                <a:gs pos="85714">
                  <a:srgbClr val="000000">
                    <a:alpha val="1872"/>
                  </a:srgbClr>
                </a:gs>
                <a:gs pos="100000">
                  <a:srgbClr val="00000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-9375532">
              <a:off x="2365552" y="535611"/>
              <a:ext cx="588273" cy="1391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-9290954">
              <a:off x="2795948" y="83541"/>
              <a:ext cx="632902" cy="1095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8638054">
              <a:off x="2813154" y="2371037"/>
              <a:ext cx="413365" cy="528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9013254">
              <a:off x="725931" y="2560672"/>
              <a:ext cx="804595" cy="53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3999687">
              <a:off x="2879664" y="879449"/>
              <a:ext cx="831611" cy="784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10086351">
              <a:off x="497286" y="3032407"/>
              <a:ext cx="478439" cy="123287"/>
            </a:xfrm>
            <a:prstGeom prst="ellipse">
              <a:avLst/>
            </a:prstGeom>
            <a:gradFill>
              <a:gsLst>
                <a:gs pos="0">
                  <a:srgbClr val="E5E5E6">
                    <a:alpha val="32968"/>
                  </a:srgbClr>
                </a:gs>
                <a:gs pos="14286">
                  <a:srgbClr val="E5E5E6">
                    <a:alpha val="30764"/>
                  </a:srgbClr>
                </a:gs>
                <a:gs pos="28571">
                  <a:srgbClr val="E5E5E6">
                    <a:alpha val="24833"/>
                  </a:srgbClr>
                </a:gs>
                <a:gs pos="42857">
                  <a:srgbClr val="E5E5E6">
                    <a:alpha val="17075"/>
                  </a:srgbClr>
                </a:gs>
                <a:gs pos="57143">
                  <a:srgbClr val="E5E5E6">
                    <a:alpha val="9855"/>
                  </a:srgbClr>
                </a:gs>
                <a:gs pos="71429">
                  <a:srgbClr val="E5E5E6">
                    <a:alpha val="4740"/>
                  </a:srgbClr>
                </a:gs>
                <a:gs pos="85714">
                  <a:srgbClr val="E5E5E6">
                    <a:alpha val="1902"/>
                  </a:srgbClr>
                </a:gs>
                <a:gs pos="100000">
                  <a:srgbClr val="E5E5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-10366594">
              <a:off x="1376976" y="2333075"/>
              <a:ext cx="572755" cy="103055"/>
            </a:xfrm>
            <a:prstGeom prst="ellipse">
              <a:avLst/>
            </a:prstGeom>
            <a:gradFill>
              <a:gsLst>
                <a:gs pos="0">
                  <a:srgbClr val="CDCCCC">
                    <a:alpha val="32968"/>
                  </a:srgbClr>
                </a:gs>
                <a:gs pos="14286">
                  <a:srgbClr val="CDCCCC">
                    <a:alpha val="30764"/>
                  </a:srgbClr>
                </a:gs>
                <a:gs pos="28571">
                  <a:srgbClr val="CDCCCC">
                    <a:alpha val="24833"/>
                  </a:srgbClr>
                </a:gs>
                <a:gs pos="42857">
                  <a:srgbClr val="CDCCCC">
                    <a:alpha val="17075"/>
                  </a:srgbClr>
                </a:gs>
                <a:gs pos="57143">
                  <a:srgbClr val="CDCCCC">
                    <a:alpha val="9855"/>
                  </a:srgbClr>
                </a:gs>
                <a:gs pos="71429">
                  <a:srgbClr val="CDCCCC">
                    <a:alpha val="4740"/>
                  </a:srgbClr>
                </a:gs>
                <a:gs pos="85714">
                  <a:srgbClr val="CDCCCC">
                    <a:alpha val="1902"/>
                  </a:srgbClr>
                </a:gs>
                <a:gs pos="100000">
                  <a:srgbClr val="CDC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8919378">
              <a:off x="654766" y="2781269"/>
              <a:ext cx="200055" cy="1284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9669406">
              <a:off x="1901599" y="2436307"/>
              <a:ext cx="290788" cy="136618"/>
            </a:xfrm>
            <a:prstGeom prst="ellipse">
              <a:avLst/>
            </a:prstGeom>
            <a:gradFill>
              <a:gsLst>
                <a:gs pos="0">
                  <a:srgbClr val="FBFDFE">
                    <a:alpha val="32968"/>
                  </a:srgbClr>
                </a:gs>
                <a:gs pos="14286">
                  <a:srgbClr val="FBFDFE">
                    <a:alpha val="30764"/>
                  </a:srgbClr>
                </a:gs>
                <a:gs pos="28571">
                  <a:srgbClr val="FBFDFE">
                    <a:alpha val="24833"/>
                  </a:srgbClr>
                </a:gs>
                <a:gs pos="42857">
                  <a:srgbClr val="FBFDFE">
                    <a:alpha val="17075"/>
                  </a:srgbClr>
                </a:gs>
                <a:gs pos="57143">
                  <a:srgbClr val="FBFDFE">
                    <a:alpha val="9855"/>
                  </a:srgbClr>
                </a:gs>
                <a:gs pos="71429">
                  <a:srgbClr val="FBFDFE">
                    <a:alpha val="4740"/>
                  </a:srgbClr>
                </a:gs>
                <a:gs pos="85714">
                  <a:srgbClr val="FBFDFE">
                    <a:alpha val="1902"/>
                  </a:srgbClr>
                </a:gs>
                <a:gs pos="100000">
                  <a:srgbClr val="FBFD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9287249">
              <a:off x="652810" y="122947"/>
              <a:ext cx="614944" cy="488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-8687529">
              <a:off x="2628561" y="1689849"/>
              <a:ext cx="720160" cy="558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9413902">
              <a:off x="-195495" y="2635545"/>
              <a:ext cx="627466" cy="1119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8745506">
              <a:off x="263504" y="69814"/>
              <a:ext cx="796114" cy="852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4851647">
              <a:off x="-26541" y="2576976"/>
              <a:ext cx="638319" cy="713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388794">
              <a:off x="3079754" y="1985536"/>
              <a:ext cx="246626" cy="135553"/>
            </a:xfrm>
            <a:prstGeom prst="ellipse">
              <a:avLst/>
            </a:prstGeom>
            <a:gradFill>
              <a:gsLst>
                <a:gs pos="0">
                  <a:srgbClr val="EEEFEE">
                    <a:alpha val="32968"/>
                  </a:srgbClr>
                </a:gs>
                <a:gs pos="14286">
                  <a:srgbClr val="EEEFEE">
                    <a:alpha val="30764"/>
                  </a:srgbClr>
                </a:gs>
                <a:gs pos="28571">
                  <a:srgbClr val="EEEFEE">
                    <a:alpha val="24833"/>
                  </a:srgbClr>
                </a:gs>
                <a:gs pos="42857">
                  <a:srgbClr val="EEEFEE">
                    <a:alpha val="17075"/>
                  </a:srgbClr>
                </a:gs>
                <a:gs pos="57143">
                  <a:srgbClr val="EEEFEE">
                    <a:alpha val="9855"/>
                  </a:srgbClr>
                </a:gs>
                <a:gs pos="71429">
                  <a:srgbClr val="EEEFEE">
                    <a:alpha val="4740"/>
                  </a:srgbClr>
                </a:gs>
                <a:gs pos="85714">
                  <a:srgbClr val="EEEFEE">
                    <a:alpha val="1902"/>
                  </a:srgbClr>
                </a:gs>
                <a:gs pos="100000">
                  <a:srgbClr val="EEE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2862651">
              <a:off x="1888214" y="756422"/>
              <a:ext cx="831234" cy="38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4764720">
              <a:off x="1668198" y="63302"/>
              <a:ext cx="196285" cy="74362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8176858">
              <a:off x="2409974" y="2303269"/>
              <a:ext cx="798014" cy="960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5644146">
              <a:off x="310685" y="712043"/>
              <a:ext cx="141028" cy="82356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7752897">
              <a:off x="1487202" y="788951"/>
              <a:ext cx="629728" cy="1578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6777670">
              <a:off x="572968" y="2790649"/>
              <a:ext cx="504663" cy="792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9234680">
              <a:off x="1640551" y="1276593"/>
              <a:ext cx="726337" cy="904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7200329">
              <a:off x="798721" y="2543427"/>
              <a:ext cx="169779" cy="702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8675453">
              <a:off x="3462428" y="137508"/>
              <a:ext cx="225866" cy="835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8014854">
              <a:off x="1403218" y="260324"/>
              <a:ext cx="490383" cy="856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10280837">
              <a:off x="1815708" y="1357335"/>
              <a:ext cx="421095" cy="95559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7458962">
              <a:off x="960042" y="3026905"/>
              <a:ext cx="170244" cy="925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8807929">
              <a:off x="1400140" y="2508522"/>
              <a:ext cx="168941" cy="148769"/>
            </a:xfrm>
            <a:prstGeom prst="ellipse">
              <a:avLst/>
            </a:prstGeom>
            <a:gradFill>
              <a:gsLst>
                <a:gs pos="0">
                  <a:srgbClr val="FDFDFD">
                    <a:alpha val="32968"/>
                  </a:srgbClr>
                </a:gs>
                <a:gs pos="14286">
                  <a:srgbClr val="FDFDFD">
                    <a:alpha val="30764"/>
                  </a:srgbClr>
                </a:gs>
                <a:gs pos="28571">
                  <a:srgbClr val="FDFDFD">
                    <a:alpha val="24833"/>
                  </a:srgbClr>
                </a:gs>
                <a:gs pos="42857">
                  <a:srgbClr val="FDFDFD">
                    <a:alpha val="17075"/>
                  </a:srgbClr>
                </a:gs>
                <a:gs pos="57143">
                  <a:srgbClr val="FDFDFD">
                    <a:alpha val="9855"/>
                  </a:srgbClr>
                </a:gs>
                <a:gs pos="71429">
                  <a:srgbClr val="FDFDFD">
                    <a:alpha val="4740"/>
                  </a:srgbClr>
                </a:gs>
                <a:gs pos="85714">
                  <a:srgbClr val="FDFDFD">
                    <a:alpha val="1902"/>
                  </a:srgbClr>
                </a:gs>
                <a:gs pos="100000">
                  <a:srgbClr val="FDFD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4923790">
              <a:off x="436719" y="3145547"/>
              <a:ext cx="562673" cy="95353"/>
            </a:xfrm>
            <a:prstGeom prst="ellipse">
              <a:avLst/>
            </a:prstGeom>
            <a:gradFill>
              <a:gsLst>
                <a:gs pos="0">
                  <a:srgbClr val="C9C9C9">
                    <a:alpha val="30821"/>
                  </a:srgbClr>
                </a:gs>
                <a:gs pos="14286">
                  <a:srgbClr val="C9C9C9">
                    <a:alpha val="28728"/>
                  </a:srgbClr>
                </a:gs>
                <a:gs pos="28571">
                  <a:srgbClr val="C9C9C9">
                    <a:alpha val="23122"/>
                  </a:srgbClr>
                </a:gs>
                <a:gs pos="42857">
                  <a:srgbClr val="C9C9C9">
                    <a:alpha val="15842"/>
                  </a:srgbClr>
                </a:gs>
                <a:gs pos="57143">
                  <a:srgbClr val="C9C9C9">
                    <a:alpha val="9115"/>
                  </a:srgbClr>
                </a:gs>
                <a:gs pos="71429">
                  <a:srgbClr val="C9C9C9">
                    <a:alpha val="4375"/>
                  </a:srgbClr>
                </a:gs>
                <a:gs pos="85714">
                  <a:srgbClr val="C9C9C9">
                    <a:alpha val="1753"/>
                  </a:srgbClr>
                </a:gs>
                <a:gs pos="100000">
                  <a:srgbClr val="C9C9C9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7536307">
              <a:off x="2536216" y="305267"/>
              <a:ext cx="395415" cy="97806"/>
            </a:xfrm>
            <a:prstGeom prst="ellipse">
              <a:avLst/>
            </a:prstGeom>
            <a:gradFill>
              <a:gsLst>
                <a:gs pos="0">
                  <a:srgbClr val="FEFDFE">
                    <a:alpha val="24710"/>
                  </a:srgbClr>
                </a:gs>
                <a:gs pos="14286">
                  <a:srgbClr val="FEFDFE">
                    <a:alpha val="22961"/>
                  </a:srgbClr>
                </a:gs>
                <a:gs pos="28571">
                  <a:srgbClr val="FEFDFE">
                    <a:alpha val="18335"/>
                  </a:srgbClr>
                </a:gs>
                <a:gs pos="42857">
                  <a:srgbClr val="FEFDFE">
                    <a:alpha val="12441"/>
                  </a:srgbClr>
                </a:gs>
                <a:gs pos="57143">
                  <a:srgbClr val="FEFDFE">
                    <a:alpha val="7097"/>
                  </a:srgbClr>
                </a:gs>
                <a:gs pos="71429">
                  <a:srgbClr val="FEFDFE">
                    <a:alpha val="3387"/>
                  </a:srgbClr>
                </a:gs>
                <a:gs pos="85714">
                  <a:srgbClr val="FEFDFE">
                    <a:alpha val="1353"/>
                  </a:srgbClr>
                </a:gs>
                <a:gs pos="100000">
                  <a:srgbClr val="FEFDFE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10020722">
              <a:off x="2357009" y="1487848"/>
              <a:ext cx="559807" cy="1452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8095201">
              <a:off x="1050285" y="2333538"/>
              <a:ext cx="256489" cy="96203"/>
            </a:xfrm>
            <a:prstGeom prst="ellipse">
              <a:avLst/>
            </a:prstGeom>
            <a:gradFill>
              <a:gsLst>
                <a:gs pos="0">
                  <a:srgbClr val="FDFAFD">
                    <a:alpha val="32968"/>
                  </a:srgbClr>
                </a:gs>
                <a:gs pos="14286">
                  <a:srgbClr val="FDFAFD">
                    <a:alpha val="30764"/>
                  </a:srgbClr>
                </a:gs>
                <a:gs pos="28571">
                  <a:srgbClr val="FDFAFD">
                    <a:alpha val="24833"/>
                  </a:srgbClr>
                </a:gs>
                <a:gs pos="42857">
                  <a:srgbClr val="FDFAFD">
                    <a:alpha val="17075"/>
                  </a:srgbClr>
                </a:gs>
                <a:gs pos="57143">
                  <a:srgbClr val="FDFAFD">
                    <a:alpha val="9855"/>
                  </a:srgbClr>
                </a:gs>
                <a:gs pos="71429">
                  <a:srgbClr val="FDFAFD">
                    <a:alpha val="4740"/>
                  </a:srgbClr>
                </a:gs>
                <a:gs pos="85714">
                  <a:srgbClr val="FDFAFD">
                    <a:alpha val="1902"/>
                  </a:srgbClr>
                </a:gs>
                <a:gs pos="100000">
                  <a:srgbClr val="FDFA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-9801724">
              <a:off x="127555" y="3336528"/>
              <a:ext cx="711962" cy="161860"/>
            </a:xfrm>
            <a:prstGeom prst="ellipse">
              <a:avLst/>
            </a:prstGeom>
            <a:gradFill>
              <a:gsLst>
                <a:gs pos="0">
                  <a:srgbClr val="FEFFFE">
                    <a:alpha val="15953"/>
                  </a:srgbClr>
                </a:gs>
                <a:gs pos="14286">
                  <a:srgbClr val="FEFFFE">
                    <a:alpha val="14763"/>
                  </a:srgbClr>
                </a:gs>
                <a:gs pos="28571">
                  <a:srgbClr val="FEFFFE">
                    <a:alpha val="11664"/>
                  </a:srgbClr>
                </a:gs>
                <a:gs pos="42857">
                  <a:srgbClr val="FEFFFE">
                    <a:alpha val="7813"/>
                  </a:srgbClr>
                </a:gs>
                <a:gs pos="57143">
                  <a:srgbClr val="FEFFFE">
                    <a:alpha val="4408"/>
                  </a:srgbClr>
                </a:gs>
                <a:gs pos="71429">
                  <a:srgbClr val="FEFFFE">
                    <a:alpha val="2088"/>
                  </a:srgbClr>
                </a:gs>
                <a:gs pos="85714">
                  <a:srgbClr val="FEFFFE">
                    <a:alpha val="831"/>
                  </a:srgbClr>
                </a:gs>
                <a:gs pos="100000">
                  <a:srgbClr val="FEFFFE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4122449">
              <a:off x="864779" y="97088"/>
              <a:ext cx="665328" cy="436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10566065">
              <a:off x="1374340" y="359104"/>
              <a:ext cx="346200" cy="450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258199">
              <a:off x="-103323" y="1971019"/>
              <a:ext cx="575587" cy="81050"/>
            </a:xfrm>
            <a:prstGeom prst="ellipse">
              <a:avLst/>
            </a:prstGeom>
            <a:gradFill>
              <a:gsLst>
                <a:gs pos="0">
                  <a:srgbClr val="EDEEEC">
                    <a:alpha val="31116"/>
                  </a:srgbClr>
                </a:gs>
                <a:gs pos="14286">
                  <a:srgbClr val="EDEEEC">
                    <a:alpha val="29007"/>
                  </a:srgbClr>
                </a:gs>
                <a:gs pos="28571">
                  <a:srgbClr val="EDEEEC">
                    <a:alpha val="23356"/>
                  </a:srgbClr>
                </a:gs>
                <a:gs pos="42857">
                  <a:srgbClr val="EDEEEC">
                    <a:alpha val="16010"/>
                  </a:srgbClr>
                </a:gs>
                <a:gs pos="57143">
                  <a:srgbClr val="EDEEEC">
                    <a:alpha val="9215"/>
                  </a:srgbClr>
                </a:gs>
                <a:gs pos="71429">
                  <a:srgbClr val="EDEEEC">
                    <a:alpha val="4425"/>
                  </a:srgbClr>
                </a:gs>
                <a:gs pos="85714">
                  <a:srgbClr val="EDEEEC">
                    <a:alpha val="1774"/>
                  </a:srgbClr>
                </a:gs>
                <a:gs pos="100000">
                  <a:srgbClr val="EDEEEC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824642">
              <a:off x="2202704" y="3302764"/>
              <a:ext cx="693036" cy="608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9308631">
              <a:off x="2426872" y="1687572"/>
              <a:ext cx="806083" cy="80935"/>
            </a:xfrm>
            <a:prstGeom prst="ellipse">
              <a:avLst/>
            </a:prstGeom>
            <a:gradFill>
              <a:gsLst>
                <a:gs pos="0">
                  <a:srgbClr val="000000">
                    <a:alpha val="31704"/>
                  </a:srgbClr>
                </a:gs>
                <a:gs pos="14286">
                  <a:srgbClr val="000000">
                    <a:alpha val="29565"/>
                  </a:srgbClr>
                </a:gs>
                <a:gs pos="28571">
                  <a:srgbClr val="000000">
                    <a:alpha val="23824"/>
                  </a:srgbClr>
                </a:gs>
                <a:gs pos="42857">
                  <a:srgbClr val="000000">
                    <a:alpha val="16347"/>
                  </a:srgbClr>
                </a:gs>
                <a:gs pos="57143">
                  <a:srgbClr val="000000">
                    <a:alpha val="9417"/>
                  </a:srgbClr>
                </a:gs>
                <a:gs pos="71429">
                  <a:srgbClr val="000000">
                    <a:alpha val="4524"/>
                  </a:srgbClr>
                </a:gs>
                <a:gs pos="85714">
                  <a:srgbClr val="000000">
                    <a:alpha val="1814"/>
                  </a:srgbClr>
                </a:gs>
                <a:gs pos="100000">
                  <a:srgbClr val="0000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9916090">
              <a:off x="1705561" y="518972"/>
              <a:ext cx="709498" cy="722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9527184">
              <a:off x="3046692" y="2095482"/>
              <a:ext cx="315671" cy="80137"/>
            </a:xfrm>
            <a:prstGeom prst="ellipse">
              <a:avLst/>
            </a:prstGeom>
            <a:gradFill>
              <a:gsLst>
                <a:gs pos="0">
                  <a:srgbClr val="D4D2D1">
                    <a:alpha val="32968"/>
                  </a:srgbClr>
                </a:gs>
                <a:gs pos="14286">
                  <a:srgbClr val="D4D2D1">
                    <a:alpha val="30764"/>
                  </a:srgbClr>
                </a:gs>
                <a:gs pos="28571">
                  <a:srgbClr val="D4D2D1">
                    <a:alpha val="24833"/>
                  </a:srgbClr>
                </a:gs>
                <a:gs pos="42857">
                  <a:srgbClr val="D4D2D1">
                    <a:alpha val="17075"/>
                  </a:srgbClr>
                </a:gs>
                <a:gs pos="57143">
                  <a:srgbClr val="D4D2D1">
                    <a:alpha val="9855"/>
                  </a:srgbClr>
                </a:gs>
                <a:gs pos="71429">
                  <a:srgbClr val="D4D2D1">
                    <a:alpha val="4740"/>
                  </a:srgbClr>
                </a:gs>
                <a:gs pos="85714">
                  <a:srgbClr val="D4D2D1">
                    <a:alpha val="1902"/>
                  </a:srgbClr>
                </a:gs>
                <a:gs pos="100000">
                  <a:srgbClr val="D4D2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8813313">
              <a:off x="410166" y="2418611"/>
              <a:ext cx="866010" cy="1212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4725004">
              <a:off x="496165" y="1796959"/>
              <a:ext cx="744429" cy="652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9624087">
              <a:off x="1170622" y="2625524"/>
              <a:ext cx="416344" cy="828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-9135415">
              <a:off x="3448498" y="718989"/>
              <a:ext cx="271123" cy="830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4474761">
              <a:off x="1082082" y="719047"/>
              <a:ext cx="380061" cy="1211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9533731">
              <a:off x="1042495" y="3553978"/>
              <a:ext cx="582877" cy="106793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4539366">
              <a:off x="1746170" y="727844"/>
              <a:ext cx="687685" cy="1829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10626139">
              <a:off x="433267" y="2384199"/>
              <a:ext cx="205893" cy="53151"/>
            </a:xfrm>
            <a:prstGeom prst="ellipse">
              <a:avLst/>
            </a:prstGeom>
            <a:gradFill>
              <a:gsLst>
                <a:gs pos="0">
                  <a:srgbClr val="FCFCFD">
                    <a:alpha val="30231"/>
                  </a:srgbClr>
                </a:gs>
                <a:gs pos="14286">
                  <a:srgbClr val="FCFCFD">
                    <a:alpha val="28169"/>
                  </a:srgbClr>
                </a:gs>
                <a:gs pos="28571">
                  <a:srgbClr val="FCFCFD">
                    <a:alpha val="22655"/>
                  </a:srgbClr>
                </a:gs>
                <a:gs pos="42857">
                  <a:srgbClr val="FCFCFD">
                    <a:alpha val="15507"/>
                  </a:srgbClr>
                </a:gs>
                <a:gs pos="57143">
                  <a:srgbClr val="FCFCFD">
                    <a:alpha val="8914"/>
                  </a:srgbClr>
                </a:gs>
                <a:gs pos="71429">
                  <a:srgbClr val="FCFCFD">
                    <a:alpha val="4276"/>
                  </a:srgbClr>
                </a:gs>
                <a:gs pos="85714">
                  <a:srgbClr val="FCFCFD">
                    <a:alpha val="1713"/>
                  </a:srgbClr>
                </a:gs>
                <a:gs pos="100000">
                  <a:srgbClr val="FCFCFD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5751881">
              <a:off x="1280319" y="1443817"/>
              <a:ext cx="467684" cy="621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3853264">
              <a:off x="2054929" y="674305"/>
              <a:ext cx="608899" cy="528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9428172">
              <a:off x="1035152" y="924796"/>
              <a:ext cx="621885" cy="55653"/>
            </a:xfrm>
            <a:prstGeom prst="ellipse">
              <a:avLst/>
            </a:prstGeom>
            <a:gradFill>
              <a:gsLst>
                <a:gs pos="0">
                  <a:srgbClr val="0C0000">
                    <a:alpha val="32927"/>
                  </a:srgbClr>
                </a:gs>
                <a:gs pos="14286">
                  <a:srgbClr val="0C0000">
                    <a:alpha val="30725"/>
                  </a:srgbClr>
                </a:gs>
                <a:gs pos="28571">
                  <a:srgbClr val="0C0000">
                    <a:alpha val="24800"/>
                  </a:srgbClr>
                </a:gs>
                <a:gs pos="42857">
                  <a:srgbClr val="0C0000">
                    <a:alpha val="17052"/>
                  </a:srgbClr>
                </a:gs>
                <a:gs pos="57143">
                  <a:srgbClr val="0C0000">
                    <a:alpha val="9841"/>
                  </a:srgbClr>
                </a:gs>
                <a:gs pos="71429">
                  <a:srgbClr val="0C0000">
                    <a:alpha val="4733"/>
                  </a:srgbClr>
                </a:gs>
                <a:gs pos="85714">
                  <a:srgbClr val="0C0000">
                    <a:alpha val="1899"/>
                  </a:srgbClr>
                </a:gs>
                <a:gs pos="100000">
                  <a:srgbClr val="0C00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9200744">
              <a:off x="-271733" y="3199173"/>
              <a:ext cx="627813" cy="106394"/>
            </a:xfrm>
            <a:prstGeom prst="ellipse">
              <a:avLst/>
            </a:prstGeom>
            <a:gradFill>
              <a:gsLst>
                <a:gs pos="0">
                  <a:srgbClr val="FEFFFE">
                    <a:alpha val="26548"/>
                  </a:srgbClr>
                </a:gs>
                <a:gs pos="14286">
                  <a:srgbClr val="FEFFFE">
                    <a:alpha val="24692"/>
                  </a:srgbClr>
                </a:gs>
                <a:gs pos="28571">
                  <a:srgbClr val="FEFFFE">
                    <a:alpha val="19763"/>
                  </a:srgbClr>
                </a:gs>
                <a:gs pos="42857">
                  <a:srgbClr val="FEFFFE">
                    <a:alpha val="13448"/>
                  </a:srgbClr>
                </a:gs>
                <a:gs pos="57143">
                  <a:srgbClr val="FEFFFE">
                    <a:alpha val="7691"/>
                  </a:srgbClr>
                </a:gs>
                <a:gs pos="71429">
                  <a:srgbClr val="FEFFFE">
                    <a:alpha val="3677"/>
                  </a:srgbClr>
                </a:gs>
                <a:gs pos="85714">
                  <a:srgbClr val="FEFFFE">
                    <a:alpha val="1470"/>
                  </a:srgbClr>
                </a:gs>
                <a:gs pos="100000">
                  <a:srgbClr val="FEFFFE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9764184">
              <a:off x="1088791" y="613001"/>
              <a:ext cx="710023" cy="861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7118709">
              <a:off x="2939366" y="1600965"/>
              <a:ext cx="636569" cy="714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6495737">
              <a:off x="3365777" y="162733"/>
              <a:ext cx="496834" cy="694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-9763868">
              <a:off x="2178941" y="1689787"/>
              <a:ext cx="851268" cy="998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10412687">
              <a:off x="3387362" y="2476368"/>
              <a:ext cx="179097" cy="677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3213855">
              <a:off x="110567" y="2332715"/>
              <a:ext cx="745021" cy="48342"/>
            </a:xfrm>
            <a:prstGeom prst="ellipse">
              <a:avLst/>
            </a:prstGeom>
            <a:gradFill>
              <a:gsLst>
                <a:gs pos="0">
                  <a:srgbClr val="E8E6E7">
                    <a:alpha val="15588"/>
                  </a:srgbClr>
                </a:gs>
                <a:gs pos="14286">
                  <a:srgbClr val="E8E6E7">
                    <a:alpha val="14423"/>
                  </a:srgbClr>
                </a:gs>
                <a:gs pos="28571">
                  <a:srgbClr val="E8E6E7">
                    <a:alpha val="11391"/>
                  </a:srgbClr>
                </a:gs>
                <a:gs pos="42857">
                  <a:srgbClr val="E8E6E7">
                    <a:alpha val="7626"/>
                  </a:srgbClr>
                </a:gs>
                <a:gs pos="57143">
                  <a:srgbClr val="E8E6E7">
                    <a:alpha val="4300"/>
                  </a:srgbClr>
                </a:gs>
                <a:gs pos="71429">
                  <a:srgbClr val="E8E6E7">
                    <a:alpha val="2036"/>
                  </a:srgbClr>
                </a:gs>
                <a:gs pos="85714">
                  <a:srgbClr val="E8E6E7">
                    <a:alpha val="810"/>
                  </a:srgbClr>
                </a:gs>
                <a:gs pos="100000">
                  <a:srgbClr val="E8E6E7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4108624">
              <a:off x="2447582" y="3274937"/>
              <a:ext cx="579457" cy="1385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6165504">
              <a:off x="-57691" y="2109738"/>
              <a:ext cx="584173" cy="1334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6114462">
              <a:off x="685543" y="2201826"/>
              <a:ext cx="383811" cy="1563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3782437">
              <a:off x="2241925" y="2246488"/>
              <a:ext cx="745574" cy="650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4989480">
              <a:off x="1640783" y="3096580"/>
              <a:ext cx="386056" cy="142119"/>
            </a:xfrm>
            <a:prstGeom prst="ellipse">
              <a:avLst/>
            </a:prstGeom>
            <a:gradFill>
              <a:gsLst>
                <a:gs pos="0">
                  <a:srgbClr val="E7E6E6">
                    <a:alpha val="32968"/>
                  </a:srgbClr>
                </a:gs>
                <a:gs pos="14286">
                  <a:srgbClr val="E7E6E6">
                    <a:alpha val="30764"/>
                  </a:srgbClr>
                </a:gs>
                <a:gs pos="28571">
                  <a:srgbClr val="E7E6E6">
                    <a:alpha val="24833"/>
                  </a:srgbClr>
                </a:gs>
                <a:gs pos="42857">
                  <a:srgbClr val="E7E6E6">
                    <a:alpha val="17075"/>
                  </a:srgbClr>
                </a:gs>
                <a:gs pos="57143">
                  <a:srgbClr val="E7E6E6">
                    <a:alpha val="9855"/>
                  </a:srgbClr>
                </a:gs>
                <a:gs pos="71429">
                  <a:srgbClr val="E7E6E6">
                    <a:alpha val="4740"/>
                  </a:srgbClr>
                </a:gs>
                <a:gs pos="85714">
                  <a:srgbClr val="E7E6E6">
                    <a:alpha val="1902"/>
                  </a:srgbClr>
                </a:gs>
                <a:gs pos="100000">
                  <a:srgbClr val="E7E6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-9527190">
              <a:off x="361619" y="2452617"/>
              <a:ext cx="482216" cy="243513"/>
            </a:xfrm>
            <a:prstGeom prst="ellipse">
              <a:avLst/>
            </a:prstGeom>
            <a:gradFill>
              <a:gsLst>
                <a:gs pos="0">
                  <a:srgbClr val="FEFFFE">
                    <a:alpha val="12880"/>
                  </a:srgbClr>
                </a:gs>
                <a:gs pos="14286">
                  <a:srgbClr val="FEFFFE">
                    <a:alpha val="11903"/>
                  </a:srgbClr>
                </a:gs>
                <a:gs pos="28571">
                  <a:srgbClr val="FEFFFE">
                    <a:alpha val="9371"/>
                  </a:srgbClr>
                </a:gs>
                <a:gs pos="42857">
                  <a:srgbClr val="FEFFFE">
                    <a:alpha val="6250"/>
                  </a:srgbClr>
                </a:gs>
                <a:gs pos="57143">
                  <a:srgbClr val="FEFFFE">
                    <a:alpha val="3513"/>
                  </a:srgbClr>
                </a:gs>
                <a:gs pos="71429">
                  <a:srgbClr val="FEFFFE">
                    <a:alpha val="1660"/>
                  </a:srgbClr>
                </a:gs>
                <a:gs pos="85714">
                  <a:srgbClr val="FEFFFE">
                    <a:alpha val="660"/>
                  </a:srgbClr>
                </a:gs>
                <a:gs pos="100000">
                  <a:srgbClr val="FEFFFE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8451352">
              <a:off x="1632152" y="2026366"/>
              <a:ext cx="215187" cy="779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619140">
              <a:off x="-34497" y="1008580"/>
              <a:ext cx="735218" cy="125527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7984454">
              <a:off x="3418853" y="2511819"/>
              <a:ext cx="244601" cy="169909"/>
            </a:xfrm>
            <a:prstGeom prst="ellipse">
              <a:avLst/>
            </a:prstGeom>
            <a:gradFill>
              <a:gsLst>
                <a:gs pos="0">
                  <a:srgbClr val="FCFEFB">
                    <a:alpha val="28258"/>
                  </a:srgbClr>
                </a:gs>
                <a:gs pos="14286">
                  <a:srgbClr val="FCFEFB">
                    <a:alpha val="26305"/>
                  </a:srgbClr>
                </a:gs>
                <a:gs pos="28571">
                  <a:srgbClr val="FCFEFB">
                    <a:alpha val="21101"/>
                  </a:srgbClr>
                </a:gs>
                <a:gs pos="42857">
                  <a:srgbClr val="FCFEFB">
                    <a:alpha val="14397"/>
                  </a:srgbClr>
                </a:gs>
                <a:gs pos="57143">
                  <a:srgbClr val="FCFEFB">
                    <a:alpha val="8253"/>
                  </a:srgbClr>
                </a:gs>
                <a:gs pos="71429">
                  <a:srgbClr val="FCFEFB">
                    <a:alpha val="3952"/>
                  </a:srgbClr>
                </a:gs>
                <a:gs pos="85714">
                  <a:srgbClr val="FCFEFB">
                    <a:alpha val="1582"/>
                  </a:srgbClr>
                </a:gs>
                <a:gs pos="100000">
                  <a:srgbClr val="FCFEFB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-8148364">
              <a:off x="2485595" y="410949"/>
              <a:ext cx="846641" cy="53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7646505">
              <a:off x="1807382" y="2840651"/>
              <a:ext cx="538215" cy="221174"/>
            </a:xfrm>
            <a:prstGeom prst="ellipse">
              <a:avLst/>
            </a:prstGeom>
            <a:gradFill>
              <a:gsLst>
                <a:gs pos="0">
                  <a:srgbClr val="FFFFFE">
                    <a:alpha val="13452"/>
                  </a:srgbClr>
                </a:gs>
                <a:gs pos="14286">
                  <a:srgbClr val="FFFFFE">
                    <a:alpha val="12435"/>
                  </a:srgbClr>
                </a:gs>
                <a:gs pos="28571">
                  <a:srgbClr val="FFFFFE">
                    <a:alpha val="9796"/>
                  </a:srgbClr>
                </a:gs>
                <a:gs pos="42857">
                  <a:srgbClr val="FFFFFE">
                    <a:alpha val="6539"/>
                  </a:srgbClr>
                </a:gs>
                <a:gs pos="57143">
                  <a:srgbClr val="FFFFFE">
                    <a:alpha val="3678"/>
                  </a:srgbClr>
                </a:gs>
                <a:gs pos="71429">
                  <a:srgbClr val="FFFFFE">
                    <a:alpha val="1739"/>
                  </a:srgbClr>
                </a:gs>
                <a:gs pos="85714">
                  <a:srgbClr val="FFFFFE">
                    <a:alpha val="691"/>
                  </a:srgbClr>
                </a:gs>
                <a:gs pos="100000">
                  <a:srgbClr val="FFFFFE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10002088">
              <a:off x="2973425" y="793417"/>
              <a:ext cx="745771" cy="739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595910">
              <a:off x="3309322" y="2586859"/>
              <a:ext cx="672912" cy="153323"/>
            </a:xfrm>
            <a:prstGeom prst="ellipse">
              <a:avLst/>
            </a:prstGeom>
            <a:gradFill>
              <a:gsLst>
                <a:gs pos="0">
                  <a:srgbClr val="B6B5B4">
                    <a:alpha val="32968"/>
                  </a:srgbClr>
                </a:gs>
                <a:gs pos="14286">
                  <a:srgbClr val="B6B5B4">
                    <a:alpha val="30764"/>
                  </a:srgbClr>
                </a:gs>
                <a:gs pos="28571">
                  <a:srgbClr val="B6B5B4">
                    <a:alpha val="24833"/>
                  </a:srgbClr>
                </a:gs>
                <a:gs pos="42857">
                  <a:srgbClr val="B6B5B4">
                    <a:alpha val="17075"/>
                  </a:srgbClr>
                </a:gs>
                <a:gs pos="57143">
                  <a:srgbClr val="B6B5B4">
                    <a:alpha val="9855"/>
                  </a:srgbClr>
                </a:gs>
                <a:gs pos="71429">
                  <a:srgbClr val="B6B5B4">
                    <a:alpha val="4740"/>
                  </a:srgbClr>
                </a:gs>
                <a:gs pos="85714">
                  <a:srgbClr val="B6B5B4">
                    <a:alpha val="1902"/>
                  </a:srgbClr>
                </a:gs>
                <a:gs pos="100000">
                  <a:srgbClr val="B6B5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7486498">
              <a:off x="1427539" y="486748"/>
              <a:ext cx="417525" cy="1197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2843212">
              <a:off x="1233917" y="1941206"/>
              <a:ext cx="499639" cy="769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4599968">
              <a:off x="1727884" y="2292076"/>
              <a:ext cx="435240" cy="178235"/>
            </a:xfrm>
            <a:prstGeom prst="ellipse">
              <a:avLst/>
            </a:prstGeom>
            <a:gradFill>
              <a:gsLst>
                <a:gs pos="0">
                  <a:srgbClr val="E8E5E8">
                    <a:alpha val="20637"/>
                  </a:srgbClr>
                </a:gs>
                <a:gs pos="14286">
                  <a:srgbClr val="E8E5E8">
                    <a:alpha val="19140"/>
                  </a:srgbClr>
                </a:gs>
                <a:gs pos="28571">
                  <a:srgbClr val="E8E5E8">
                    <a:alpha val="15207"/>
                  </a:srgbClr>
                </a:gs>
                <a:gs pos="42857">
                  <a:srgbClr val="E8E5E8">
                    <a:alpha val="10255"/>
                  </a:srgbClr>
                </a:gs>
                <a:gs pos="57143">
                  <a:srgbClr val="E8E5E8">
                    <a:alpha val="5819"/>
                  </a:srgbClr>
                </a:gs>
                <a:gs pos="71429">
                  <a:srgbClr val="E8E5E8">
                    <a:alpha val="2767"/>
                  </a:srgbClr>
                </a:gs>
                <a:gs pos="85714">
                  <a:srgbClr val="E8E5E8">
                    <a:alpha val="1104"/>
                  </a:srgbClr>
                </a:gs>
                <a:gs pos="100000">
                  <a:srgbClr val="E8E5E8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3562616">
              <a:off x="540105" y="917812"/>
              <a:ext cx="432937" cy="1042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8610083">
              <a:off x="2128550" y="3405383"/>
              <a:ext cx="479953" cy="962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8312038">
              <a:off x="3130022" y="2310129"/>
              <a:ext cx="718921" cy="390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9073290">
              <a:off x="767483" y="906678"/>
              <a:ext cx="811906" cy="896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-10144922">
              <a:off x="-3880" y="2404904"/>
              <a:ext cx="268959" cy="765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5538392">
              <a:off x="1619566" y="94445"/>
              <a:ext cx="231548" cy="127475"/>
            </a:xfrm>
            <a:prstGeom prst="ellipse">
              <a:avLst/>
            </a:prstGeom>
            <a:gradFill>
              <a:gsLst>
                <a:gs pos="0">
                  <a:srgbClr val="DCDBDB">
                    <a:alpha val="32968"/>
                  </a:srgbClr>
                </a:gs>
                <a:gs pos="14286">
                  <a:srgbClr val="DCDBDB">
                    <a:alpha val="30764"/>
                  </a:srgbClr>
                </a:gs>
                <a:gs pos="28571">
                  <a:srgbClr val="DCDBDB">
                    <a:alpha val="24833"/>
                  </a:srgbClr>
                </a:gs>
                <a:gs pos="42857">
                  <a:srgbClr val="DCDBDB">
                    <a:alpha val="17075"/>
                  </a:srgbClr>
                </a:gs>
                <a:gs pos="57143">
                  <a:srgbClr val="DCDBDB">
                    <a:alpha val="9855"/>
                  </a:srgbClr>
                </a:gs>
                <a:gs pos="71429">
                  <a:srgbClr val="DCDBDB">
                    <a:alpha val="4740"/>
                  </a:srgbClr>
                </a:gs>
                <a:gs pos="85714">
                  <a:srgbClr val="DCDBDB">
                    <a:alpha val="1902"/>
                  </a:srgbClr>
                </a:gs>
                <a:gs pos="100000">
                  <a:srgbClr val="DCDB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7068347">
              <a:off x="231695" y="1348413"/>
              <a:ext cx="803204" cy="547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6401250">
              <a:off x="1501728" y="2192854"/>
              <a:ext cx="682014" cy="109273"/>
            </a:xfrm>
            <a:prstGeom prst="ellipse">
              <a:avLst/>
            </a:prstGeom>
            <a:gradFill>
              <a:gsLst>
                <a:gs pos="0">
                  <a:srgbClr val="000000">
                    <a:alpha val="32693"/>
                  </a:srgbClr>
                </a:gs>
                <a:gs pos="14286">
                  <a:srgbClr val="000000">
                    <a:alpha val="30503"/>
                  </a:srgbClr>
                </a:gs>
                <a:gs pos="28571">
                  <a:srgbClr val="000000">
                    <a:alpha val="24613"/>
                  </a:srgbClr>
                </a:gs>
                <a:gs pos="42857">
                  <a:srgbClr val="000000">
                    <a:alpha val="16916"/>
                  </a:srgbClr>
                </a:gs>
                <a:gs pos="57143">
                  <a:srgbClr val="000000">
                    <a:alpha val="9759"/>
                  </a:srgbClr>
                </a:gs>
                <a:gs pos="71429">
                  <a:srgbClr val="000000">
                    <a:alpha val="4693"/>
                  </a:srgbClr>
                </a:gs>
                <a:gs pos="85714">
                  <a:srgbClr val="000000">
                    <a:alpha val="1883"/>
                  </a:srgbClr>
                </a:gs>
                <a:gs pos="100000">
                  <a:srgbClr val="0000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4591288">
              <a:off x="246876" y="3089423"/>
              <a:ext cx="806089" cy="642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-9957170">
              <a:off x="1725152" y="3173689"/>
              <a:ext cx="763686" cy="661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5750673">
              <a:off x="1956974" y="395354"/>
              <a:ext cx="722841" cy="90357"/>
            </a:xfrm>
            <a:prstGeom prst="ellipse">
              <a:avLst/>
            </a:prstGeom>
            <a:gradFill>
              <a:gsLst>
                <a:gs pos="0">
                  <a:srgbClr val="FEFCFE">
                    <a:alpha val="32968"/>
                  </a:srgbClr>
                </a:gs>
                <a:gs pos="14286">
                  <a:srgbClr val="FEFCFE">
                    <a:alpha val="30764"/>
                  </a:srgbClr>
                </a:gs>
                <a:gs pos="28571">
                  <a:srgbClr val="FEFCFE">
                    <a:alpha val="24833"/>
                  </a:srgbClr>
                </a:gs>
                <a:gs pos="42857">
                  <a:srgbClr val="FEFCFE">
                    <a:alpha val="17075"/>
                  </a:srgbClr>
                </a:gs>
                <a:gs pos="57143">
                  <a:srgbClr val="FEFCFE">
                    <a:alpha val="9855"/>
                  </a:srgbClr>
                </a:gs>
                <a:gs pos="71429">
                  <a:srgbClr val="FEFCFE">
                    <a:alpha val="4740"/>
                  </a:srgbClr>
                </a:gs>
                <a:gs pos="85714">
                  <a:srgbClr val="FEFCFE">
                    <a:alpha val="1902"/>
                  </a:srgbClr>
                </a:gs>
                <a:gs pos="100000">
                  <a:srgbClr val="FEFC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9852785">
              <a:off x="1011897" y="3339570"/>
              <a:ext cx="648441" cy="388554"/>
            </a:xfrm>
            <a:prstGeom prst="ellipse">
              <a:avLst/>
            </a:prstGeom>
            <a:gradFill>
              <a:gsLst>
                <a:gs pos="0">
                  <a:srgbClr val="241A24">
                    <a:alpha val="30042"/>
                  </a:srgbClr>
                </a:gs>
                <a:gs pos="14286">
                  <a:srgbClr val="241A24">
                    <a:alpha val="27991"/>
                  </a:srgbClr>
                </a:gs>
                <a:gs pos="28571">
                  <a:srgbClr val="241A24">
                    <a:alpha val="22506"/>
                  </a:srgbClr>
                </a:gs>
                <a:gs pos="42857">
                  <a:srgbClr val="241A24">
                    <a:alpha val="15400"/>
                  </a:srgbClr>
                </a:gs>
                <a:gs pos="57143">
                  <a:srgbClr val="241A24">
                    <a:alpha val="8850"/>
                  </a:srgbClr>
                </a:gs>
                <a:gs pos="71429">
                  <a:srgbClr val="241A24">
                    <a:alpha val="4245"/>
                  </a:srgbClr>
                </a:gs>
                <a:gs pos="85714">
                  <a:srgbClr val="241A24">
                    <a:alpha val="1701"/>
                  </a:srgbClr>
                </a:gs>
                <a:gs pos="100000">
                  <a:srgbClr val="241A24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-8624287">
              <a:off x="3073699" y="1926564"/>
              <a:ext cx="928371" cy="1019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5828746">
              <a:off x="2684425" y="1142579"/>
              <a:ext cx="758174" cy="361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3385999">
              <a:off x="3012325" y="297251"/>
              <a:ext cx="771297" cy="882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7101701">
              <a:off x="1044302" y="834868"/>
              <a:ext cx="782401" cy="1003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-9914403">
              <a:off x="2521710" y="445566"/>
              <a:ext cx="815887" cy="1335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5836793">
              <a:off x="133322" y="2559140"/>
              <a:ext cx="828688" cy="632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7421302">
              <a:off x="1387704" y="2296494"/>
              <a:ext cx="520768" cy="637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-8756579">
              <a:off x="2313642" y="3561620"/>
              <a:ext cx="826050" cy="719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9962915">
              <a:off x="-70753" y="3491566"/>
              <a:ext cx="718203" cy="94035"/>
            </a:xfrm>
            <a:prstGeom prst="ellipse">
              <a:avLst/>
            </a:prstGeom>
            <a:gradFill>
              <a:gsLst>
                <a:gs pos="0">
                  <a:srgbClr val="000000">
                    <a:alpha val="20767"/>
                  </a:srgbClr>
                </a:gs>
                <a:gs pos="14286">
                  <a:srgbClr val="000000">
                    <a:alpha val="19261"/>
                  </a:srgbClr>
                </a:gs>
                <a:gs pos="28571">
                  <a:srgbClr val="000000">
                    <a:alpha val="15305"/>
                  </a:srgbClr>
                </a:gs>
                <a:gs pos="42857">
                  <a:srgbClr val="000000">
                    <a:alpha val="10323"/>
                  </a:srgbClr>
                </a:gs>
                <a:gs pos="57143">
                  <a:srgbClr val="000000">
                    <a:alpha val="5859"/>
                  </a:srgbClr>
                </a:gs>
                <a:gs pos="71429">
                  <a:srgbClr val="000000">
                    <a:alpha val="2787"/>
                  </a:srgbClr>
                </a:gs>
                <a:gs pos="85714">
                  <a:srgbClr val="000000">
                    <a:alpha val="1111"/>
                  </a:srgbClr>
                </a:gs>
                <a:gs pos="100000">
                  <a:srgbClr val="0000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6254535">
              <a:off x="2144709" y="1209075"/>
              <a:ext cx="284580" cy="99427"/>
            </a:xfrm>
            <a:prstGeom prst="ellipse">
              <a:avLst/>
            </a:prstGeom>
            <a:gradFill>
              <a:gsLst>
                <a:gs pos="0">
                  <a:srgbClr val="E7E7E7">
                    <a:alpha val="32968"/>
                  </a:srgbClr>
                </a:gs>
                <a:gs pos="14286">
                  <a:srgbClr val="E7E7E7">
                    <a:alpha val="30764"/>
                  </a:srgbClr>
                </a:gs>
                <a:gs pos="28571">
                  <a:srgbClr val="E7E7E7">
                    <a:alpha val="24833"/>
                  </a:srgbClr>
                </a:gs>
                <a:gs pos="42857">
                  <a:srgbClr val="E7E7E7">
                    <a:alpha val="17075"/>
                  </a:srgbClr>
                </a:gs>
                <a:gs pos="57143">
                  <a:srgbClr val="E7E7E7">
                    <a:alpha val="9855"/>
                  </a:srgbClr>
                </a:gs>
                <a:gs pos="71429">
                  <a:srgbClr val="E7E7E7">
                    <a:alpha val="4740"/>
                  </a:srgbClr>
                </a:gs>
                <a:gs pos="85714">
                  <a:srgbClr val="E7E7E7">
                    <a:alpha val="1902"/>
                  </a:srgbClr>
                </a:gs>
                <a:gs pos="100000">
                  <a:srgbClr val="E7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8891147">
              <a:off x="1496222" y="1684602"/>
              <a:ext cx="630366" cy="108013"/>
            </a:xfrm>
            <a:prstGeom prst="ellipse">
              <a:avLst/>
            </a:prstGeom>
            <a:gradFill>
              <a:gsLst>
                <a:gs pos="0">
                  <a:srgbClr val="F9FAF8">
                    <a:alpha val="32968"/>
                  </a:srgbClr>
                </a:gs>
                <a:gs pos="14286">
                  <a:srgbClr val="F9FAF8">
                    <a:alpha val="30764"/>
                  </a:srgbClr>
                </a:gs>
                <a:gs pos="28571">
                  <a:srgbClr val="F9FAF8">
                    <a:alpha val="24833"/>
                  </a:srgbClr>
                </a:gs>
                <a:gs pos="42857">
                  <a:srgbClr val="F9FAF8">
                    <a:alpha val="17075"/>
                  </a:srgbClr>
                </a:gs>
                <a:gs pos="57143">
                  <a:srgbClr val="F9FAF8">
                    <a:alpha val="9855"/>
                  </a:srgbClr>
                </a:gs>
                <a:gs pos="71429">
                  <a:srgbClr val="F9FAF8">
                    <a:alpha val="4740"/>
                  </a:srgbClr>
                </a:gs>
                <a:gs pos="85714">
                  <a:srgbClr val="F9FAF8">
                    <a:alpha val="1902"/>
                  </a:srgbClr>
                </a:gs>
                <a:gs pos="100000">
                  <a:srgbClr val="F9FA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6852072">
              <a:off x="669054" y="3536830"/>
              <a:ext cx="590933" cy="1738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3010554">
              <a:off x="493278" y="-20610"/>
              <a:ext cx="774503" cy="1145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-10001209">
              <a:off x="2555573" y="2343382"/>
              <a:ext cx="214244" cy="90140"/>
            </a:xfrm>
            <a:prstGeom prst="ellipse">
              <a:avLst/>
            </a:prstGeom>
            <a:gradFill>
              <a:gsLst>
                <a:gs pos="0">
                  <a:srgbClr val="ECEAEA">
                    <a:alpha val="32860"/>
                  </a:srgbClr>
                </a:gs>
                <a:gs pos="14286">
                  <a:srgbClr val="ECEAEA">
                    <a:alpha val="30662"/>
                  </a:srgbClr>
                </a:gs>
                <a:gs pos="28571">
                  <a:srgbClr val="ECEAEA">
                    <a:alpha val="24747"/>
                  </a:srgbClr>
                </a:gs>
                <a:gs pos="42857">
                  <a:srgbClr val="ECEAEA">
                    <a:alpha val="17013"/>
                  </a:srgbClr>
                </a:gs>
                <a:gs pos="57143">
                  <a:srgbClr val="ECEAEA">
                    <a:alpha val="9817"/>
                  </a:srgbClr>
                </a:gs>
                <a:gs pos="71429">
                  <a:srgbClr val="ECEAEA">
                    <a:alpha val="4722"/>
                  </a:srgbClr>
                </a:gs>
                <a:gs pos="85714">
                  <a:srgbClr val="ECEAEA">
                    <a:alpha val="1895"/>
                  </a:srgbClr>
                </a:gs>
                <a:gs pos="100000">
                  <a:srgbClr val="ECEAEA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2754532">
              <a:off x="2536590" y="2019500"/>
              <a:ext cx="744023" cy="72720"/>
            </a:xfrm>
            <a:prstGeom prst="ellipse">
              <a:avLst/>
            </a:prstGeom>
            <a:gradFill>
              <a:gsLst>
                <a:gs pos="0">
                  <a:srgbClr val="040011">
                    <a:alpha val="32968"/>
                  </a:srgbClr>
                </a:gs>
                <a:gs pos="14286">
                  <a:srgbClr val="040011">
                    <a:alpha val="30764"/>
                  </a:srgbClr>
                </a:gs>
                <a:gs pos="28571">
                  <a:srgbClr val="040011">
                    <a:alpha val="24833"/>
                  </a:srgbClr>
                </a:gs>
                <a:gs pos="42857">
                  <a:srgbClr val="040011">
                    <a:alpha val="17075"/>
                  </a:srgbClr>
                </a:gs>
                <a:gs pos="57143">
                  <a:srgbClr val="040011">
                    <a:alpha val="9855"/>
                  </a:srgbClr>
                </a:gs>
                <a:gs pos="71429">
                  <a:srgbClr val="040011">
                    <a:alpha val="4740"/>
                  </a:srgbClr>
                </a:gs>
                <a:gs pos="85714">
                  <a:srgbClr val="040011">
                    <a:alpha val="1902"/>
                  </a:srgbClr>
                </a:gs>
                <a:gs pos="100000">
                  <a:srgbClr val="04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5406431">
              <a:off x="724802" y="2103686"/>
              <a:ext cx="515140" cy="849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3925786">
              <a:off x="-192881" y="1329711"/>
              <a:ext cx="741687" cy="500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8324010">
              <a:off x="2202062" y="25695"/>
              <a:ext cx="398253" cy="116042"/>
            </a:xfrm>
            <a:prstGeom prst="ellipse">
              <a:avLst/>
            </a:prstGeom>
            <a:gradFill>
              <a:gsLst>
                <a:gs pos="0">
                  <a:srgbClr val="D3D2D4">
                    <a:alpha val="30701"/>
                  </a:srgbClr>
                </a:gs>
                <a:gs pos="14286">
                  <a:srgbClr val="D3D2D4">
                    <a:alpha val="28615"/>
                  </a:srgbClr>
                </a:gs>
                <a:gs pos="28571">
                  <a:srgbClr val="D3D2D4">
                    <a:alpha val="23028"/>
                  </a:srgbClr>
                </a:gs>
                <a:gs pos="42857">
                  <a:srgbClr val="D3D2D4">
                    <a:alpha val="15774"/>
                  </a:srgbClr>
                </a:gs>
                <a:gs pos="57143">
                  <a:srgbClr val="D3D2D4">
                    <a:alpha val="9074"/>
                  </a:srgbClr>
                </a:gs>
                <a:gs pos="71429">
                  <a:srgbClr val="D3D2D4">
                    <a:alpha val="4355"/>
                  </a:srgbClr>
                </a:gs>
                <a:gs pos="85714">
                  <a:srgbClr val="D3D2D4">
                    <a:alpha val="1745"/>
                  </a:srgbClr>
                </a:gs>
                <a:gs pos="100000">
                  <a:srgbClr val="D3D2D4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10025439">
              <a:off x="1268742" y="826761"/>
              <a:ext cx="578008" cy="75765"/>
            </a:xfrm>
            <a:prstGeom prst="ellipse">
              <a:avLst/>
            </a:prstGeom>
            <a:gradFill>
              <a:gsLst>
                <a:gs pos="0">
                  <a:srgbClr val="CDCED0">
                    <a:alpha val="32968"/>
                  </a:srgbClr>
                </a:gs>
                <a:gs pos="14286">
                  <a:srgbClr val="CDCED0">
                    <a:alpha val="30764"/>
                  </a:srgbClr>
                </a:gs>
                <a:gs pos="28571">
                  <a:srgbClr val="CDCED0">
                    <a:alpha val="24833"/>
                  </a:srgbClr>
                </a:gs>
                <a:gs pos="42857">
                  <a:srgbClr val="CDCED0">
                    <a:alpha val="17075"/>
                  </a:srgbClr>
                </a:gs>
                <a:gs pos="57143">
                  <a:srgbClr val="CDCED0">
                    <a:alpha val="9855"/>
                  </a:srgbClr>
                </a:gs>
                <a:gs pos="71429">
                  <a:srgbClr val="CDCED0">
                    <a:alpha val="4740"/>
                  </a:srgbClr>
                </a:gs>
                <a:gs pos="85714">
                  <a:srgbClr val="CDCED0">
                    <a:alpha val="1902"/>
                  </a:srgbClr>
                </a:gs>
                <a:gs pos="100000">
                  <a:srgbClr val="CDCE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7774598">
              <a:off x="2057731" y="200809"/>
              <a:ext cx="608243" cy="126822"/>
            </a:xfrm>
            <a:prstGeom prst="ellipse">
              <a:avLst/>
            </a:prstGeom>
            <a:gradFill>
              <a:gsLst>
                <a:gs pos="0">
                  <a:srgbClr val="C4C7C4">
                    <a:alpha val="32968"/>
                  </a:srgbClr>
                </a:gs>
                <a:gs pos="14286">
                  <a:srgbClr val="C4C7C4">
                    <a:alpha val="30764"/>
                  </a:srgbClr>
                </a:gs>
                <a:gs pos="28571">
                  <a:srgbClr val="C4C7C4">
                    <a:alpha val="24833"/>
                  </a:srgbClr>
                </a:gs>
                <a:gs pos="42857">
                  <a:srgbClr val="C4C7C4">
                    <a:alpha val="17075"/>
                  </a:srgbClr>
                </a:gs>
                <a:gs pos="57143">
                  <a:srgbClr val="C4C7C4">
                    <a:alpha val="9855"/>
                  </a:srgbClr>
                </a:gs>
                <a:gs pos="71429">
                  <a:srgbClr val="C4C7C4">
                    <a:alpha val="4740"/>
                  </a:srgbClr>
                </a:gs>
                <a:gs pos="85714">
                  <a:srgbClr val="C4C7C4">
                    <a:alpha val="1902"/>
                  </a:srgbClr>
                </a:gs>
                <a:gs pos="100000">
                  <a:srgbClr val="C4C7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5347834">
              <a:off x="2014891" y="3480735"/>
              <a:ext cx="317261" cy="975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9338426">
              <a:off x="1718567" y="3582137"/>
              <a:ext cx="396611" cy="439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3658574">
              <a:off x="2786909" y="2946683"/>
              <a:ext cx="556263" cy="1151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3219278">
              <a:off x="887078" y="1312429"/>
              <a:ext cx="537209" cy="243193"/>
            </a:xfrm>
            <a:prstGeom prst="ellipse">
              <a:avLst/>
            </a:prstGeom>
            <a:gradFill>
              <a:gsLst>
                <a:gs pos="0">
                  <a:srgbClr val="FBF9FA">
                    <a:alpha val="32968"/>
                  </a:srgbClr>
                </a:gs>
                <a:gs pos="14286">
                  <a:srgbClr val="FBF9FA">
                    <a:alpha val="30764"/>
                  </a:srgbClr>
                </a:gs>
                <a:gs pos="28571">
                  <a:srgbClr val="FBF9FA">
                    <a:alpha val="24833"/>
                  </a:srgbClr>
                </a:gs>
                <a:gs pos="42857">
                  <a:srgbClr val="FBF9FA">
                    <a:alpha val="17075"/>
                  </a:srgbClr>
                </a:gs>
                <a:gs pos="57143">
                  <a:srgbClr val="FBF9FA">
                    <a:alpha val="9855"/>
                  </a:srgbClr>
                </a:gs>
                <a:gs pos="71429">
                  <a:srgbClr val="FBF9FA">
                    <a:alpha val="4740"/>
                  </a:srgbClr>
                </a:gs>
                <a:gs pos="85714">
                  <a:srgbClr val="FBF9FA">
                    <a:alpha val="1902"/>
                  </a:srgbClr>
                </a:gs>
                <a:gs pos="100000">
                  <a:srgbClr val="FBF9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3290194">
              <a:off x="3010923" y="-9468"/>
              <a:ext cx="312951" cy="91507"/>
            </a:xfrm>
            <a:prstGeom prst="ellipse">
              <a:avLst/>
            </a:prstGeom>
            <a:gradFill>
              <a:gsLst>
                <a:gs pos="0">
                  <a:srgbClr val="C2C2C4">
                    <a:alpha val="32968"/>
                  </a:srgbClr>
                </a:gs>
                <a:gs pos="14286">
                  <a:srgbClr val="C2C2C4">
                    <a:alpha val="30764"/>
                  </a:srgbClr>
                </a:gs>
                <a:gs pos="28571">
                  <a:srgbClr val="C2C2C4">
                    <a:alpha val="24833"/>
                  </a:srgbClr>
                </a:gs>
                <a:gs pos="42857">
                  <a:srgbClr val="C2C2C4">
                    <a:alpha val="17075"/>
                  </a:srgbClr>
                </a:gs>
                <a:gs pos="57143">
                  <a:srgbClr val="C2C2C4">
                    <a:alpha val="9855"/>
                  </a:srgbClr>
                </a:gs>
                <a:gs pos="71429">
                  <a:srgbClr val="C2C2C4">
                    <a:alpha val="4740"/>
                  </a:srgbClr>
                </a:gs>
                <a:gs pos="85714">
                  <a:srgbClr val="C2C2C4">
                    <a:alpha val="1902"/>
                  </a:srgbClr>
                </a:gs>
                <a:gs pos="100000">
                  <a:srgbClr val="C2C2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-8996757">
              <a:off x="2341541" y="727661"/>
              <a:ext cx="759747" cy="723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3042737">
              <a:off x="3026199" y="3513753"/>
              <a:ext cx="726084" cy="1072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4803834">
              <a:off x="1127927" y="1386095"/>
              <a:ext cx="282681" cy="66183"/>
            </a:xfrm>
            <a:prstGeom prst="ellipse">
              <a:avLst/>
            </a:prstGeom>
            <a:gradFill>
              <a:gsLst>
                <a:gs pos="0">
                  <a:srgbClr val="D7D5D5">
                    <a:alpha val="32968"/>
                  </a:srgbClr>
                </a:gs>
                <a:gs pos="14286">
                  <a:srgbClr val="D7D5D5">
                    <a:alpha val="30764"/>
                  </a:srgbClr>
                </a:gs>
                <a:gs pos="28571">
                  <a:srgbClr val="D7D5D5">
                    <a:alpha val="24833"/>
                  </a:srgbClr>
                </a:gs>
                <a:gs pos="42857">
                  <a:srgbClr val="D7D5D5">
                    <a:alpha val="17075"/>
                  </a:srgbClr>
                </a:gs>
                <a:gs pos="57143">
                  <a:srgbClr val="D7D5D5">
                    <a:alpha val="9855"/>
                  </a:srgbClr>
                </a:gs>
                <a:gs pos="71429">
                  <a:srgbClr val="D7D5D5">
                    <a:alpha val="4740"/>
                  </a:srgbClr>
                </a:gs>
                <a:gs pos="85714">
                  <a:srgbClr val="D7D5D5">
                    <a:alpha val="1902"/>
                  </a:srgbClr>
                </a:gs>
                <a:gs pos="100000">
                  <a:srgbClr val="D7D5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6169582">
              <a:off x="1687896" y="3324170"/>
              <a:ext cx="464230" cy="597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9564283">
              <a:off x="1769347" y="440124"/>
              <a:ext cx="807870" cy="1082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-10333076">
              <a:off x="249164" y="1470456"/>
              <a:ext cx="699554" cy="1098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8888648">
              <a:off x="2364727" y="1910805"/>
              <a:ext cx="537911" cy="776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5230115">
              <a:off x="1277427" y="2041259"/>
              <a:ext cx="841466" cy="953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10157741">
              <a:off x="2335946" y="614908"/>
              <a:ext cx="658161" cy="702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5311678">
              <a:off x="2760094" y="3081822"/>
              <a:ext cx="733566" cy="48325"/>
            </a:xfrm>
            <a:prstGeom prst="ellipse">
              <a:avLst/>
            </a:prstGeom>
            <a:gradFill>
              <a:gsLst>
                <a:gs pos="0">
                  <a:srgbClr val="FDFDFE">
                    <a:alpha val="32968"/>
                  </a:srgbClr>
                </a:gs>
                <a:gs pos="14286">
                  <a:srgbClr val="FDFDFE">
                    <a:alpha val="30764"/>
                  </a:srgbClr>
                </a:gs>
                <a:gs pos="28571">
                  <a:srgbClr val="FDFDFE">
                    <a:alpha val="24833"/>
                  </a:srgbClr>
                </a:gs>
                <a:gs pos="42857">
                  <a:srgbClr val="FDFDFE">
                    <a:alpha val="17075"/>
                  </a:srgbClr>
                </a:gs>
                <a:gs pos="57143">
                  <a:srgbClr val="FDFDFE">
                    <a:alpha val="9855"/>
                  </a:srgbClr>
                </a:gs>
                <a:gs pos="71429">
                  <a:srgbClr val="FDFDFE">
                    <a:alpha val="4740"/>
                  </a:srgbClr>
                </a:gs>
                <a:gs pos="85714">
                  <a:srgbClr val="FDFDFE">
                    <a:alpha val="1902"/>
                  </a:srgbClr>
                </a:gs>
                <a:gs pos="100000">
                  <a:srgbClr val="FDFD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-8713692">
              <a:off x="2348628" y="1304020"/>
              <a:ext cx="438048" cy="781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-9861251">
              <a:off x="2017305" y="678518"/>
              <a:ext cx="738371" cy="110202"/>
            </a:xfrm>
            <a:prstGeom prst="ellipse">
              <a:avLst/>
            </a:prstGeom>
            <a:gradFill>
              <a:gsLst>
                <a:gs pos="0">
                  <a:srgbClr val="ADB0B0">
                    <a:alpha val="32968"/>
                  </a:srgbClr>
                </a:gs>
                <a:gs pos="14286">
                  <a:srgbClr val="ADB0B0">
                    <a:alpha val="30764"/>
                  </a:srgbClr>
                </a:gs>
                <a:gs pos="28571">
                  <a:srgbClr val="ADB0B0">
                    <a:alpha val="24833"/>
                  </a:srgbClr>
                </a:gs>
                <a:gs pos="42857">
                  <a:srgbClr val="ADB0B0">
                    <a:alpha val="17075"/>
                  </a:srgbClr>
                </a:gs>
                <a:gs pos="57143">
                  <a:srgbClr val="ADB0B0">
                    <a:alpha val="9855"/>
                  </a:srgbClr>
                </a:gs>
                <a:gs pos="71429">
                  <a:srgbClr val="ADB0B0">
                    <a:alpha val="4740"/>
                  </a:srgbClr>
                </a:gs>
                <a:gs pos="85714">
                  <a:srgbClr val="ADB0B0">
                    <a:alpha val="1902"/>
                  </a:srgbClr>
                </a:gs>
                <a:gs pos="100000">
                  <a:srgbClr val="ADB0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-8192871">
              <a:off x="2781366" y="2292242"/>
              <a:ext cx="532122" cy="99129"/>
            </a:xfrm>
            <a:prstGeom prst="ellipse">
              <a:avLst/>
            </a:prstGeom>
            <a:gradFill>
              <a:gsLst>
                <a:gs pos="0">
                  <a:srgbClr val="C1C2C4">
                    <a:alpha val="32968"/>
                  </a:srgbClr>
                </a:gs>
                <a:gs pos="14286">
                  <a:srgbClr val="C1C2C4">
                    <a:alpha val="30764"/>
                  </a:srgbClr>
                </a:gs>
                <a:gs pos="28571">
                  <a:srgbClr val="C1C2C4">
                    <a:alpha val="24833"/>
                  </a:srgbClr>
                </a:gs>
                <a:gs pos="42857">
                  <a:srgbClr val="C1C2C4">
                    <a:alpha val="17075"/>
                  </a:srgbClr>
                </a:gs>
                <a:gs pos="57143">
                  <a:srgbClr val="C1C2C4">
                    <a:alpha val="9855"/>
                  </a:srgbClr>
                </a:gs>
                <a:gs pos="71429">
                  <a:srgbClr val="C1C2C4">
                    <a:alpha val="4740"/>
                  </a:srgbClr>
                </a:gs>
                <a:gs pos="85714">
                  <a:srgbClr val="C1C2C4">
                    <a:alpha val="1902"/>
                  </a:srgbClr>
                </a:gs>
                <a:gs pos="100000">
                  <a:srgbClr val="C1C2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8964888">
              <a:off x="1597232" y="2532479"/>
              <a:ext cx="580231" cy="71881"/>
            </a:xfrm>
            <a:prstGeom prst="ellipse">
              <a:avLst/>
            </a:prstGeom>
            <a:gradFill>
              <a:gsLst>
                <a:gs pos="0">
                  <a:srgbClr val="FAF9F9">
                    <a:alpha val="32968"/>
                  </a:srgbClr>
                </a:gs>
                <a:gs pos="14286">
                  <a:srgbClr val="FAF9F9">
                    <a:alpha val="30764"/>
                  </a:srgbClr>
                </a:gs>
                <a:gs pos="28571">
                  <a:srgbClr val="FAF9F9">
                    <a:alpha val="24833"/>
                  </a:srgbClr>
                </a:gs>
                <a:gs pos="42857">
                  <a:srgbClr val="FAF9F9">
                    <a:alpha val="17075"/>
                  </a:srgbClr>
                </a:gs>
                <a:gs pos="57143">
                  <a:srgbClr val="FAF9F9">
                    <a:alpha val="9855"/>
                  </a:srgbClr>
                </a:gs>
                <a:gs pos="71429">
                  <a:srgbClr val="FAF9F9">
                    <a:alpha val="4740"/>
                  </a:srgbClr>
                </a:gs>
                <a:gs pos="85714">
                  <a:srgbClr val="FAF9F9">
                    <a:alpha val="1902"/>
                  </a:srgbClr>
                </a:gs>
                <a:gs pos="100000">
                  <a:srgbClr val="FA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061950">
              <a:off x="891400" y="2509750"/>
              <a:ext cx="373958" cy="2751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9276543">
              <a:off x="1672128" y="1693111"/>
              <a:ext cx="691787" cy="115486"/>
            </a:xfrm>
            <a:prstGeom prst="ellipse">
              <a:avLst/>
            </a:prstGeom>
            <a:gradFill>
              <a:gsLst>
                <a:gs pos="0">
                  <a:srgbClr val="E6E6E6">
                    <a:alpha val="32968"/>
                  </a:srgbClr>
                </a:gs>
                <a:gs pos="14286">
                  <a:srgbClr val="E6E6E6">
                    <a:alpha val="30764"/>
                  </a:srgbClr>
                </a:gs>
                <a:gs pos="28571">
                  <a:srgbClr val="E6E6E6">
                    <a:alpha val="24833"/>
                  </a:srgbClr>
                </a:gs>
                <a:gs pos="42857">
                  <a:srgbClr val="E6E6E6">
                    <a:alpha val="17075"/>
                  </a:srgbClr>
                </a:gs>
                <a:gs pos="57143">
                  <a:srgbClr val="E6E6E6">
                    <a:alpha val="9855"/>
                  </a:srgbClr>
                </a:gs>
                <a:gs pos="71429">
                  <a:srgbClr val="E6E6E6">
                    <a:alpha val="4740"/>
                  </a:srgbClr>
                </a:gs>
                <a:gs pos="85714">
                  <a:srgbClr val="E6E6E6">
                    <a:alpha val="1902"/>
                  </a:srgbClr>
                </a:gs>
                <a:gs pos="100000">
                  <a:srgbClr val="E6E6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9904236">
              <a:off x="3287519" y="3382946"/>
              <a:ext cx="217376" cy="886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9693370">
              <a:off x="-226118" y="1072399"/>
              <a:ext cx="738388" cy="1254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8946356">
              <a:off x="2768386" y="2200139"/>
              <a:ext cx="694821" cy="57010"/>
            </a:xfrm>
            <a:prstGeom prst="ellipse">
              <a:avLst/>
            </a:prstGeom>
            <a:gradFill>
              <a:gsLst>
                <a:gs pos="0">
                  <a:srgbClr val="FFFFFF">
                    <a:alpha val="13630"/>
                  </a:srgbClr>
                </a:gs>
                <a:gs pos="14286">
                  <a:srgbClr val="FFFFFF">
                    <a:alpha val="12601"/>
                  </a:srgbClr>
                </a:gs>
                <a:gs pos="28571">
                  <a:srgbClr val="FFFFFF">
                    <a:alpha val="9929"/>
                  </a:srgbClr>
                </a:gs>
                <a:gs pos="42857">
                  <a:srgbClr val="FFFFFF">
                    <a:alpha val="6629"/>
                  </a:srgbClr>
                </a:gs>
                <a:gs pos="57143">
                  <a:srgbClr val="FFFFFF">
                    <a:alpha val="3729"/>
                  </a:srgbClr>
                </a:gs>
                <a:gs pos="71429">
                  <a:srgbClr val="FFFFFF">
                    <a:alpha val="1763"/>
                  </a:srgbClr>
                </a:gs>
                <a:gs pos="85714">
                  <a:srgbClr val="FFFFFF">
                    <a:alpha val="701"/>
                  </a:srgbClr>
                </a:gs>
                <a:gs pos="100000">
                  <a:srgbClr val="FFFFFF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2856773">
              <a:off x="2554801" y="808610"/>
              <a:ext cx="489863" cy="11496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7617787">
              <a:off x="1112484" y="8143"/>
              <a:ext cx="404505" cy="106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7250493">
              <a:off x="921237" y="3204837"/>
              <a:ext cx="916754" cy="1210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4042732">
              <a:off x="1493310" y="2769242"/>
              <a:ext cx="779830" cy="874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5207459">
              <a:off x="1050223" y="2320762"/>
              <a:ext cx="586308" cy="150370"/>
            </a:xfrm>
            <a:prstGeom prst="ellipse">
              <a:avLst/>
            </a:prstGeom>
            <a:gradFill>
              <a:gsLst>
                <a:gs pos="0">
                  <a:srgbClr val="FFFEFE">
                    <a:alpha val="31585"/>
                  </a:srgbClr>
                </a:gs>
                <a:gs pos="14286">
                  <a:srgbClr val="FFFEFE">
                    <a:alpha val="29452"/>
                  </a:srgbClr>
                </a:gs>
                <a:gs pos="28571">
                  <a:srgbClr val="FFFEFE">
                    <a:alpha val="23730"/>
                  </a:srgbClr>
                </a:gs>
                <a:gs pos="42857">
                  <a:srgbClr val="FFFEFE">
                    <a:alpha val="16279"/>
                  </a:srgbClr>
                </a:gs>
                <a:gs pos="57143">
                  <a:srgbClr val="FFFEFE">
                    <a:alpha val="9376"/>
                  </a:srgbClr>
                </a:gs>
                <a:gs pos="71429">
                  <a:srgbClr val="FFFEFE">
                    <a:alpha val="4504"/>
                  </a:srgbClr>
                </a:gs>
                <a:gs pos="85714">
                  <a:srgbClr val="FFFEFE">
                    <a:alpha val="1806"/>
                  </a:srgbClr>
                </a:gs>
                <a:gs pos="100000">
                  <a:srgbClr val="FFFEFE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10020441">
              <a:off x="1325426" y="2316558"/>
              <a:ext cx="467847" cy="264079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9566196">
              <a:off x="1305402" y="3207364"/>
              <a:ext cx="484577" cy="155330"/>
            </a:xfrm>
            <a:prstGeom prst="ellipse">
              <a:avLst/>
            </a:prstGeom>
            <a:gradFill>
              <a:gsLst>
                <a:gs pos="0">
                  <a:srgbClr val="F6F7F8">
                    <a:alpha val="31083"/>
                  </a:srgbClr>
                </a:gs>
                <a:gs pos="14286">
                  <a:srgbClr val="F6F7F8">
                    <a:alpha val="28976"/>
                  </a:srgbClr>
                </a:gs>
                <a:gs pos="28571">
                  <a:srgbClr val="F6F7F8">
                    <a:alpha val="23331"/>
                  </a:srgbClr>
                </a:gs>
                <a:gs pos="42857">
                  <a:srgbClr val="F6F7F8">
                    <a:alpha val="15992"/>
                  </a:srgbClr>
                </a:gs>
                <a:gs pos="57143">
                  <a:srgbClr val="F6F7F8">
                    <a:alpha val="9204"/>
                  </a:srgbClr>
                </a:gs>
                <a:gs pos="71429">
                  <a:srgbClr val="F6F7F8">
                    <a:alpha val="4419"/>
                  </a:srgbClr>
                </a:gs>
                <a:gs pos="85714">
                  <a:srgbClr val="F6F7F8">
                    <a:alpha val="1771"/>
                  </a:srgbClr>
                </a:gs>
                <a:gs pos="100000">
                  <a:srgbClr val="F6F7F8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6995757">
              <a:off x="963908" y="2369096"/>
              <a:ext cx="742961" cy="1314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634319">
              <a:off x="945937" y="481558"/>
              <a:ext cx="849318" cy="1119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3663794">
              <a:off x="-31187" y="1913272"/>
              <a:ext cx="574544" cy="542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9320494">
              <a:off x="189867" y="1195995"/>
              <a:ext cx="639540" cy="84090"/>
            </a:xfrm>
            <a:prstGeom prst="ellipse">
              <a:avLst/>
            </a:prstGeom>
            <a:gradFill>
              <a:gsLst>
                <a:gs pos="0">
                  <a:srgbClr val="FAFCFA">
                    <a:alpha val="7937"/>
                  </a:srgbClr>
                </a:gs>
                <a:gs pos="14286">
                  <a:srgbClr val="FAFCFA">
                    <a:alpha val="7319"/>
                  </a:srgbClr>
                </a:gs>
                <a:gs pos="28571">
                  <a:srgbClr val="FAFCFA">
                    <a:alpha val="5731"/>
                  </a:srgbClr>
                </a:gs>
                <a:gs pos="42857">
                  <a:srgbClr val="FAFCFA">
                    <a:alpha val="3797"/>
                  </a:srgbClr>
                </a:gs>
                <a:gs pos="57143">
                  <a:srgbClr val="FAFCFA">
                    <a:alpha val="2122"/>
                  </a:srgbClr>
                </a:gs>
                <a:gs pos="71429">
                  <a:srgbClr val="FAFCFA">
                    <a:alpha val="999"/>
                  </a:srgbClr>
                </a:gs>
                <a:gs pos="85714">
                  <a:srgbClr val="FAFCFA">
                    <a:alpha val="396"/>
                  </a:srgbClr>
                </a:gs>
                <a:gs pos="100000">
                  <a:srgbClr val="FAFCFA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6522475">
              <a:off x="2985372" y="3529521"/>
              <a:ext cx="245324" cy="811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7311850">
              <a:off x="2596082" y="2818991"/>
              <a:ext cx="584731" cy="1148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6957485">
              <a:off x="450440" y="358726"/>
              <a:ext cx="241575" cy="102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-10419450">
              <a:off x="3013610" y="3244845"/>
              <a:ext cx="369214" cy="820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9975921">
              <a:off x="1575559" y="3463191"/>
              <a:ext cx="660999" cy="637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8777771">
              <a:off x="2978198" y="1588731"/>
              <a:ext cx="797991" cy="100521"/>
            </a:xfrm>
            <a:prstGeom prst="ellipse">
              <a:avLst/>
            </a:prstGeom>
            <a:gradFill>
              <a:gsLst>
                <a:gs pos="0">
                  <a:srgbClr val="F3F1F0">
                    <a:alpha val="26900"/>
                  </a:srgbClr>
                </a:gs>
                <a:gs pos="14286">
                  <a:srgbClr val="F3F1F0">
                    <a:alpha val="25024"/>
                  </a:srgbClr>
                </a:gs>
                <a:gs pos="28571">
                  <a:srgbClr val="F3F1F0">
                    <a:alpha val="20038"/>
                  </a:srgbClr>
                </a:gs>
                <a:gs pos="42857">
                  <a:srgbClr val="F3F1F0">
                    <a:alpha val="13643"/>
                  </a:srgbClr>
                </a:gs>
                <a:gs pos="57143">
                  <a:srgbClr val="F3F1F0">
                    <a:alpha val="7806"/>
                  </a:srgbClr>
                </a:gs>
                <a:gs pos="71429">
                  <a:srgbClr val="F3F1F0">
                    <a:alpha val="3733"/>
                  </a:srgbClr>
                </a:gs>
                <a:gs pos="85714">
                  <a:srgbClr val="F3F1F0">
                    <a:alpha val="1493"/>
                  </a:srgbClr>
                </a:gs>
                <a:gs pos="100000">
                  <a:srgbClr val="F3F1F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-9633417">
              <a:off x="1660270" y="3490792"/>
              <a:ext cx="621833" cy="42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9336323">
              <a:off x="3091389" y="1446701"/>
              <a:ext cx="768446" cy="757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3365997">
              <a:off x="3266489" y="3043081"/>
              <a:ext cx="670770" cy="90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6018969">
              <a:off x="-68333" y="3526075"/>
              <a:ext cx="683506" cy="486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8726207">
              <a:off x="2066366" y="1272060"/>
              <a:ext cx="554032" cy="661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-10222348">
              <a:off x="1149813" y="2051810"/>
              <a:ext cx="303519" cy="988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4520180">
              <a:off x="212022" y="3104443"/>
              <a:ext cx="632775" cy="153873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6945304">
              <a:off x="1511558" y="1517382"/>
              <a:ext cx="799793" cy="737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6195425">
              <a:off x="1753818" y="1100622"/>
              <a:ext cx="748872" cy="699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10354698">
              <a:off x="3224785" y="1085955"/>
              <a:ext cx="401323" cy="84632"/>
            </a:xfrm>
            <a:prstGeom prst="ellipse">
              <a:avLst/>
            </a:prstGeom>
            <a:gradFill>
              <a:gsLst>
                <a:gs pos="0">
                  <a:srgbClr val="FFFEFF">
                    <a:alpha val="32941"/>
                  </a:srgbClr>
                </a:gs>
                <a:gs pos="14286">
                  <a:srgbClr val="FFFEFF">
                    <a:alpha val="30738"/>
                  </a:srgbClr>
                </a:gs>
                <a:gs pos="28571">
                  <a:srgbClr val="FFFEFF">
                    <a:alpha val="24811"/>
                  </a:srgbClr>
                </a:gs>
                <a:gs pos="42857">
                  <a:srgbClr val="FFFEFF">
                    <a:alpha val="17060"/>
                  </a:srgbClr>
                </a:gs>
                <a:gs pos="57143">
                  <a:srgbClr val="FFFEFF">
                    <a:alpha val="9845"/>
                  </a:srgbClr>
                </a:gs>
                <a:gs pos="71429">
                  <a:srgbClr val="FFFEFF">
                    <a:alpha val="4736"/>
                  </a:srgbClr>
                </a:gs>
                <a:gs pos="85714">
                  <a:srgbClr val="FFFEFF">
                    <a:alpha val="1900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3165266">
              <a:off x="782595" y="2182521"/>
              <a:ext cx="252534" cy="787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3031811">
              <a:off x="-36098" y="2175146"/>
              <a:ext cx="563125" cy="82500"/>
            </a:xfrm>
            <a:prstGeom prst="ellipse">
              <a:avLst/>
            </a:prstGeom>
            <a:gradFill>
              <a:gsLst>
                <a:gs pos="0">
                  <a:srgbClr val="FEFFFF">
                    <a:alpha val="28942"/>
                  </a:srgbClr>
                </a:gs>
                <a:gs pos="14286">
                  <a:srgbClr val="FEFFFF">
                    <a:alpha val="26951"/>
                  </a:srgbClr>
                </a:gs>
                <a:gs pos="28571">
                  <a:srgbClr val="FEFFFF">
                    <a:alpha val="21638"/>
                  </a:srgbClr>
                </a:gs>
                <a:gs pos="42857">
                  <a:srgbClr val="FEFFFF">
                    <a:alpha val="14780"/>
                  </a:srgbClr>
                </a:gs>
                <a:gs pos="57143">
                  <a:srgbClr val="FEFFFF">
                    <a:alpha val="8481"/>
                  </a:srgbClr>
                </a:gs>
                <a:gs pos="71429">
                  <a:srgbClr val="FEFFFF">
                    <a:alpha val="4063"/>
                  </a:srgbClr>
                </a:gs>
                <a:gs pos="85714">
                  <a:srgbClr val="FEFFFF">
                    <a:alpha val="1627"/>
                  </a:srgbClr>
                </a:gs>
                <a:gs pos="100000">
                  <a:srgbClr val="FEFFFF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8812373">
              <a:off x="-73385" y="2844812"/>
              <a:ext cx="309020" cy="1109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6343027">
              <a:off x="3006128" y="796510"/>
              <a:ext cx="442288" cy="546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808301">
              <a:off x="2988160" y="757683"/>
              <a:ext cx="301614" cy="143245"/>
            </a:xfrm>
            <a:prstGeom prst="ellipse">
              <a:avLst/>
            </a:prstGeom>
            <a:gradFill>
              <a:gsLst>
                <a:gs pos="0">
                  <a:srgbClr val="CCC9CD">
                    <a:alpha val="32968"/>
                  </a:srgbClr>
                </a:gs>
                <a:gs pos="14286">
                  <a:srgbClr val="CCC9CD">
                    <a:alpha val="30764"/>
                  </a:srgbClr>
                </a:gs>
                <a:gs pos="28571">
                  <a:srgbClr val="CCC9CD">
                    <a:alpha val="24833"/>
                  </a:srgbClr>
                </a:gs>
                <a:gs pos="42857">
                  <a:srgbClr val="CCC9CD">
                    <a:alpha val="17075"/>
                  </a:srgbClr>
                </a:gs>
                <a:gs pos="57143">
                  <a:srgbClr val="CCC9CD">
                    <a:alpha val="9855"/>
                  </a:srgbClr>
                </a:gs>
                <a:gs pos="71429">
                  <a:srgbClr val="CCC9CD">
                    <a:alpha val="4740"/>
                  </a:srgbClr>
                </a:gs>
                <a:gs pos="85714">
                  <a:srgbClr val="CCC9CD">
                    <a:alpha val="1902"/>
                  </a:srgbClr>
                </a:gs>
                <a:gs pos="100000">
                  <a:srgbClr val="CCC9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2921097">
              <a:off x="3272055" y="2777257"/>
              <a:ext cx="211164" cy="75725"/>
            </a:xfrm>
            <a:prstGeom prst="ellipse">
              <a:avLst/>
            </a:prstGeom>
            <a:gradFill>
              <a:gsLst>
                <a:gs pos="0">
                  <a:srgbClr val="F1F0ED">
                    <a:alpha val="32968"/>
                  </a:srgbClr>
                </a:gs>
                <a:gs pos="14286">
                  <a:srgbClr val="F1F0ED">
                    <a:alpha val="30764"/>
                  </a:srgbClr>
                </a:gs>
                <a:gs pos="28571">
                  <a:srgbClr val="F1F0ED">
                    <a:alpha val="24833"/>
                  </a:srgbClr>
                </a:gs>
                <a:gs pos="42857">
                  <a:srgbClr val="F1F0ED">
                    <a:alpha val="17075"/>
                  </a:srgbClr>
                </a:gs>
                <a:gs pos="57143">
                  <a:srgbClr val="F1F0ED">
                    <a:alpha val="9855"/>
                  </a:srgbClr>
                </a:gs>
                <a:gs pos="71429">
                  <a:srgbClr val="F1F0ED">
                    <a:alpha val="4740"/>
                  </a:srgbClr>
                </a:gs>
                <a:gs pos="85714">
                  <a:srgbClr val="F1F0ED">
                    <a:alpha val="1902"/>
                  </a:srgbClr>
                </a:gs>
                <a:gs pos="100000">
                  <a:srgbClr val="F1F0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4797328">
              <a:off x="3097611" y="2974348"/>
              <a:ext cx="272362" cy="1327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-8969004">
              <a:off x="1780613" y="-25005"/>
              <a:ext cx="780953" cy="955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4520004">
              <a:off x="2590325" y="2198485"/>
              <a:ext cx="447598" cy="165433"/>
            </a:xfrm>
            <a:prstGeom prst="ellipse">
              <a:avLst/>
            </a:prstGeom>
            <a:gradFill>
              <a:gsLst>
                <a:gs pos="0">
                  <a:srgbClr val="FFFEFF">
                    <a:alpha val="19302"/>
                  </a:srgbClr>
                </a:gs>
                <a:gs pos="14286">
                  <a:srgbClr val="FFFEFF">
                    <a:alpha val="17890"/>
                  </a:srgbClr>
                </a:gs>
                <a:gs pos="28571">
                  <a:srgbClr val="FFFEFF">
                    <a:alpha val="14191"/>
                  </a:srgbClr>
                </a:gs>
                <a:gs pos="42857">
                  <a:srgbClr val="FFFEFF">
                    <a:alpha val="9551"/>
                  </a:srgbClr>
                </a:gs>
                <a:gs pos="57143">
                  <a:srgbClr val="FFFEFF">
                    <a:alpha val="5410"/>
                  </a:srgbClr>
                </a:gs>
                <a:gs pos="71429">
                  <a:srgbClr val="FFFEFF">
                    <a:alpha val="2570"/>
                  </a:srgbClr>
                </a:gs>
                <a:gs pos="85714">
                  <a:srgbClr val="FFFEFF">
                    <a:alpha val="1024"/>
                  </a:srgbClr>
                </a:gs>
                <a:gs pos="100000">
                  <a:srgbClr val="FFFEFF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-9883993">
              <a:off x="1545765" y="3107025"/>
              <a:ext cx="720321" cy="948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9747036">
              <a:off x="1515725" y="1598285"/>
              <a:ext cx="418443" cy="113676"/>
            </a:xfrm>
            <a:prstGeom prst="ellipse">
              <a:avLst/>
            </a:prstGeom>
            <a:gradFill>
              <a:gsLst>
                <a:gs pos="0">
                  <a:srgbClr val="FDFFFE">
                    <a:alpha val="12914"/>
                  </a:srgbClr>
                </a:gs>
                <a:gs pos="14286">
                  <a:srgbClr val="FDFFFE">
                    <a:alpha val="11935"/>
                  </a:srgbClr>
                </a:gs>
                <a:gs pos="28571">
                  <a:srgbClr val="FDFFFE">
                    <a:alpha val="9397"/>
                  </a:srgbClr>
                </a:gs>
                <a:gs pos="42857">
                  <a:srgbClr val="FDFFFE">
                    <a:alpha val="6268"/>
                  </a:srgbClr>
                </a:gs>
                <a:gs pos="57143">
                  <a:srgbClr val="FDFFFE">
                    <a:alpha val="3523"/>
                  </a:srgbClr>
                </a:gs>
                <a:gs pos="71429">
                  <a:srgbClr val="FDFFFE">
                    <a:alpha val="1665"/>
                  </a:srgbClr>
                </a:gs>
                <a:gs pos="85714">
                  <a:srgbClr val="FDFFFE">
                    <a:alpha val="662"/>
                  </a:srgbClr>
                </a:gs>
                <a:gs pos="100000">
                  <a:srgbClr val="FDFFFE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6262123">
              <a:off x="-302427" y="2286210"/>
              <a:ext cx="664426" cy="526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4761253">
              <a:off x="2543877" y="2769423"/>
              <a:ext cx="430905" cy="115765"/>
            </a:xfrm>
            <a:prstGeom prst="ellipse">
              <a:avLst/>
            </a:prstGeom>
            <a:gradFill>
              <a:gsLst>
                <a:gs pos="0">
                  <a:srgbClr val="F9F8F8">
                    <a:alpha val="32968"/>
                  </a:srgbClr>
                </a:gs>
                <a:gs pos="14286">
                  <a:srgbClr val="F9F8F8">
                    <a:alpha val="30764"/>
                  </a:srgbClr>
                </a:gs>
                <a:gs pos="28571">
                  <a:srgbClr val="F9F8F8">
                    <a:alpha val="24833"/>
                  </a:srgbClr>
                </a:gs>
                <a:gs pos="42857">
                  <a:srgbClr val="F9F8F8">
                    <a:alpha val="17075"/>
                  </a:srgbClr>
                </a:gs>
                <a:gs pos="57143">
                  <a:srgbClr val="F9F8F8">
                    <a:alpha val="9855"/>
                  </a:srgbClr>
                </a:gs>
                <a:gs pos="71429">
                  <a:srgbClr val="F9F8F8">
                    <a:alpha val="4740"/>
                  </a:srgbClr>
                </a:gs>
                <a:gs pos="85714">
                  <a:srgbClr val="F9F8F8">
                    <a:alpha val="1902"/>
                  </a:srgbClr>
                </a:gs>
                <a:gs pos="100000">
                  <a:srgbClr val="F9F8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8476290">
              <a:off x="366621" y="1391915"/>
              <a:ext cx="406468" cy="778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-10296885">
              <a:off x="-145032" y="101987"/>
              <a:ext cx="676326" cy="1659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8828031">
              <a:off x="1217461" y="1692793"/>
              <a:ext cx="200917" cy="102118"/>
            </a:xfrm>
            <a:prstGeom prst="ellipse">
              <a:avLst/>
            </a:prstGeom>
            <a:gradFill>
              <a:gsLst>
                <a:gs pos="0">
                  <a:srgbClr val="F4F4F4">
                    <a:alpha val="32968"/>
                  </a:srgbClr>
                </a:gs>
                <a:gs pos="14286">
                  <a:srgbClr val="F4F4F4">
                    <a:alpha val="30764"/>
                  </a:srgbClr>
                </a:gs>
                <a:gs pos="28571">
                  <a:srgbClr val="F4F4F4">
                    <a:alpha val="24833"/>
                  </a:srgbClr>
                </a:gs>
                <a:gs pos="42857">
                  <a:srgbClr val="F4F4F4">
                    <a:alpha val="17075"/>
                  </a:srgbClr>
                </a:gs>
                <a:gs pos="57143">
                  <a:srgbClr val="F4F4F4">
                    <a:alpha val="9855"/>
                  </a:srgbClr>
                </a:gs>
                <a:gs pos="71429">
                  <a:srgbClr val="F4F4F4">
                    <a:alpha val="4740"/>
                  </a:srgbClr>
                </a:gs>
                <a:gs pos="85714">
                  <a:srgbClr val="F4F4F4">
                    <a:alpha val="1902"/>
                  </a:srgbClr>
                </a:gs>
                <a:gs pos="100000">
                  <a:srgbClr val="F4F4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6611307">
              <a:off x="1414626" y="1677189"/>
              <a:ext cx="607194" cy="736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10693544">
              <a:off x="970016" y="619663"/>
              <a:ext cx="659421" cy="58884"/>
            </a:xfrm>
            <a:prstGeom prst="ellipse">
              <a:avLst/>
            </a:prstGeom>
            <a:gradFill>
              <a:gsLst>
                <a:gs pos="0">
                  <a:srgbClr val="000000">
                    <a:alpha val="29479"/>
                  </a:srgbClr>
                </a:gs>
                <a:gs pos="14286">
                  <a:srgbClr val="000000">
                    <a:alpha val="27459"/>
                  </a:srgbClr>
                </a:gs>
                <a:gs pos="28571">
                  <a:srgbClr val="000000">
                    <a:alpha val="22061"/>
                  </a:srgbClr>
                </a:gs>
                <a:gs pos="42857">
                  <a:srgbClr val="000000">
                    <a:alpha val="15082"/>
                  </a:srgbClr>
                </a:gs>
                <a:gs pos="57143">
                  <a:srgbClr val="000000">
                    <a:alpha val="8661"/>
                  </a:srgbClr>
                </a:gs>
                <a:gs pos="71429">
                  <a:srgbClr val="000000">
                    <a:alpha val="4152"/>
                  </a:srgbClr>
                </a:gs>
                <a:gs pos="85714">
                  <a:srgbClr val="000000">
                    <a:alpha val="1663"/>
                  </a:srgbClr>
                </a:gs>
                <a:gs pos="100000">
                  <a:srgbClr val="000000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10300999">
              <a:off x="487130" y="2994548"/>
              <a:ext cx="344638" cy="484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7911922">
              <a:off x="-35052" y="2341669"/>
              <a:ext cx="647313" cy="190088"/>
            </a:xfrm>
            <a:prstGeom prst="ellipse">
              <a:avLst/>
            </a:prstGeom>
            <a:gradFill>
              <a:gsLst>
                <a:gs pos="0">
                  <a:srgbClr val="D7D6D5">
                    <a:alpha val="25891"/>
                  </a:srgbClr>
                </a:gs>
                <a:gs pos="14286">
                  <a:srgbClr val="D7D6D5">
                    <a:alpha val="24073"/>
                  </a:srgbClr>
                </a:gs>
                <a:gs pos="28571">
                  <a:srgbClr val="D7D6D5">
                    <a:alpha val="19251"/>
                  </a:srgbClr>
                </a:gs>
                <a:gs pos="42857">
                  <a:srgbClr val="D7D6D5">
                    <a:alpha val="13086"/>
                  </a:srgbClr>
                </a:gs>
                <a:gs pos="57143">
                  <a:srgbClr val="D7D6D5">
                    <a:alpha val="7477"/>
                  </a:srgbClr>
                </a:gs>
                <a:gs pos="71429">
                  <a:srgbClr val="D7D6D5">
                    <a:alpha val="3572"/>
                  </a:srgbClr>
                </a:gs>
                <a:gs pos="85714">
                  <a:srgbClr val="D7D6D5">
                    <a:alpha val="1428"/>
                  </a:srgbClr>
                </a:gs>
                <a:gs pos="100000">
                  <a:srgbClr val="D7D6D5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7746452">
              <a:off x="3208344" y="542485"/>
              <a:ext cx="711184" cy="1155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3659962">
              <a:off x="1330475" y="516693"/>
              <a:ext cx="568893" cy="117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4830026">
              <a:off x="539961" y="81891"/>
              <a:ext cx="480975" cy="617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9052393">
              <a:off x="3243953" y="1335465"/>
              <a:ext cx="663147" cy="169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7412701">
              <a:off x="1398750" y="50383"/>
              <a:ext cx="514089" cy="795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5049865">
              <a:off x="-189621" y="3352438"/>
              <a:ext cx="615557" cy="621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-8888858">
              <a:off x="1390338" y="498323"/>
              <a:ext cx="834721" cy="967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5322799">
              <a:off x="256627" y="1475741"/>
              <a:ext cx="604181" cy="1215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6896516">
              <a:off x="1228287" y="3224542"/>
              <a:ext cx="640023" cy="151175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9269683">
              <a:off x="1453591" y="258134"/>
              <a:ext cx="333092" cy="83699"/>
            </a:xfrm>
            <a:prstGeom prst="ellipse">
              <a:avLst/>
            </a:prstGeom>
            <a:gradFill>
              <a:gsLst>
                <a:gs pos="0">
                  <a:srgbClr val="AFB0B2">
                    <a:alpha val="32956"/>
                  </a:srgbClr>
                </a:gs>
                <a:gs pos="14286">
                  <a:srgbClr val="AFB0B2">
                    <a:alpha val="30752"/>
                  </a:srgbClr>
                </a:gs>
                <a:gs pos="28571">
                  <a:srgbClr val="AFB0B2">
                    <a:alpha val="24823"/>
                  </a:srgbClr>
                </a:gs>
                <a:gs pos="42857">
                  <a:srgbClr val="AFB0B2">
                    <a:alpha val="17068"/>
                  </a:srgbClr>
                </a:gs>
                <a:gs pos="57143">
                  <a:srgbClr val="AFB0B2">
                    <a:alpha val="9851"/>
                  </a:srgbClr>
                </a:gs>
                <a:gs pos="71429">
                  <a:srgbClr val="AFB0B2">
                    <a:alpha val="4738"/>
                  </a:srgbClr>
                </a:gs>
                <a:gs pos="85714">
                  <a:srgbClr val="AFB0B2">
                    <a:alpha val="1901"/>
                  </a:srgbClr>
                </a:gs>
                <a:gs pos="100000">
                  <a:srgbClr val="AFB0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-8146128">
              <a:off x="-115406" y="205574"/>
              <a:ext cx="471767" cy="76109"/>
            </a:xfrm>
            <a:prstGeom prst="ellipse">
              <a:avLst/>
            </a:prstGeom>
            <a:gradFill>
              <a:gsLst>
                <a:gs pos="0">
                  <a:srgbClr val="D7D7D8">
                    <a:alpha val="32968"/>
                  </a:srgbClr>
                </a:gs>
                <a:gs pos="14286">
                  <a:srgbClr val="D7D7D8">
                    <a:alpha val="30764"/>
                  </a:srgbClr>
                </a:gs>
                <a:gs pos="28571">
                  <a:srgbClr val="D7D7D8">
                    <a:alpha val="24833"/>
                  </a:srgbClr>
                </a:gs>
                <a:gs pos="42857">
                  <a:srgbClr val="D7D7D8">
                    <a:alpha val="17075"/>
                  </a:srgbClr>
                </a:gs>
                <a:gs pos="57143">
                  <a:srgbClr val="D7D7D8">
                    <a:alpha val="9855"/>
                  </a:srgbClr>
                </a:gs>
                <a:gs pos="71429">
                  <a:srgbClr val="D7D7D8">
                    <a:alpha val="4740"/>
                  </a:srgbClr>
                </a:gs>
                <a:gs pos="85714">
                  <a:srgbClr val="D7D7D8">
                    <a:alpha val="1902"/>
                  </a:srgbClr>
                </a:gs>
                <a:gs pos="100000">
                  <a:srgbClr val="D7D7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10520866">
              <a:off x="2857535" y="-21123"/>
              <a:ext cx="794748" cy="48051"/>
            </a:xfrm>
            <a:prstGeom prst="ellipse">
              <a:avLst/>
            </a:prstGeom>
            <a:gradFill>
              <a:gsLst>
                <a:gs pos="0">
                  <a:srgbClr val="C4BFC5">
                    <a:alpha val="32968"/>
                  </a:srgbClr>
                </a:gs>
                <a:gs pos="14286">
                  <a:srgbClr val="C4BFC5">
                    <a:alpha val="30764"/>
                  </a:srgbClr>
                </a:gs>
                <a:gs pos="28571">
                  <a:srgbClr val="C4BFC5">
                    <a:alpha val="24833"/>
                  </a:srgbClr>
                </a:gs>
                <a:gs pos="42857">
                  <a:srgbClr val="C4BFC5">
                    <a:alpha val="17075"/>
                  </a:srgbClr>
                </a:gs>
                <a:gs pos="57143">
                  <a:srgbClr val="C4BFC5">
                    <a:alpha val="9855"/>
                  </a:srgbClr>
                </a:gs>
                <a:gs pos="71429">
                  <a:srgbClr val="C4BFC5">
                    <a:alpha val="4740"/>
                  </a:srgbClr>
                </a:gs>
                <a:gs pos="85714">
                  <a:srgbClr val="C4BFC5">
                    <a:alpha val="1902"/>
                  </a:srgbClr>
                </a:gs>
                <a:gs pos="100000">
                  <a:srgbClr val="C4BF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8108855">
              <a:off x="2128928" y="1827768"/>
              <a:ext cx="292248" cy="190600"/>
            </a:xfrm>
            <a:prstGeom prst="ellipse">
              <a:avLst/>
            </a:prstGeom>
            <a:gradFill>
              <a:gsLst>
                <a:gs pos="0">
                  <a:srgbClr val="F1F0F1">
                    <a:alpha val="32968"/>
                  </a:srgbClr>
                </a:gs>
                <a:gs pos="14286">
                  <a:srgbClr val="F1F0F1">
                    <a:alpha val="30764"/>
                  </a:srgbClr>
                </a:gs>
                <a:gs pos="28571">
                  <a:srgbClr val="F1F0F1">
                    <a:alpha val="24833"/>
                  </a:srgbClr>
                </a:gs>
                <a:gs pos="42857">
                  <a:srgbClr val="F1F0F1">
                    <a:alpha val="17075"/>
                  </a:srgbClr>
                </a:gs>
                <a:gs pos="57143">
                  <a:srgbClr val="F1F0F1">
                    <a:alpha val="9855"/>
                  </a:srgbClr>
                </a:gs>
                <a:gs pos="71429">
                  <a:srgbClr val="F1F0F1">
                    <a:alpha val="4740"/>
                  </a:srgbClr>
                </a:gs>
                <a:gs pos="85714">
                  <a:srgbClr val="F1F0F1">
                    <a:alpha val="1902"/>
                  </a:srgbClr>
                </a:gs>
                <a:gs pos="100000">
                  <a:srgbClr val="F1F0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6085752">
              <a:off x="3379101" y="2385128"/>
              <a:ext cx="406722" cy="76054"/>
            </a:xfrm>
            <a:prstGeom prst="ellipse">
              <a:avLst/>
            </a:prstGeom>
            <a:gradFill>
              <a:gsLst>
                <a:gs pos="0">
                  <a:srgbClr val="000000">
                    <a:alpha val="32857"/>
                  </a:srgbClr>
                </a:gs>
                <a:gs pos="14286">
                  <a:srgbClr val="000000">
                    <a:alpha val="30658"/>
                  </a:srgbClr>
                </a:gs>
                <a:gs pos="28571">
                  <a:srgbClr val="000000">
                    <a:alpha val="24744"/>
                  </a:srgbClr>
                </a:gs>
                <a:gs pos="42857">
                  <a:srgbClr val="000000">
                    <a:alpha val="17011"/>
                  </a:srgbClr>
                </a:gs>
                <a:gs pos="57143">
                  <a:srgbClr val="000000">
                    <a:alpha val="9816"/>
                  </a:srgbClr>
                </a:gs>
                <a:gs pos="71429">
                  <a:srgbClr val="000000">
                    <a:alpha val="4721"/>
                  </a:srgbClr>
                </a:gs>
                <a:gs pos="85714">
                  <a:srgbClr val="000000">
                    <a:alpha val="1894"/>
                  </a:srgbClr>
                </a:gs>
                <a:gs pos="100000">
                  <a:srgbClr val="0000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9419670">
              <a:off x="536515" y="1095156"/>
              <a:ext cx="742623" cy="815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10356301">
              <a:off x="2262033" y="3542188"/>
              <a:ext cx="719495" cy="759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10035533">
              <a:off x="-219809" y="121595"/>
              <a:ext cx="505232" cy="805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-8734105">
              <a:off x="453628" y="3407589"/>
              <a:ext cx="546816" cy="287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5452629">
              <a:off x="-517942" y="3396067"/>
              <a:ext cx="1044460" cy="1801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-10178201">
              <a:off x="3111298" y="3018134"/>
              <a:ext cx="943704" cy="537438"/>
            </a:xfrm>
            <a:prstGeom prst="ellipse">
              <a:avLst/>
            </a:prstGeom>
            <a:gradFill>
              <a:gsLst>
                <a:gs pos="0">
                  <a:srgbClr val="000005">
                    <a:alpha val="32881"/>
                  </a:srgbClr>
                </a:gs>
                <a:gs pos="14286">
                  <a:srgbClr val="000005">
                    <a:alpha val="30681"/>
                  </a:srgbClr>
                </a:gs>
                <a:gs pos="28571">
                  <a:srgbClr val="000005">
                    <a:alpha val="24763"/>
                  </a:srgbClr>
                </a:gs>
                <a:gs pos="42857">
                  <a:srgbClr val="000005">
                    <a:alpha val="17025"/>
                  </a:srgbClr>
                </a:gs>
                <a:gs pos="57143">
                  <a:srgbClr val="000005">
                    <a:alpha val="9824"/>
                  </a:srgbClr>
                </a:gs>
                <a:gs pos="71429">
                  <a:srgbClr val="000005">
                    <a:alpha val="4725"/>
                  </a:srgbClr>
                </a:gs>
                <a:gs pos="85714">
                  <a:srgbClr val="000005">
                    <a:alpha val="1896"/>
                  </a:srgbClr>
                </a:gs>
                <a:gs pos="100000">
                  <a:srgbClr val="000005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7081620">
              <a:off x="1893159" y="3305606"/>
              <a:ext cx="428859" cy="1183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10797200">
              <a:off x="1918854" y="3255699"/>
              <a:ext cx="199091" cy="141984"/>
            </a:xfrm>
            <a:prstGeom prst="ellipse">
              <a:avLst/>
            </a:prstGeom>
            <a:gradFill>
              <a:gsLst>
                <a:gs pos="0">
                  <a:srgbClr val="E6E7EB">
                    <a:alpha val="32968"/>
                  </a:srgbClr>
                </a:gs>
                <a:gs pos="14286">
                  <a:srgbClr val="E6E7EB">
                    <a:alpha val="30764"/>
                  </a:srgbClr>
                </a:gs>
                <a:gs pos="28571">
                  <a:srgbClr val="E6E7EB">
                    <a:alpha val="24833"/>
                  </a:srgbClr>
                </a:gs>
                <a:gs pos="42857">
                  <a:srgbClr val="E6E7EB">
                    <a:alpha val="17075"/>
                  </a:srgbClr>
                </a:gs>
                <a:gs pos="57143">
                  <a:srgbClr val="E6E7EB">
                    <a:alpha val="9855"/>
                  </a:srgbClr>
                </a:gs>
                <a:gs pos="71429">
                  <a:srgbClr val="E6E7EB">
                    <a:alpha val="4740"/>
                  </a:srgbClr>
                </a:gs>
                <a:gs pos="85714">
                  <a:srgbClr val="E6E7EB">
                    <a:alpha val="1902"/>
                  </a:srgbClr>
                </a:gs>
                <a:gs pos="100000">
                  <a:srgbClr val="E6E7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10691272">
              <a:off x="453040" y="3294060"/>
              <a:ext cx="596846" cy="2613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9203733">
              <a:off x="-60244" y="3313722"/>
              <a:ext cx="582163" cy="85473"/>
            </a:xfrm>
            <a:prstGeom prst="ellipse">
              <a:avLst/>
            </a:prstGeom>
            <a:gradFill>
              <a:gsLst>
                <a:gs pos="0">
                  <a:srgbClr val="FDFCFC">
                    <a:alpha val="9019"/>
                  </a:srgbClr>
                </a:gs>
                <a:gs pos="14286">
                  <a:srgbClr val="FDFCFC">
                    <a:alpha val="8321"/>
                  </a:srgbClr>
                </a:gs>
                <a:gs pos="28571">
                  <a:srgbClr val="FDFCFC">
                    <a:alpha val="6523"/>
                  </a:srgbClr>
                </a:gs>
                <a:gs pos="42857">
                  <a:srgbClr val="FDFCFC">
                    <a:alpha val="4328"/>
                  </a:srgbClr>
                </a:gs>
                <a:gs pos="57143">
                  <a:srgbClr val="FDFCFC">
                    <a:alpha val="2422"/>
                  </a:srgbClr>
                </a:gs>
                <a:gs pos="71429">
                  <a:srgbClr val="FDFCFC">
                    <a:alpha val="1141"/>
                  </a:srgbClr>
                </a:gs>
                <a:gs pos="85714">
                  <a:srgbClr val="FDFCFC">
                    <a:alpha val="453"/>
                  </a:srgbClr>
                </a:gs>
                <a:gs pos="100000">
                  <a:srgbClr val="FDFCFC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5575519">
              <a:off x="2816904" y="2895183"/>
              <a:ext cx="694681" cy="3690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10373069">
              <a:off x="2328933" y="3026259"/>
              <a:ext cx="708545" cy="84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9858396">
              <a:off x="479079" y="3154183"/>
              <a:ext cx="798312" cy="71157"/>
            </a:xfrm>
            <a:prstGeom prst="ellipse">
              <a:avLst/>
            </a:prstGeom>
            <a:gradFill>
              <a:gsLst>
                <a:gs pos="0">
                  <a:srgbClr val="000009">
                    <a:alpha val="23617"/>
                  </a:srgbClr>
                </a:gs>
                <a:gs pos="14286">
                  <a:srgbClr val="000009">
                    <a:alpha val="21934"/>
                  </a:srgbClr>
                </a:gs>
                <a:gs pos="28571">
                  <a:srgbClr val="000009">
                    <a:alpha val="17491"/>
                  </a:srgbClr>
                </a:gs>
                <a:gs pos="42857">
                  <a:srgbClr val="000009">
                    <a:alpha val="11848"/>
                  </a:srgbClr>
                </a:gs>
                <a:gs pos="57143">
                  <a:srgbClr val="000009">
                    <a:alpha val="6749"/>
                  </a:srgbClr>
                </a:gs>
                <a:gs pos="71429">
                  <a:srgbClr val="000009">
                    <a:alpha val="3218"/>
                  </a:srgbClr>
                </a:gs>
                <a:gs pos="85714">
                  <a:srgbClr val="000009">
                    <a:alpha val="1285"/>
                  </a:srgbClr>
                </a:gs>
                <a:gs pos="100000">
                  <a:srgbClr val="000009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10008474">
              <a:off x="-253518" y="2942199"/>
              <a:ext cx="727695" cy="380455"/>
            </a:xfrm>
            <a:prstGeom prst="ellipse">
              <a:avLst/>
            </a:prstGeom>
            <a:gradFill>
              <a:gsLst>
                <a:gs pos="0">
                  <a:srgbClr val="000000">
                    <a:alpha val="6410"/>
                  </a:srgbClr>
                </a:gs>
                <a:gs pos="14286">
                  <a:srgbClr val="000000">
                    <a:alpha val="5907"/>
                  </a:srgbClr>
                </a:gs>
                <a:gs pos="28571">
                  <a:srgbClr val="000000">
                    <a:alpha val="4617"/>
                  </a:srgbClr>
                </a:gs>
                <a:gs pos="42857">
                  <a:srgbClr val="000000">
                    <a:alpha val="3053"/>
                  </a:srgbClr>
                </a:gs>
                <a:gs pos="57143">
                  <a:srgbClr val="000000">
                    <a:alpha val="1704"/>
                  </a:srgbClr>
                </a:gs>
                <a:gs pos="71429">
                  <a:srgbClr val="000000">
                    <a:alpha val="801"/>
                  </a:srgbClr>
                </a:gs>
                <a:gs pos="85714">
                  <a:srgbClr val="000000">
                    <a:alpha val="318"/>
                  </a:srgbClr>
                </a:gs>
                <a:gs pos="100000">
                  <a:srgbClr val="00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9051547">
              <a:off x="2659258" y="2808766"/>
              <a:ext cx="974414" cy="303559"/>
            </a:xfrm>
            <a:prstGeom prst="ellipse">
              <a:avLst/>
            </a:prstGeom>
            <a:gradFill>
              <a:gsLst>
                <a:gs pos="0">
                  <a:srgbClr val="000000">
                    <a:alpha val="30578"/>
                  </a:srgbClr>
                </a:gs>
                <a:gs pos="14286">
                  <a:srgbClr val="000000">
                    <a:alpha val="28498"/>
                  </a:srgbClr>
                </a:gs>
                <a:gs pos="28571">
                  <a:srgbClr val="000000">
                    <a:alpha val="22930"/>
                  </a:srgbClr>
                </a:gs>
                <a:gs pos="42857">
                  <a:srgbClr val="000000">
                    <a:alpha val="15704"/>
                  </a:srgbClr>
                </a:gs>
                <a:gs pos="57143">
                  <a:srgbClr val="000000">
                    <a:alpha val="9032"/>
                  </a:srgbClr>
                </a:gs>
                <a:gs pos="71429">
                  <a:srgbClr val="000000">
                    <a:alpha val="4334"/>
                  </a:srgbClr>
                </a:gs>
                <a:gs pos="85714">
                  <a:srgbClr val="000000">
                    <a:alpha val="1737"/>
                  </a:srgbClr>
                </a:gs>
                <a:gs pos="100000">
                  <a:srgbClr val="000000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6832978">
              <a:off x="2368666" y="2868868"/>
              <a:ext cx="680991" cy="1419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5655723">
              <a:off x="1378475" y="2716810"/>
              <a:ext cx="613368" cy="258097"/>
            </a:xfrm>
            <a:prstGeom prst="ellipse">
              <a:avLst/>
            </a:prstGeom>
            <a:gradFill>
              <a:gsLst>
                <a:gs pos="0">
                  <a:srgbClr val="000000">
                    <a:alpha val="19270"/>
                  </a:srgbClr>
                </a:gs>
                <a:gs pos="14286">
                  <a:srgbClr val="000000">
                    <a:alpha val="17860"/>
                  </a:srgbClr>
                </a:gs>
                <a:gs pos="28571">
                  <a:srgbClr val="000000">
                    <a:alpha val="14167"/>
                  </a:srgbClr>
                </a:gs>
                <a:gs pos="42857">
                  <a:srgbClr val="000000">
                    <a:alpha val="9535"/>
                  </a:srgbClr>
                </a:gs>
                <a:gs pos="57143">
                  <a:srgbClr val="000000">
                    <a:alpha val="5401"/>
                  </a:srgbClr>
                </a:gs>
                <a:gs pos="71429">
                  <a:srgbClr val="000000">
                    <a:alpha val="2565"/>
                  </a:srgbClr>
                </a:gs>
                <a:gs pos="85714">
                  <a:srgbClr val="000000">
                    <a:alpha val="1022"/>
                  </a:srgbClr>
                </a:gs>
                <a:gs pos="100000">
                  <a:srgbClr val="000000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10235546">
              <a:off x="1114969" y="2743810"/>
              <a:ext cx="831598" cy="222469"/>
            </a:xfrm>
            <a:prstGeom prst="ellipse">
              <a:avLst/>
            </a:prstGeom>
            <a:gradFill>
              <a:gsLst>
                <a:gs pos="0">
                  <a:srgbClr val="000000">
                    <a:alpha val="21873"/>
                  </a:srgbClr>
                </a:gs>
                <a:gs pos="14286">
                  <a:srgbClr val="000000">
                    <a:alpha val="20298"/>
                  </a:srgbClr>
                </a:gs>
                <a:gs pos="28571">
                  <a:srgbClr val="000000">
                    <a:alpha val="16151"/>
                  </a:srgbClr>
                </a:gs>
                <a:gs pos="42857">
                  <a:srgbClr val="000000">
                    <a:alpha val="10912"/>
                  </a:srgbClr>
                </a:gs>
                <a:gs pos="57143">
                  <a:srgbClr val="000000">
                    <a:alpha val="6202"/>
                  </a:srgbClr>
                </a:gs>
                <a:gs pos="71429">
                  <a:srgbClr val="000000">
                    <a:alpha val="2952"/>
                  </a:srgbClr>
                </a:gs>
                <a:gs pos="85714">
                  <a:srgbClr val="000000">
                    <a:alpha val="1178"/>
                  </a:srgbClr>
                </a:gs>
                <a:gs pos="100000">
                  <a:srgbClr val="000000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4266319">
              <a:off x="1176252" y="2972021"/>
              <a:ext cx="425565" cy="129515"/>
            </a:xfrm>
            <a:prstGeom prst="ellipse">
              <a:avLst/>
            </a:prstGeom>
            <a:gradFill>
              <a:gsLst>
                <a:gs pos="0">
                  <a:srgbClr val="F7F6F5">
                    <a:alpha val="32968"/>
                  </a:srgbClr>
                </a:gs>
                <a:gs pos="14286">
                  <a:srgbClr val="F7F6F5">
                    <a:alpha val="30764"/>
                  </a:srgbClr>
                </a:gs>
                <a:gs pos="28571">
                  <a:srgbClr val="F7F6F5">
                    <a:alpha val="24833"/>
                  </a:srgbClr>
                </a:gs>
                <a:gs pos="42857">
                  <a:srgbClr val="F7F6F5">
                    <a:alpha val="17075"/>
                  </a:srgbClr>
                </a:gs>
                <a:gs pos="57143">
                  <a:srgbClr val="F7F6F5">
                    <a:alpha val="9855"/>
                  </a:srgbClr>
                </a:gs>
                <a:gs pos="71429">
                  <a:srgbClr val="F7F6F5">
                    <a:alpha val="4740"/>
                  </a:srgbClr>
                </a:gs>
                <a:gs pos="85714">
                  <a:srgbClr val="F7F6F5">
                    <a:alpha val="1902"/>
                  </a:srgbClr>
                </a:gs>
                <a:gs pos="100000">
                  <a:srgbClr val="F7F6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4542006">
              <a:off x="-264886" y="2855648"/>
              <a:ext cx="542138" cy="172514"/>
            </a:xfrm>
            <a:prstGeom prst="ellipse">
              <a:avLst/>
            </a:prstGeom>
            <a:gradFill>
              <a:gsLst>
                <a:gs pos="0">
                  <a:srgbClr val="000000">
                    <a:alpha val="26147"/>
                  </a:srgbClr>
                </a:gs>
                <a:gs pos="14286">
                  <a:srgbClr val="000000">
                    <a:alpha val="24314"/>
                  </a:srgbClr>
                </a:gs>
                <a:gs pos="28571">
                  <a:srgbClr val="000000">
                    <a:alpha val="19451"/>
                  </a:srgbClr>
                </a:gs>
                <a:gs pos="42857">
                  <a:srgbClr val="000000">
                    <a:alpha val="13227"/>
                  </a:srgbClr>
                </a:gs>
                <a:gs pos="57143">
                  <a:srgbClr val="000000">
                    <a:alpha val="7560"/>
                  </a:srgbClr>
                </a:gs>
                <a:gs pos="71429">
                  <a:srgbClr val="000000">
                    <a:alpha val="3613"/>
                  </a:srgbClr>
                </a:gs>
                <a:gs pos="85714">
                  <a:srgbClr val="000000">
                    <a:alpha val="1445"/>
                  </a:srgbClr>
                </a:gs>
                <a:gs pos="100000">
                  <a:srgbClr val="0000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3598332">
              <a:off x="2499569" y="2602165"/>
              <a:ext cx="515063" cy="193939"/>
            </a:xfrm>
            <a:prstGeom prst="ellipse">
              <a:avLst/>
            </a:prstGeom>
            <a:gradFill>
              <a:gsLst>
                <a:gs pos="0">
                  <a:srgbClr val="000000">
                    <a:alpha val="21839"/>
                  </a:srgbClr>
                </a:gs>
                <a:gs pos="14286">
                  <a:srgbClr val="000000">
                    <a:alpha val="20265"/>
                  </a:srgbClr>
                </a:gs>
                <a:gs pos="28571">
                  <a:srgbClr val="000000">
                    <a:alpha val="16125"/>
                  </a:srgbClr>
                </a:gs>
                <a:gs pos="42857">
                  <a:srgbClr val="000000">
                    <a:alpha val="10893"/>
                  </a:srgbClr>
                </a:gs>
                <a:gs pos="57143">
                  <a:srgbClr val="000000">
                    <a:alpha val="6191"/>
                  </a:srgbClr>
                </a:gs>
                <a:gs pos="71429">
                  <a:srgbClr val="000000">
                    <a:alpha val="2947"/>
                  </a:srgbClr>
                </a:gs>
                <a:gs pos="85714">
                  <a:srgbClr val="000000">
                    <a:alpha val="1176"/>
                  </a:srgbClr>
                </a:gs>
                <a:gs pos="100000">
                  <a:srgbClr val="000000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-8812615">
              <a:off x="1071340" y="2575890"/>
              <a:ext cx="524513" cy="177310"/>
            </a:xfrm>
            <a:prstGeom prst="ellipse">
              <a:avLst/>
            </a:prstGeom>
            <a:gradFill>
              <a:gsLst>
                <a:gs pos="0">
                  <a:srgbClr val="000000">
                    <a:alpha val="31726"/>
                  </a:srgbClr>
                </a:gs>
                <a:gs pos="14286">
                  <a:srgbClr val="000000">
                    <a:alpha val="29586"/>
                  </a:srgbClr>
                </a:gs>
                <a:gs pos="28571">
                  <a:srgbClr val="000000">
                    <a:alpha val="23842"/>
                  </a:srgbClr>
                </a:gs>
                <a:gs pos="42857">
                  <a:srgbClr val="000000">
                    <a:alpha val="16360"/>
                  </a:srgbClr>
                </a:gs>
                <a:gs pos="57143">
                  <a:srgbClr val="000000">
                    <a:alpha val="9425"/>
                  </a:srgbClr>
                </a:gs>
                <a:gs pos="71429">
                  <a:srgbClr val="000000">
                    <a:alpha val="4528"/>
                  </a:srgbClr>
                </a:gs>
                <a:gs pos="85714">
                  <a:srgbClr val="000000">
                    <a:alpha val="1816"/>
                  </a:srgbClr>
                </a:gs>
                <a:gs pos="100000">
                  <a:srgbClr val="0000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9606944">
              <a:off x="710612" y="2643529"/>
              <a:ext cx="747262" cy="174513"/>
            </a:xfrm>
            <a:prstGeom prst="ellipse">
              <a:avLst/>
            </a:prstGeom>
            <a:gradFill>
              <a:gsLst>
                <a:gs pos="0">
                  <a:srgbClr val="FFFFFF">
                    <a:alpha val="10680"/>
                  </a:srgbClr>
                </a:gs>
                <a:gs pos="14286">
                  <a:srgbClr val="FFFFFF">
                    <a:alpha val="9860"/>
                  </a:srgbClr>
                </a:gs>
                <a:gs pos="28571">
                  <a:srgbClr val="FFFFFF">
                    <a:alpha val="7744"/>
                  </a:srgbClr>
                </a:gs>
                <a:gs pos="42857">
                  <a:srgbClr val="FFFFFF">
                    <a:alpha val="5150"/>
                  </a:srgbClr>
                </a:gs>
                <a:gs pos="57143">
                  <a:srgbClr val="FFFFFF">
                    <a:alpha val="2887"/>
                  </a:srgbClr>
                </a:gs>
                <a:gs pos="71429">
                  <a:srgbClr val="FFFFFF">
                    <a:alpha val="1362"/>
                  </a:srgbClr>
                </a:gs>
                <a:gs pos="85714">
                  <a:srgbClr val="FFFFFF">
                    <a:alpha val="541"/>
                  </a:srgbClr>
                </a:gs>
                <a:gs pos="100000">
                  <a:srgbClr val="FFFFFF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-9471955">
              <a:off x="194196" y="2641539"/>
              <a:ext cx="896441" cy="260412"/>
            </a:xfrm>
            <a:prstGeom prst="ellipse">
              <a:avLst/>
            </a:prstGeom>
            <a:gradFill>
              <a:gsLst>
                <a:gs pos="0">
                  <a:srgbClr val="000005">
                    <a:alpha val="22395"/>
                  </a:srgbClr>
                </a:gs>
                <a:gs pos="14286">
                  <a:srgbClr val="000005">
                    <a:alpha val="20787"/>
                  </a:srgbClr>
                </a:gs>
                <a:gs pos="28571">
                  <a:srgbClr val="000005">
                    <a:alpha val="16551"/>
                  </a:srgbClr>
                </a:gs>
                <a:gs pos="42857">
                  <a:srgbClr val="000005">
                    <a:alpha val="11191"/>
                  </a:srgbClr>
                </a:gs>
                <a:gs pos="57143">
                  <a:srgbClr val="000005">
                    <a:alpha val="6364"/>
                  </a:srgbClr>
                </a:gs>
                <a:gs pos="71429">
                  <a:srgbClr val="000005">
                    <a:alpha val="3031"/>
                  </a:srgbClr>
                </a:gs>
                <a:gs pos="85714">
                  <a:srgbClr val="000005">
                    <a:alpha val="1210"/>
                  </a:srgbClr>
                </a:gs>
                <a:gs pos="100000">
                  <a:srgbClr val="000005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10152226">
              <a:off x="1162200" y="2453306"/>
              <a:ext cx="1075502" cy="202491"/>
            </a:xfrm>
            <a:prstGeom prst="ellipse">
              <a:avLst/>
            </a:prstGeom>
            <a:gradFill>
              <a:gsLst>
                <a:gs pos="0">
                  <a:srgbClr val="000000">
                    <a:alpha val="21264"/>
                  </a:srgbClr>
                </a:gs>
                <a:gs pos="14286">
                  <a:srgbClr val="000000">
                    <a:alpha val="19727"/>
                  </a:srgbClr>
                </a:gs>
                <a:gs pos="28571">
                  <a:srgbClr val="000000">
                    <a:alpha val="15685"/>
                  </a:srgbClr>
                </a:gs>
                <a:gs pos="42857">
                  <a:srgbClr val="000000">
                    <a:alpha val="10587"/>
                  </a:srgbClr>
                </a:gs>
                <a:gs pos="57143">
                  <a:srgbClr val="000000">
                    <a:alpha val="6012"/>
                  </a:srgbClr>
                </a:gs>
                <a:gs pos="71429">
                  <a:srgbClr val="000000">
                    <a:alpha val="2861"/>
                  </a:srgbClr>
                </a:gs>
                <a:gs pos="85714">
                  <a:srgbClr val="000000">
                    <a:alpha val="1141"/>
                  </a:srgbClr>
                </a:gs>
                <a:gs pos="100000">
                  <a:srgbClr val="000000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5161636">
              <a:off x="-81899" y="2483772"/>
              <a:ext cx="715029" cy="124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-9908874">
              <a:off x="3305722" y="2196775"/>
              <a:ext cx="540226" cy="98305"/>
            </a:xfrm>
            <a:prstGeom prst="ellipse">
              <a:avLst/>
            </a:prstGeom>
            <a:gradFill>
              <a:gsLst>
                <a:gs pos="0">
                  <a:srgbClr val="FFFEFE">
                    <a:alpha val="14716"/>
                  </a:srgbClr>
                </a:gs>
                <a:gs pos="14286">
                  <a:srgbClr val="FFFEFE">
                    <a:alpha val="13611"/>
                  </a:srgbClr>
                </a:gs>
                <a:gs pos="28571">
                  <a:srgbClr val="FFFEFE">
                    <a:alpha val="10738"/>
                  </a:srgbClr>
                </a:gs>
                <a:gs pos="42857">
                  <a:srgbClr val="FFFEFE">
                    <a:alpha val="7180"/>
                  </a:srgbClr>
                </a:gs>
                <a:gs pos="57143">
                  <a:srgbClr val="FFFEFE">
                    <a:alpha val="4045"/>
                  </a:srgbClr>
                </a:gs>
                <a:gs pos="71429">
                  <a:srgbClr val="FFFEFE">
                    <a:alpha val="1914"/>
                  </a:srgbClr>
                </a:gs>
                <a:gs pos="85714">
                  <a:srgbClr val="FFFEFE">
                    <a:alpha val="761"/>
                  </a:srgbClr>
                </a:gs>
                <a:gs pos="100000">
                  <a:srgbClr val="FFFEFE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-8517790">
              <a:off x="2976311" y="2258685"/>
              <a:ext cx="628720" cy="183060"/>
            </a:xfrm>
            <a:prstGeom prst="ellipse">
              <a:avLst/>
            </a:prstGeom>
            <a:gradFill>
              <a:gsLst>
                <a:gs pos="0">
                  <a:srgbClr val="00000B">
                    <a:alpha val="26560"/>
                  </a:srgbClr>
                </a:gs>
                <a:gs pos="14286">
                  <a:srgbClr val="00000B">
                    <a:alpha val="24703"/>
                  </a:srgbClr>
                </a:gs>
                <a:gs pos="28571">
                  <a:srgbClr val="00000B">
                    <a:alpha val="19772"/>
                  </a:srgbClr>
                </a:gs>
                <a:gs pos="42857">
                  <a:srgbClr val="00000B">
                    <a:alpha val="13455"/>
                  </a:srgbClr>
                </a:gs>
                <a:gs pos="57143">
                  <a:srgbClr val="00000B">
                    <a:alpha val="7695"/>
                  </a:srgbClr>
                </a:gs>
                <a:gs pos="71429">
                  <a:srgbClr val="00000B">
                    <a:alpha val="3679"/>
                  </a:srgbClr>
                </a:gs>
                <a:gs pos="85714">
                  <a:srgbClr val="00000B">
                    <a:alpha val="1471"/>
                  </a:srgbClr>
                </a:gs>
                <a:gs pos="100000">
                  <a:srgbClr val="00000B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7148163">
              <a:off x="2171628" y="2249824"/>
              <a:ext cx="538635" cy="199471"/>
            </a:xfrm>
            <a:prstGeom prst="ellipse">
              <a:avLst/>
            </a:prstGeom>
            <a:gradFill>
              <a:gsLst>
                <a:gs pos="0">
                  <a:srgbClr val="FFFEFE">
                    <a:alpha val="10315"/>
                  </a:srgbClr>
                </a:gs>
                <a:gs pos="14286">
                  <a:srgbClr val="FFFEFE">
                    <a:alpha val="9521"/>
                  </a:srgbClr>
                </a:gs>
                <a:gs pos="28571">
                  <a:srgbClr val="FFFEFE">
                    <a:alpha val="7475"/>
                  </a:srgbClr>
                </a:gs>
                <a:gs pos="42857">
                  <a:srgbClr val="FFFEFE">
                    <a:alpha val="4968"/>
                  </a:srgbClr>
                </a:gs>
                <a:gs pos="57143">
                  <a:srgbClr val="FFFEFE">
                    <a:alpha val="2784"/>
                  </a:srgbClr>
                </a:gs>
                <a:gs pos="71429">
                  <a:srgbClr val="FFFEFE">
                    <a:alpha val="1313"/>
                  </a:srgbClr>
                </a:gs>
                <a:gs pos="85714">
                  <a:srgbClr val="FFFEFE">
                    <a:alpha val="521"/>
                  </a:srgbClr>
                </a:gs>
                <a:gs pos="100000">
                  <a:srgbClr val="FFFEFE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9035200">
              <a:off x="1607743" y="2348951"/>
              <a:ext cx="1061472" cy="716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6181456">
              <a:off x="1490573" y="2355027"/>
              <a:ext cx="938969" cy="675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8143051">
              <a:off x="3104240" y="2066932"/>
              <a:ext cx="890099" cy="124731"/>
            </a:xfrm>
            <a:prstGeom prst="ellipse">
              <a:avLst/>
            </a:prstGeom>
            <a:gradFill>
              <a:gsLst>
                <a:gs pos="0">
                  <a:srgbClr val="FCFCFC">
                    <a:alpha val="4411"/>
                  </a:srgbClr>
                </a:gs>
                <a:gs pos="14286">
                  <a:srgbClr val="FCFCFC">
                    <a:alpha val="4062"/>
                  </a:srgbClr>
                </a:gs>
                <a:gs pos="28571">
                  <a:srgbClr val="FCFCFC">
                    <a:alpha val="3168"/>
                  </a:srgbClr>
                </a:gs>
                <a:gs pos="42857">
                  <a:srgbClr val="FCFCFC">
                    <a:alpha val="2090"/>
                  </a:srgbClr>
                </a:gs>
                <a:gs pos="57143">
                  <a:srgbClr val="FCFCFC">
                    <a:alpha val="1163"/>
                  </a:srgbClr>
                </a:gs>
                <a:gs pos="71429">
                  <a:srgbClr val="FCFCFC">
                    <a:alpha val="546"/>
                  </a:srgbClr>
                </a:gs>
                <a:gs pos="85714">
                  <a:srgbClr val="FCFCFC">
                    <a:alpha val="216"/>
                  </a:srgbClr>
                </a:gs>
                <a:gs pos="100000">
                  <a:srgbClr val="FCFCFC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2809174">
              <a:off x="2309270" y="2008708"/>
              <a:ext cx="553672" cy="307660"/>
            </a:xfrm>
            <a:prstGeom prst="ellipse">
              <a:avLst/>
            </a:prstGeom>
            <a:gradFill>
              <a:gsLst>
                <a:gs pos="0">
                  <a:srgbClr val="000000">
                    <a:alpha val="26811"/>
                  </a:srgbClr>
                </a:gs>
                <a:gs pos="14286">
                  <a:srgbClr val="000000">
                    <a:alpha val="24940"/>
                  </a:srgbClr>
                </a:gs>
                <a:gs pos="28571">
                  <a:srgbClr val="000000">
                    <a:alpha val="19969"/>
                  </a:srgbClr>
                </a:gs>
                <a:gs pos="42857">
                  <a:srgbClr val="000000">
                    <a:alpha val="13593"/>
                  </a:srgbClr>
                </a:gs>
                <a:gs pos="57143">
                  <a:srgbClr val="000000">
                    <a:alpha val="7777"/>
                  </a:srgbClr>
                </a:gs>
                <a:gs pos="71429">
                  <a:srgbClr val="000000">
                    <a:alpha val="3719"/>
                  </a:srgbClr>
                </a:gs>
                <a:gs pos="85714">
                  <a:srgbClr val="000000">
                    <a:alpha val="1487"/>
                  </a:srgbClr>
                </a:gs>
                <a:gs pos="100000">
                  <a:srgbClr val="00000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4135539">
              <a:off x="1733071" y="1894589"/>
              <a:ext cx="777389" cy="2863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2960620">
              <a:off x="1676400" y="2002556"/>
              <a:ext cx="475576" cy="190919"/>
            </a:xfrm>
            <a:prstGeom prst="ellipse">
              <a:avLst/>
            </a:prstGeom>
            <a:gradFill>
              <a:gsLst>
                <a:gs pos="0">
                  <a:srgbClr val="FEFEFC">
                    <a:alpha val="32968"/>
                  </a:srgbClr>
                </a:gs>
                <a:gs pos="14286">
                  <a:srgbClr val="FEFEFC">
                    <a:alpha val="30764"/>
                  </a:srgbClr>
                </a:gs>
                <a:gs pos="28571">
                  <a:srgbClr val="FEFEFC">
                    <a:alpha val="24833"/>
                  </a:srgbClr>
                </a:gs>
                <a:gs pos="42857">
                  <a:srgbClr val="FEFEFC">
                    <a:alpha val="17075"/>
                  </a:srgbClr>
                </a:gs>
                <a:gs pos="57143">
                  <a:srgbClr val="FEFEFC">
                    <a:alpha val="9855"/>
                  </a:srgbClr>
                </a:gs>
                <a:gs pos="71429">
                  <a:srgbClr val="FEFEFC">
                    <a:alpha val="4740"/>
                  </a:srgbClr>
                </a:gs>
                <a:gs pos="85714">
                  <a:srgbClr val="FEFEFC">
                    <a:alpha val="1902"/>
                  </a:srgbClr>
                </a:gs>
                <a:gs pos="100000">
                  <a:srgbClr val="FEFE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4934205">
              <a:off x="271291" y="1899050"/>
              <a:ext cx="917399" cy="562594"/>
            </a:xfrm>
            <a:prstGeom prst="ellipse">
              <a:avLst/>
            </a:prstGeom>
            <a:gradFill>
              <a:gsLst>
                <a:gs pos="0">
                  <a:srgbClr val="000000">
                    <a:alpha val="17553"/>
                  </a:srgbClr>
                </a:gs>
                <a:gs pos="14286">
                  <a:srgbClr val="000000">
                    <a:alpha val="16256"/>
                  </a:srgbClr>
                </a:gs>
                <a:gs pos="28571">
                  <a:srgbClr val="000000">
                    <a:alpha val="12868"/>
                  </a:srgbClr>
                </a:gs>
                <a:gs pos="42857">
                  <a:srgbClr val="000000">
                    <a:alpha val="8639"/>
                  </a:srgbClr>
                </a:gs>
                <a:gs pos="57143">
                  <a:srgbClr val="000000">
                    <a:alpha val="4883"/>
                  </a:srgbClr>
                </a:gs>
                <a:gs pos="71429">
                  <a:srgbClr val="000000">
                    <a:alpha val="2316"/>
                  </a:srgbClr>
                </a:gs>
                <a:gs pos="85714">
                  <a:srgbClr val="000000">
                    <a:alpha val="922"/>
                  </a:srgbClr>
                </a:gs>
                <a:gs pos="100000">
                  <a:srgbClr val="00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9899266">
              <a:off x="31433" y="1978044"/>
              <a:ext cx="894463" cy="2219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3317128">
              <a:off x="-310191" y="1981710"/>
              <a:ext cx="909105" cy="219749"/>
            </a:xfrm>
            <a:prstGeom prst="ellipse">
              <a:avLst/>
            </a:prstGeom>
            <a:gradFill>
              <a:gsLst>
                <a:gs pos="0">
                  <a:srgbClr val="000000">
                    <a:alpha val="23689"/>
                  </a:srgbClr>
                </a:gs>
                <a:gs pos="14286">
                  <a:srgbClr val="000000">
                    <a:alpha val="22002"/>
                  </a:srgbClr>
                </a:gs>
                <a:gs pos="28571">
                  <a:srgbClr val="000000">
                    <a:alpha val="17546"/>
                  </a:srgbClr>
                </a:gs>
                <a:gs pos="42857">
                  <a:srgbClr val="000000">
                    <a:alpha val="11887"/>
                  </a:srgbClr>
                </a:gs>
                <a:gs pos="57143">
                  <a:srgbClr val="000000">
                    <a:alpha val="6772"/>
                  </a:srgbClr>
                </a:gs>
                <a:gs pos="71429">
                  <a:srgbClr val="000000">
                    <a:alpha val="3229"/>
                  </a:srgbClr>
                </a:gs>
                <a:gs pos="85714">
                  <a:srgbClr val="000000">
                    <a:alpha val="1290"/>
                  </a:srgbClr>
                </a:gs>
                <a:gs pos="100000">
                  <a:srgbClr val="0000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8771518">
              <a:off x="3278754" y="1776636"/>
              <a:ext cx="470954" cy="237769"/>
            </a:xfrm>
            <a:prstGeom prst="ellipse">
              <a:avLst/>
            </a:prstGeom>
            <a:gradFill>
              <a:gsLst>
                <a:gs pos="0">
                  <a:srgbClr val="FEFFFF">
                    <a:alpha val="10943"/>
                  </a:srgbClr>
                </a:gs>
                <a:gs pos="14286">
                  <a:srgbClr val="FEFFFF">
                    <a:alpha val="10104"/>
                  </a:srgbClr>
                </a:gs>
                <a:gs pos="28571">
                  <a:srgbClr val="FEFFFF">
                    <a:alpha val="7938"/>
                  </a:srgbClr>
                </a:gs>
                <a:gs pos="42857">
                  <a:srgbClr val="FEFFFF">
                    <a:alpha val="5280"/>
                  </a:srgbClr>
                </a:gs>
                <a:gs pos="57143">
                  <a:srgbClr val="FEFFFF">
                    <a:alpha val="2961"/>
                  </a:srgbClr>
                </a:gs>
                <a:gs pos="71429">
                  <a:srgbClr val="FEFFFF">
                    <a:alpha val="1397"/>
                  </a:srgbClr>
                </a:gs>
                <a:gs pos="85714">
                  <a:srgbClr val="FEFFFF">
                    <a:alpha val="555"/>
                  </a:srgbClr>
                </a:gs>
                <a:gs pos="100000">
                  <a:srgbClr val="FEFFFF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6341450">
              <a:off x="2337556" y="1890702"/>
              <a:ext cx="934711" cy="190569"/>
            </a:xfrm>
            <a:prstGeom prst="ellipse">
              <a:avLst/>
            </a:prstGeom>
            <a:gradFill>
              <a:gsLst>
                <a:gs pos="0">
                  <a:srgbClr val="000000">
                    <a:alpha val="31365"/>
                  </a:srgbClr>
                </a:gs>
                <a:gs pos="14286">
                  <a:srgbClr val="000000">
                    <a:alpha val="29243"/>
                  </a:srgbClr>
                </a:gs>
                <a:gs pos="28571">
                  <a:srgbClr val="000000">
                    <a:alpha val="23554"/>
                  </a:srgbClr>
                </a:gs>
                <a:gs pos="42857">
                  <a:srgbClr val="000000">
                    <a:alpha val="16153"/>
                  </a:srgbClr>
                </a:gs>
                <a:gs pos="57143">
                  <a:srgbClr val="000000">
                    <a:alpha val="9300"/>
                  </a:srgbClr>
                </a:gs>
                <a:gs pos="71429">
                  <a:srgbClr val="000000">
                    <a:alpha val="4467"/>
                  </a:srgbClr>
                </a:gs>
                <a:gs pos="85714">
                  <a:srgbClr val="000000">
                    <a:alpha val="1791"/>
                  </a:srgbClr>
                </a:gs>
                <a:gs pos="100000">
                  <a:srgbClr val="000000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5279763">
              <a:off x="1516532" y="1834822"/>
              <a:ext cx="816391" cy="178481"/>
            </a:xfrm>
            <a:prstGeom prst="ellipse">
              <a:avLst/>
            </a:prstGeom>
            <a:gradFill>
              <a:gsLst>
                <a:gs pos="0">
                  <a:srgbClr val="393938">
                    <a:alpha val="32968"/>
                  </a:srgbClr>
                </a:gs>
                <a:gs pos="14286">
                  <a:srgbClr val="393938">
                    <a:alpha val="30764"/>
                  </a:srgbClr>
                </a:gs>
                <a:gs pos="28571">
                  <a:srgbClr val="393938">
                    <a:alpha val="24833"/>
                  </a:srgbClr>
                </a:gs>
                <a:gs pos="42857">
                  <a:srgbClr val="393938">
                    <a:alpha val="17075"/>
                  </a:srgbClr>
                </a:gs>
                <a:gs pos="57143">
                  <a:srgbClr val="393938">
                    <a:alpha val="9855"/>
                  </a:srgbClr>
                </a:gs>
                <a:gs pos="71429">
                  <a:srgbClr val="393938">
                    <a:alpha val="4740"/>
                  </a:srgbClr>
                </a:gs>
                <a:gs pos="85714">
                  <a:srgbClr val="393938">
                    <a:alpha val="1902"/>
                  </a:srgbClr>
                </a:gs>
                <a:gs pos="100000">
                  <a:srgbClr val="3939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5402434">
              <a:off x="1291316" y="1799385"/>
              <a:ext cx="530279" cy="280541"/>
            </a:xfrm>
            <a:prstGeom prst="ellipse">
              <a:avLst/>
            </a:prstGeom>
            <a:gradFill>
              <a:gsLst>
                <a:gs pos="0">
                  <a:srgbClr val="000000">
                    <a:alpha val="24617"/>
                  </a:srgbClr>
                </a:gs>
                <a:gs pos="14286">
                  <a:srgbClr val="000000">
                    <a:alpha val="22874"/>
                  </a:srgbClr>
                </a:gs>
                <a:gs pos="28571">
                  <a:srgbClr val="000000">
                    <a:alpha val="18263"/>
                  </a:srgbClr>
                </a:gs>
                <a:gs pos="42857">
                  <a:srgbClr val="000000">
                    <a:alpha val="12390"/>
                  </a:srgbClr>
                </a:gs>
                <a:gs pos="57143">
                  <a:srgbClr val="000000">
                    <a:alpha val="7067"/>
                  </a:srgbClr>
                </a:gs>
                <a:gs pos="71429">
                  <a:srgbClr val="000000">
                    <a:alpha val="3373"/>
                  </a:srgbClr>
                </a:gs>
                <a:gs pos="85714">
                  <a:srgbClr val="000000">
                    <a:alpha val="1348"/>
                  </a:srgbClr>
                </a:gs>
                <a:gs pos="100000">
                  <a:srgbClr val="000000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-8971068">
              <a:off x="1063659" y="1840543"/>
              <a:ext cx="432596" cy="91440"/>
            </a:xfrm>
            <a:prstGeom prst="ellipse">
              <a:avLst/>
            </a:prstGeom>
            <a:gradFill>
              <a:gsLst>
                <a:gs pos="0">
                  <a:srgbClr val="FCFBFD">
                    <a:alpha val="18321"/>
                  </a:srgbClr>
                </a:gs>
                <a:gs pos="14286">
                  <a:srgbClr val="FCFBFD">
                    <a:alpha val="16973"/>
                  </a:srgbClr>
                </a:gs>
                <a:gs pos="28571">
                  <a:srgbClr val="FCFBFD">
                    <a:alpha val="13448"/>
                  </a:srgbClr>
                </a:gs>
                <a:gs pos="42857">
                  <a:srgbClr val="FCFBFD">
                    <a:alpha val="9038"/>
                  </a:srgbClr>
                </a:gs>
                <a:gs pos="57143">
                  <a:srgbClr val="FCFBFD">
                    <a:alpha val="5114"/>
                  </a:srgbClr>
                </a:gs>
                <a:gs pos="71429">
                  <a:srgbClr val="FCFBFD">
                    <a:alpha val="2427"/>
                  </a:srgbClr>
                </a:gs>
                <a:gs pos="85714">
                  <a:srgbClr val="FCFBFD">
                    <a:alpha val="967"/>
                  </a:srgbClr>
                </a:gs>
                <a:gs pos="100000">
                  <a:srgbClr val="FCFBFD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3556379">
              <a:off x="701678" y="1800610"/>
              <a:ext cx="683508" cy="426695"/>
            </a:xfrm>
            <a:prstGeom prst="ellipse">
              <a:avLst/>
            </a:prstGeom>
            <a:gradFill>
              <a:gsLst>
                <a:gs pos="0">
                  <a:srgbClr val="000000">
                    <a:alpha val="10444"/>
                  </a:srgbClr>
                </a:gs>
                <a:gs pos="14286">
                  <a:srgbClr val="000000">
                    <a:alpha val="9641"/>
                  </a:srgbClr>
                </a:gs>
                <a:gs pos="28571">
                  <a:srgbClr val="000000">
                    <a:alpha val="7570"/>
                  </a:srgbClr>
                </a:gs>
                <a:gs pos="42857">
                  <a:srgbClr val="000000">
                    <a:alpha val="5032"/>
                  </a:srgbClr>
                </a:gs>
                <a:gs pos="57143">
                  <a:srgbClr val="000000">
                    <a:alpha val="2820"/>
                  </a:srgbClr>
                </a:gs>
                <a:gs pos="71429">
                  <a:srgbClr val="000000">
                    <a:alpha val="1330"/>
                  </a:srgbClr>
                </a:gs>
                <a:gs pos="85714">
                  <a:srgbClr val="000000">
                    <a:alpha val="528"/>
                  </a:srgbClr>
                </a:gs>
                <a:gs pos="100000">
                  <a:srgbClr val="000000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7583793">
              <a:off x="558989" y="1766978"/>
              <a:ext cx="649870" cy="335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10431616">
              <a:off x="173052" y="2004786"/>
              <a:ext cx="240148" cy="120539"/>
            </a:xfrm>
            <a:prstGeom prst="ellipse">
              <a:avLst/>
            </a:prstGeom>
            <a:gradFill>
              <a:gsLst>
                <a:gs pos="0">
                  <a:srgbClr val="FBF9F9">
                    <a:alpha val="32968"/>
                  </a:srgbClr>
                </a:gs>
                <a:gs pos="14286">
                  <a:srgbClr val="FBF9F9">
                    <a:alpha val="30764"/>
                  </a:srgbClr>
                </a:gs>
                <a:gs pos="28571">
                  <a:srgbClr val="FBF9F9">
                    <a:alpha val="24833"/>
                  </a:srgbClr>
                </a:gs>
                <a:gs pos="42857">
                  <a:srgbClr val="FBF9F9">
                    <a:alpha val="17075"/>
                  </a:srgbClr>
                </a:gs>
                <a:gs pos="57143">
                  <a:srgbClr val="FBF9F9">
                    <a:alpha val="9855"/>
                  </a:srgbClr>
                </a:gs>
                <a:gs pos="71429">
                  <a:srgbClr val="FBF9F9">
                    <a:alpha val="4740"/>
                  </a:srgbClr>
                </a:gs>
                <a:gs pos="85714">
                  <a:srgbClr val="FBF9F9">
                    <a:alpha val="1902"/>
                  </a:srgbClr>
                </a:gs>
                <a:gs pos="100000">
                  <a:srgbClr val="FB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7004228">
              <a:off x="-20117" y="1844868"/>
              <a:ext cx="241364" cy="89027"/>
            </a:xfrm>
            <a:prstGeom prst="ellipse">
              <a:avLst/>
            </a:prstGeom>
            <a:gradFill>
              <a:gsLst>
                <a:gs pos="0">
                  <a:srgbClr val="FFFDFF">
                    <a:alpha val="26571"/>
                  </a:srgbClr>
                </a:gs>
                <a:gs pos="14286">
                  <a:srgbClr val="FFFDFF">
                    <a:alpha val="24713"/>
                  </a:srgbClr>
                </a:gs>
                <a:gs pos="28571">
                  <a:srgbClr val="FFFDFF">
                    <a:alpha val="19781"/>
                  </a:srgbClr>
                </a:gs>
                <a:gs pos="42857">
                  <a:srgbClr val="FFFDFF">
                    <a:alpha val="13460"/>
                  </a:srgbClr>
                </a:gs>
                <a:gs pos="57143">
                  <a:srgbClr val="FFFDFF">
                    <a:alpha val="7698"/>
                  </a:srgbClr>
                </a:gs>
                <a:gs pos="71429">
                  <a:srgbClr val="FFFDFF">
                    <a:alpha val="3680"/>
                  </a:srgbClr>
                </a:gs>
                <a:gs pos="85714">
                  <a:srgbClr val="FFFDFF">
                    <a:alpha val="1472"/>
                  </a:srgbClr>
                </a:gs>
                <a:gs pos="100000">
                  <a:srgbClr val="FFFDFF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5694464">
              <a:off x="2883426" y="1691777"/>
              <a:ext cx="960155" cy="156067"/>
            </a:xfrm>
            <a:prstGeom prst="ellipse">
              <a:avLst/>
            </a:prstGeom>
            <a:gradFill>
              <a:gsLst>
                <a:gs pos="0">
                  <a:srgbClr val="010001">
                    <a:alpha val="30805"/>
                  </a:srgbClr>
                </a:gs>
                <a:gs pos="14286">
                  <a:srgbClr val="010001">
                    <a:alpha val="28713"/>
                  </a:srgbClr>
                </a:gs>
                <a:gs pos="28571">
                  <a:srgbClr val="010001">
                    <a:alpha val="23110"/>
                  </a:srgbClr>
                </a:gs>
                <a:gs pos="42857">
                  <a:srgbClr val="010001">
                    <a:alpha val="15834"/>
                  </a:srgbClr>
                </a:gs>
                <a:gs pos="57143">
                  <a:srgbClr val="010001">
                    <a:alpha val="9109"/>
                  </a:srgbClr>
                </a:gs>
                <a:gs pos="71429">
                  <a:srgbClr val="010001">
                    <a:alpha val="4372"/>
                  </a:srgbClr>
                </a:gs>
                <a:gs pos="85714">
                  <a:srgbClr val="010001">
                    <a:alpha val="1752"/>
                  </a:srgbClr>
                </a:gs>
                <a:gs pos="100000">
                  <a:srgbClr val="010001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6718595">
              <a:off x="2848714" y="1583333"/>
              <a:ext cx="584310" cy="309386"/>
            </a:xfrm>
            <a:prstGeom prst="ellipse">
              <a:avLst/>
            </a:prstGeom>
            <a:gradFill>
              <a:gsLst>
                <a:gs pos="0">
                  <a:srgbClr val="000000">
                    <a:alpha val="28015"/>
                  </a:srgbClr>
                </a:gs>
                <a:gs pos="14286">
                  <a:srgbClr val="000000">
                    <a:alpha val="26075"/>
                  </a:srgbClr>
                </a:gs>
                <a:gs pos="28571">
                  <a:srgbClr val="000000">
                    <a:alpha val="20910"/>
                  </a:srgbClr>
                </a:gs>
                <a:gs pos="42857">
                  <a:srgbClr val="000000">
                    <a:alpha val="14261"/>
                  </a:srgbClr>
                </a:gs>
                <a:gs pos="57143">
                  <a:srgbClr val="000000">
                    <a:alpha val="8172"/>
                  </a:srgbClr>
                </a:gs>
                <a:gs pos="71429">
                  <a:srgbClr val="000000">
                    <a:alpha val="3912"/>
                  </a:srgbClr>
                </a:gs>
                <a:gs pos="85714">
                  <a:srgbClr val="000000">
                    <a:alpha val="1566"/>
                  </a:srgbClr>
                </a:gs>
                <a:gs pos="100000">
                  <a:srgbClr val="00000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5123314">
              <a:off x="2114805" y="1752989"/>
              <a:ext cx="926479" cy="112947"/>
            </a:xfrm>
            <a:prstGeom prst="ellipse">
              <a:avLst/>
            </a:prstGeom>
            <a:gradFill>
              <a:gsLst>
                <a:gs pos="0">
                  <a:srgbClr val="FEFEFE">
                    <a:alpha val="10204"/>
                  </a:srgbClr>
                </a:gs>
                <a:gs pos="14286">
                  <a:srgbClr val="FEFEFE">
                    <a:alpha val="9419"/>
                  </a:srgbClr>
                </a:gs>
                <a:gs pos="28571">
                  <a:srgbClr val="FEFEFE">
                    <a:alpha val="7394"/>
                  </a:srgbClr>
                </a:gs>
                <a:gs pos="42857">
                  <a:srgbClr val="FEFEFE">
                    <a:alpha val="4913"/>
                  </a:srgbClr>
                </a:gs>
                <a:gs pos="57143">
                  <a:srgbClr val="FEFEFE">
                    <a:alpha val="2753"/>
                  </a:srgbClr>
                </a:gs>
                <a:gs pos="71429">
                  <a:srgbClr val="FEFEFE">
                    <a:alpha val="1298"/>
                  </a:srgbClr>
                </a:gs>
                <a:gs pos="85714">
                  <a:srgbClr val="FEFEFE">
                    <a:alpha val="515"/>
                  </a:srgbClr>
                </a:gs>
                <a:gs pos="100000">
                  <a:srgbClr val="FEFEFE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3606535">
              <a:off x="1676131" y="1720287"/>
              <a:ext cx="479823" cy="1099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10443387">
              <a:off x="1298993" y="1648371"/>
              <a:ext cx="963419" cy="2074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3263494">
              <a:off x="3275839" y="1389992"/>
              <a:ext cx="506519" cy="285712"/>
            </a:xfrm>
            <a:prstGeom prst="ellipse">
              <a:avLst/>
            </a:prstGeom>
            <a:gradFill>
              <a:gsLst>
                <a:gs pos="0">
                  <a:srgbClr val="000000">
                    <a:alpha val="30630"/>
                  </a:srgbClr>
                </a:gs>
                <a:gs pos="14286">
                  <a:srgbClr val="000000">
                    <a:alpha val="28547"/>
                  </a:srgbClr>
                </a:gs>
                <a:gs pos="28571">
                  <a:srgbClr val="000000">
                    <a:alpha val="22971"/>
                  </a:srgbClr>
                </a:gs>
                <a:gs pos="42857">
                  <a:srgbClr val="000000">
                    <a:alpha val="15734"/>
                  </a:srgbClr>
                </a:gs>
                <a:gs pos="57143">
                  <a:srgbClr val="000000">
                    <a:alpha val="9050"/>
                  </a:srgbClr>
                </a:gs>
                <a:gs pos="71429">
                  <a:srgbClr val="000000">
                    <a:alpha val="4343"/>
                  </a:srgbClr>
                </a:gs>
                <a:gs pos="85714">
                  <a:srgbClr val="000000">
                    <a:alpha val="1740"/>
                  </a:srgbClr>
                </a:gs>
                <a:gs pos="100000">
                  <a:srgbClr val="000000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4307516">
              <a:off x="2687329" y="1392039"/>
              <a:ext cx="560985" cy="145639"/>
            </a:xfrm>
            <a:prstGeom prst="ellipse">
              <a:avLst/>
            </a:prstGeom>
            <a:gradFill>
              <a:gsLst>
                <a:gs pos="0">
                  <a:srgbClr val="FAFBFA">
                    <a:alpha val="17823"/>
                  </a:srgbClr>
                </a:gs>
                <a:gs pos="14286">
                  <a:srgbClr val="FAFBFA">
                    <a:alpha val="16508"/>
                  </a:srgbClr>
                </a:gs>
                <a:gs pos="28571">
                  <a:srgbClr val="FAFBFA">
                    <a:alpha val="13072"/>
                  </a:srgbClr>
                </a:gs>
                <a:gs pos="42857">
                  <a:srgbClr val="FAFBFA">
                    <a:alpha val="8779"/>
                  </a:srgbClr>
                </a:gs>
                <a:gs pos="57143">
                  <a:srgbClr val="FAFBFA">
                    <a:alpha val="4964"/>
                  </a:srgbClr>
                </a:gs>
                <a:gs pos="71429">
                  <a:srgbClr val="FAFBFA">
                    <a:alpha val="2355"/>
                  </a:srgbClr>
                </a:gs>
                <a:gs pos="85714">
                  <a:srgbClr val="FAFBFA">
                    <a:alpha val="938"/>
                  </a:srgbClr>
                </a:gs>
                <a:gs pos="100000">
                  <a:srgbClr val="FAFBFA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3209383">
              <a:off x="2335185" y="1407270"/>
              <a:ext cx="745178" cy="294161"/>
            </a:xfrm>
            <a:prstGeom prst="ellipse">
              <a:avLst/>
            </a:prstGeom>
            <a:gradFill>
              <a:gsLst>
                <a:gs pos="0">
                  <a:srgbClr val="000000">
                    <a:alpha val="32941"/>
                  </a:srgbClr>
                </a:gs>
                <a:gs pos="14286">
                  <a:srgbClr val="000000">
                    <a:alpha val="30738"/>
                  </a:srgbClr>
                </a:gs>
                <a:gs pos="28571">
                  <a:srgbClr val="000000">
                    <a:alpha val="24811"/>
                  </a:srgbClr>
                </a:gs>
                <a:gs pos="42857">
                  <a:srgbClr val="000000">
                    <a:alpha val="17060"/>
                  </a:srgbClr>
                </a:gs>
                <a:gs pos="57143">
                  <a:srgbClr val="000000">
                    <a:alpha val="9845"/>
                  </a:srgbClr>
                </a:gs>
                <a:gs pos="71429">
                  <a:srgbClr val="000000">
                    <a:alpha val="4736"/>
                  </a:srgbClr>
                </a:gs>
                <a:gs pos="85714">
                  <a:srgbClr val="000000">
                    <a:alpha val="1900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7832686">
              <a:off x="1963015" y="1380054"/>
              <a:ext cx="788724" cy="395340"/>
            </a:xfrm>
            <a:prstGeom prst="ellipse">
              <a:avLst/>
            </a:prstGeom>
            <a:gradFill>
              <a:gsLst>
                <a:gs pos="0">
                  <a:srgbClr val="000003">
                    <a:alpha val="15385"/>
                  </a:srgbClr>
                </a:gs>
                <a:gs pos="14286">
                  <a:srgbClr val="000003">
                    <a:alpha val="14234"/>
                  </a:srgbClr>
                </a:gs>
                <a:gs pos="28571">
                  <a:srgbClr val="000003">
                    <a:alpha val="11239"/>
                  </a:srgbClr>
                </a:gs>
                <a:gs pos="42857">
                  <a:srgbClr val="000003">
                    <a:alpha val="7522"/>
                  </a:srgbClr>
                </a:gs>
                <a:gs pos="57143">
                  <a:srgbClr val="000003">
                    <a:alpha val="4240"/>
                  </a:srgbClr>
                </a:gs>
                <a:gs pos="71429">
                  <a:srgbClr val="000003">
                    <a:alpha val="2008"/>
                  </a:srgbClr>
                </a:gs>
                <a:gs pos="85714">
                  <a:srgbClr val="000003">
                    <a:alpha val="799"/>
                  </a:srgbClr>
                </a:gs>
                <a:gs pos="100000">
                  <a:srgbClr val="000003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8370478">
              <a:off x="1257652" y="1423340"/>
              <a:ext cx="459341" cy="1702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10152218">
              <a:off x="682880" y="1270919"/>
              <a:ext cx="718800" cy="345344"/>
            </a:xfrm>
            <a:prstGeom prst="ellipse">
              <a:avLst/>
            </a:prstGeom>
            <a:gradFill>
              <a:gsLst>
                <a:gs pos="0">
                  <a:srgbClr val="000000">
                    <a:alpha val="13922"/>
                  </a:srgbClr>
                </a:gs>
                <a:gs pos="14286">
                  <a:srgbClr val="000000">
                    <a:alpha val="12872"/>
                  </a:srgbClr>
                </a:gs>
                <a:gs pos="28571">
                  <a:srgbClr val="000000">
                    <a:alpha val="10146"/>
                  </a:srgbClr>
                </a:gs>
                <a:gs pos="42857">
                  <a:srgbClr val="000000">
                    <a:alpha val="6777"/>
                  </a:srgbClr>
                </a:gs>
                <a:gs pos="57143">
                  <a:srgbClr val="000000">
                    <a:alpha val="3814"/>
                  </a:srgbClr>
                </a:gs>
                <a:gs pos="71429">
                  <a:srgbClr val="000000">
                    <a:alpha val="1804"/>
                  </a:srgbClr>
                </a:gs>
                <a:gs pos="85714">
                  <a:srgbClr val="000000">
                    <a:alpha val="717"/>
                  </a:srgbClr>
                </a:gs>
                <a:gs pos="100000">
                  <a:srgbClr val="000000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6057064">
              <a:off x="-15170" y="1462134"/>
              <a:ext cx="319229" cy="2123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-10440396">
              <a:off x="3177178" y="1122568"/>
              <a:ext cx="725480" cy="312211"/>
            </a:xfrm>
            <a:prstGeom prst="ellipse">
              <a:avLst/>
            </a:prstGeom>
            <a:gradFill>
              <a:gsLst>
                <a:gs pos="0">
                  <a:srgbClr val="121800">
                    <a:alpha val="32851"/>
                  </a:srgbClr>
                </a:gs>
                <a:gs pos="14286">
                  <a:srgbClr val="121800">
                    <a:alpha val="30653"/>
                  </a:srgbClr>
                </a:gs>
                <a:gs pos="28571">
                  <a:srgbClr val="121800">
                    <a:alpha val="24739"/>
                  </a:srgbClr>
                </a:gs>
                <a:gs pos="42857">
                  <a:srgbClr val="121800">
                    <a:alpha val="17007"/>
                  </a:srgbClr>
                </a:gs>
                <a:gs pos="57143">
                  <a:srgbClr val="121800">
                    <a:alpha val="9814"/>
                  </a:srgbClr>
                </a:gs>
                <a:gs pos="71429">
                  <a:srgbClr val="121800">
                    <a:alpha val="4720"/>
                  </a:srgbClr>
                </a:gs>
                <a:gs pos="85714">
                  <a:srgbClr val="121800">
                    <a:alpha val="1894"/>
                  </a:srgbClr>
                </a:gs>
                <a:gs pos="100000">
                  <a:srgbClr val="1218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4142329">
              <a:off x="3021212" y="1315632"/>
              <a:ext cx="266184" cy="152557"/>
            </a:xfrm>
            <a:prstGeom prst="ellipse">
              <a:avLst/>
            </a:prstGeom>
            <a:gradFill>
              <a:gsLst>
                <a:gs pos="0">
                  <a:srgbClr val="FCFCFC">
                    <a:alpha val="32968"/>
                  </a:srgbClr>
                </a:gs>
                <a:gs pos="14286">
                  <a:srgbClr val="FCFCFC">
                    <a:alpha val="30764"/>
                  </a:srgbClr>
                </a:gs>
                <a:gs pos="28571">
                  <a:srgbClr val="FCFCFC">
                    <a:alpha val="24833"/>
                  </a:srgbClr>
                </a:gs>
                <a:gs pos="42857">
                  <a:srgbClr val="FCFCFC">
                    <a:alpha val="17075"/>
                  </a:srgbClr>
                </a:gs>
                <a:gs pos="57143">
                  <a:srgbClr val="FCFCFC">
                    <a:alpha val="9855"/>
                  </a:srgbClr>
                </a:gs>
                <a:gs pos="71429">
                  <a:srgbClr val="FCFCFC">
                    <a:alpha val="4740"/>
                  </a:srgbClr>
                </a:gs>
                <a:gs pos="85714">
                  <a:srgbClr val="FCFCFC">
                    <a:alpha val="1902"/>
                  </a:srgbClr>
                </a:gs>
                <a:gs pos="100000">
                  <a:srgbClr val="FC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8468300">
              <a:off x="2646456" y="1327255"/>
              <a:ext cx="633245" cy="112704"/>
            </a:xfrm>
            <a:prstGeom prst="ellipse">
              <a:avLst/>
            </a:prstGeom>
            <a:gradFill>
              <a:gsLst>
                <a:gs pos="0">
                  <a:srgbClr val="C9CAC9">
                    <a:alpha val="29510"/>
                  </a:srgbClr>
                </a:gs>
                <a:gs pos="14286">
                  <a:srgbClr val="C9CAC9">
                    <a:alpha val="27488"/>
                  </a:srgbClr>
                </a:gs>
                <a:gs pos="28571">
                  <a:srgbClr val="C9CAC9">
                    <a:alpha val="22086"/>
                  </a:srgbClr>
                </a:gs>
                <a:gs pos="42857">
                  <a:srgbClr val="C9CAC9">
                    <a:alpha val="15100"/>
                  </a:srgbClr>
                </a:gs>
                <a:gs pos="57143">
                  <a:srgbClr val="C9CAC9">
                    <a:alpha val="8671"/>
                  </a:srgbClr>
                </a:gs>
                <a:gs pos="71429">
                  <a:srgbClr val="C9CAC9">
                    <a:alpha val="4157"/>
                  </a:srgbClr>
                </a:gs>
                <a:gs pos="85714">
                  <a:srgbClr val="C9CAC9">
                    <a:alpha val="1665"/>
                  </a:srgbClr>
                </a:gs>
                <a:gs pos="100000">
                  <a:srgbClr val="C9CAC9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9409656">
              <a:off x="2494202" y="1236134"/>
              <a:ext cx="614385" cy="1756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8512530">
              <a:off x="2051598" y="1225538"/>
              <a:ext cx="966068" cy="1638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4004858">
              <a:off x="1864237" y="1275005"/>
              <a:ext cx="572238" cy="194383"/>
            </a:xfrm>
            <a:prstGeom prst="ellipse">
              <a:avLst/>
            </a:prstGeom>
            <a:gradFill>
              <a:gsLst>
                <a:gs pos="0">
                  <a:srgbClr val="000000">
                    <a:alpha val="32715"/>
                  </a:srgbClr>
                </a:gs>
                <a:gs pos="14286">
                  <a:srgbClr val="000000">
                    <a:alpha val="30524"/>
                  </a:srgbClr>
                </a:gs>
                <a:gs pos="28571">
                  <a:srgbClr val="000000">
                    <a:alpha val="24631"/>
                  </a:srgbClr>
                </a:gs>
                <a:gs pos="42857">
                  <a:srgbClr val="000000">
                    <a:alpha val="16929"/>
                  </a:srgbClr>
                </a:gs>
                <a:gs pos="57143">
                  <a:srgbClr val="000000">
                    <a:alpha val="9767"/>
                  </a:srgbClr>
                </a:gs>
                <a:gs pos="71429">
                  <a:srgbClr val="000000">
                    <a:alpha val="4697"/>
                  </a:srgbClr>
                </a:gs>
                <a:gs pos="85714">
                  <a:srgbClr val="000000">
                    <a:alpha val="1884"/>
                  </a:srgbClr>
                </a:gs>
                <a:gs pos="100000">
                  <a:srgbClr val="0000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-10655984">
              <a:off x="1406710" y="1271287"/>
              <a:ext cx="908090" cy="244029"/>
            </a:xfrm>
            <a:prstGeom prst="ellipse">
              <a:avLst/>
            </a:prstGeom>
            <a:gradFill>
              <a:gsLst>
                <a:gs pos="0">
                  <a:srgbClr val="000000">
                    <a:alpha val="28707"/>
                  </a:srgbClr>
                </a:gs>
                <a:gs pos="14286">
                  <a:srgbClr val="000000">
                    <a:alpha val="26729"/>
                  </a:srgbClr>
                </a:gs>
                <a:gs pos="28571">
                  <a:srgbClr val="000000">
                    <a:alpha val="21454"/>
                  </a:srgbClr>
                </a:gs>
                <a:gs pos="42857">
                  <a:srgbClr val="000000">
                    <a:alpha val="14648"/>
                  </a:srgbClr>
                </a:gs>
                <a:gs pos="57143">
                  <a:srgbClr val="000000">
                    <a:alpha val="8402"/>
                  </a:srgbClr>
                </a:gs>
                <a:gs pos="71429">
                  <a:srgbClr val="000000">
                    <a:alpha val="4025"/>
                  </a:srgbClr>
                </a:gs>
                <a:gs pos="85714">
                  <a:srgbClr val="000000">
                    <a:alpha val="1611"/>
                  </a:srgbClr>
                </a:gs>
                <a:gs pos="100000">
                  <a:srgbClr val="000000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3997762">
              <a:off x="653921" y="1051464"/>
              <a:ext cx="800335" cy="3213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9538035">
              <a:off x="-447321" y="1302640"/>
              <a:ext cx="994489" cy="222675"/>
            </a:xfrm>
            <a:prstGeom prst="ellipse">
              <a:avLst/>
            </a:prstGeom>
            <a:gradFill>
              <a:gsLst>
                <a:gs pos="0">
                  <a:srgbClr val="000000">
                    <a:alpha val="24694"/>
                  </a:srgbClr>
                </a:gs>
                <a:gs pos="14286">
                  <a:srgbClr val="000000">
                    <a:alpha val="22946"/>
                  </a:srgbClr>
                </a:gs>
                <a:gs pos="28571">
                  <a:srgbClr val="000000">
                    <a:alpha val="18323"/>
                  </a:srgbClr>
                </a:gs>
                <a:gs pos="42857">
                  <a:srgbClr val="000000">
                    <a:alpha val="12432"/>
                  </a:srgbClr>
                </a:gs>
                <a:gs pos="57143">
                  <a:srgbClr val="000000">
                    <a:alpha val="7092"/>
                  </a:srgbClr>
                </a:gs>
                <a:gs pos="71429">
                  <a:srgbClr val="000000">
                    <a:alpha val="3385"/>
                  </a:srgbClr>
                </a:gs>
                <a:gs pos="85714">
                  <a:srgbClr val="000000">
                    <a:alpha val="1352"/>
                  </a:srgbClr>
                </a:gs>
                <a:gs pos="100000">
                  <a:srgbClr val="000000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5119078">
              <a:off x="2586963" y="1077307"/>
              <a:ext cx="657356" cy="1750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5299403">
              <a:off x="2822886" y="1071268"/>
              <a:ext cx="144883" cy="839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3861002">
              <a:off x="2255570" y="949625"/>
              <a:ext cx="705490" cy="377196"/>
            </a:xfrm>
            <a:prstGeom prst="ellipse">
              <a:avLst/>
            </a:prstGeom>
            <a:gradFill>
              <a:gsLst>
                <a:gs pos="0">
                  <a:srgbClr val="000000">
                    <a:alpha val="12170"/>
                  </a:srgbClr>
                </a:gs>
                <a:gs pos="14286">
                  <a:srgbClr val="000000">
                    <a:alpha val="11244"/>
                  </a:srgbClr>
                </a:gs>
                <a:gs pos="28571">
                  <a:srgbClr val="000000">
                    <a:alpha val="8845"/>
                  </a:srgbClr>
                </a:gs>
                <a:gs pos="42857">
                  <a:srgbClr val="000000">
                    <a:alpha val="5894"/>
                  </a:srgbClr>
                </a:gs>
                <a:gs pos="57143">
                  <a:srgbClr val="000000">
                    <a:alpha val="3310"/>
                  </a:srgbClr>
                </a:gs>
                <a:gs pos="71429">
                  <a:srgbClr val="000000">
                    <a:alpha val="1563"/>
                  </a:srgbClr>
                </a:gs>
                <a:gs pos="85714">
                  <a:srgbClr val="000000">
                    <a:alpha val="621"/>
                  </a:srgbClr>
                </a:gs>
                <a:gs pos="100000">
                  <a:srgbClr val="0000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9101099">
              <a:off x="486642" y="1152257"/>
              <a:ext cx="764971" cy="154228"/>
            </a:xfrm>
            <a:prstGeom prst="ellipse">
              <a:avLst/>
            </a:prstGeom>
            <a:gradFill>
              <a:gsLst>
                <a:gs pos="0">
                  <a:srgbClr val="FFFEFF">
                    <a:alpha val="7164"/>
                  </a:srgbClr>
                </a:gs>
                <a:gs pos="14286">
                  <a:srgbClr val="FFFEFF">
                    <a:alpha val="6604"/>
                  </a:srgbClr>
                </a:gs>
                <a:gs pos="28571">
                  <a:srgbClr val="FFFEFF">
                    <a:alpha val="5167"/>
                  </a:srgbClr>
                </a:gs>
                <a:gs pos="42857">
                  <a:srgbClr val="FFFEFF">
                    <a:alpha val="3420"/>
                  </a:srgbClr>
                </a:gs>
                <a:gs pos="57143">
                  <a:srgbClr val="FFFEFF">
                    <a:alpha val="1910"/>
                  </a:srgbClr>
                </a:gs>
                <a:gs pos="71429">
                  <a:srgbClr val="FFFEFF">
                    <a:alpha val="898"/>
                  </a:srgbClr>
                </a:gs>
                <a:gs pos="85714">
                  <a:srgbClr val="FFFEFF">
                    <a:alpha val="356"/>
                  </a:srgbClr>
                </a:gs>
                <a:gs pos="100000">
                  <a:srgbClr val="FFFEFF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5914329">
              <a:off x="477132" y="1122682"/>
              <a:ext cx="481837" cy="1268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-8233647">
              <a:off x="-308829" y="986855"/>
              <a:ext cx="951770" cy="301243"/>
            </a:xfrm>
            <a:prstGeom prst="ellipse">
              <a:avLst/>
            </a:prstGeom>
            <a:gradFill>
              <a:gsLst>
                <a:gs pos="0">
                  <a:srgbClr val="000003">
                    <a:alpha val="28925"/>
                  </a:srgbClr>
                </a:gs>
                <a:gs pos="14286">
                  <a:srgbClr val="000003">
                    <a:alpha val="26935"/>
                  </a:srgbClr>
                </a:gs>
                <a:gs pos="28571">
                  <a:srgbClr val="000003">
                    <a:alpha val="21625"/>
                  </a:srgbClr>
                </a:gs>
                <a:gs pos="42857">
                  <a:srgbClr val="000003">
                    <a:alpha val="14771"/>
                  </a:srgbClr>
                </a:gs>
                <a:gs pos="57143">
                  <a:srgbClr val="000003">
                    <a:alpha val="8475"/>
                  </a:srgbClr>
                </a:gs>
                <a:gs pos="71429">
                  <a:srgbClr val="000003">
                    <a:alpha val="4061"/>
                  </a:srgbClr>
                </a:gs>
                <a:gs pos="85714">
                  <a:srgbClr val="000003">
                    <a:alpha val="1626"/>
                  </a:srgbClr>
                </a:gs>
                <a:gs pos="100000">
                  <a:srgbClr val="000003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9813547">
              <a:off x="3206601" y="870160"/>
              <a:ext cx="755336" cy="1094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5618103">
              <a:off x="2913972" y="895749"/>
              <a:ext cx="371807" cy="1633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6255893">
              <a:off x="2563885" y="769207"/>
              <a:ext cx="557543" cy="174282"/>
            </a:xfrm>
            <a:prstGeom prst="ellipse">
              <a:avLst/>
            </a:prstGeom>
            <a:gradFill>
              <a:gsLst>
                <a:gs pos="0">
                  <a:srgbClr val="140A1E">
                    <a:alpha val="31855"/>
                  </a:srgbClr>
                </a:gs>
                <a:gs pos="14286">
                  <a:srgbClr val="140A1E">
                    <a:alpha val="29708"/>
                  </a:srgbClr>
                </a:gs>
                <a:gs pos="28571">
                  <a:srgbClr val="140A1E">
                    <a:alpha val="23944"/>
                  </a:srgbClr>
                </a:gs>
                <a:gs pos="42857">
                  <a:srgbClr val="140A1E">
                    <a:alpha val="16433"/>
                  </a:srgbClr>
                </a:gs>
                <a:gs pos="57143">
                  <a:srgbClr val="140A1E">
                    <a:alpha val="9469"/>
                  </a:srgbClr>
                </a:gs>
                <a:gs pos="71429">
                  <a:srgbClr val="140A1E">
                    <a:alpha val="4550"/>
                  </a:srgbClr>
                </a:gs>
                <a:gs pos="85714">
                  <a:srgbClr val="140A1E">
                    <a:alpha val="1824"/>
                  </a:srgbClr>
                </a:gs>
                <a:gs pos="100000">
                  <a:srgbClr val="140A1E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7614346">
              <a:off x="2197620" y="915208"/>
              <a:ext cx="242339" cy="1688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3354750">
              <a:off x="1377996" y="700098"/>
              <a:ext cx="773058" cy="221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8659205">
              <a:off x="1432870" y="734206"/>
              <a:ext cx="540120" cy="159729"/>
            </a:xfrm>
            <a:prstGeom prst="ellipse">
              <a:avLst/>
            </a:prstGeom>
            <a:gradFill>
              <a:gsLst>
                <a:gs pos="0">
                  <a:srgbClr val="C9CACC">
                    <a:alpha val="32968"/>
                  </a:srgbClr>
                </a:gs>
                <a:gs pos="14286">
                  <a:srgbClr val="C9CACC">
                    <a:alpha val="30764"/>
                  </a:srgbClr>
                </a:gs>
                <a:gs pos="28571">
                  <a:srgbClr val="C9CACC">
                    <a:alpha val="24833"/>
                  </a:srgbClr>
                </a:gs>
                <a:gs pos="42857">
                  <a:srgbClr val="C9CACC">
                    <a:alpha val="17075"/>
                  </a:srgbClr>
                </a:gs>
                <a:gs pos="57143">
                  <a:srgbClr val="C9CACC">
                    <a:alpha val="9855"/>
                  </a:srgbClr>
                </a:gs>
                <a:gs pos="71429">
                  <a:srgbClr val="C9CACC">
                    <a:alpha val="4740"/>
                  </a:srgbClr>
                </a:gs>
                <a:gs pos="85714">
                  <a:srgbClr val="C9CACC">
                    <a:alpha val="1902"/>
                  </a:srgbClr>
                </a:gs>
                <a:gs pos="100000">
                  <a:srgbClr val="C9CA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-8987830">
              <a:off x="-81263" y="959333"/>
              <a:ext cx="664674" cy="133257"/>
            </a:xfrm>
            <a:prstGeom prst="ellipse">
              <a:avLst/>
            </a:prstGeom>
            <a:gradFill>
              <a:gsLst>
                <a:gs pos="0">
                  <a:srgbClr val="FFFEFF">
                    <a:alpha val="21776"/>
                  </a:srgbClr>
                </a:gs>
                <a:gs pos="14286">
                  <a:srgbClr val="FFFEFF">
                    <a:alpha val="20206"/>
                  </a:srgbClr>
                </a:gs>
                <a:gs pos="28571">
                  <a:srgbClr val="FFFEFF">
                    <a:alpha val="16076"/>
                  </a:srgbClr>
                </a:gs>
                <a:gs pos="42857">
                  <a:srgbClr val="FFFEFF">
                    <a:alpha val="10860"/>
                  </a:srgbClr>
                </a:gs>
                <a:gs pos="57143">
                  <a:srgbClr val="FFFEFF">
                    <a:alpha val="6171"/>
                  </a:srgbClr>
                </a:gs>
                <a:gs pos="71429">
                  <a:srgbClr val="FFFEFF">
                    <a:alpha val="2938"/>
                  </a:srgbClr>
                </a:gs>
                <a:gs pos="85714">
                  <a:srgbClr val="FFFEFF">
                    <a:alpha val="1172"/>
                  </a:srgbClr>
                </a:gs>
                <a:gs pos="100000">
                  <a:srgbClr val="FFFEFF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9518103">
              <a:off x="-248723" y="910826"/>
              <a:ext cx="800911" cy="1036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5942240">
              <a:off x="3156729" y="541204"/>
              <a:ext cx="753315" cy="295015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6338293">
              <a:off x="2907832" y="570859"/>
              <a:ext cx="1004652" cy="1499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-9568840">
              <a:off x="1954631" y="671409"/>
              <a:ext cx="499873" cy="1478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8161089">
              <a:off x="488157" y="683837"/>
              <a:ext cx="862019" cy="102442"/>
            </a:xfrm>
            <a:prstGeom prst="ellipse">
              <a:avLst/>
            </a:prstGeom>
            <a:gradFill>
              <a:gsLst>
                <a:gs pos="0">
                  <a:srgbClr val="EEEDEF">
                    <a:alpha val="24115"/>
                  </a:srgbClr>
                </a:gs>
                <a:gs pos="14286">
                  <a:srgbClr val="EEEDEF">
                    <a:alpha val="22402"/>
                  </a:srgbClr>
                </a:gs>
                <a:gs pos="28571">
                  <a:srgbClr val="EEEDEF">
                    <a:alpha val="17875"/>
                  </a:srgbClr>
                </a:gs>
                <a:gs pos="42857">
                  <a:srgbClr val="EEEDEF">
                    <a:alpha val="12118"/>
                  </a:srgbClr>
                </a:gs>
                <a:gs pos="57143">
                  <a:srgbClr val="EEEDEF">
                    <a:alpha val="6907"/>
                  </a:srgbClr>
                </a:gs>
                <a:gs pos="71429">
                  <a:srgbClr val="EEEDEF">
                    <a:alpha val="3295"/>
                  </a:srgbClr>
                </a:gs>
                <a:gs pos="85714">
                  <a:srgbClr val="EEEDEF">
                    <a:alpha val="1316"/>
                  </a:srgbClr>
                </a:gs>
                <a:gs pos="100000">
                  <a:srgbClr val="EEEDEF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3613425">
              <a:off x="169376" y="577271"/>
              <a:ext cx="644200" cy="1156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8921850">
              <a:off x="-363630" y="714936"/>
              <a:ext cx="836381" cy="133228"/>
            </a:xfrm>
            <a:prstGeom prst="ellipse">
              <a:avLst/>
            </a:prstGeom>
            <a:gradFill>
              <a:gsLst>
                <a:gs pos="0">
                  <a:srgbClr val="000000">
                    <a:alpha val="26992"/>
                  </a:srgbClr>
                </a:gs>
                <a:gs pos="14286">
                  <a:srgbClr val="000000">
                    <a:alpha val="25110"/>
                  </a:srgbClr>
                </a:gs>
                <a:gs pos="28571">
                  <a:srgbClr val="000000">
                    <a:alpha val="20109"/>
                  </a:srgbClr>
                </a:gs>
                <a:gs pos="42857">
                  <a:srgbClr val="000000">
                    <a:alpha val="13693"/>
                  </a:srgbClr>
                </a:gs>
                <a:gs pos="57143">
                  <a:srgbClr val="000000">
                    <a:alpha val="7836"/>
                  </a:srgbClr>
                </a:gs>
                <a:gs pos="71429">
                  <a:srgbClr val="000000">
                    <a:alpha val="3748"/>
                  </a:srgbClr>
                </a:gs>
                <a:gs pos="85714">
                  <a:srgbClr val="000000">
                    <a:alpha val="1499"/>
                  </a:srgbClr>
                </a:gs>
                <a:gs pos="100000">
                  <a:srgbClr val="0000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3804989">
              <a:off x="2904981" y="531455"/>
              <a:ext cx="463989" cy="1843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9382217">
              <a:off x="1265395" y="394015"/>
              <a:ext cx="575071" cy="308701"/>
            </a:xfrm>
            <a:prstGeom prst="ellipse">
              <a:avLst/>
            </a:prstGeom>
            <a:gradFill>
              <a:gsLst>
                <a:gs pos="0">
                  <a:srgbClr val="000000">
                    <a:alpha val="7028"/>
                  </a:srgbClr>
                </a:gs>
                <a:gs pos="14286">
                  <a:srgbClr val="000000">
                    <a:alpha val="6479"/>
                  </a:srgbClr>
                </a:gs>
                <a:gs pos="28571">
                  <a:srgbClr val="000000">
                    <a:alpha val="5068"/>
                  </a:srgbClr>
                </a:gs>
                <a:gs pos="42857">
                  <a:srgbClr val="000000">
                    <a:alpha val="3354"/>
                  </a:srgbClr>
                </a:gs>
                <a:gs pos="57143">
                  <a:srgbClr val="000000">
                    <a:alpha val="1872"/>
                  </a:srgbClr>
                </a:gs>
                <a:gs pos="71429">
                  <a:srgbClr val="000000">
                    <a:alpha val="881"/>
                  </a:srgbClr>
                </a:gs>
                <a:gs pos="85714">
                  <a:srgbClr val="000000">
                    <a:alpha val="349"/>
                  </a:srgbClr>
                </a:gs>
                <a:gs pos="100000">
                  <a:srgbClr val="000000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6374762">
              <a:off x="1050482" y="423918"/>
              <a:ext cx="601904" cy="215219"/>
            </a:xfrm>
            <a:prstGeom prst="ellipse">
              <a:avLst/>
            </a:prstGeom>
            <a:gradFill>
              <a:gsLst>
                <a:gs pos="0">
                  <a:srgbClr val="271C16">
                    <a:alpha val="22637"/>
                  </a:srgbClr>
                </a:gs>
                <a:gs pos="14286">
                  <a:srgbClr val="271C16">
                    <a:alpha val="21014"/>
                  </a:srgbClr>
                </a:gs>
                <a:gs pos="28571">
                  <a:srgbClr val="271C16">
                    <a:alpha val="16737"/>
                  </a:srgbClr>
                </a:gs>
                <a:gs pos="42857">
                  <a:srgbClr val="271C16">
                    <a:alpha val="11321"/>
                  </a:srgbClr>
                </a:gs>
                <a:gs pos="57143">
                  <a:srgbClr val="271C16">
                    <a:alpha val="6440"/>
                  </a:srgbClr>
                </a:gs>
                <a:gs pos="71429">
                  <a:srgbClr val="271C16">
                    <a:alpha val="3068"/>
                  </a:srgbClr>
                </a:gs>
                <a:gs pos="85714">
                  <a:srgbClr val="271C16">
                    <a:alpha val="1225"/>
                  </a:srgbClr>
                </a:gs>
                <a:gs pos="100000">
                  <a:srgbClr val="271C16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9487745">
              <a:off x="792373" y="529125"/>
              <a:ext cx="580201" cy="140124"/>
            </a:xfrm>
            <a:prstGeom prst="ellipse">
              <a:avLst/>
            </a:prstGeom>
            <a:gradFill>
              <a:gsLst>
                <a:gs pos="0">
                  <a:srgbClr val="E1E1E1">
                    <a:alpha val="32968"/>
                  </a:srgbClr>
                </a:gs>
                <a:gs pos="14286">
                  <a:srgbClr val="E1E1E1">
                    <a:alpha val="30764"/>
                  </a:srgbClr>
                </a:gs>
                <a:gs pos="28571">
                  <a:srgbClr val="E1E1E1">
                    <a:alpha val="24833"/>
                  </a:srgbClr>
                </a:gs>
                <a:gs pos="42857">
                  <a:srgbClr val="E1E1E1">
                    <a:alpha val="17075"/>
                  </a:srgbClr>
                </a:gs>
                <a:gs pos="57143">
                  <a:srgbClr val="E1E1E1">
                    <a:alpha val="9855"/>
                  </a:srgbClr>
                </a:gs>
                <a:gs pos="71429">
                  <a:srgbClr val="E1E1E1">
                    <a:alpha val="4740"/>
                  </a:srgbClr>
                </a:gs>
                <a:gs pos="85714">
                  <a:srgbClr val="E1E1E1">
                    <a:alpha val="1902"/>
                  </a:srgbClr>
                </a:gs>
                <a:gs pos="100000">
                  <a:srgbClr val="E1E1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6088744">
              <a:off x="590684" y="507187"/>
              <a:ext cx="703409" cy="824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8913306">
              <a:off x="3343440" y="270505"/>
              <a:ext cx="596307" cy="2266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3644120">
              <a:off x="2985693" y="289626"/>
              <a:ext cx="232844" cy="151580"/>
            </a:xfrm>
            <a:prstGeom prst="ellipse">
              <a:avLst/>
            </a:prstGeom>
            <a:gradFill>
              <a:gsLst>
                <a:gs pos="0">
                  <a:srgbClr val="F8F7F7">
                    <a:alpha val="32968"/>
                  </a:srgbClr>
                </a:gs>
                <a:gs pos="14286">
                  <a:srgbClr val="F8F7F7">
                    <a:alpha val="30764"/>
                  </a:srgbClr>
                </a:gs>
                <a:gs pos="28571">
                  <a:srgbClr val="F8F7F7">
                    <a:alpha val="24833"/>
                  </a:srgbClr>
                </a:gs>
                <a:gs pos="42857">
                  <a:srgbClr val="F8F7F7">
                    <a:alpha val="17075"/>
                  </a:srgbClr>
                </a:gs>
                <a:gs pos="57143">
                  <a:srgbClr val="F8F7F7">
                    <a:alpha val="9855"/>
                  </a:srgbClr>
                </a:gs>
                <a:gs pos="71429">
                  <a:srgbClr val="F8F7F7">
                    <a:alpha val="4740"/>
                  </a:srgbClr>
                </a:gs>
                <a:gs pos="85714">
                  <a:srgbClr val="F8F7F7">
                    <a:alpha val="1902"/>
                  </a:srgbClr>
                </a:gs>
                <a:gs pos="100000">
                  <a:srgbClr val="F8F7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8939840">
              <a:off x="2548419" y="135010"/>
              <a:ext cx="695369" cy="327566"/>
            </a:xfrm>
            <a:prstGeom prst="ellipse">
              <a:avLst/>
            </a:prstGeom>
            <a:gradFill>
              <a:gsLst>
                <a:gs pos="0">
                  <a:srgbClr val="000300">
                    <a:alpha val="30225"/>
                  </a:srgbClr>
                </a:gs>
                <a:gs pos="14286">
                  <a:srgbClr val="000300">
                    <a:alpha val="28164"/>
                  </a:srgbClr>
                </a:gs>
                <a:gs pos="28571">
                  <a:srgbClr val="000300">
                    <a:alpha val="22650"/>
                  </a:srgbClr>
                </a:gs>
                <a:gs pos="42857">
                  <a:srgbClr val="000300">
                    <a:alpha val="15504"/>
                  </a:srgbClr>
                </a:gs>
                <a:gs pos="57143">
                  <a:srgbClr val="000300">
                    <a:alpha val="8912"/>
                  </a:srgbClr>
                </a:gs>
                <a:gs pos="71429">
                  <a:srgbClr val="000300">
                    <a:alpha val="4275"/>
                  </a:srgbClr>
                </a:gs>
                <a:gs pos="85714">
                  <a:srgbClr val="000300">
                    <a:alpha val="1713"/>
                  </a:srgbClr>
                </a:gs>
                <a:gs pos="100000">
                  <a:srgbClr val="000300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4904416">
              <a:off x="2335389" y="194954"/>
              <a:ext cx="724938" cy="200101"/>
            </a:xfrm>
            <a:prstGeom prst="ellipse">
              <a:avLst/>
            </a:prstGeom>
            <a:gradFill>
              <a:gsLst>
                <a:gs pos="0">
                  <a:srgbClr val="000000">
                    <a:alpha val="28208"/>
                  </a:srgbClr>
                </a:gs>
                <a:gs pos="14286">
                  <a:srgbClr val="000000">
                    <a:alpha val="26258"/>
                  </a:srgbClr>
                </a:gs>
                <a:gs pos="28571">
                  <a:srgbClr val="000000">
                    <a:alpha val="21061"/>
                  </a:srgbClr>
                </a:gs>
                <a:gs pos="42857">
                  <a:srgbClr val="000000">
                    <a:alpha val="14369"/>
                  </a:srgbClr>
                </a:gs>
                <a:gs pos="57143">
                  <a:srgbClr val="000000">
                    <a:alpha val="8236"/>
                  </a:srgbClr>
                </a:gs>
                <a:gs pos="71429">
                  <a:srgbClr val="000000">
                    <a:alpha val="3944"/>
                  </a:srgbClr>
                </a:gs>
                <a:gs pos="85714">
                  <a:srgbClr val="000000">
                    <a:alpha val="1578"/>
                  </a:srgbClr>
                </a:gs>
                <a:gs pos="100000">
                  <a:srgbClr val="000000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-9871519">
              <a:off x="2342860" y="312461"/>
              <a:ext cx="206199" cy="118134"/>
            </a:xfrm>
            <a:prstGeom prst="ellipse">
              <a:avLst/>
            </a:prstGeom>
            <a:gradFill>
              <a:gsLst>
                <a:gs pos="0">
                  <a:srgbClr val="F9FAF9">
                    <a:alpha val="32968"/>
                  </a:srgbClr>
                </a:gs>
                <a:gs pos="14286">
                  <a:srgbClr val="F9FAF9">
                    <a:alpha val="30764"/>
                  </a:srgbClr>
                </a:gs>
                <a:gs pos="28571">
                  <a:srgbClr val="F9FAF9">
                    <a:alpha val="24833"/>
                  </a:srgbClr>
                </a:gs>
                <a:gs pos="42857">
                  <a:srgbClr val="F9FAF9">
                    <a:alpha val="17075"/>
                  </a:srgbClr>
                </a:gs>
                <a:gs pos="57143">
                  <a:srgbClr val="F9FAF9">
                    <a:alpha val="9855"/>
                  </a:srgbClr>
                </a:gs>
                <a:gs pos="71429">
                  <a:srgbClr val="F9FAF9">
                    <a:alpha val="4740"/>
                  </a:srgbClr>
                </a:gs>
                <a:gs pos="85714">
                  <a:srgbClr val="F9FAF9">
                    <a:alpha val="1902"/>
                  </a:srgbClr>
                </a:gs>
                <a:gs pos="100000">
                  <a:srgbClr val="F9FA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2956033">
              <a:off x="1835793" y="228792"/>
              <a:ext cx="929056" cy="998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9472357">
              <a:off x="1609956" y="389448"/>
              <a:ext cx="855050" cy="742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-8465092">
              <a:off x="746086" y="219211"/>
              <a:ext cx="785629" cy="204742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-9068049">
              <a:off x="2974715" y="117119"/>
              <a:ext cx="1044353" cy="100510"/>
            </a:xfrm>
            <a:prstGeom prst="ellipse">
              <a:avLst/>
            </a:prstGeom>
            <a:gradFill>
              <a:gsLst>
                <a:gs pos="0">
                  <a:srgbClr val="000000">
                    <a:alpha val="24123"/>
                  </a:srgbClr>
                </a:gs>
                <a:gs pos="14286">
                  <a:srgbClr val="000000">
                    <a:alpha val="22410"/>
                  </a:srgbClr>
                </a:gs>
                <a:gs pos="28571">
                  <a:srgbClr val="000000">
                    <a:alpha val="17882"/>
                  </a:srgbClr>
                </a:gs>
                <a:gs pos="42857">
                  <a:srgbClr val="000000">
                    <a:alpha val="12122"/>
                  </a:srgbClr>
                </a:gs>
                <a:gs pos="57143">
                  <a:srgbClr val="000000">
                    <a:alpha val="6910"/>
                  </a:srgbClr>
                </a:gs>
                <a:gs pos="71429">
                  <a:srgbClr val="000000">
                    <a:alpha val="3296"/>
                  </a:srgbClr>
                </a:gs>
                <a:gs pos="85714">
                  <a:srgbClr val="000000">
                    <a:alpha val="1317"/>
                  </a:srgbClr>
                </a:gs>
                <a:gs pos="100000">
                  <a:srgbClr val="000000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5851742">
              <a:off x="2760399" y="55325"/>
              <a:ext cx="364217" cy="146975"/>
            </a:xfrm>
            <a:prstGeom prst="ellipse">
              <a:avLst/>
            </a:prstGeom>
            <a:gradFill>
              <a:gsLst>
                <a:gs pos="0">
                  <a:srgbClr val="E4E3E3">
                    <a:alpha val="32968"/>
                  </a:srgbClr>
                </a:gs>
                <a:gs pos="14286">
                  <a:srgbClr val="E4E3E3">
                    <a:alpha val="30764"/>
                  </a:srgbClr>
                </a:gs>
                <a:gs pos="28571">
                  <a:srgbClr val="E4E3E3">
                    <a:alpha val="24833"/>
                  </a:srgbClr>
                </a:gs>
                <a:gs pos="42857">
                  <a:srgbClr val="E4E3E3">
                    <a:alpha val="17075"/>
                  </a:srgbClr>
                </a:gs>
                <a:gs pos="57143">
                  <a:srgbClr val="E4E3E3">
                    <a:alpha val="9855"/>
                  </a:srgbClr>
                </a:gs>
                <a:gs pos="71429">
                  <a:srgbClr val="E4E3E3">
                    <a:alpha val="4740"/>
                  </a:srgbClr>
                </a:gs>
                <a:gs pos="85714">
                  <a:srgbClr val="E4E3E3">
                    <a:alpha val="1902"/>
                  </a:srgbClr>
                </a:gs>
                <a:gs pos="100000">
                  <a:srgbClr val="E4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7507551">
              <a:off x="1918939" y="133830"/>
              <a:ext cx="1134932" cy="85798"/>
            </a:xfrm>
            <a:prstGeom prst="ellipse">
              <a:avLst/>
            </a:prstGeom>
            <a:gradFill>
              <a:gsLst>
                <a:gs pos="0">
                  <a:srgbClr val="000000">
                    <a:alpha val="30409"/>
                  </a:srgbClr>
                </a:gs>
                <a:gs pos="14286">
                  <a:srgbClr val="000000">
                    <a:alpha val="28338"/>
                  </a:srgbClr>
                </a:gs>
                <a:gs pos="28571">
                  <a:srgbClr val="000000">
                    <a:alpha val="22796"/>
                  </a:srgbClr>
                </a:gs>
                <a:gs pos="42857">
                  <a:srgbClr val="000000">
                    <a:alpha val="15608"/>
                  </a:srgbClr>
                </a:gs>
                <a:gs pos="57143">
                  <a:srgbClr val="000000">
                    <a:alpha val="8975"/>
                  </a:srgbClr>
                </a:gs>
                <a:gs pos="71429">
                  <a:srgbClr val="000000">
                    <a:alpha val="4306"/>
                  </a:srgbClr>
                </a:gs>
                <a:gs pos="85714">
                  <a:srgbClr val="000000">
                    <a:alpha val="1725"/>
                  </a:srgbClr>
                </a:gs>
                <a:gs pos="100000">
                  <a:srgbClr val="00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3912532">
              <a:off x="1702297" y="-43869"/>
              <a:ext cx="903818" cy="2027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-10212385">
              <a:off x="1493181" y="6401"/>
              <a:ext cx="789670" cy="235352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9895571">
              <a:off x="961619" y="-70285"/>
              <a:ext cx="760603" cy="2134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4350602">
              <a:off x="659837" y="-69334"/>
              <a:ext cx="846248" cy="146640"/>
            </a:xfrm>
            <a:prstGeom prst="ellipse">
              <a:avLst/>
            </a:prstGeom>
            <a:gradFill>
              <a:gsLst>
                <a:gs pos="0">
                  <a:srgbClr val="F0EFED">
                    <a:alpha val="31892"/>
                  </a:srgbClr>
                </a:gs>
                <a:gs pos="14286">
                  <a:srgbClr val="F0EFED">
                    <a:alpha val="29743"/>
                  </a:srgbClr>
                </a:gs>
                <a:gs pos="28571">
                  <a:srgbClr val="F0EFED">
                    <a:alpha val="23974"/>
                  </a:srgbClr>
                </a:gs>
                <a:gs pos="42857">
                  <a:srgbClr val="F0EFED">
                    <a:alpha val="16455"/>
                  </a:srgbClr>
                </a:gs>
                <a:gs pos="57143">
                  <a:srgbClr val="F0EFED">
                    <a:alpha val="9482"/>
                  </a:srgbClr>
                </a:gs>
                <a:gs pos="71429">
                  <a:srgbClr val="F0EFED">
                    <a:alpha val="4556"/>
                  </a:srgbClr>
                </a:gs>
                <a:gs pos="85714">
                  <a:srgbClr val="F0EFED">
                    <a:alpha val="1827"/>
                  </a:srgbClr>
                </a:gs>
                <a:gs pos="100000">
                  <a:srgbClr val="F0EFED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2026-08-02T19:02:50Z</dcterms:created>
  <dcterms:modified xsi:type="dcterms:W3CDTF">2026-08-02T19:02:50Z</dcterms:modified>
</cp:coreProperties>
</file>