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Default Extension="png" ContentType="image/png"/>
  <Override PartName="/ppt/presentation.xml" ContentType="application/vnd.openxmlformats-officedocument.presentationml.presentation.main+xml"/>
  <Override PartName="/ppt/slides/slide1.xml" ContentType="application/vnd.openxmlformats-officedocument.presentationml.slide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theme/theme1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
<Relationships xmlns="http://schemas.openxmlformats.org/package/2006/relationships">
  <Relationship Id="rId1" Type="http://schemas.openxmlformats.org/officeDocument/2006/relationships/officeDocument" Target="ppt/presentation.xml"/>
  <Relationship Id="rId2" Type="http://schemas.openxmlformats.org/package/2006/relationships/metadata/core-properties" Target="docProps/core.xml"/>
  <Relationship Id="rId3" Type="http://schemas.openxmlformats.org/officeDocument/2006/relationships/extended-properties" Target="docProps/app.xml"/>
</Relationships>
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2"/>
  </p:sldIdLst>
  <p:sldSz cx="3657600" cy="3657600" type="custom"/>
  <p:notesSz cx="6858000" cy="9144000"/>
  <p:defaultTextStyle/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/>
</file>

<file path=ppt/_rels/presentation.xml.rels><?xml version="1.0" encoding="UTF-8" standalone="yes"?>
<Relationships xmlns="http://schemas.openxmlformats.org/package/2006/relationships">
  <Relationship Id="rId1" Type="http://schemas.openxmlformats.org/officeDocument/2006/relationships/slideMaster" Target="slideMasters/slideMaster1.xml"/>
  <Relationship Id="rId2" Type="http://schemas.openxmlformats.org/officeDocument/2006/relationships/slide" Target="slides/slide1.xml"/>
  <Relationship Id="rId3" Type="http://schemas.openxmlformats.org/officeDocument/2006/relationships/presProps" Target="presProps.xml"/>
  <Relationship Id="rId4" Type="http://schemas.openxmlformats.org/officeDocument/2006/relationships/viewProps" Target="viewProps.xml"/>
  <Relationship Id="rId5" Type="http://schemas.openxmlformats.org/officeDocument/2006/relationships/theme" Target="theme/theme1.xml"/>
</Relationships>

</file>

<file path=ppt/slideLayouts/_rels/slideLayout1.xml.rels><?xml version="1.0" encoding="UTF-8" standalone="yes"?>
<Relationships xmlns="http://schemas.openxmlformats.org/package/2006/relationships">
  <Relationship Id="rId1" Type="http://schemas.openxmlformats.org/officeDocument/2006/relationships/slideMaster" Target="../slideMasters/slideMaster1.xml"/>
</Relationships>
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  <Relationship Id="rId2" Type="http://schemas.openxmlformats.org/officeDocument/2006/relationships/theme" Target="../theme/theme1.xml"/>
</Relationships>
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txStyles>
    <p:titleStyle/>
    <p:bodyStyle/>
    <p:otherStyle/>
  </p:txStyles>
</p:sldMaster>
</file>

<file path=ppt/slides/_rels/slide1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</Relationships>

</file>

<file path=ppt/slides/slide1.xml><?xml version="1.0" encoding="utf-8"?>
<p:sld xmlns:a="http://schemas.openxmlformats.org/drawingml/2006/main" xmlns:p="http://schemas.openxmlformats.org/presentationml/2006/main">
  <p:cSld>
    <p:spTree>
      <p:nvGrpSpPr>
        <p:cNvPr id="1" name="Slide Background"/>
        <p:cNvGrpSpPr/>
        <p:nvPr/>
      </p:nvGrpSpPr>
      <p:grpSpPr>
        <a:xfrm>
          <a:off x="0" y="0"/>
          <a:ext cx="3657600" cy="3657600"/>
          <a:chOff x="0" y="0"/>
          <a:chExt cx="3657600" cy="3657600"/>
        </a:xfrm>
      </p:grpSpPr>
      <p:grpSp>
        <p:nvGrpSpPr>
          <p:cNvPr id="2" name="Splat Group"/>
          <p:cNvGrpSpPr/>
          <p:nvPr/>
        </p:nvGrpSpPr>
        <p:grpSpPr>
          <a:xfrm>
            <a:off x="0" y="0"/>
            <a:ext cx="3657600" cy="3657600"/>
            <a:chOff x="0" y="0"/>
            <a:chExt cx="3657600" cy="3657600"/>
          </a:xfrm>
        </p:grpSpPr>
        <p:sp>
          <p:nvSpPr>
            <p:cNvPr id="3" name="Splat Background"/>
            <p:cNvSpPr>
              <a:spLocks noGrp="1"/>
            </p:cNvSpPr>
            <p:nvPr/>
          </p:nvSpPr>
          <p:spPr>
            <a:xfrm>
              <a:off x="0" y="0"/>
              <a:ext cx="3657600" cy="3657600"/>
            </a:xfrm>
            <a:prstGeom prst="rect">
              <a:avLst/>
            </a:prstGeom>
            <a:solidFill>
              <a:srgbClr val="C3BDC3"/>
            </a:soli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4" name="Splat 4"/>
            <p:cNvSpPr>
              <a:spLocks noGrp="1"/>
            </p:cNvSpPr>
            <p:nvPr/>
          </p:nvSpPr>
          <p:spPr>
            <a:xfrm rot="4551536">
              <a:off x="2137331" y="456588"/>
              <a:ext cx="442302" cy="408830"/>
            </a:xfrm>
            <a:prstGeom prst="ellipse">
              <a:avLst/>
            </a:prstGeom>
            <a:gradFill>
              <a:gsLst>
                <a:gs pos="0">
                  <a:srgbClr val="FBECB8">
                    <a:alpha val="19307"/>
                  </a:srgbClr>
                </a:gs>
                <a:gs pos="14286">
                  <a:srgbClr val="FBECB8">
                    <a:alpha val="17894"/>
                  </a:srgbClr>
                </a:gs>
                <a:gs pos="28571">
                  <a:srgbClr val="FBECB8">
                    <a:alpha val="14194"/>
                  </a:srgbClr>
                </a:gs>
                <a:gs pos="42857">
                  <a:srgbClr val="FBECB8">
                    <a:alpha val="9554"/>
                  </a:srgbClr>
                </a:gs>
                <a:gs pos="57143">
                  <a:srgbClr val="FBECB8">
                    <a:alpha val="5412"/>
                  </a:srgbClr>
                </a:gs>
                <a:gs pos="71429">
                  <a:srgbClr val="FBECB8">
                    <a:alpha val="2571"/>
                  </a:srgbClr>
                </a:gs>
                <a:gs pos="85714">
                  <a:srgbClr val="FBECB8">
                    <a:alpha val="1025"/>
                  </a:srgbClr>
                </a:gs>
                <a:gs pos="100000">
                  <a:srgbClr val="FBECB8">
                    <a:alpha val="343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5" name="Splat 5"/>
            <p:cNvSpPr>
              <a:spLocks noGrp="1"/>
            </p:cNvSpPr>
            <p:nvPr/>
          </p:nvSpPr>
          <p:spPr>
            <a:xfrm rot="5520976">
              <a:off x="3068296" y="1382545"/>
              <a:ext cx="658039" cy="109200"/>
            </a:xfrm>
            <a:prstGeom prst="ellipse">
              <a:avLst/>
            </a:prstGeom>
            <a:gradFill>
              <a:gsLst>
                <a:gs pos="0">
                  <a:srgbClr val="000067">
                    <a:alpha val="32968"/>
                  </a:srgbClr>
                </a:gs>
                <a:gs pos="14286">
                  <a:srgbClr val="000067">
                    <a:alpha val="30764"/>
                  </a:srgbClr>
                </a:gs>
                <a:gs pos="28571">
                  <a:srgbClr val="000067">
                    <a:alpha val="24833"/>
                  </a:srgbClr>
                </a:gs>
                <a:gs pos="42857">
                  <a:srgbClr val="000067">
                    <a:alpha val="17075"/>
                  </a:srgbClr>
                </a:gs>
                <a:gs pos="57143">
                  <a:srgbClr val="000067">
                    <a:alpha val="9855"/>
                  </a:srgbClr>
                </a:gs>
                <a:gs pos="71429">
                  <a:srgbClr val="000067">
                    <a:alpha val="4740"/>
                  </a:srgbClr>
                </a:gs>
                <a:gs pos="85714">
                  <a:srgbClr val="000067">
                    <a:alpha val="1902"/>
                  </a:srgbClr>
                </a:gs>
                <a:gs pos="100000">
                  <a:srgbClr val="000067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6" name="Splat 6"/>
            <p:cNvSpPr>
              <a:spLocks noGrp="1"/>
            </p:cNvSpPr>
            <p:nvPr/>
          </p:nvSpPr>
          <p:spPr>
            <a:xfrm rot="8518348">
              <a:off x="1389264" y="1730797"/>
              <a:ext cx="1050103" cy="301969"/>
            </a:xfrm>
            <a:prstGeom prst="ellipse">
              <a:avLst/>
            </a:prstGeom>
            <a:gradFill>
              <a:gsLst>
                <a:gs pos="0">
                  <a:srgbClr val="F2FFFF">
                    <a:alpha val="32968"/>
                  </a:srgbClr>
                </a:gs>
                <a:gs pos="14286">
                  <a:srgbClr val="F2FFFF">
                    <a:alpha val="30764"/>
                  </a:srgbClr>
                </a:gs>
                <a:gs pos="28571">
                  <a:srgbClr val="F2FFFF">
                    <a:alpha val="24833"/>
                  </a:srgbClr>
                </a:gs>
                <a:gs pos="42857">
                  <a:srgbClr val="F2FFFF">
                    <a:alpha val="17075"/>
                  </a:srgbClr>
                </a:gs>
                <a:gs pos="57143">
                  <a:srgbClr val="F2FFFF">
                    <a:alpha val="9855"/>
                  </a:srgbClr>
                </a:gs>
                <a:gs pos="71429">
                  <a:srgbClr val="F2FFFF">
                    <a:alpha val="4740"/>
                  </a:srgbClr>
                </a:gs>
                <a:gs pos="85714">
                  <a:srgbClr val="F2FFFF">
                    <a:alpha val="1902"/>
                  </a:srgbClr>
                </a:gs>
                <a:gs pos="100000">
                  <a:srgbClr val="F2FFFF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7" name="Splat 7"/>
            <p:cNvSpPr>
              <a:spLocks noGrp="1"/>
            </p:cNvSpPr>
            <p:nvPr/>
          </p:nvSpPr>
          <p:spPr>
            <a:xfrm rot="5542315">
              <a:off x="3137622" y="2470040"/>
              <a:ext cx="954559" cy="75527"/>
            </a:xfrm>
            <a:prstGeom prst="ellipse">
              <a:avLst/>
            </a:prstGeom>
            <a:gradFill>
              <a:gsLst>
                <a:gs pos="0">
                  <a:srgbClr val="000073">
                    <a:alpha val="32968"/>
                  </a:srgbClr>
                </a:gs>
                <a:gs pos="14286">
                  <a:srgbClr val="000073">
                    <a:alpha val="30764"/>
                  </a:srgbClr>
                </a:gs>
                <a:gs pos="28571">
                  <a:srgbClr val="000073">
                    <a:alpha val="24833"/>
                  </a:srgbClr>
                </a:gs>
                <a:gs pos="42857">
                  <a:srgbClr val="000073">
                    <a:alpha val="17075"/>
                  </a:srgbClr>
                </a:gs>
                <a:gs pos="57143">
                  <a:srgbClr val="000073">
                    <a:alpha val="9855"/>
                  </a:srgbClr>
                </a:gs>
                <a:gs pos="71429">
                  <a:srgbClr val="000073">
                    <a:alpha val="4740"/>
                  </a:srgbClr>
                </a:gs>
                <a:gs pos="85714">
                  <a:srgbClr val="000073">
                    <a:alpha val="1902"/>
                  </a:srgbClr>
                </a:gs>
                <a:gs pos="100000">
                  <a:srgbClr val="000073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8" name="Splat 8"/>
            <p:cNvSpPr>
              <a:spLocks noGrp="1"/>
            </p:cNvSpPr>
            <p:nvPr/>
          </p:nvSpPr>
          <p:spPr>
            <a:xfrm rot="-8698428">
              <a:off x="1380617" y="1800928"/>
              <a:ext cx="947054" cy="228885"/>
            </a:xfrm>
            <a:prstGeom prst="ellipse">
              <a:avLst/>
            </a:prstGeom>
            <a:gradFill>
              <a:gsLst>
                <a:gs pos="0">
                  <a:srgbClr val="FFFFF5">
                    <a:alpha val="32968"/>
                  </a:srgbClr>
                </a:gs>
                <a:gs pos="14286">
                  <a:srgbClr val="FFFFF5">
                    <a:alpha val="30764"/>
                  </a:srgbClr>
                </a:gs>
                <a:gs pos="28571">
                  <a:srgbClr val="FFFFF5">
                    <a:alpha val="24833"/>
                  </a:srgbClr>
                </a:gs>
                <a:gs pos="42857">
                  <a:srgbClr val="FFFFF5">
                    <a:alpha val="17075"/>
                  </a:srgbClr>
                </a:gs>
                <a:gs pos="57143">
                  <a:srgbClr val="FFFFF5">
                    <a:alpha val="9855"/>
                  </a:srgbClr>
                </a:gs>
                <a:gs pos="71429">
                  <a:srgbClr val="FFFFF5">
                    <a:alpha val="4740"/>
                  </a:srgbClr>
                </a:gs>
                <a:gs pos="85714">
                  <a:srgbClr val="FFFFF5">
                    <a:alpha val="1902"/>
                  </a:srgbClr>
                </a:gs>
                <a:gs pos="100000">
                  <a:srgbClr val="FFFFF5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9" name="Splat 9"/>
            <p:cNvSpPr>
              <a:spLocks noGrp="1"/>
            </p:cNvSpPr>
            <p:nvPr/>
          </p:nvSpPr>
          <p:spPr>
            <a:xfrm rot="3040166">
              <a:off x="1371002" y="3441728"/>
              <a:ext cx="681275" cy="149858"/>
            </a:xfrm>
            <a:prstGeom prst="ellipse">
              <a:avLst/>
            </a:prstGeom>
            <a:gradFill>
              <a:gsLst>
                <a:gs pos="0">
                  <a:srgbClr val="00009D">
                    <a:alpha val="32968"/>
                  </a:srgbClr>
                </a:gs>
                <a:gs pos="14286">
                  <a:srgbClr val="00009D">
                    <a:alpha val="30764"/>
                  </a:srgbClr>
                </a:gs>
                <a:gs pos="28571">
                  <a:srgbClr val="00009D">
                    <a:alpha val="24833"/>
                  </a:srgbClr>
                </a:gs>
                <a:gs pos="42857">
                  <a:srgbClr val="00009D">
                    <a:alpha val="17075"/>
                  </a:srgbClr>
                </a:gs>
                <a:gs pos="57143">
                  <a:srgbClr val="00009D">
                    <a:alpha val="9855"/>
                  </a:srgbClr>
                </a:gs>
                <a:gs pos="71429">
                  <a:srgbClr val="00009D">
                    <a:alpha val="4740"/>
                  </a:srgbClr>
                </a:gs>
                <a:gs pos="85714">
                  <a:srgbClr val="00009D">
                    <a:alpha val="1902"/>
                  </a:srgbClr>
                </a:gs>
                <a:gs pos="100000">
                  <a:srgbClr val="00009D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0" name="Splat 10"/>
            <p:cNvSpPr>
              <a:spLocks noGrp="1"/>
            </p:cNvSpPr>
            <p:nvPr/>
          </p:nvSpPr>
          <p:spPr>
            <a:xfrm rot="2937312">
              <a:off x="535600" y="1732233"/>
              <a:ext cx="745633" cy="237489"/>
            </a:xfrm>
            <a:prstGeom prst="ellipse">
              <a:avLst/>
            </a:prstGeom>
            <a:gradFill>
              <a:gsLst>
                <a:gs pos="0">
                  <a:srgbClr val="EBFFFF">
                    <a:alpha val="32968"/>
                  </a:srgbClr>
                </a:gs>
                <a:gs pos="14286">
                  <a:srgbClr val="EBFFFF">
                    <a:alpha val="30764"/>
                  </a:srgbClr>
                </a:gs>
                <a:gs pos="28571">
                  <a:srgbClr val="EBFFFF">
                    <a:alpha val="24833"/>
                  </a:srgbClr>
                </a:gs>
                <a:gs pos="42857">
                  <a:srgbClr val="EBFFFF">
                    <a:alpha val="17075"/>
                  </a:srgbClr>
                </a:gs>
                <a:gs pos="57143">
                  <a:srgbClr val="EBFFFF">
                    <a:alpha val="9855"/>
                  </a:srgbClr>
                </a:gs>
                <a:gs pos="71429">
                  <a:srgbClr val="EBFFFF">
                    <a:alpha val="4740"/>
                  </a:srgbClr>
                </a:gs>
                <a:gs pos="85714">
                  <a:srgbClr val="EBFFFF">
                    <a:alpha val="1902"/>
                  </a:srgbClr>
                </a:gs>
                <a:gs pos="100000">
                  <a:srgbClr val="EBFFFF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1" name="Splat 11"/>
            <p:cNvSpPr>
              <a:spLocks noGrp="1"/>
            </p:cNvSpPr>
            <p:nvPr/>
          </p:nvSpPr>
          <p:spPr>
            <a:xfrm rot="-10490081">
              <a:off x="3356882" y="421734"/>
              <a:ext cx="467108" cy="308806"/>
            </a:xfrm>
            <a:prstGeom prst="ellipse">
              <a:avLst/>
            </a:prstGeom>
            <a:gradFill>
              <a:gsLst>
                <a:gs pos="0">
                  <a:srgbClr val="15002E">
                    <a:alpha val="32968"/>
                  </a:srgbClr>
                </a:gs>
                <a:gs pos="14286">
                  <a:srgbClr val="15002E">
                    <a:alpha val="30764"/>
                  </a:srgbClr>
                </a:gs>
                <a:gs pos="28571">
                  <a:srgbClr val="15002E">
                    <a:alpha val="24833"/>
                  </a:srgbClr>
                </a:gs>
                <a:gs pos="42857">
                  <a:srgbClr val="15002E">
                    <a:alpha val="17075"/>
                  </a:srgbClr>
                </a:gs>
                <a:gs pos="57143">
                  <a:srgbClr val="15002E">
                    <a:alpha val="9855"/>
                  </a:srgbClr>
                </a:gs>
                <a:gs pos="71429">
                  <a:srgbClr val="15002E">
                    <a:alpha val="4740"/>
                  </a:srgbClr>
                </a:gs>
                <a:gs pos="85714">
                  <a:srgbClr val="15002E">
                    <a:alpha val="1902"/>
                  </a:srgbClr>
                </a:gs>
                <a:gs pos="100000">
                  <a:srgbClr val="15002E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2" name="Splat 12"/>
            <p:cNvSpPr>
              <a:spLocks noGrp="1"/>
            </p:cNvSpPr>
            <p:nvPr/>
          </p:nvSpPr>
          <p:spPr>
            <a:xfrm rot="-9361956">
              <a:off x="1455425" y="1814151"/>
              <a:ext cx="793480" cy="137722"/>
            </a:xfrm>
            <a:prstGeom prst="ellipse">
              <a:avLst/>
            </a:prstGeom>
            <a:gradFill>
              <a:gsLst>
                <a:gs pos="0">
                  <a:srgbClr val="284F9D">
                    <a:alpha val="32968"/>
                  </a:srgbClr>
                </a:gs>
                <a:gs pos="14286">
                  <a:srgbClr val="284F9D">
                    <a:alpha val="30764"/>
                  </a:srgbClr>
                </a:gs>
                <a:gs pos="28571">
                  <a:srgbClr val="284F9D">
                    <a:alpha val="24833"/>
                  </a:srgbClr>
                </a:gs>
                <a:gs pos="42857">
                  <a:srgbClr val="284F9D">
                    <a:alpha val="17075"/>
                  </a:srgbClr>
                </a:gs>
                <a:gs pos="57143">
                  <a:srgbClr val="284F9D">
                    <a:alpha val="9855"/>
                  </a:srgbClr>
                </a:gs>
                <a:gs pos="71429">
                  <a:srgbClr val="284F9D">
                    <a:alpha val="4740"/>
                  </a:srgbClr>
                </a:gs>
                <a:gs pos="85714">
                  <a:srgbClr val="284F9D">
                    <a:alpha val="1902"/>
                  </a:srgbClr>
                </a:gs>
                <a:gs pos="100000">
                  <a:srgbClr val="284F9D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3" name="Splat 13"/>
            <p:cNvSpPr>
              <a:spLocks noGrp="1"/>
            </p:cNvSpPr>
            <p:nvPr/>
          </p:nvSpPr>
          <p:spPr>
            <a:xfrm rot="8478612">
              <a:off x="1153724" y="365122"/>
              <a:ext cx="48930" cy="12233"/>
            </a:xfrm>
            <a:prstGeom prst="ellipse">
              <a:avLst/>
            </a:prstGeom>
            <a:gradFill>
              <a:gsLst>
                <a:gs pos="0">
                  <a:srgbClr val="F0DACD">
                    <a:alpha val="20377"/>
                  </a:srgbClr>
                </a:gs>
                <a:gs pos="14286">
                  <a:srgbClr val="F0DACD">
                    <a:alpha val="18896"/>
                  </a:srgbClr>
                </a:gs>
                <a:gs pos="28571">
                  <a:srgbClr val="F0DACD">
                    <a:alpha val="15008"/>
                  </a:srgbClr>
                </a:gs>
                <a:gs pos="42857">
                  <a:srgbClr val="F0DACD">
                    <a:alpha val="10117"/>
                  </a:srgbClr>
                </a:gs>
                <a:gs pos="57143">
                  <a:srgbClr val="F0DACD">
                    <a:alpha val="5739"/>
                  </a:srgbClr>
                </a:gs>
                <a:gs pos="71429">
                  <a:srgbClr val="F0DACD">
                    <a:alpha val="2729"/>
                  </a:srgbClr>
                </a:gs>
                <a:gs pos="85714">
                  <a:srgbClr val="F0DACD">
                    <a:alpha val="1088"/>
                  </a:srgbClr>
                </a:gs>
                <a:gs pos="100000">
                  <a:srgbClr val="F0DACD">
                    <a:alpha val="365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4" name="Splat 14"/>
            <p:cNvSpPr>
              <a:spLocks noGrp="1"/>
            </p:cNvSpPr>
            <p:nvPr/>
          </p:nvSpPr>
          <p:spPr>
            <a:xfrm rot="9487991">
              <a:off x="1583909" y="1885266"/>
              <a:ext cx="749644" cy="82413"/>
            </a:xfrm>
            <a:prstGeom prst="ellipse">
              <a:avLst/>
            </a:prstGeom>
            <a:gradFill>
              <a:gsLst>
                <a:gs pos="0">
                  <a:srgbClr val="00006A">
                    <a:alpha val="23710"/>
                  </a:srgbClr>
                </a:gs>
                <a:gs pos="14286">
                  <a:srgbClr val="00006A">
                    <a:alpha val="22022"/>
                  </a:srgbClr>
                </a:gs>
                <a:gs pos="28571">
                  <a:srgbClr val="00006A">
                    <a:alpha val="17563"/>
                  </a:srgbClr>
                </a:gs>
                <a:gs pos="42857">
                  <a:srgbClr val="00006A">
                    <a:alpha val="11898"/>
                  </a:srgbClr>
                </a:gs>
                <a:gs pos="57143">
                  <a:srgbClr val="00006A">
                    <a:alpha val="6779"/>
                  </a:srgbClr>
                </a:gs>
                <a:gs pos="71429">
                  <a:srgbClr val="00006A">
                    <a:alpha val="3232"/>
                  </a:srgbClr>
                </a:gs>
                <a:gs pos="85714">
                  <a:srgbClr val="00006A">
                    <a:alpha val="1291"/>
                  </a:srgbClr>
                </a:gs>
                <a:gs pos="100000">
                  <a:srgbClr val="00006A">
                    <a:alpha val="433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5" name="Splat 15"/>
            <p:cNvSpPr>
              <a:spLocks noGrp="1"/>
            </p:cNvSpPr>
            <p:nvPr/>
          </p:nvSpPr>
          <p:spPr>
            <a:xfrm rot="7202303">
              <a:off x="3093707" y="1699507"/>
              <a:ext cx="677650" cy="100808"/>
            </a:xfrm>
            <a:prstGeom prst="ellipse">
              <a:avLst/>
            </a:prstGeom>
            <a:gradFill>
              <a:gsLst>
                <a:gs pos="0">
                  <a:srgbClr val="0040D9">
                    <a:alpha val="32968"/>
                  </a:srgbClr>
                </a:gs>
                <a:gs pos="14286">
                  <a:srgbClr val="0040D9">
                    <a:alpha val="30764"/>
                  </a:srgbClr>
                </a:gs>
                <a:gs pos="28571">
                  <a:srgbClr val="0040D9">
                    <a:alpha val="24833"/>
                  </a:srgbClr>
                </a:gs>
                <a:gs pos="42857">
                  <a:srgbClr val="0040D9">
                    <a:alpha val="17075"/>
                  </a:srgbClr>
                </a:gs>
                <a:gs pos="57143">
                  <a:srgbClr val="0040D9">
                    <a:alpha val="9855"/>
                  </a:srgbClr>
                </a:gs>
                <a:gs pos="71429">
                  <a:srgbClr val="0040D9">
                    <a:alpha val="4740"/>
                  </a:srgbClr>
                </a:gs>
                <a:gs pos="85714">
                  <a:srgbClr val="0040D9">
                    <a:alpha val="1902"/>
                  </a:srgbClr>
                </a:gs>
                <a:gs pos="100000">
                  <a:srgbClr val="0040D9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6" name="Splat 16"/>
            <p:cNvSpPr>
              <a:spLocks noGrp="1"/>
            </p:cNvSpPr>
            <p:nvPr/>
          </p:nvSpPr>
          <p:spPr>
            <a:xfrm rot="-8600471">
              <a:off x="1271397" y="3401372"/>
              <a:ext cx="889614" cy="82721"/>
            </a:xfrm>
            <a:prstGeom prst="ellipse">
              <a:avLst/>
            </a:prstGeom>
            <a:gradFill>
              <a:gsLst>
                <a:gs pos="0">
                  <a:srgbClr val="FFFFFF">
                    <a:alpha val="32968"/>
                  </a:srgbClr>
                </a:gs>
                <a:gs pos="14286">
                  <a:srgbClr val="FFFFFF">
                    <a:alpha val="30764"/>
                  </a:srgbClr>
                </a:gs>
                <a:gs pos="28571">
                  <a:srgbClr val="FFFFFF">
                    <a:alpha val="24833"/>
                  </a:srgbClr>
                </a:gs>
                <a:gs pos="42857">
                  <a:srgbClr val="FFFFFF">
                    <a:alpha val="17075"/>
                  </a:srgbClr>
                </a:gs>
                <a:gs pos="57143">
                  <a:srgbClr val="FFFFFF">
                    <a:alpha val="9855"/>
                  </a:srgbClr>
                </a:gs>
                <a:gs pos="71429">
                  <a:srgbClr val="FFFFFF">
                    <a:alpha val="4740"/>
                  </a:srgbClr>
                </a:gs>
                <a:gs pos="85714">
                  <a:srgbClr val="FFFFFF">
                    <a:alpha val="1902"/>
                  </a:srgbClr>
                </a:gs>
                <a:gs pos="100000">
                  <a:srgbClr val="FFFFFF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7" name="Splat 17"/>
            <p:cNvSpPr>
              <a:spLocks noGrp="1"/>
            </p:cNvSpPr>
            <p:nvPr/>
          </p:nvSpPr>
          <p:spPr>
            <a:xfrm rot="6261447">
              <a:off x="3267541" y="1219825"/>
              <a:ext cx="51300" cy="12825"/>
            </a:xfrm>
            <a:prstGeom prst="ellipse">
              <a:avLst/>
            </a:prstGeom>
            <a:gradFill>
              <a:gsLst>
                <a:gs pos="0">
                  <a:srgbClr val="DFCCBC">
                    <a:alpha val="19958"/>
                  </a:srgbClr>
                </a:gs>
                <a:gs pos="14286">
                  <a:srgbClr val="DFCCBC">
                    <a:alpha val="18504"/>
                  </a:srgbClr>
                </a:gs>
                <a:gs pos="28571">
                  <a:srgbClr val="DFCCBC">
                    <a:alpha val="14689"/>
                  </a:srgbClr>
                </a:gs>
                <a:gs pos="42857">
                  <a:srgbClr val="DFCCBC">
                    <a:alpha val="9896"/>
                  </a:srgbClr>
                </a:gs>
                <a:gs pos="57143">
                  <a:srgbClr val="DFCCBC">
                    <a:alpha val="5611"/>
                  </a:srgbClr>
                </a:gs>
                <a:gs pos="71429">
                  <a:srgbClr val="DFCCBC">
                    <a:alpha val="2667"/>
                  </a:srgbClr>
                </a:gs>
                <a:gs pos="85714">
                  <a:srgbClr val="DFCCBC">
                    <a:alpha val="1063"/>
                  </a:srgbClr>
                </a:gs>
                <a:gs pos="100000">
                  <a:srgbClr val="DFCCBC">
                    <a:alpha val="356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8" name="Splat 18"/>
            <p:cNvSpPr>
              <a:spLocks noGrp="1"/>
            </p:cNvSpPr>
            <p:nvPr/>
          </p:nvSpPr>
          <p:spPr>
            <a:xfrm rot="4909232">
              <a:off x="-309451" y="1877781"/>
              <a:ext cx="618903" cy="141434"/>
            </a:xfrm>
            <a:prstGeom prst="ellipse">
              <a:avLst/>
            </a:prstGeom>
            <a:gradFill>
              <a:gsLst>
                <a:gs pos="0">
                  <a:srgbClr val="FFFFE5">
                    <a:alpha val="32968"/>
                  </a:srgbClr>
                </a:gs>
                <a:gs pos="14286">
                  <a:srgbClr val="FFFFE5">
                    <a:alpha val="30764"/>
                  </a:srgbClr>
                </a:gs>
                <a:gs pos="28571">
                  <a:srgbClr val="FFFFE5">
                    <a:alpha val="24833"/>
                  </a:srgbClr>
                </a:gs>
                <a:gs pos="42857">
                  <a:srgbClr val="FFFFE5">
                    <a:alpha val="17075"/>
                  </a:srgbClr>
                </a:gs>
                <a:gs pos="57143">
                  <a:srgbClr val="FFFFE5">
                    <a:alpha val="9855"/>
                  </a:srgbClr>
                </a:gs>
                <a:gs pos="71429">
                  <a:srgbClr val="FFFFE5">
                    <a:alpha val="4740"/>
                  </a:srgbClr>
                </a:gs>
                <a:gs pos="85714">
                  <a:srgbClr val="FFFFE5">
                    <a:alpha val="1902"/>
                  </a:srgbClr>
                </a:gs>
                <a:gs pos="100000">
                  <a:srgbClr val="FFFFE5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9" name="Splat 19"/>
            <p:cNvSpPr>
              <a:spLocks noGrp="1"/>
            </p:cNvSpPr>
            <p:nvPr/>
          </p:nvSpPr>
          <p:spPr>
            <a:xfrm rot="6187477">
              <a:off x="3173643" y="1434076"/>
              <a:ext cx="480577" cy="36173"/>
            </a:xfrm>
            <a:prstGeom prst="ellipse">
              <a:avLst/>
            </a:prstGeom>
            <a:gradFill>
              <a:gsLst>
                <a:gs pos="0">
                  <a:srgbClr val="F1F8FF">
                    <a:alpha val="32968"/>
                  </a:srgbClr>
                </a:gs>
                <a:gs pos="14286">
                  <a:srgbClr val="F1F8FF">
                    <a:alpha val="30764"/>
                  </a:srgbClr>
                </a:gs>
                <a:gs pos="28571">
                  <a:srgbClr val="F1F8FF">
                    <a:alpha val="24833"/>
                  </a:srgbClr>
                </a:gs>
                <a:gs pos="42857">
                  <a:srgbClr val="F1F8FF">
                    <a:alpha val="17075"/>
                  </a:srgbClr>
                </a:gs>
                <a:gs pos="57143">
                  <a:srgbClr val="F1F8FF">
                    <a:alpha val="9855"/>
                  </a:srgbClr>
                </a:gs>
                <a:gs pos="71429">
                  <a:srgbClr val="F1F8FF">
                    <a:alpha val="4740"/>
                  </a:srgbClr>
                </a:gs>
                <a:gs pos="85714">
                  <a:srgbClr val="F1F8FF">
                    <a:alpha val="1902"/>
                  </a:srgbClr>
                </a:gs>
                <a:gs pos="100000">
                  <a:srgbClr val="F1F8FF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0" name="Splat 20"/>
            <p:cNvSpPr>
              <a:spLocks noGrp="1"/>
            </p:cNvSpPr>
            <p:nvPr/>
          </p:nvSpPr>
          <p:spPr>
            <a:xfrm rot="5400000">
              <a:off x="1274705" y="2818514"/>
              <a:ext cx="35454" cy="35454"/>
            </a:xfrm>
            <a:prstGeom prst="ellipse">
              <a:avLst/>
            </a:prstGeom>
            <a:gradFill>
              <a:gsLst>
                <a:gs pos="0">
                  <a:srgbClr val="EDF6FF">
                    <a:alpha val="20180"/>
                  </a:srgbClr>
                </a:gs>
                <a:gs pos="14286">
                  <a:srgbClr val="EDF6FF">
                    <a:alpha val="18711"/>
                  </a:srgbClr>
                </a:gs>
                <a:gs pos="28571">
                  <a:srgbClr val="EDF6FF">
                    <a:alpha val="14858"/>
                  </a:srgbClr>
                </a:gs>
                <a:gs pos="42857">
                  <a:srgbClr val="EDF6FF">
                    <a:alpha val="10013"/>
                  </a:srgbClr>
                </a:gs>
                <a:gs pos="57143">
                  <a:srgbClr val="EDF6FF">
                    <a:alpha val="5678"/>
                  </a:srgbClr>
                </a:gs>
                <a:gs pos="71429">
                  <a:srgbClr val="EDF6FF">
                    <a:alpha val="2699"/>
                  </a:srgbClr>
                </a:gs>
                <a:gs pos="85714">
                  <a:srgbClr val="EDF6FF">
                    <a:alpha val="1076"/>
                  </a:srgbClr>
                </a:gs>
                <a:gs pos="100000">
                  <a:srgbClr val="EDF6FF">
                    <a:alpha val="361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1" name="Splat 21"/>
            <p:cNvSpPr>
              <a:spLocks noGrp="1"/>
            </p:cNvSpPr>
            <p:nvPr/>
          </p:nvSpPr>
          <p:spPr>
            <a:xfrm rot="5400000">
              <a:off x="1155979" y="2122100"/>
              <a:ext cx="35564" cy="35564"/>
            </a:xfrm>
            <a:prstGeom prst="ellipse">
              <a:avLst/>
            </a:prstGeom>
            <a:gradFill>
              <a:gsLst>
                <a:gs pos="0">
                  <a:srgbClr val="7F7F82">
                    <a:alpha val="20152"/>
                  </a:srgbClr>
                </a:gs>
                <a:gs pos="14286">
                  <a:srgbClr val="7F7F82">
                    <a:alpha val="18686"/>
                  </a:srgbClr>
                </a:gs>
                <a:gs pos="28571">
                  <a:srgbClr val="7F7F82">
                    <a:alpha val="14837"/>
                  </a:srgbClr>
                </a:gs>
                <a:gs pos="42857">
                  <a:srgbClr val="7F7F82">
                    <a:alpha val="9999"/>
                  </a:srgbClr>
                </a:gs>
                <a:gs pos="57143">
                  <a:srgbClr val="7F7F82">
                    <a:alpha val="5670"/>
                  </a:srgbClr>
                </a:gs>
                <a:gs pos="71429">
                  <a:srgbClr val="7F7F82">
                    <a:alpha val="2695"/>
                  </a:srgbClr>
                </a:gs>
                <a:gs pos="85714">
                  <a:srgbClr val="7F7F82">
                    <a:alpha val="1075"/>
                  </a:srgbClr>
                </a:gs>
                <a:gs pos="100000">
                  <a:srgbClr val="7F7F82">
                    <a:alpha val="360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2" name="Splat 22"/>
            <p:cNvSpPr>
              <a:spLocks noGrp="1"/>
            </p:cNvSpPr>
            <p:nvPr/>
          </p:nvSpPr>
          <p:spPr>
            <a:xfrm rot="10176054">
              <a:off x="1992845" y="1757667"/>
              <a:ext cx="245882" cy="75323"/>
            </a:xfrm>
            <a:prstGeom prst="ellipse">
              <a:avLst/>
            </a:prstGeom>
            <a:gradFill>
              <a:gsLst>
                <a:gs pos="0">
                  <a:srgbClr val="00007B">
                    <a:alpha val="32968"/>
                  </a:srgbClr>
                </a:gs>
                <a:gs pos="14286">
                  <a:srgbClr val="00007B">
                    <a:alpha val="30764"/>
                  </a:srgbClr>
                </a:gs>
                <a:gs pos="28571">
                  <a:srgbClr val="00007B">
                    <a:alpha val="24833"/>
                  </a:srgbClr>
                </a:gs>
                <a:gs pos="42857">
                  <a:srgbClr val="00007B">
                    <a:alpha val="17075"/>
                  </a:srgbClr>
                </a:gs>
                <a:gs pos="57143">
                  <a:srgbClr val="00007B">
                    <a:alpha val="9855"/>
                  </a:srgbClr>
                </a:gs>
                <a:gs pos="71429">
                  <a:srgbClr val="00007B">
                    <a:alpha val="4740"/>
                  </a:srgbClr>
                </a:gs>
                <a:gs pos="85714">
                  <a:srgbClr val="00007B">
                    <a:alpha val="1902"/>
                  </a:srgbClr>
                </a:gs>
                <a:gs pos="100000">
                  <a:srgbClr val="00007B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3" name="Splat 23"/>
            <p:cNvSpPr>
              <a:spLocks noGrp="1"/>
            </p:cNvSpPr>
            <p:nvPr/>
          </p:nvSpPr>
          <p:spPr>
            <a:xfrm rot="-9995477">
              <a:off x="1465551" y="1778602"/>
              <a:ext cx="686017" cy="127012"/>
            </a:xfrm>
            <a:prstGeom prst="ellipse">
              <a:avLst/>
            </a:prstGeom>
            <a:gradFill>
              <a:gsLst>
                <a:gs pos="0">
                  <a:srgbClr val="FFFFFD">
                    <a:alpha val="32968"/>
                  </a:srgbClr>
                </a:gs>
                <a:gs pos="14286">
                  <a:srgbClr val="FFFFFD">
                    <a:alpha val="30764"/>
                  </a:srgbClr>
                </a:gs>
                <a:gs pos="28571">
                  <a:srgbClr val="FFFFFD">
                    <a:alpha val="24833"/>
                  </a:srgbClr>
                </a:gs>
                <a:gs pos="42857">
                  <a:srgbClr val="FFFFFD">
                    <a:alpha val="17075"/>
                  </a:srgbClr>
                </a:gs>
                <a:gs pos="57143">
                  <a:srgbClr val="FFFFFD">
                    <a:alpha val="9855"/>
                  </a:srgbClr>
                </a:gs>
                <a:gs pos="71429">
                  <a:srgbClr val="FFFFFD">
                    <a:alpha val="4740"/>
                  </a:srgbClr>
                </a:gs>
                <a:gs pos="85714">
                  <a:srgbClr val="FFFFFD">
                    <a:alpha val="1902"/>
                  </a:srgbClr>
                </a:gs>
                <a:gs pos="100000">
                  <a:srgbClr val="FFFFFD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4" name="Splat 24"/>
            <p:cNvSpPr>
              <a:spLocks noGrp="1"/>
            </p:cNvSpPr>
            <p:nvPr/>
          </p:nvSpPr>
          <p:spPr>
            <a:xfrm rot="-8716559">
              <a:off x="1606473" y="1438311"/>
              <a:ext cx="849502" cy="128757"/>
            </a:xfrm>
            <a:prstGeom prst="ellipse">
              <a:avLst/>
            </a:prstGeom>
            <a:gradFill>
              <a:gsLst>
                <a:gs pos="0">
                  <a:srgbClr val="000089">
                    <a:alpha val="32968"/>
                  </a:srgbClr>
                </a:gs>
                <a:gs pos="14286">
                  <a:srgbClr val="000089">
                    <a:alpha val="30764"/>
                  </a:srgbClr>
                </a:gs>
                <a:gs pos="28571">
                  <a:srgbClr val="000089">
                    <a:alpha val="24833"/>
                  </a:srgbClr>
                </a:gs>
                <a:gs pos="42857">
                  <a:srgbClr val="000089">
                    <a:alpha val="17075"/>
                  </a:srgbClr>
                </a:gs>
                <a:gs pos="57143">
                  <a:srgbClr val="000089">
                    <a:alpha val="9855"/>
                  </a:srgbClr>
                </a:gs>
                <a:gs pos="71429">
                  <a:srgbClr val="000089">
                    <a:alpha val="4740"/>
                  </a:srgbClr>
                </a:gs>
                <a:gs pos="85714">
                  <a:srgbClr val="000089">
                    <a:alpha val="1902"/>
                  </a:srgbClr>
                </a:gs>
                <a:gs pos="100000">
                  <a:srgbClr val="000089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5" name="Splat 25"/>
            <p:cNvSpPr>
              <a:spLocks noGrp="1"/>
            </p:cNvSpPr>
            <p:nvPr/>
          </p:nvSpPr>
          <p:spPr>
            <a:xfrm rot="4637202">
              <a:off x="1882478" y="308505"/>
              <a:ext cx="496373" cy="52804"/>
            </a:xfrm>
            <a:prstGeom prst="ellipse">
              <a:avLst/>
            </a:prstGeom>
            <a:gradFill>
              <a:gsLst>
                <a:gs pos="0">
                  <a:srgbClr val="FFFFFF">
                    <a:alpha val="32968"/>
                  </a:srgbClr>
                </a:gs>
                <a:gs pos="14286">
                  <a:srgbClr val="FFFFFF">
                    <a:alpha val="30764"/>
                  </a:srgbClr>
                </a:gs>
                <a:gs pos="28571">
                  <a:srgbClr val="FFFFFF">
                    <a:alpha val="24833"/>
                  </a:srgbClr>
                </a:gs>
                <a:gs pos="42857">
                  <a:srgbClr val="FFFFFF">
                    <a:alpha val="17075"/>
                  </a:srgbClr>
                </a:gs>
                <a:gs pos="57143">
                  <a:srgbClr val="FFFFFF">
                    <a:alpha val="9855"/>
                  </a:srgbClr>
                </a:gs>
                <a:gs pos="71429">
                  <a:srgbClr val="FFFFFF">
                    <a:alpha val="4740"/>
                  </a:srgbClr>
                </a:gs>
                <a:gs pos="85714">
                  <a:srgbClr val="FFFFFF">
                    <a:alpha val="1902"/>
                  </a:srgbClr>
                </a:gs>
                <a:gs pos="100000">
                  <a:srgbClr val="FFFFFF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6" name="Splat 26"/>
            <p:cNvSpPr>
              <a:spLocks noGrp="1"/>
            </p:cNvSpPr>
            <p:nvPr/>
          </p:nvSpPr>
          <p:spPr>
            <a:xfrm rot="3976864">
              <a:off x="1656297" y="1903395"/>
              <a:ext cx="206788" cy="59421"/>
            </a:xfrm>
            <a:prstGeom prst="ellipse">
              <a:avLst/>
            </a:prstGeom>
            <a:gradFill>
              <a:gsLst>
                <a:gs pos="0">
                  <a:srgbClr val="000000">
                    <a:alpha val="32968"/>
                  </a:srgbClr>
                </a:gs>
                <a:gs pos="14286">
                  <a:srgbClr val="000000">
                    <a:alpha val="30764"/>
                  </a:srgbClr>
                </a:gs>
                <a:gs pos="28571">
                  <a:srgbClr val="000000">
                    <a:alpha val="24833"/>
                  </a:srgbClr>
                </a:gs>
                <a:gs pos="42857">
                  <a:srgbClr val="000000">
                    <a:alpha val="17075"/>
                  </a:srgbClr>
                </a:gs>
                <a:gs pos="57143">
                  <a:srgbClr val="000000">
                    <a:alpha val="9855"/>
                  </a:srgbClr>
                </a:gs>
                <a:gs pos="71429">
                  <a:srgbClr val="000000">
                    <a:alpha val="4740"/>
                  </a:srgbClr>
                </a:gs>
                <a:gs pos="85714">
                  <a:srgbClr val="000000">
                    <a:alpha val="1902"/>
                  </a:srgbClr>
                </a:gs>
                <a:gs pos="100000">
                  <a:srgbClr val="000000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7" name="Splat 27"/>
            <p:cNvSpPr>
              <a:spLocks noGrp="1"/>
            </p:cNvSpPr>
            <p:nvPr/>
          </p:nvSpPr>
          <p:spPr>
            <a:xfrm rot="-8690287">
              <a:off x="2562793" y="2208690"/>
              <a:ext cx="292260" cy="206333"/>
            </a:xfrm>
            <a:prstGeom prst="ellipse">
              <a:avLst/>
            </a:prstGeom>
            <a:gradFill>
              <a:gsLst>
                <a:gs pos="0">
                  <a:srgbClr val="000072">
                    <a:alpha val="32968"/>
                  </a:srgbClr>
                </a:gs>
                <a:gs pos="14286">
                  <a:srgbClr val="000072">
                    <a:alpha val="30764"/>
                  </a:srgbClr>
                </a:gs>
                <a:gs pos="28571">
                  <a:srgbClr val="000072">
                    <a:alpha val="24833"/>
                  </a:srgbClr>
                </a:gs>
                <a:gs pos="42857">
                  <a:srgbClr val="000072">
                    <a:alpha val="17075"/>
                  </a:srgbClr>
                </a:gs>
                <a:gs pos="57143">
                  <a:srgbClr val="000072">
                    <a:alpha val="9855"/>
                  </a:srgbClr>
                </a:gs>
                <a:gs pos="71429">
                  <a:srgbClr val="000072">
                    <a:alpha val="4740"/>
                  </a:srgbClr>
                </a:gs>
                <a:gs pos="85714">
                  <a:srgbClr val="000072">
                    <a:alpha val="1902"/>
                  </a:srgbClr>
                </a:gs>
                <a:gs pos="100000">
                  <a:srgbClr val="000072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8" name="Splat 28"/>
            <p:cNvSpPr>
              <a:spLocks noGrp="1"/>
            </p:cNvSpPr>
            <p:nvPr/>
          </p:nvSpPr>
          <p:spPr>
            <a:xfrm rot="-9757910">
              <a:off x="1201271" y="353584"/>
              <a:ext cx="55854" cy="13963"/>
            </a:xfrm>
            <a:prstGeom prst="ellipse">
              <a:avLst/>
            </a:prstGeom>
            <a:gradFill>
              <a:gsLst>
                <a:gs pos="0">
                  <a:srgbClr val="D8C4B4">
                    <a:alpha val="19146"/>
                  </a:srgbClr>
                </a:gs>
                <a:gs pos="14286">
                  <a:srgbClr val="D8C4B4">
                    <a:alpha val="17744"/>
                  </a:srgbClr>
                </a:gs>
                <a:gs pos="28571">
                  <a:srgbClr val="D8C4B4">
                    <a:alpha val="14073"/>
                  </a:srgbClr>
                </a:gs>
                <a:gs pos="42857">
                  <a:srgbClr val="D8C4B4">
                    <a:alpha val="9470"/>
                  </a:srgbClr>
                </a:gs>
                <a:gs pos="57143">
                  <a:srgbClr val="D8C4B4">
                    <a:alpha val="5363"/>
                  </a:srgbClr>
                </a:gs>
                <a:gs pos="71429">
                  <a:srgbClr val="D8C4B4">
                    <a:alpha val="2547"/>
                  </a:srgbClr>
                </a:gs>
                <a:gs pos="85714">
                  <a:srgbClr val="D8C4B4">
                    <a:alpha val="1015"/>
                  </a:srgbClr>
                </a:gs>
                <a:gs pos="100000">
                  <a:srgbClr val="D8C4B4">
                    <a:alpha val="340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9" name="Splat 29"/>
            <p:cNvSpPr>
              <a:spLocks noGrp="1"/>
            </p:cNvSpPr>
            <p:nvPr/>
          </p:nvSpPr>
          <p:spPr>
            <a:xfrm rot="-9566453">
              <a:off x="1081090" y="3026296"/>
              <a:ext cx="956811" cy="175466"/>
            </a:xfrm>
            <a:prstGeom prst="ellipse">
              <a:avLst/>
            </a:prstGeom>
            <a:gradFill>
              <a:gsLst>
                <a:gs pos="0">
                  <a:srgbClr val="F4FFF3">
                    <a:alpha val="32968"/>
                  </a:srgbClr>
                </a:gs>
                <a:gs pos="14286">
                  <a:srgbClr val="F4FFF3">
                    <a:alpha val="30764"/>
                  </a:srgbClr>
                </a:gs>
                <a:gs pos="28571">
                  <a:srgbClr val="F4FFF3">
                    <a:alpha val="24833"/>
                  </a:srgbClr>
                </a:gs>
                <a:gs pos="42857">
                  <a:srgbClr val="F4FFF3">
                    <a:alpha val="17075"/>
                  </a:srgbClr>
                </a:gs>
                <a:gs pos="57143">
                  <a:srgbClr val="F4FFF3">
                    <a:alpha val="9855"/>
                  </a:srgbClr>
                </a:gs>
                <a:gs pos="71429">
                  <a:srgbClr val="F4FFF3">
                    <a:alpha val="4740"/>
                  </a:srgbClr>
                </a:gs>
                <a:gs pos="85714">
                  <a:srgbClr val="F4FFF3">
                    <a:alpha val="1902"/>
                  </a:srgbClr>
                </a:gs>
                <a:gs pos="100000">
                  <a:srgbClr val="F4FFF3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30" name="Splat 30"/>
            <p:cNvSpPr>
              <a:spLocks noGrp="1"/>
            </p:cNvSpPr>
            <p:nvPr/>
          </p:nvSpPr>
          <p:spPr>
            <a:xfrm rot="5729829">
              <a:off x="2962088" y="1164251"/>
              <a:ext cx="831694" cy="88029"/>
            </a:xfrm>
            <a:prstGeom prst="ellipse">
              <a:avLst/>
            </a:prstGeom>
            <a:gradFill>
              <a:gsLst>
                <a:gs pos="0">
                  <a:srgbClr val="C6E9E2">
                    <a:alpha val="32968"/>
                  </a:srgbClr>
                </a:gs>
                <a:gs pos="14286">
                  <a:srgbClr val="C6E9E2">
                    <a:alpha val="30764"/>
                  </a:srgbClr>
                </a:gs>
                <a:gs pos="28571">
                  <a:srgbClr val="C6E9E2">
                    <a:alpha val="24833"/>
                  </a:srgbClr>
                </a:gs>
                <a:gs pos="42857">
                  <a:srgbClr val="C6E9E2">
                    <a:alpha val="17075"/>
                  </a:srgbClr>
                </a:gs>
                <a:gs pos="57143">
                  <a:srgbClr val="C6E9E2">
                    <a:alpha val="9855"/>
                  </a:srgbClr>
                </a:gs>
                <a:gs pos="71429">
                  <a:srgbClr val="C6E9E2">
                    <a:alpha val="4740"/>
                  </a:srgbClr>
                </a:gs>
                <a:gs pos="85714">
                  <a:srgbClr val="C6E9E2">
                    <a:alpha val="1902"/>
                  </a:srgbClr>
                </a:gs>
                <a:gs pos="100000">
                  <a:srgbClr val="C6E9E2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31" name="Splat 31"/>
            <p:cNvSpPr>
              <a:spLocks noGrp="1"/>
            </p:cNvSpPr>
            <p:nvPr/>
          </p:nvSpPr>
          <p:spPr>
            <a:xfrm rot="4035320">
              <a:off x="506708" y="-53141"/>
              <a:ext cx="742426" cy="464902"/>
            </a:xfrm>
            <a:prstGeom prst="ellipse">
              <a:avLst/>
            </a:prstGeom>
            <a:gradFill>
              <a:gsLst>
                <a:gs pos="0">
                  <a:srgbClr val="000000">
                    <a:alpha val="32968"/>
                  </a:srgbClr>
                </a:gs>
                <a:gs pos="14286">
                  <a:srgbClr val="000000">
                    <a:alpha val="30764"/>
                  </a:srgbClr>
                </a:gs>
                <a:gs pos="28571">
                  <a:srgbClr val="000000">
                    <a:alpha val="24833"/>
                  </a:srgbClr>
                </a:gs>
                <a:gs pos="42857">
                  <a:srgbClr val="000000">
                    <a:alpha val="17075"/>
                  </a:srgbClr>
                </a:gs>
                <a:gs pos="57143">
                  <a:srgbClr val="000000">
                    <a:alpha val="9855"/>
                  </a:srgbClr>
                </a:gs>
                <a:gs pos="71429">
                  <a:srgbClr val="000000">
                    <a:alpha val="4740"/>
                  </a:srgbClr>
                </a:gs>
                <a:gs pos="85714">
                  <a:srgbClr val="000000">
                    <a:alpha val="1902"/>
                  </a:srgbClr>
                </a:gs>
                <a:gs pos="100000">
                  <a:srgbClr val="000000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32" name="Splat 32"/>
            <p:cNvSpPr>
              <a:spLocks noGrp="1"/>
            </p:cNvSpPr>
            <p:nvPr/>
          </p:nvSpPr>
          <p:spPr>
            <a:xfrm rot="10753824">
              <a:off x="1836867" y="1899397"/>
              <a:ext cx="63463" cy="15866"/>
            </a:xfrm>
            <a:prstGeom prst="ellipse">
              <a:avLst/>
            </a:prstGeom>
            <a:gradFill>
              <a:gsLst>
                <a:gs pos="0">
                  <a:srgbClr val="A7AEB5">
                    <a:alpha val="17772"/>
                  </a:srgbClr>
                </a:gs>
                <a:gs pos="14286">
                  <a:srgbClr val="A7AEB5">
                    <a:alpha val="16460"/>
                  </a:srgbClr>
                </a:gs>
                <a:gs pos="28571">
                  <a:srgbClr val="A7AEB5">
                    <a:alpha val="13033"/>
                  </a:srgbClr>
                </a:gs>
                <a:gs pos="42857">
                  <a:srgbClr val="A7AEB5">
                    <a:alpha val="8752"/>
                  </a:srgbClr>
                </a:gs>
                <a:gs pos="57143">
                  <a:srgbClr val="A7AEB5">
                    <a:alpha val="4949"/>
                  </a:srgbClr>
                </a:gs>
                <a:gs pos="71429">
                  <a:srgbClr val="A7AEB5">
                    <a:alpha val="2348"/>
                  </a:srgbClr>
                </a:gs>
                <a:gs pos="85714">
                  <a:srgbClr val="A7AEB5">
                    <a:alpha val="935"/>
                  </a:srgbClr>
                </a:gs>
                <a:gs pos="100000">
                  <a:srgbClr val="A7AEB5">
                    <a:alpha val="313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33" name="Splat 33"/>
            <p:cNvSpPr>
              <a:spLocks noGrp="1"/>
            </p:cNvSpPr>
            <p:nvPr/>
          </p:nvSpPr>
          <p:spPr>
            <a:xfrm rot="4908513">
              <a:off x="1523156" y="2668582"/>
              <a:ext cx="171483" cy="70367"/>
            </a:xfrm>
            <a:prstGeom prst="ellipse">
              <a:avLst/>
            </a:prstGeom>
            <a:gradFill>
              <a:gsLst>
                <a:gs pos="0">
                  <a:srgbClr val="000086">
                    <a:alpha val="32968"/>
                  </a:srgbClr>
                </a:gs>
                <a:gs pos="14286">
                  <a:srgbClr val="000086">
                    <a:alpha val="30764"/>
                  </a:srgbClr>
                </a:gs>
                <a:gs pos="28571">
                  <a:srgbClr val="000086">
                    <a:alpha val="24833"/>
                  </a:srgbClr>
                </a:gs>
                <a:gs pos="42857">
                  <a:srgbClr val="000086">
                    <a:alpha val="17075"/>
                  </a:srgbClr>
                </a:gs>
                <a:gs pos="57143">
                  <a:srgbClr val="000086">
                    <a:alpha val="9855"/>
                  </a:srgbClr>
                </a:gs>
                <a:gs pos="71429">
                  <a:srgbClr val="000086">
                    <a:alpha val="4740"/>
                  </a:srgbClr>
                </a:gs>
                <a:gs pos="85714">
                  <a:srgbClr val="000086">
                    <a:alpha val="1902"/>
                  </a:srgbClr>
                </a:gs>
                <a:gs pos="100000">
                  <a:srgbClr val="000086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34" name="Splat 34"/>
            <p:cNvSpPr>
              <a:spLocks noGrp="1"/>
            </p:cNvSpPr>
            <p:nvPr/>
          </p:nvSpPr>
          <p:spPr>
            <a:xfrm rot="-8959123">
              <a:off x="2388440" y="2352395"/>
              <a:ext cx="63854" cy="15963"/>
            </a:xfrm>
            <a:prstGeom prst="ellipse">
              <a:avLst/>
            </a:prstGeom>
            <a:gradFill>
              <a:gsLst>
                <a:gs pos="0">
                  <a:srgbClr val="BA9379">
                    <a:alpha val="17701"/>
                  </a:srgbClr>
                </a:gs>
                <a:gs pos="14286">
                  <a:srgbClr val="BA9379">
                    <a:alpha val="16394"/>
                  </a:srgbClr>
                </a:gs>
                <a:gs pos="28571">
                  <a:srgbClr val="BA9379">
                    <a:alpha val="12979"/>
                  </a:srgbClr>
                </a:gs>
                <a:gs pos="42857">
                  <a:srgbClr val="BA9379">
                    <a:alpha val="8715"/>
                  </a:srgbClr>
                </a:gs>
                <a:gs pos="57143">
                  <a:srgbClr val="BA9379">
                    <a:alpha val="4927"/>
                  </a:srgbClr>
                </a:gs>
                <a:gs pos="71429">
                  <a:srgbClr val="BA9379">
                    <a:alpha val="2337"/>
                  </a:srgbClr>
                </a:gs>
                <a:gs pos="85714">
                  <a:srgbClr val="BA9379">
                    <a:alpha val="931"/>
                  </a:srgbClr>
                </a:gs>
                <a:gs pos="100000">
                  <a:srgbClr val="BA9379">
                    <a:alpha val="312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35" name="Splat 35"/>
            <p:cNvSpPr>
              <a:spLocks noGrp="1"/>
            </p:cNvSpPr>
            <p:nvPr/>
          </p:nvSpPr>
          <p:spPr>
            <a:xfrm rot="-9117617">
              <a:off x="2142399" y="2830527"/>
              <a:ext cx="63636" cy="15909"/>
            </a:xfrm>
            <a:prstGeom prst="ellipse">
              <a:avLst/>
            </a:prstGeom>
            <a:gradFill>
              <a:gsLst>
                <a:gs pos="0">
                  <a:srgbClr val="916F4E">
                    <a:alpha val="17740"/>
                  </a:srgbClr>
                </a:gs>
                <a:gs pos="14286">
                  <a:srgbClr val="916F4E">
                    <a:alpha val="16431"/>
                  </a:srgbClr>
                </a:gs>
                <a:gs pos="28571">
                  <a:srgbClr val="916F4E">
                    <a:alpha val="13009"/>
                  </a:srgbClr>
                </a:gs>
                <a:gs pos="42857">
                  <a:srgbClr val="916F4E">
                    <a:alpha val="8736"/>
                  </a:srgbClr>
                </a:gs>
                <a:gs pos="57143">
                  <a:srgbClr val="916F4E">
                    <a:alpha val="4939"/>
                  </a:srgbClr>
                </a:gs>
                <a:gs pos="71429">
                  <a:srgbClr val="916F4E">
                    <a:alpha val="2343"/>
                  </a:srgbClr>
                </a:gs>
                <a:gs pos="85714">
                  <a:srgbClr val="916F4E">
                    <a:alpha val="933"/>
                  </a:srgbClr>
                </a:gs>
                <a:gs pos="100000">
                  <a:srgbClr val="916F4E">
                    <a:alpha val="313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36" name="Splat 36"/>
            <p:cNvSpPr>
              <a:spLocks noGrp="1"/>
            </p:cNvSpPr>
            <p:nvPr/>
          </p:nvSpPr>
          <p:spPr>
            <a:xfrm rot="-8425207">
              <a:off x="723043" y="1799953"/>
              <a:ext cx="974513" cy="202133"/>
            </a:xfrm>
            <a:prstGeom prst="ellipse">
              <a:avLst/>
            </a:prstGeom>
            <a:gradFill>
              <a:gsLst>
                <a:gs pos="0">
                  <a:srgbClr val="FBFFFF">
                    <a:alpha val="32968"/>
                  </a:srgbClr>
                </a:gs>
                <a:gs pos="14286">
                  <a:srgbClr val="FBFFFF">
                    <a:alpha val="30764"/>
                  </a:srgbClr>
                </a:gs>
                <a:gs pos="28571">
                  <a:srgbClr val="FBFFFF">
                    <a:alpha val="24833"/>
                  </a:srgbClr>
                </a:gs>
                <a:gs pos="42857">
                  <a:srgbClr val="FBFFFF">
                    <a:alpha val="17075"/>
                  </a:srgbClr>
                </a:gs>
                <a:gs pos="57143">
                  <a:srgbClr val="FBFFFF">
                    <a:alpha val="9855"/>
                  </a:srgbClr>
                </a:gs>
                <a:gs pos="71429">
                  <a:srgbClr val="FBFFFF">
                    <a:alpha val="4740"/>
                  </a:srgbClr>
                </a:gs>
                <a:gs pos="85714">
                  <a:srgbClr val="FBFFFF">
                    <a:alpha val="1902"/>
                  </a:srgbClr>
                </a:gs>
                <a:gs pos="100000">
                  <a:srgbClr val="FBFFFF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37" name="Splat 37"/>
            <p:cNvSpPr>
              <a:spLocks noGrp="1"/>
            </p:cNvSpPr>
            <p:nvPr/>
          </p:nvSpPr>
          <p:spPr>
            <a:xfrm rot="6083882">
              <a:off x="2635959" y="3412192"/>
              <a:ext cx="62205" cy="15551"/>
            </a:xfrm>
            <a:prstGeom prst="ellipse">
              <a:avLst/>
            </a:prstGeom>
            <a:gradFill>
              <a:gsLst>
                <a:gs pos="0">
                  <a:srgbClr val="D8CBB5">
                    <a:alpha val="18001"/>
                  </a:srgbClr>
                </a:gs>
                <a:gs pos="14286">
                  <a:srgbClr val="D8CBB5">
                    <a:alpha val="16674"/>
                  </a:srgbClr>
                </a:gs>
                <a:gs pos="28571">
                  <a:srgbClr val="D8CBB5">
                    <a:alpha val="13206"/>
                  </a:srgbClr>
                </a:gs>
                <a:gs pos="42857">
                  <a:srgbClr val="D8CBB5">
                    <a:alpha val="8871"/>
                  </a:srgbClr>
                </a:gs>
                <a:gs pos="57143">
                  <a:srgbClr val="D8CBB5">
                    <a:alpha val="5017"/>
                  </a:srgbClr>
                </a:gs>
                <a:gs pos="71429">
                  <a:srgbClr val="D8CBB5">
                    <a:alpha val="2381"/>
                  </a:srgbClr>
                </a:gs>
                <a:gs pos="85714">
                  <a:srgbClr val="D8CBB5">
                    <a:alpha val="948"/>
                  </a:srgbClr>
                </a:gs>
                <a:gs pos="100000">
                  <a:srgbClr val="D8CBB5">
                    <a:alpha val="318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38" name="Splat 38"/>
            <p:cNvSpPr>
              <a:spLocks noGrp="1"/>
            </p:cNvSpPr>
            <p:nvPr/>
          </p:nvSpPr>
          <p:spPr>
            <a:xfrm rot="10559820">
              <a:off x="1418601" y="1771214"/>
              <a:ext cx="862621" cy="118053"/>
            </a:xfrm>
            <a:prstGeom prst="ellipse">
              <a:avLst/>
            </a:prstGeom>
            <a:gradFill>
              <a:gsLst>
                <a:gs pos="0">
                  <a:srgbClr val="002775">
                    <a:alpha val="26220"/>
                  </a:srgbClr>
                </a:gs>
                <a:gs pos="14286">
                  <a:srgbClr val="002775">
                    <a:alpha val="24383"/>
                  </a:srgbClr>
                </a:gs>
                <a:gs pos="28571">
                  <a:srgbClr val="002775">
                    <a:alpha val="19508"/>
                  </a:srgbClr>
                </a:gs>
                <a:gs pos="42857">
                  <a:srgbClr val="002775">
                    <a:alpha val="13267"/>
                  </a:srgbClr>
                </a:gs>
                <a:gs pos="57143">
                  <a:srgbClr val="002775">
                    <a:alpha val="7584"/>
                  </a:srgbClr>
                </a:gs>
                <a:gs pos="71429">
                  <a:srgbClr val="002775">
                    <a:alpha val="3625"/>
                  </a:srgbClr>
                </a:gs>
                <a:gs pos="85714">
                  <a:srgbClr val="002775">
                    <a:alpha val="1449"/>
                  </a:srgbClr>
                </a:gs>
                <a:gs pos="100000">
                  <a:srgbClr val="002775">
                    <a:alpha val="486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39" name="Splat 39"/>
            <p:cNvSpPr>
              <a:spLocks noGrp="1"/>
            </p:cNvSpPr>
            <p:nvPr/>
          </p:nvSpPr>
          <p:spPr>
            <a:xfrm rot="4772585">
              <a:off x="3092662" y="84299"/>
              <a:ext cx="603391" cy="40491"/>
            </a:xfrm>
            <a:prstGeom prst="ellipse">
              <a:avLst/>
            </a:prstGeom>
            <a:gradFill>
              <a:gsLst>
                <a:gs pos="0">
                  <a:srgbClr val="FFFFFF">
                    <a:alpha val="32968"/>
                  </a:srgbClr>
                </a:gs>
                <a:gs pos="14286">
                  <a:srgbClr val="FFFFFF">
                    <a:alpha val="30764"/>
                  </a:srgbClr>
                </a:gs>
                <a:gs pos="28571">
                  <a:srgbClr val="FFFFFF">
                    <a:alpha val="24833"/>
                  </a:srgbClr>
                </a:gs>
                <a:gs pos="42857">
                  <a:srgbClr val="FFFFFF">
                    <a:alpha val="17075"/>
                  </a:srgbClr>
                </a:gs>
                <a:gs pos="57143">
                  <a:srgbClr val="FFFFFF">
                    <a:alpha val="9855"/>
                  </a:srgbClr>
                </a:gs>
                <a:gs pos="71429">
                  <a:srgbClr val="FFFFFF">
                    <a:alpha val="4740"/>
                  </a:srgbClr>
                </a:gs>
                <a:gs pos="85714">
                  <a:srgbClr val="FFFFFF">
                    <a:alpha val="1902"/>
                  </a:srgbClr>
                </a:gs>
                <a:gs pos="100000">
                  <a:srgbClr val="FFFFFF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40" name="Splat 40"/>
            <p:cNvSpPr>
              <a:spLocks noGrp="1"/>
            </p:cNvSpPr>
            <p:nvPr/>
          </p:nvSpPr>
          <p:spPr>
            <a:xfrm rot="7605062">
              <a:off x="1486836" y="2578547"/>
              <a:ext cx="494690" cy="282675"/>
            </a:xfrm>
            <a:prstGeom prst="ellipse">
              <a:avLst/>
            </a:prstGeom>
            <a:gradFill>
              <a:gsLst>
                <a:gs pos="0">
                  <a:srgbClr val="F5FFFF">
                    <a:alpha val="32968"/>
                  </a:srgbClr>
                </a:gs>
                <a:gs pos="14286">
                  <a:srgbClr val="F5FFFF">
                    <a:alpha val="30764"/>
                  </a:srgbClr>
                </a:gs>
                <a:gs pos="28571">
                  <a:srgbClr val="F5FFFF">
                    <a:alpha val="24833"/>
                  </a:srgbClr>
                </a:gs>
                <a:gs pos="42857">
                  <a:srgbClr val="F5FFFF">
                    <a:alpha val="17075"/>
                  </a:srgbClr>
                </a:gs>
                <a:gs pos="57143">
                  <a:srgbClr val="F5FFFF">
                    <a:alpha val="9855"/>
                  </a:srgbClr>
                </a:gs>
                <a:gs pos="71429">
                  <a:srgbClr val="F5FFFF">
                    <a:alpha val="4740"/>
                  </a:srgbClr>
                </a:gs>
                <a:gs pos="85714">
                  <a:srgbClr val="F5FFFF">
                    <a:alpha val="1902"/>
                  </a:srgbClr>
                </a:gs>
                <a:gs pos="100000">
                  <a:srgbClr val="F5FFFF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41" name="Splat 41"/>
            <p:cNvSpPr>
              <a:spLocks noGrp="1"/>
            </p:cNvSpPr>
            <p:nvPr/>
          </p:nvSpPr>
          <p:spPr>
            <a:xfrm rot="8416693">
              <a:off x="1078207" y="2811336"/>
              <a:ext cx="57028" cy="14257"/>
            </a:xfrm>
            <a:prstGeom prst="ellipse">
              <a:avLst/>
            </a:prstGeom>
            <a:gradFill>
              <a:gsLst>
                <a:gs pos="0">
                  <a:srgbClr val="896F4E">
                    <a:alpha val="18936"/>
                  </a:srgbClr>
                </a:gs>
                <a:gs pos="14286">
                  <a:srgbClr val="896F4E">
                    <a:alpha val="17548"/>
                  </a:srgbClr>
                </a:gs>
                <a:gs pos="28571">
                  <a:srgbClr val="896F4E">
                    <a:alpha val="13913"/>
                  </a:srgbClr>
                </a:gs>
                <a:gs pos="42857">
                  <a:srgbClr val="896F4E">
                    <a:alpha val="9359"/>
                  </a:srgbClr>
                </a:gs>
                <a:gs pos="57143">
                  <a:srgbClr val="896F4E">
                    <a:alpha val="5299"/>
                  </a:srgbClr>
                </a:gs>
                <a:gs pos="71429">
                  <a:srgbClr val="896F4E">
                    <a:alpha val="2517"/>
                  </a:srgbClr>
                </a:gs>
                <a:gs pos="85714">
                  <a:srgbClr val="896F4E">
                    <a:alpha val="1003"/>
                  </a:srgbClr>
                </a:gs>
                <a:gs pos="100000">
                  <a:srgbClr val="896F4E">
                    <a:alpha val="336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42" name="Splat 42"/>
            <p:cNvSpPr>
              <a:spLocks noGrp="1"/>
            </p:cNvSpPr>
            <p:nvPr/>
          </p:nvSpPr>
          <p:spPr>
            <a:xfrm rot="4717846">
              <a:off x="743519" y="3000423"/>
              <a:ext cx="59741" cy="14935"/>
            </a:xfrm>
            <a:prstGeom prst="ellipse">
              <a:avLst/>
            </a:prstGeom>
            <a:gradFill>
              <a:gsLst>
                <a:gs pos="0">
                  <a:srgbClr val="E8DFDF">
                    <a:alpha val="18447"/>
                  </a:srgbClr>
                </a:gs>
                <a:gs pos="14286">
                  <a:srgbClr val="E8DFDF">
                    <a:alpha val="17091"/>
                  </a:srgbClr>
                </a:gs>
                <a:gs pos="28571">
                  <a:srgbClr val="E8DFDF">
                    <a:alpha val="13543"/>
                  </a:srgbClr>
                </a:gs>
                <a:gs pos="42857">
                  <a:srgbClr val="E8DFDF">
                    <a:alpha val="9104"/>
                  </a:srgbClr>
                </a:gs>
                <a:gs pos="57143">
                  <a:srgbClr val="E8DFDF">
                    <a:alpha val="5152"/>
                  </a:srgbClr>
                </a:gs>
                <a:gs pos="71429">
                  <a:srgbClr val="E8DFDF">
                    <a:alpha val="2445"/>
                  </a:srgbClr>
                </a:gs>
                <a:gs pos="85714">
                  <a:srgbClr val="E8DFDF">
                    <a:alpha val="974"/>
                  </a:srgbClr>
                </a:gs>
                <a:gs pos="100000">
                  <a:srgbClr val="E8DFDF">
                    <a:alpha val="327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43" name="Splat 43"/>
            <p:cNvSpPr>
              <a:spLocks noGrp="1"/>
            </p:cNvSpPr>
            <p:nvPr/>
          </p:nvSpPr>
          <p:spPr>
            <a:xfrm rot="4667659">
              <a:off x="1289389" y="2526241"/>
              <a:ext cx="65272" cy="16318"/>
            </a:xfrm>
            <a:prstGeom prst="ellipse">
              <a:avLst/>
            </a:prstGeom>
            <a:gradFill>
              <a:gsLst>
                <a:gs pos="0">
                  <a:srgbClr val="ABAFC7">
                    <a:alpha val="17442"/>
                  </a:srgbClr>
                </a:gs>
                <a:gs pos="14286">
                  <a:srgbClr val="ABAFC7">
                    <a:alpha val="16152"/>
                  </a:srgbClr>
                </a:gs>
                <a:gs pos="28571">
                  <a:srgbClr val="ABAFC7">
                    <a:alpha val="12784"/>
                  </a:srgbClr>
                </a:gs>
                <a:gs pos="42857">
                  <a:srgbClr val="ABAFC7">
                    <a:alpha val="8581"/>
                  </a:srgbClr>
                </a:gs>
                <a:gs pos="57143">
                  <a:srgbClr val="ABAFC7">
                    <a:alpha val="4850"/>
                  </a:srgbClr>
                </a:gs>
                <a:gs pos="71429">
                  <a:srgbClr val="ABAFC7">
                    <a:alpha val="2300"/>
                  </a:srgbClr>
                </a:gs>
                <a:gs pos="85714">
                  <a:srgbClr val="ABAFC7">
                    <a:alpha val="916"/>
                  </a:srgbClr>
                </a:gs>
                <a:gs pos="100000">
                  <a:srgbClr val="ABAFC7">
                    <a:alpha val="307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44" name="Splat 44"/>
            <p:cNvSpPr>
              <a:spLocks noGrp="1"/>
            </p:cNvSpPr>
            <p:nvPr/>
          </p:nvSpPr>
          <p:spPr>
            <a:xfrm rot="4352176">
              <a:off x="2481176" y="1242401"/>
              <a:ext cx="62637" cy="15659"/>
            </a:xfrm>
            <a:prstGeom prst="ellipse">
              <a:avLst/>
            </a:prstGeom>
            <a:gradFill>
              <a:gsLst>
                <a:gs pos="0">
                  <a:srgbClr val="D1B18E">
                    <a:alpha val="17922"/>
                  </a:srgbClr>
                </a:gs>
                <a:gs pos="14286">
                  <a:srgbClr val="D1B18E">
                    <a:alpha val="16601"/>
                  </a:srgbClr>
                </a:gs>
                <a:gs pos="28571">
                  <a:srgbClr val="D1B18E">
                    <a:alpha val="13146"/>
                  </a:srgbClr>
                </a:gs>
                <a:gs pos="42857">
                  <a:srgbClr val="D1B18E">
                    <a:alpha val="8830"/>
                  </a:srgbClr>
                </a:gs>
                <a:gs pos="57143">
                  <a:srgbClr val="D1B18E">
                    <a:alpha val="4994"/>
                  </a:srgbClr>
                </a:gs>
                <a:gs pos="71429">
                  <a:srgbClr val="D1B18E">
                    <a:alpha val="2369"/>
                  </a:srgbClr>
                </a:gs>
                <a:gs pos="85714">
                  <a:srgbClr val="D1B18E">
                    <a:alpha val="944"/>
                  </a:srgbClr>
                </a:gs>
                <a:gs pos="100000">
                  <a:srgbClr val="D1B18E">
                    <a:alpha val="316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45" name="Splat 45"/>
            <p:cNvSpPr>
              <a:spLocks noGrp="1"/>
            </p:cNvSpPr>
            <p:nvPr/>
          </p:nvSpPr>
          <p:spPr>
            <a:xfrm rot="4878777">
              <a:off x="1750344" y="1954000"/>
              <a:ext cx="62122" cy="15531"/>
            </a:xfrm>
            <a:prstGeom prst="ellipse">
              <a:avLst/>
            </a:prstGeom>
            <a:gradFill>
              <a:gsLst>
                <a:gs pos="0">
                  <a:srgbClr val="97A3A6">
                    <a:alpha val="18016"/>
                  </a:srgbClr>
                </a:gs>
                <a:gs pos="14286">
                  <a:srgbClr val="97A3A6">
                    <a:alpha val="16688"/>
                  </a:srgbClr>
                </a:gs>
                <a:gs pos="28571">
                  <a:srgbClr val="97A3A6">
                    <a:alpha val="13217"/>
                  </a:srgbClr>
                </a:gs>
                <a:gs pos="42857">
                  <a:srgbClr val="97A3A6">
                    <a:alpha val="8879"/>
                  </a:srgbClr>
                </a:gs>
                <a:gs pos="57143">
                  <a:srgbClr val="97A3A6">
                    <a:alpha val="5022"/>
                  </a:srgbClr>
                </a:gs>
                <a:gs pos="71429">
                  <a:srgbClr val="97A3A6">
                    <a:alpha val="2383"/>
                  </a:srgbClr>
                </a:gs>
                <a:gs pos="85714">
                  <a:srgbClr val="97A3A6">
                    <a:alpha val="949"/>
                  </a:srgbClr>
                </a:gs>
                <a:gs pos="100000">
                  <a:srgbClr val="97A3A6">
                    <a:alpha val="318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46" name="Splat 46"/>
            <p:cNvSpPr>
              <a:spLocks noGrp="1"/>
            </p:cNvSpPr>
            <p:nvPr/>
          </p:nvSpPr>
          <p:spPr>
            <a:xfrm rot="-9321343">
              <a:off x="1094231" y="2993788"/>
              <a:ext cx="754216" cy="87634"/>
            </a:xfrm>
            <a:prstGeom prst="ellipse">
              <a:avLst/>
            </a:prstGeom>
            <a:gradFill>
              <a:gsLst>
                <a:gs pos="0">
                  <a:srgbClr val="000078">
                    <a:alpha val="32968"/>
                  </a:srgbClr>
                </a:gs>
                <a:gs pos="14286">
                  <a:srgbClr val="000078">
                    <a:alpha val="30764"/>
                  </a:srgbClr>
                </a:gs>
                <a:gs pos="28571">
                  <a:srgbClr val="000078">
                    <a:alpha val="24833"/>
                  </a:srgbClr>
                </a:gs>
                <a:gs pos="42857">
                  <a:srgbClr val="000078">
                    <a:alpha val="17075"/>
                  </a:srgbClr>
                </a:gs>
                <a:gs pos="57143">
                  <a:srgbClr val="000078">
                    <a:alpha val="9855"/>
                  </a:srgbClr>
                </a:gs>
                <a:gs pos="71429">
                  <a:srgbClr val="000078">
                    <a:alpha val="4740"/>
                  </a:srgbClr>
                </a:gs>
                <a:gs pos="85714">
                  <a:srgbClr val="000078">
                    <a:alpha val="1902"/>
                  </a:srgbClr>
                </a:gs>
                <a:gs pos="100000">
                  <a:srgbClr val="000078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47" name="Splat 47"/>
            <p:cNvSpPr>
              <a:spLocks noGrp="1"/>
            </p:cNvSpPr>
            <p:nvPr/>
          </p:nvSpPr>
          <p:spPr>
            <a:xfrm rot="6526509">
              <a:off x="2629054" y="2096620"/>
              <a:ext cx="847876" cy="281691"/>
            </a:xfrm>
            <a:prstGeom prst="ellipse">
              <a:avLst/>
            </a:prstGeom>
            <a:gradFill>
              <a:gsLst>
                <a:gs pos="0">
                  <a:srgbClr val="E5F1FF">
                    <a:alpha val="32968"/>
                  </a:srgbClr>
                </a:gs>
                <a:gs pos="14286">
                  <a:srgbClr val="E5F1FF">
                    <a:alpha val="30764"/>
                  </a:srgbClr>
                </a:gs>
                <a:gs pos="28571">
                  <a:srgbClr val="E5F1FF">
                    <a:alpha val="24833"/>
                  </a:srgbClr>
                </a:gs>
                <a:gs pos="42857">
                  <a:srgbClr val="E5F1FF">
                    <a:alpha val="17075"/>
                  </a:srgbClr>
                </a:gs>
                <a:gs pos="57143">
                  <a:srgbClr val="E5F1FF">
                    <a:alpha val="9855"/>
                  </a:srgbClr>
                </a:gs>
                <a:gs pos="71429">
                  <a:srgbClr val="E5F1FF">
                    <a:alpha val="4740"/>
                  </a:srgbClr>
                </a:gs>
                <a:gs pos="85714">
                  <a:srgbClr val="E5F1FF">
                    <a:alpha val="1902"/>
                  </a:srgbClr>
                </a:gs>
                <a:gs pos="100000">
                  <a:srgbClr val="E5F1FF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48" name="Splat 48"/>
            <p:cNvSpPr>
              <a:spLocks noGrp="1"/>
            </p:cNvSpPr>
            <p:nvPr/>
          </p:nvSpPr>
          <p:spPr>
            <a:xfrm rot="3530197">
              <a:off x="1892337" y="346377"/>
              <a:ext cx="548329" cy="108059"/>
            </a:xfrm>
            <a:prstGeom prst="ellipse">
              <a:avLst/>
            </a:prstGeom>
            <a:gradFill>
              <a:gsLst>
                <a:gs pos="0">
                  <a:srgbClr val="FFFFFF">
                    <a:alpha val="32968"/>
                  </a:srgbClr>
                </a:gs>
                <a:gs pos="14286">
                  <a:srgbClr val="FFFFFF">
                    <a:alpha val="30764"/>
                  </a:srgbClr>
                </a:gs>
                <a:gs pos="28571">
                  <a:srgbClr val="FFFFFF">
                    <a:alpha val="24833"/>
                  </a:srgbClr>
                </a:gs>
                <a:gs pos="42857">
                  <a:srgbClr val="FFFFFF">
                    <a:alpha val="17075"/>
                  </a:srgbClr>
                </a:gs>
                <a:gs pos="57143">
                  <a:srgbClr val="FFFFFF">
                    <a:alpha val="9855"/>
                  </a:srgbClr>
                </a:gs>
                <a:gs pos="71429">
                  <a:srgbClr val="FFFFFF">
                    <a:alpha val="4740"/>
                  </a:srgbClr>
                </a:gs>
                <a:gs pos="85714">
                  <a:srgbClr val="FFFFFF">
                    <a:alpha val="1902"/>
                  </a:srgbClr>
                </a:gs>
                <a:gs pos="100000">
                  <a:srgbClr val="FFFFFF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49" name="Splat 49"/>
            <p:cNvSpPr>
              <a:spLocks noGrp="1"/>
            </p:cNvSpPr>
            <p:nvPr/>
          </p:nvSpPr>
          <p:spPr>
            <a:xfrm rot="7434602">
              <a:off x="3240529" y="2755801"/>
              <a:ext cx="569507" cy="478952"/>
            </a:xfrm>
            <a:prstGeom prst="ellipse">
              <a:avLst/>
            </a:prstGeom>
            <a:gradFill>
              <a:gsLst>
                <a:gs pos="0">
                  <a:srgbClr val="FBFFFB">
                    <a:alpha val="32968"/>
                  </a:srgbClr>
                </a:gs>
                <a:gs pos="14286">
                  <a:srgbClr val="FBFFFB">
                    <a:alpha val="30764"/>
                  </a:srgbClr>
                </a:gs>
                <a:gs pos="28571">
                  <a:srgbClr val="FBFFFB">
                    <a:alpha val="24833"/>
                  </a:srgbClr>
                </a:gs>
                <a:gs pos="42857">
                  <a:srgbClr val="FBFFFB">
                    <a:alpha val="17075"/>
                  </a:srgbClr>
                </a:gs>
                <a:gs pos="57143">
                  <a:srgbClr val="FBFFFB">
                    <a:alpha val="9855"/>
                  </a:srgbClr>
                </a:gs>
                <a:gs pos="71429">
                  <a:srgbClr val="FBFFFB">
                    <a:alpha val="4740"/>
                  </a:srgbClr>
                </a:gs>
                <a:gs pos="85714">
                  <a:srgbClr val="FBFFFB">
                    <a:alpha val="1902"/>
                  </a:srgbClr>
                </a:gs>
                <a:gs pos="100000">
                  <a:srgbClr val="FBFFFB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50" name="Splat 50"/>
            <p:cNvSpPr>
              <a:spLocks noGrp="1"/>
            </p:cNvSpPr>
            <p:nvPr/>
          </p:nvSpPr>
          <p:spPr>
            <a:xfrm rot="-9111705">
              <a:off x="1693743" y="2608271"/>
              <a:ext cx="632459" cy="55673"/>
            </a:xfrm>
            <a:prstGeom prst="ellipse">
              <a:avLst/>
            </a:prstGeom>
            <a:gradFill>
              <a:gsLst>
                <a:gs pos="0">
                  <a:srgbClr val="730000">
                    <a:alpha val="32968"/>
                  </a:srgbClr>
                </a:gs>
                <a:gs pos="14286">
                  <a:srgbClr val="730000">
                    <a:alpha val="30764"/>
                  </a:srgbClr>
                </a:gs>
                <a:gs pos="28571">
                  <a:srgbClr val="730000">
                    <a:alpha val="24833"/>
                  </a:srgbClr>
                </a:gs>
                <a:gs pos="42857">
                  <a:srgbClr val="730000">
                    <a:alpha val="17075"/>
                  </a:srgbClr>
                </a:gs>
                <a:gs pos="57143">
                  <a:srgbClr val="730000">
                    <a:alpha val="9855"/>
                  </a:srgbClr>
                </a:gs>
                <a:gs pos="71429">
                  <a:srgbClr val="730000">
                    <a:alpha val="4740"/>
                  </a:srgbClr>
                </a:gs>
                <a:gs pos="85714">
                  <a:srgbClr val="730000">
                    <a:alpha val="1902"/>
                  </a:srgbClr>
                </a:gs>
                <a:gs pos="100000">
                  <a:srgbClr val="730000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51" name="Splat 51"/>
            <p:cNvSpPr>
              <a:spLocks noGrp="1"/>
            </p:cNvSpPr>
            <p:nvPr/>
          </p:nvSpPr>
          <p:spPr>
            <a:xfrm rot="-9719029">
              <a:off x="1908679" y="1677694"/>
              <a:ext cx="53912" cy="13478"/>
            </a:xfrm>
            <a:prstGeom prst="ellipse">
              <a:avLst/>
            </a:prstGeom>
            <a:gradFill>
              <a:gsLst>
                <a:gs pos="0">
                  <a:srgbClr val="98A1A7">
                    <a:alpha val="19494"/>
                  </a:srgbClr>
                </a:gs>
                <a:gs pos="14286">
                  <a:srgbClr val="98A1A7">
                    <a:alpha val="18069"/>
                  </a:srgbClr>
                </a:gs>
                <a:gs pos="28571">
                  <a:srgbClr val="98A1A7">
                    <a:alpha val="14336"/>
                  </a:srgbClr>
                </a:gs>
                <a:gs pos="42857">
                  <a:srgbClr val="98A1A7">
                    <a:alpha val="9652"/>
                  </a:srgbClr>
                </a:gs>
                <a:gs pos="57143">
                  <a:srgbClr val="98A1A7">
                    <a:alpha val="5469"/>
                  </a:srgbClr>
                </a:gs>
                <a:gs pos="71429">
                  <a:srgbClr val="98A1A7">
                    <a:alpha val="2598"/>
                  </a:srgbClr>
                </a:gs>
                <a:gs pos="85714">
                  <a:srgbClr val="98A1A7">
                    <a:alpha val="1036"/>
                  </a:srgbClr>
                </a:gs>
                <a:gs pos="100000">
                  <a:srgbClr val="98A1A7">
                    <a:alpha val="347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52" name="Splat 52"/>
            <p:cNvSpPr>
              <a:spLocks noGrp="1"/>
            </p:cNvSpPr>
            <p:nvPr/>
          </p:nvSpPr>
          <p:spPr>
            <a:xfrm rot="6938081">
              <a:off x="3058233" y="1929131"/>
              <a:ext cx="62097" cy="15524"/>
            </a:xfrm>
            <a:prstGeom prst="ellipse">
              <a:avLst/>
            </a:prstGeom>
            <a:gradFill>
              <a:gsLst>
                <a:gs pos="0">
                  <a:srgbClr val="987549">
                    <a:alpha val="18020"/>
                  </a:srgbClr>
                </a:gs>
                <a:gs pos="14286">
                  <a:srgbClr val="987549">
                    <a:alpha val="16692"/>
                  </a:srgbClr>
                </a:gs>
                <a:gs pos="28571">
                  <a:srgbClr val="987549">
                    <a:alpha val="13220"/>
                  </a:srgbClr>
                </a:gs>
                <a:gs pos="42857">
                  <a:srgbClr val="987549">
                    <a:alpha val="8881"/>
                  </a:srgbClr>
                </a:gs>
                <a:gs pos="57143">
                  <a:srgbClr val="987549">
                    <a:alpha val="5023"/>
                  </a:srgbClr>
                </a:gs>
                <a:gs pos="71429">
                  <a:srgbClr val="987549">
                    <a:alpha val="2384"/>
                  </a:srgbClr>
                </a:gs>
                <a:gs pos="85714">
                  <a:srgbClr val="987549">
                    <a:alpha val="949"/>
                  </a:srgbClr>
                </a:gs>
                <a:gs pos="100000">
                  <a:srgbClr val="987549">
                    <a:alpha val="318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53" name="Splat 53"/>
            <p:cNvSpPr>
              <a:spLocks noGrp="1"/>
            </p:cNvSpPr>
            <p:nvPr/>
          </p:nvSpPr>
          <p:spPr>
            <a:xfrm rot="4936456">
              <a:off x="3309954" y="56836"/>
              <a:ext cx="66472" cy="16618"/>
            </a:xfrm>
            <a:prstGeom prst="ellipse">
              <a:avLst/>
            </a:prstGeom>
            <a:gradFill>
              <a:gsLst>
                <a:gs pos="0">
                  <a:srgbClr val="AFB1C4">
                    <a:alpha val="17222"/>
                  </a:srgbClr>
                </a:gs>
                <a:gs pos="14286">
                  <a:srgbClr val="AFB1C4">
                    <a:alpha val="15947"/>
                  </a:srgbClr>
                </a:gs>
                <a:gs pos="28571">
                  <a:srgbClr val="AFB1C4">
                    <a:alpha val="12618"/>
                  </a:srgbClr>
                </a:gs>
                <a:gs pos="42857">
                  <a:srgbClr val="AFB1C4">
                    <a:alpha val="8467"/>
                  </a:srgbClr>
                </a:gs>
                <a:gs pos="57143">
                  <a:srgbClr val="AFB1C4">
                    <a:alpha val="4784"/>
                  </a:srgbClr>
                </a:gs>
                <a:gs pos="71429">
                  <a:srgbClr val="AFB1C4">
                    <a:alpha val="2269"/>
                  </a:srgbClr>
                </a:gs>
                <a:gs pos="85714">
                  <a:srgbClr val="AFB1C4">
                    <a:alpha val="903"/>
                  </a:srgbClr>
                </a:gs>
                <a:gs pos="100000">
                  <a:srgbClr val="AFB1C4">
                    <a:alpha val="303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54" name="Splat 54"/>
            <p:cNvSpPr>
              <a:spLocks noGrp="1"/>
            </p:cNvSpPr>
            <p:nvPr/>
          </p:nvSpPr>
          <p:spPr>
            <a:xfrm rot="6167590">
              <a:off x="3462878" y="532489"/>
              <a:ext cx="65943" cy="16486"/>
            </a:xfrm>
            <a:prstGeom prst="ellipse">
              <a:avLst/>
            </a:prstGeom>
            <a:gradFill>
              <a:gsLst>
                <a:gs pos="0">
                  <a:srgbClr val="D2D0C4">
                    <a:alpha val="17319"/>
                  </a:srgbClr>
                </a:gs>
                <a:gs pos="14286">
                  <a:srgbClr val="D2D0C4">
                    <a:alpha val="16037"/>
                  </a:srgbClr>
                </a:gs>
                <a:gs pos="28571">
                  <a:srgbClr val="D2D0C4">
                    <a:alpha val="12691"/>
                  </a:srgbClr>
                </a:gs>
                <a:gs pos="42857">
                  <a:srgbClr val="D2D0C4">
                    <a:alpha val="8517"/>
                  </a:srgbClr>
                </a:gs>
                <a:gs pos="57143">
                  <a:srgbClr val="D2D0C4">
                    <a:alpha val="4813"/>
                  </a:srgbClr>
                </a:gs>
                <a:gs pos="71429">
                  <a:srgbClr val="D2D0C4">
                    <a:alpha val="2283"/>
                  </a:srgbClr>
                </a:gs>
                <a:gs pos="85714">
                  <a:srgbClr val="D2D0C4">
                    <a:alpha val="909"/>
                  </a:srgbClr>
                </a:gs>
                <a:gs pos="100000">
                  <a:srgbClr val="D2D0C4">
                    <a:alpha val="305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55" name="Splat 55"/>
            <p:cNvSpPr>
              <a:spLocks noGrp="1"/>
            </p:cNvSpPr>
            <p:nvPr/>
          </p:nvSpPr>
          <p:spPr>
            <a:xfrm rot="7318812">
              <a:off x="3279698" y="908899"/>
              <a:ext cx="473492" cy="161085"/>
            </a:xfrm>
            <a:prstGeom prst="ellipse">
              <a:avLst/>
            </a:prstGeom>
            <a:gradFill>
              <a:gsLst>
                <a:gs pos="0">
                  <a:srgbClr val="0052AB">
                    <a:alpha val="32968"/>
                  </a:srgbClr>
                </a:gs>
                <a:gs pos="14286">
                  <a:srgbClr val="0052AB">
                    <a:alpha val="30764"/>
                  </a:srgbClr>
                </a:gs>
                <a:gs pos="28571">
                  <a:srgbClr val="0052AB">
                    <a:alpha val="24833"/>
                  </a:srgbClr>
                </a:gs>
                <a:gs pos="42857">
                  <a:srgbClr val="0052AB">
                    <a:alpha val="17075"/>
                  </a:srgbClr>
                </a:gs>
                <a:gs pos="57143">
                  <a:srgbClr val="0052AB">
                    <a:alpha val="9855"/>
                  </a:srgbClr>
                </a:gs>
                <a:gs pos="71429">
                  <a:srgbClr val="0052AB">
                    <a:alpha val="4740"/>
                  </a:srgbClr>
                </a:gs>
                <a:gs pos="85714">
                  <a:srgbClr val="0052AB">
                    <a:alpha val="1902"/>
                  </a:srgbClr>
                </a:gs>
                <a:gs pos="100000">
                  <a:srgbClr val="0052AB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56" name="Splat 56"/>
            <p:cNvSpPr>
              <a:spLocks noGrp="1"/>
            </p:cNvSpPr>
            <p:nvPr/>
          </p:nvSpPr>
          <p:spPr>
            <a:xfrm rot="7123047">
              <a:off x="1015013" y="3046973"/>
              <a:ext cx="660496" cy="233739"/>
            </a:xfrm>
            <a:prstGeom prst="ellipse">
              <a:avLst/>
            </a:prstGeom>
            <a:gradFill>
              <a:gsLst>
                <a:gs pos="0">
                  <a:srgbClr val="F3F3EF">
                    <a:alpha val="32968"/>
                  </a:srgbClr>
                </a:gs>
                <a:gs pos="14286">
                  <a:srgbClr val="F3F3EF">
                    <a:alpha val="30764"/>
                  </a:srgbClr>
                </a:gs>
                <a:gs pos="28571">
                  <a:srgbClr val="F3F3EF">
                    <a:alpha val="24833"/>
                  </a:srgbClr>
                </a:gs>
                <a:gs pos="42857">
                  <a:srgbClr val="F3F3EF">
                    <a:alpha val="17075"/>
                  </a:srgbClr>
                </a:gs>
                <a:gs pos="57143">
                  <a:srgbClr val="F3F3EF">
                    <a:alpha val="9855"/>
                  </a:srgbClr>
                </a:gs>
                <a:gs pos="71429">
                  <a:srgbClr val="F3F3EF">
                    <a:alpha val="4740"/>
                  </a:srgbClr>
                </a:gs>
                <a:gs pos="85714">
                  <a:srgbClr val="F3F3EF">
                    <a:alpha val="1902"/>
                  </a:srgbClr>
                </a:gs>
                <a:gs pos="100000">
                  <a:srgbClr val="F3F3EF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57" name="Splat 57"/>
            <p:cNvSpPr>
              <a:spLocks noGrp="1"/>
            </p:cNvSpPr>
            <p:nvPr/>
          </p:nvSpPr>
          <p:spPr>
            <a:xfrm rot="5461416">
              <a:off x="3316911" y="1287345"/>
              <a:ext cx="422181" cy="64926"/>
            </a:xfrm>
            <a:prstGeom prst="ellipse">
              <a:avLst/>
            </a:prstGeom>
            <a:gradFill>
              <a:gsLst>
                <a:gs pos="0">
                  <a:srgbClr val="563F00">
                    <a:alpha val="32968"/>
                  </a:srgbClr>
                </a:gs>
                <a:gs pos="14286">
                  <a:srgbClr val="563F00">
                    <a:alpha val="30764"/>
                  </a:srgbClr>
                </a:gs>
                <a:gs pos="28571">
                  <a:srgbClr val="563F00">
                    <a:alpha val="24833"/>
                  </a:srgbClr>
                </a:gs>
                <a:gs pos="42857">
                  <a:srgbClr val="563F00">
                    <a:alpha val="17075"/>
                  </a:srgbClr>
                </a:gs>
                <a:gs pos="57143">
                  <a:srgbClr val="563F00">
                    <a:alpha val="9855"/>
                  </a:srgbClr>
                </a:gs>
                <a:gs pos="71429">
                  <a:srgbClr val="563F00">
                    <a:alpha val="4740"/>
                  </a:srgbClr>
                </a:gs>
                <a:gs pos="85714">
                  <a:srgbClr val="563F00">
                    <a:alpha val="1902"/>
                  </a:srgbClr>
                </a:gs>
                <a:gs pos="100000">
                  <a:srgbClr val="563F00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58" name="Splat 58"/>
            <p:cNvSpPr>
              <a:spLocks noGrp="1"/>
            </p:cNvSpPr>
            <p:nvPr/>
          </p:nvSpPr>
          <p:spPr>
            <a:xfrm rot="5716204">
              <a:off x="3446298" y="2896259"/>
              <a:ext cx="67046" cy="16761"/>
            </a:xfrm>
            <a:prstGeom prst="ellipse">
              <a:avLst/>
            </a:prstGeom>
            <a:gradFill>
              <a:gsLst>
                <a:gs pos="0">
                  <a:srgbClr val="BDC3CC">
                    <a:alpha val="17117"/>
                  </a:srgbClr>
                </a:gs>
                <a:gs pos="14286">
                  <a:srgbClr val="BDC3CC">
                    <a:alpha val="15848"/>
                  </a:srgbClr>
                </a:gs>
                <a:gs pos="28571">
                  <a:srgbClr val="BDC3CC">
                    <a:alpha val="12539"/>
                  </a:srgbClr>
                </a:gs>
                <a:gs pos="42857">
                  <a:srgbClr val="BDC3CC">
                    <a:alpha val="8413"/>
                  </a:srgbClr>
                </a:gs>
                <a:gs pos="57143">
                  <a:srgbClr val="BDC3CC">
                    <a:alpha val="4753"/>
                  </a:srgbClr>
                </a:gs>
                <a:gs pos="71429">
                  <a:srgbClr val="BDC3CC">
                    <a:alpha val="2254"/>
                  </a:srgbClr>
                </a:gs>
                <a:gs pos="85714">
                  <a:srgbClr val="BDC3CC">
                    <a:alpha val="897"/>
                  </a:srgbClr>
                </a:gs>
                <a:gs pos="100000">
                  <a:srgbClr val="BDC3CC">
                    <a:alpha val="301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59" name="Splat 59"/>
            <p:cNvSpPr>
              <a:spLocks noGrp="1"/>
            </p:cNvSpPr>
            <p:nvPr/>
          </p:nvSpPr>
          <p:spPr>
            <a:xfrm rot="-10762021">
              <a:off x="661793" y="2592942"/>
              <a:ext cx="67286" cy="16822"/>
            </a:xfrm>
            <a:prstGeom prst="ellipse">
              <a:avLst/>
            </a:prstGeom>
            <a:gradFill>
              <a:gsLst>
                <a:gs pos="0">
                  <a:srgbClr val="A4876D">
                    <a:alpha val="17072"/>
                  </a:srgbClr>
                </a:gs>
                <a:gs pos="14286">
                  <a:srgbClr val="A4876D">
                    <a:alpha val="15807"/>
                  </a:srgbClr>
                </a:gs>
                <a:gs pos="28571">
                  <a:srgbClr val="A4876D">
                    <a:alpha val="12506"/>
                  </a:srgbClr>
                </a:gs>
                <a:gs pos="42857">
                  <a:srgbClr val="A4876D">
                    <a:alpha val="8390"/>
                  </a:srgbClr>
                </a:gs>
                <a:gs pos="57143">
                  <a:srgbClr val="A4876D">
                    <a:alpha val="4740"/>
                  </a:srgbClr>
                </a:gs>
                <a:gs pos="71429">
                  <a:srgbClr val="A4876D">
                    <a:alpha val="2247"/>
                  </a:srgbClr>
                </a:gs>
                <a:gs pos="85714">
                  <a:srgbClr val="A4876D">
                    <a:alpha val="895"/>
                  </a:srgbClr>
                </a:gs>
                <a:gs pos="100000">
                  <a:srgbClr val="A4876D">
                    <a:alpha val="300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60" name="Splat 60"/>
            <p:cNvSpPr>
              <a:spLocks noGrp="1"/>
            </p:cNvSpPr>
            <p:nvPr/>
          </p:nvSpPr>
          <p:spPr>
            <a:xfrm rot="6359657">
              <a:off x="2597682" y="2373378"/>
              <a:ext cx="62407" cy="15602"/>
            </a:xfrm>
            <a:prstGeom prst="ellipse">
              <a:avLst/>
            </a:prstGeom>
            <a:gradFill>
              <a:gsLst>
                <a:gs pos="0">
                  <a:srgbClr val="958C93">
                    <a:alpha val="17964"/>
                  </a:srgbClr>
                </a:gs>
                <a:gs pos="14286">
                  <a:srgbClr val="958C93">
                    <a:alpha val="16639"/>
                  </a:srgbClr>
                </a:gs>
                <a:gs pos="28571">
                  <a:srgbClr val="958C93">
                    <a:alpha val="13178"/>
                  </a:srgbClr>
                </a:gs>
                <a:gs pos="42857">
                  <a:srgbClr val="958C93">
                    <a:alpha val="8852"/>
                  </a:srgbClr>
                </a:gs>
                <a:gs pos="57143">
                  <a:srgbClr val="958C93">
                    <a:alpha val="5006"/>
                  </a:srgbClr>
                </a:gs>
                <a:gs pos="71429">
                  <a:srgbClr val="958C93">
                    <a:alpha val="2375"/>
                  </a:srgbClr>
                </a:gs>
                <a:gs pos="85714">
                  <a:srgbClr val="958C93">
                    <a:alpha val="946"/>
                  </a:srgbClr>
                </a:gs>
                <a:gs pos="100000">
                  <a:srgbClr val="958C93">
                    <a:alpha val="317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61" name="Splat 61"/>
            <p:cNvSpPr>
              <a:spLocks noGrp="1"/>
            </p:cNvSpPr>
            <p:nvPr/>
          </p:nvSpPr>
          <p:spPr>
            <a:xfrm rot="4122903">
              <a:off x="1031131" y="2505928"/>
              <a:ext cx="66370" cy="16593"/>
            </a:xfrm>
            <a:prstGeom prst="ellipse">
              <a:avLst/>
            </a:prstGeom>
            <a:gradFill>
              <a:gsLst>
                <a:gs pos="0">
                  <a:srgbClr val="D8C29C">
                    <a:alpha val="17241"/>
                  </a:srgbClr>
                </a:gs>
                <a:gs pos="14286">
                  <a:srgbClr val="D8C29C">
                    <a:alpha val="15964"/>
                  </a:srgbClr>
                </a:gs>
                <a:gs pos="28571">
                  <a:srgbClr val="D8C29C">
                    <a:alpha val="12632"/>
                  </a:srgbClr>
                </a:gs>
                <a:gs pos="42857">
                  <a:srgbClr val="D8C29C">
                    <a:alpha val="8477"/>
                  </a:srgbClr>
                </a:gs>
                <a:gs pos="57143">
                  <a:srgbClr val="D8C29C">
                    <a:alpha val="4790"/>
                  </a:srgbClr>
                </a:gs>
                <a:gs pos="71429">
                  <a:srgbClr val="D8C29C">
                    <a:alpha val="2271"/>
                  </a:srgbClr>
                </a:gs>
                <a:gs pos="85714">
                  <a:srgbClr val="D8C29C">
                    <a:alpha val="904"/>
                  </a:srgbClr>
                </a:gs>
                <a:gs pos="100000">
                  <a:srgbClr val="D8C29C">
                    <a:alpha val="303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62" name="Splat 62"/>
            <p:cNvSpPr>
              <a:spLocks noGrp="1"/>
            </p:cNvSpPr>
            <p:nvPr/>
          </p:nvSpPr>
          <p:spPr>
            <a:xfrm rot="9154014">
              <a:off x="1122143" y="346010"/>
              <a:ext cx="64264" cy="16066"/>
            </a:xfrm>
            <a:prstGeom prst="ellipse">
              <a:avLst/>
            </a:prstGeom>
            <a:gradFill>
              <a:gsLst>
                <a:gs pos="0">
                  <a:srgbClr val="D5B998">
                    <a:alpha val="17626"/>
                  </a:srgbClr>
                </a:gs>
                <a:gs pos="14286">
                  <a:srgbClr val="D5B998">
                    <a:alpha val="16324"/>
                  </a:srgbClr>
                </a:gs>
                <a:gs pos="28571">
                  <a:srgbClr val="D5B998">
                    <a:alpha val="12923"/>
                  </a:srgbClr>
                </a:gs>
                <a:gs pos="42857">
                  <a:srgbClr val="D5B998">
                    <a:alpha val="8676"/>
                  </a:srgbClr>
                </a:gs>
                <a:gs pos="57143">
                  <a:srgbClr val="D5B998">
                    <a:alpha val="4905"/>
                  </a:srgbClr>
                </a:gs>
                <a:gs pos="71429">
                  <a:srgbClr val="D5B998">
                    <a:alpha val="2327"/>
                  </a:srgbClr>
                </a:gs>
                <a:gs pos="85714">
                  <a:srgbClr val="D5B998">
                    <a:alpha val="927"/>
                  </a:srgbClr>
                </a:gs>
                <a:gs pos="100000">
                  <a:srgbClr val="D5B998">
                    <a:alpha val="310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63" name="Splat 63"/>
            <p:cNvSpPr>
              <a:spLocks noGrp="1"/>
            </p:cNvSpPr>
            <p:nvPr/>
          </p:nvSpPr>
          <p:spPr>
            <a:xfrm rot="6773183">
              <a:off x="2718988" y="3137397"/>
              <a:ext cx="67605" cy="16901"/>
            </a:xfrm>
            <a:prstGeom prst="ellipse">
              <a:avLst/>
            </a:prstGeom>
            <a:gradFill>
              <a:gsLst>
                <a:gs pos="0">
                  <a:srgbClr val="CDC3B6">
                    <a:alpha val="17014"/>
                  </a:srgbClr>
                </a:gs>
                <a:gs pos="14286">
                  <a:srgbClr val="CDC3B6">
                    <a:alpha val="15753"/>
                  </a:srgbClr>
                </a:gs>
                <a:gs pos="28571">
                  <a:srgbClr val="CDC3B6">
                    <a:alpha val="12462"/>
                  </a:srgbClr>
                </a:gs>
                <a:gs pos="42857">
                  <a:srgbClr val="CDC3B6">
                    <a:alpha val="8360"/>
                  </a:srgbClr>
                </a:gs>
                <a:gs pos="57143">
                  <a:srgbClr val="CDC3B6">
                    <a:alpha val="4722"/>
                  </a:srgbClr>
                </a:gs>
                <a:gs pos="71429">
                  <a:srgbClr val="CDC3B6">
                    <a:alpha val="2239"/>
                  </a:srgbClr>
                </a:gs>
                <a:gs pos="85714">
                  <a:srgbClr val="CDC3B6">
                    <a:alpha val="891"/>
                  </a:srgbClr>
                </a:gs>
                <a:gs pos="100000">
                  <a:srgbClr val="CDC3B6">
                    <a:alpha val="29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64" name="Splat 64"/>
            <p:cNvSpPr>
              <a:spLocks noGrp="1"/>
            </p:cNvSpPr>
            <p:nvPr/>
          </p:nvSpPr>
          <p:spPr>
            <a:xfrm rot="4602670">
              <a:off x="1702348" y="3538555"/>
              <a:ext cx="57729" cy="14432"/>
            </a:xfrm>
            <a:prstGeom prst="ellipse">
              <a:avLst/>
            </a:prstGeom>
            <a:gradFill>
              <a:gsLst>
                <a:gs pos="0">
                  <a:srgbClr val="C7CFE8">
                    <a:alpha val="18810"/>
                  </a:srgbClr>
                </a:gs>
                <a:gs pos="14286">
                  <a:srgbClr val="C7CFE8">
                    <a:alpha val="17430"/>
                  </a:srgbClr>
                </a:gs>
                <a:gs pos="28571">
                  <a:srgbClr val="C7CFE8">
                    <a:alpha val="13818"/>
                  </a:srgbClr>
                </a:gs>
                <a:gs pos="42857">
                  <a:srgbClr val="C7CFE8">
                    <a:alpha val="9293"/>
                  </a:srgbClr>
                </a:gs>
                <a:gs pos="57143">
                  <a:srgbClr val="C7CFE8">
                    <a:alpha val="5261"/>
                  </a:srgbClr>
                </a:gs>
                <a:gs pos="71429">
                  <a:srgbClr val="C7CFE8">
                    <a:alpha val="2498"/>
                  </a:srgbClr>
                </a:gs>
                <a:gs pos="85714">
                  <a:srgbClr val="C7CFE8">
                    <a:alpha val="995"/>
                  </a:srgbClr>
                </a:gs>
                <a:gs pos="100000">
                  <a:srgbClr val="C7CFE8">
                    <a:alpha val="334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65" name="Splat 65"/>
            <p:cNvSpPr>
              <a:spLocks noGrp="1"/>
            </p:cNvSpPr>
            <p:nvPr/>
          </p:nvSpPr>
          <p:spPr>
            <a:xfrm rot="5605678">
              <a:off x="3540817" y="842757"/>
              <a:ext cx="207030" cy="100410"/>
            </a:xfrm>
            <a:prstGeom prst="ellipse">
              <a:avLst/>
            </a:prstGeom>
            <a:gradFill>
              <a:gsLst>
                <a:gs pos="0">
                  <a:srgbClr val="FFFFFF">
                    <a:alpha val="32968"/>
                  </a:srgbClr>
                </a:gs>
                <a:gs pos="14286">
                  <a:srgbClr val="FFFFFF">
                    <a:alpha val="30764"/>
                  </a:srgbClr>
                </a:gs>
                <a:gs pos="28571">
                  <a:srgbClr val="FFFFFF">
                    <a:alpha val="24833"/>
                  </a:srgbClr>
                </a:gs>
                <a:gs pos="42857">
                  <a:srgbClr val="FFFFFF">
                    <a:alpha val="17075"/>
                  </a:srgbClr>
                </a:gs>
                <a:gs pos="57143">
                  <a:srgbClr val="FFFFFF">
                    <a:alpha val="9855"/>
                  </a:srgbClr>
                </a:gs>
                <a:gs pos="71429">
                  <a:srgbClr val="FFFFFF">
                    <a:alpha val="4740"/>
                  </a:srgbClr>
                </a:gs>
                <a:gs pos="85714">
                  <a:srgbClr val="FFFFFF">
                    <a:alpha val="1902"/>
                  </a:srgbClr>
                </a:gs>
                <a:gs pos="100000">
                  <a:srgbClr val="FFFFFF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66" name="Splat 66"/>
            <p:cNvSpPr>
              <a:spLocks noGrp="1"/>
            </p:cNvSpPr>
            <p:nvPr/>
          </p:nvSpPr>
          <p:spPr>
            <a:xfrm rot="9932264">
              <a:off x="2969169" y="2132319"/>
              <a:ext cx="323722" cy="120482"/>
            </a:xfrm>
            <a:prstGeom prst="ellipse">
              <a:avLst/>
            </a:prstGeom>
            <a:gradFill>
              <a:gsLst>
                <a:gs pos="0">
                  <a:srgbClr val="0060C0">
                    <a:alpha val="32968"/>
                  </a:srgbClr>
                </a:gs>
                <a:gs pos="14286">
                  <a:srgbClr val="0060C0">
                    <a:alpha val="30764"/>
                  </a:srgbClr>
                </a:gs>
                <a:gs pos="28571">
                  <a:srgbClr val="0060C0">
                    <a:alpha val="24833"/>
                  </a:srgbClr>
                </a:gs>
                <a:gs pos="42857">
                  <a:srgbClr val="0060C0">
                    <a:alpha val="17075"/>
                  </a:srgbClr>
                </a:gs>
                <a:gs pos="57143">
                  <a:srgbClr val="0060C0">
                    <a:alpha val="9855"/>
                  </a:srgbClr>
                </a:gs>
                <a:gs pos="71429">
                  <a:srgbClr val="0060C0">
                    <a:alpha val="4740"/>
                  </a:srgbClr>
                </a:gs>
                <a:gs pos="85714">
                  <a:srgbClr val="0060C0">
                    <a:alpha val="1902"/>
                  </a:srgbClr>
                </a:gs>
                <a:gs pos="100000">
                  <a:srgbClr val="0060C0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67" name="Splat 67"/>
            <p:cNvSpPr>
              <a:spLocks noGrp="1"/>
            </p:cNvSpPr>
            <p:nvPr/>
          </p:nvSpPr>
          <p:spPr>
            <a:xfrm rot="-10716875">
              <a:off x="839004" y="1650263"/>
              <a:ext cx="51389" cy="12847"/>
            </a:xfrm>
            <a:prstGeom prst="ellipse">
              <a:avLst/>
            </a:prstGeom>
            <a:gradFill>
              <a:gsLst>
                <a:gs pos="0">
                  <a:srgbClr val="EFDEE6">
                    <a:alpha val="19942"/>
                  </a:srgbClr>
                </a:gs>
                <a:gs pos="14286">
                  <a:srgbClr val="EFDEE6">
                    <a:alpha val="18489"/>
                  </a:srgbClr>
                </a:gs>
                <a:gs pos="28571">
                  <a:srgbClr val="EFDEE6">
                    <a:alpha val="14677"/>
                  </a:srgbClr>
                </a:gs>
                <a:gs pos="42857">
                  <a:srgbClr val="EFDEE6">
                    <a:alpha val="9888"/>
                  </a:srgbClr>
                </a:gs>
                <a:gs pos="57143">
                  <a:srgbClr val="EFDEE6">
                    <a:alpha val="5606"/>
                  </a:srgbClr>
                </a:gs>
                <a:gs pos="71429">
                  <a:srgbClr val="EFDEE6">
                    <a:alpha val="2664"/>
                  </a:srgbClr>
                </a:gs>
                <a:gs pos="85714">
                  <a:srgbClr val="EFDEE6">
                    <a:alpha val="1062"/>
                  </a:srgbClr>
                </a:gs>
                <a:gs pos="100000">
                  <a:srgbClr val="EFDEE6">
                    <a:alpha val="356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68" name="Splat 68"/>
            <p:cNvSpPr>
              <a:spLocks noGrp="1"/>
            </p:cNvSpPr>
            <p:nvPr/>
          </p:nvSpPr>
          <p:spPr>
            <a:xfrm rot="5400000">
              <a:off x="2119392" y="2532791"/>
              <a:ext cx="34690" cy="34690"/>
            </a:xfrm>
            <a:prstGeom prst="ellipse">
              <a:avLst/>
            </a:prstGeom>
            <a:gradFill>
              <a:gsLst>
                <a:gs pos="0">
                  <a:srgbClr val="725426">
                    <a:alpha val="16687"/>
                  </a:srgbClr>
                </a:gs>
                <a:gs pos="14286">
                  <a:srgbClr val="725426">
                    <a:alpha val="15447"/>
                  </a:srgbClr>
                </a:gs>
                <a:gs pos="28571">
                  <a:srgbClr val="725426">
                    <a:alpha val="12215"/>
                  </a:srgbClr>
                </a:gs>
                <a:gs pos="42857">
                  <a:srgbClr val="725426">
                    <a:alpha val="8191"/>
                  </a:srgbClr>
                </a:gs>
                <a:gs pos="57143">
                  <a:srgbClr val="725426">
                    <a:alpha val="4625"/>
                  </a:srgbClr>
                </a:gs>
                <a:gs pos="71429">
                  <a:srgbClr val="725426">
                    <a:alpha val="2192"/>
                  </a:srgbClr>
                </a:gs>
                <a:gs pos="85714">
                  <a:srgbClr val="725426">
                    <a:alpha val="873"/>
                  </a:srgbClr>
                </a:gs>
                <a:gs pos="100000">
                  <a:srgbClr val="725426">
                    <a:alpha val="292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69" name="Splat 69"/>
            <p:cNvSpPr>
              <a:spLocks noGrp="1"/>
            </p:cNvSpPr>
            <p:nvPr/>
          </p:nvSpPr>
          <p:spPr>
            <a:xfrm rot="7555812">
              <a:off x="2622493" y="2379269"/>
              <a:ext cx="67717" cy="16929"/>
            </a:xfrm>
            <a:prstGeom prst="ellipse">
              <a:avLst/>
            </a:prstGeom>
            <a:gradFill>
              <a:gsLst>
                <a:gs pos="0">
                  <a:srgbClr val="A5A7BC">
                    <a:alpha val="16993"/>
                  </a:srgbClr>
                </a:gs>
                <a:gs pos="14286">
                  <a:srgbClr val="A5A7BC">
                    <a:alpha val="15733"/>
                  </a:srgbClr>
                </a:gs>
                <a:gs pos="28571">
                  <a:srgbClr val="A5A7BC">
                    <a:alpha val="12446"/>
                  </a:srgbClr>
                </a:gs>
                <a:gs pos="42857">
                  <a:srgbClr val="A5A7BC">
                    <a:alpha val="8349"/>
                  </a:srgbClr>
                </a:gs>
                <a:gs pos="57143">
                  <a:srgbClr val="A5A7BC">
                    <a:alpha val="4716"/>
                  </a:srgbClr>
                </a:gs>
                <a:gs pos="71429">
                  <a:srgbClr val="A5A7BC">
                    <a:alpha val="2236"/>
                  </a:srgbClr>
                </a:gs>
                <a:gs pos="85714">
                  <a:srgbClr val="A5A7BC">
                    <a:alpha val="890"/>
                  </a:srgbClr>
                </a:gs>
                <a:gs pos="100000">
                  <a:srgbClr val="A5A7BC">
                    <a:alpha val="298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70" name="Splat 70"/>
            <p:cNvSpPr>
              <a:spLocks noGrp="1"/>
            </p:cNvSpPr>
            <p:nvPr/>
          </p:nvSpPr>
          <p:spPr>
            <a:xfrm rot="-10028606">
              <a:off x="511965" y="3418619"/>
              <a:ext cx="67486" cy="16871"/>
            </a:xfrm>
            <a:prstGeom prst="ellipse">
              <a:avLst/>
            </a:prstGeom>
            <a:gradFill>
              <a:gsLst>
                <a:gs pos="0">
                  <a:srgbClr val="9C794F">
                    <a:alpha val="17036"/>
                  </a:srgbClr>
                </a:gs>
                <a:gs pos="14286">
                  <a:srgbClr val="9C794F">
                    <a:alpha val="15773"/>
                  </a:srgbClr>
                </a:gs>
                <a:gs pos="28571">
                  <a:srgbClr val="9C794F">
                    <a:alpha val="12478"/>
                  </a:srgbClr>
                </a:gs>
                <a:gs pos="42857">
                  <a:srgbClr val="9C794F">
                    <a:alpha val="8371"/>
                  </a:srgbClr>
                </a:gs>
                <a:gs pos="57143">
                  <a:srgbClr val="9C794F">
                    <a:alpha val="4729"/>
                  </a:srgbClr>
                </a:gs>
                <a:gs pos="71429">
                  <a:srgbClr val="9C794F">
                    <a:alpha val="2242"/>
                  </a:srgbClr>
                </a:gs>
                <a:gs pos="85714">
                  <a:srgbClr val="9C794F">
                    <a:alpha val="893"/>
                  </a:srgbClr>
                </a:gs>
                <a:gs pos="100000">
                  <a:srgbClr val="9C794F">
                    <a:alpha val="29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71" name="Splat 71"/>
            <p:cNvSpPr>
              <a:spLocks noGrp="1"/>
            </p:cNvSpPr>
            <p:nvPr/>
          </p:nvSpPr>
          <p:spPr>
            <a:xfrm rot="-8192371">
              <a:off x="1252534" y="389760"/>
              <a:ext cx="60634" cy="15158"/>
            </a:xfrm>
            <a:prstGeom prst="ellipse">
              <a:avLst/>
            </a:prstGeom>
            <a:gradFill>
              <a:gsLst>
                <a:gs pos="0">
                  <a:srgbClr val="C8B6AE">
                    <a:alpha val="18286"/>
                  </a:srgbClr>
                </a:gs>
                <a:gs pos="14286">
                  <a:srgbClr val="C8B6AE">
                    <a:alpha val="16940"/>
                  </a:srgbClr>
                </a:gs>
                <a:gs pos="28571">
                  <a:srgbClr val="C8B6AE">
                    <a:alpha val="13421"/>
                  </a:srgbClr>
                </a:gs>
                <a:gs pos="42857">
                  <a:srgbClr val="C8B6AE">
                    <a:alpha val="9020"/>
                  </a:srgbClr>
                </a:gs>
                <a:gs pos="57143">
                  <a:srgbClr val="C8B6AE">
                    <a:alpha val="5103"/>
                  </a:srgbClr>
                </a:gs>
                <a:gs pos="71429">
                  <a:srgbClr val="C8B6AE">
                    <a:alpha val="2422"/>
                  </a:srgbClr>
                </a:gs>
                <a:gs pos="85714">
                  <a:srgbClr val="C8B6AE">
                    <a:alpha val="965"/>
                  </a:srgbClr>
                </a:gs>
                <a:gs pos="100000">
                  <a:srgbClr val="C8B6AE">
                    <a:alpha val="323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72" name="Splat 72"/>
            <p:cNvSpPr>
              <a:spLocks noGrp="1"/>
            </p:cNvSpPr>
            <p:nvPr/>
          </p:nvSpPr>
          <p:spPr>
            <a:xfrm rot="4515493">
              <a:off x="455390" y="1456767"/>
              <a:ext cx="65722" cy="16430"/>
            </a:xfrm>
            <a:prstGeom prst="ellipse">
              <a:avLst/>
            </a:prstGeom>
            <a:gradFill>
              <a:gsLst>
                <a:gs pos="0">
                  <a:srgbClr val="CBB5A1">
                    <a:alpha val="17359"/>
                  </a:srgbClr>
                </a:gs>
                <a:gs pos="14286">
                  <a:srgbClr val="CBB5A1">
                    <a:alpha val="16075"/>
                  </a:srgbClr>
                </a:gs>
                <a:gs pos="28571">
                  <a:srgbClr val="CBB5A1">
                    <a:alpha val="12722"/>
                  </a:srgbClr>
                </a:gs>
                <a:gs pos="42857">
                  <a:srgbClr val="CBB5A1">
                    <a:alpha val="8538"/>
                  </a:srgbClr>
                </a:gs>
                <a:gs pos="57143">
                  <a:srgbClr val="CBB5A1">
                    <a:alpha val="4825"/>
                  </a:srgbClr>
                </a:gs>
                <a:gs pos="71429">
                  <a:srgbClr val="CBB5A1">
                    <a:alpha val="2288"/>
                  </a:srgbClr>
                </a:gs>
                <a:gs pos="85714">
                  <a:srgbClr val="CBB5A1">
                    <a:alpha val="911"/>
                  </a:srgbClr>
                </a:gs>
                <a:gs pos="100000">
                  <a:srgbClr val="CBB5A1">
                    <a:alpha val="305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73" name="Splat 73"/>
            <p:cNvSpPr>
              <a:spLocks noGrp="1"/>
            </p:cNvSpPr>
            <p:nvPr/>
          </p:nvSpPr>
          <p:spPr>
            <a:xfrm rot="4443771">
              <a:off x="3064623" y="2201078"/>
              <a:ext cx="159787" cy="39707"/>
            </a:xfrm>
            <a:prstGeom prst="ellipse">
              <a:avLst/>
            </a:prstGeom>
            <a:gradFill>
              <a:gsLst>
                <a:gs pos="0">
                  <a:srgbClr val="00007B">
                    <a:alpha val="32968"/>
                  </a:srgbClr>
                </a:gs>
                <a:gs pos="14286">
                  <a:srgbClr val="00007B">
                    <a:alpha val="30764"/>
                  </a:srgbClr>
                </a:gs>
                <a:gs pos="28571">
                  <a:srgbClr val="00007B">
                    <a:alpha val="24833"/>
                  </a:srgbClr>
                </a:gs>
                <a:gs pos="42857">
                  <a:srgbClr val="00007B">
                    <a:alpha val="17075"/>
                  </a:srgbClr>
                </a:gs>
                <a:gs pos="57143">
                  <a:srgbClr val="00007B">
                    <a:alpha val="9855"/>
                  </a:srgbClr>
                </a:gs>
                <a:gs pos="71429">
                  <a:srgbClr val="00007B">
                    <a:alpha val="4740"/>
                  </a:srgbClr>
                </a:gs>
                <a:gs pos="85714">
                  <a:srgbClr val="00007B">
                    <a:alpha val="1902"/>
                  </a:srgbClr>
                </a:gs>
                <a:gs pos="100000">
                  <a:srgbClr val="00007B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74" name="Splat 74"/>
            <p:cNvSpPr>
              <a:spLocks noGrp="1"/>
            </p:cNvSpPr>
            <p:nvPr/>
          </p:nvSpPr>
          <p:spPr>
            <a:xfrm rot="7782065">
              <a:off x="3354301" y="960998"/>
              <a:ext cx="466632" cy="124252"/>
            </a:xfrm>
            <a:prstGeom prst="ellipse">
              <a:avLst/>
            </a:prstGeom>
            <a:gradFill>
              <a:gsLst>
                <a:gs pos="0">
                  <a:srgbClr val="FFFFFC">
                    <a:alpha val="32968"/>
                  </a:srgbClr>
                </a:gs>
                <a:gs pos="14286">
                  <a:srgbClr val="FFFFFC">
                    <a:alpha val="30764"/>
                  </a:srgbClr>
                </a:gs>
                <a:gs pos="28571">
                  <a:srgbClr val="FFFFFC">
                    <a:alpha val="24833"/>
                  </a:srgbClr>
                </a:gs>
                <a:gs pos="42857">
                  <a:srgbClr val="FFFFFC">
                    <a:alpha val="17075"/>
                  </a:srgbClr>
                </a:gs>
                <a:gs pos="57143">
                  <a:srgbClr val="FFFFFC">
                    <a:alpha val="9855"/>
                  </a:srgbClr>
                </a:gs>
                <a:gs pos="71429">
                  <a:srgbClr val="FFFFFC">
                    <a:alpha val="4740"/>
                  </a:srgbClr>
                </a:gs>
                <a:gs pos="85714">
                  <a:srgbClr val="FFFFFC">
                    <a:alpha val="1902"/>
                  </a:srgbClr>
                </a:gs>
                <a:gs pos="100000">
                  <a:srgbClr val="FFFFFC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75" name="Splat 75"/>
            <p:cNvSpPr>
              <a:spLocks noGrp="1"/>
            </p:cNvSpPr>
            <p:nvPr/>
          </p:nvSpPr>
          <p:spPr>
            <a:xfrm rot="4932795">
              <a:off x="3251019" y="2960317"/>
              <a:ext cx="362896" cy="69983"/>
            </a:xfrm>
            <a:prstGeom prst="ellipse">
              <a:avLst/>
            </a:prstGeom>
            <a:gradFill>
              <a:gsLst>
                <a:gs pos="0">
                  <a:srgbClr val="160056">
                    <a:alpha val="32968"/>
                  </a:srgbClr>
                </a:gs>
                <a:gs pos="14286">
                  <a:srgbClr val="160056">
                    <a:alpha val="30764"/>
                  </a:srgbClr>
                </a:gs>
                <a:gs pos="28571">
                  <a:srgbClr val="160056">
                    <a:alpha val="24833"/>
                  </a:srgbClr>
                </a:gs>
                <a:gs pos="42857">
                  <a:srgbClr val="160056">
                    <a:alpha val="17075"/>
                  </a:srgbClr>
                </a:gs>
                <a:gs pos="57143">
                  <a:srgbClr val="160056">
                    <a:alpha val="9855"/>
                  </a:srgbClr>
                </a:gs>
                <a:gs pos="71429">
                  <a:srgbClr val="160056">
                    <a:alpha val="4740"/>
                  </a:srgbClr>
                </a:gs>
                <a:gs pos="85714">
                  <a:srgbClr val="160056">
                    <a:alpha val="1902"/>
                  </a:srgbClr>
                </a:gs>
                <a:gs pos="100000">
                  <a:srgbClr val="160056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76" name="Splat 76"/>
            <p:cNvSpPr>
              <a:spLocks noGrp="1"/>
            </p:cNvSpPr>
            <p:nvPr/>
          </p:nvSpPr>
          <p:spPr>
            <a:xfrm rot="3556711">
              <a:off x="2291601" y="2298982"/>
              <a:ext cx="762948" cy="247516"/>
            </a:xfrm>
            <a:prstGeom prst="ellipse">
              <a:avLst/>
            </a:prstGeom>
            <a:gradFill>
              <a:gsLst>
                <a:gs pos="0">
                  <a:srgbClr val="5793E2">
                    <a:alpha val="32968"/>
                  </a:srgbClr>
                </a:gs>
                <a:gs pos="14286">
                  <a:srgbClr val="5793E2">
                    <a:alpha val="30764"/>
                  </a:srgbClr>
                </a:gs>
                <a:gs pos="28571">
                  <a:srgbClr val="5793E2">
                    <a:alpha val="24833"/>
                  </a:srgbClr>
                </a:gs>
                <a:gs pos="42857">
                  <a:srgbClr val="5793E2">
                    <a:alpha val="17075"/>
                  </a:srgbClr>
                </a:gs>
                <a:gs pos="57143">
                  <a:srgbClr val="5793E2">
                    <a:alpha val="9855"/>
                  </a:srgbClr>
                </a:gs>
                <a:gs pos="71429">
                  <a:srgbClr val="5793E2">
                    <a:alpha val="4740"/>
                  </a:srgbClr>
                </a:gs>
                <a:gs pos="85714">
                  <a:srgbClr val="5793E2">
                    <a:alpha val="1902"/>
                  </a:srgbClr>
                </a:gs>
                <a:gs pos="100000">
                  <a:srgbClr val="5793E2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77" name="Splat 77"/>
            <p:cNvSpPr>
              <a:spLocks noGrp="1"/>
            </p:cNvSpPr>
            <p:nvPr/>
          </p:nvSpPr>
          <p:spPr>
            <a:xfrm rot="3291186">
              <a:off x="1246729" y="2799954"/>
              <a:ext cx="646273" cy="87541"/>
            </a:xfrm>
            <a:prstGeom prst="ellipse">
              <a:avLst/>
            </a:prstGeom>
            <a:gradFill>
              <a:gsLst>
                <a:gs pos="0">
                  <a:srgbClr val="000086">
                    <a:alpha val="32968"/>
                  </a:srgbClr>
                </a:gs>
                <a:gs pos="14286">
                  <a:srgbClr val="000086">
                    <a:alpha val="30764"/>
                  </a:srgbClr>
                </a:gs>
                <a:gs pos="28571">
                  <a:srgbClr val="000086">
                    <a:alpha val="24833"/>
                  </a:srgbClr>
                </a:gs>
                <a:gs pos="42857">
                  <a:srgbClr val="000086">
                    <a:alpha val="17075"/>
                  </a:srgbClr>
                </a:gs>
                <a:gs pos="57143">
                  <a:srgbClr val="000086">
                    <a:alpha val="9855"/>
                  </a:srgbClr>
                </a:gs>
                <a:gs pos="71429">
                  <a:srgbClr val="000086">
                    <a:alpha val="4740"/>
                  </a:srgbClr>
                </a:gs>
                <a:gs pos="85714">
                  <a:srgbClr val="000086">
                    <a:alpha val="1902"/>
                  </a:srgbClr>
                </a:gs>
                <a:gs pos="100000">
                  <a:srgbClr val="000086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78" name="Splat 78"/>
            <p:cNvSpPr>
              <a:spLocks noGrp="1"/>
            </p:cNvSpPr>
            <p:nvPr/>
          </p:nvSpPr>
          <p:spPr>
            <a:xfrm rot="6107338">
              <a:off x="3135660" y="2353424"/>
              <a:ext cx="67526" cy="16882"/>
            </a:xfrm>
            <a:prstGeom prst="ellipse">
              <a:avLst/>
            </a:prstGeom>
            <a:gradFill>
              <a:gsLst>
                <a:gs pos="0">
                  <a:srgbClr val="B9C3D9">
                    <a:alpha val="17028"/>
                  </a:srgbClr>
                </a:gs>
                <a:gs pos="14286">
                  <a:srgbClr val="B9C3D9">
                    <a:alpha val="15766"/>
                  </a:srgbClr>
                </a:gs>
                <a:gs pos="28571">
                  <a:srgbClr val="B9C3D9">
                    <a:alpha val="12472"/>
                  </a:srgbClr>
                </a:gs>
                <a:gs pos="42857">
                  <a:srgbClr val="B9C3D9">
                    <a:alpha val="8367"/>
                  </a:srgbClr>
                </a:gs>
                <a:gs pos="57143">
                  <a:srgbClr val="B9C3D9">
                    <a:alpha val="4726"/>
                  </a:srgbClr>
                </a:gs>
                <a:gs pos="71429">
                  <a:srgbClr val="B9C3D9">
                    <a:alpha val="2241"/>
                  </a:srgbClr>
                </a:gs>
                <a:gs pos="85714">
                  <a:srgbClr val="B9C3D9">
                    <a:alpha val="892"/>
                  </a:srgbClr>
                </a:gs>
                <a:gs pos="100000">
                  <a:srgbClr val="B9C3D9">
                    <a:alpha val="29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79" name="Splat 79"/>
            <p:cNvSpPr>
              <a:spLocks noGrp="1"/>
            </p:cNvSpPr>
            <p:nvPr/>
          </p:nvSpPr>
          <p:spPr>
            <a:xfrm rot="5569934">
              <a:off x="1932965" y="621037"/>
              <a:ext cx="60017" cy="15004"/>
            </a:xfrm>
            <a:prstGeom prst="ellipse">
              <a:avLst/>
            </a:prstGeom>
            <a:gradFill>
              <a:gsLst>
                <a:gs pos="0">
                  <a:srgbClr val="BBAAA2">
                    <a:alpha val="18397"/>
                  </a:srgbClr>
                </a:gs>
                <a:gs pos="14286">
                  <a:srgbClr val="BBAAA2">
                    <a:alpha val="17044"/>
                  </a:srgbClr>
                </a:gs>
                <a:gs pos="28571">
                  <a:srgbClr val="BBAAA2">
                    <a:alpha val="13505"/>
                  </a:srgbClr>
                </a:gs>
                <a:gs pos="42857">
                  <a:srgbClr val="BBAAA2">
                    <a:alpha val="9078"/>
                  </a:srgbClr>
                </a:gs>
                <a:gs pos="57143">
                  <a:srgbClr val="BBAAA2">
                    <a:alpha val="5137"/>
                  </a:srgbClr>
                </a:gs>
                <a:gs pos="71429">
                  <a:srgbClr val="BBAAA2">
                    <a:alpha val="2438"/>
                  </a:srgbClr>
                </a:gs>
                <a:gs pos="85714">
                  <a:srgbClr val="BBAAA2">
                    <a:alpha val="971"/>
                  </a:srgbClr>
                </a:gs>
                <a:gs pos="100000">
                  <a:srgbClr val="BBAAA2">
                    <a:alpha val="326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80" name="Splat 80"/>
            <p:cNvSpPr>
              <a:spLocks noGrp="1"/>
            </p:cNvSpPr>
            <p:nvPr/>
          </p:nvSpPr>
          <p:spPr>
            <a:xfrm rot="10641197">
              <a:off x="2949639" y="2119300"/>
              <a:ext cx="61794" cy="15448"/>
            </a:xfrm>
            <a:prstGeom prst="ellipse">
              <a:avLst/>
            </a:prstGeom>
            <a:gradFill>
              <a:gsLst>
                <a:gs pos="0">
                  <a:srgbClr val="EDDED0">
                    <a:alpha val="18075"/>
                  </a:srgbClr>
                </a:gs>
                <a:gs pos="14286">
                  <a:srgbClr val="EDDED0">
                    <a:alpha val="16744"/>
                  </a:srgbClr>
                </a:gs>
                <a:gs pos="28571">
                  <a:srgbClr val="EDDED0">
                    <a:alpha val="13262"/>
                  </a:srgbClr>
                </a:gs>
                <a:gs pos="42857">
                  <a:srgbClr val="EDDED0">
                    <a:alpha val="8910"/>
                  </a:srgbClr>
                </a:gs>
                <a:gs pos="57143">
                  <a:srgbClr val="EDDED0">
                    <a:alpha val="5040"/>
                  </a:srgbClr>
                </a:gs>
                <a:gs pos="71429">
                  <a:srgbClr val="EDDED0">
                    <a:alpha val="2392"/>
                  </a:srgbClr>
                </a:gs>
                <a:gs pos="85714">
                  <a:srgbClr val="EDDED0">
                    <a:alpha val="953"/>
                  </a:srgbClr>
                </a:gs>
                <a:gs pos="100000">
                  <a:srgbClr val="EDDED0">
                    <a:alpha val="31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81" name="Splat 81"/>
            <p:cNvSpPr>
              <a:spLocks noGrp="1"/>
            </p:cNvSpPr>
            <p:nvPr/>
          </p:nvSpPr>
          <p:spPr>
            <a:xfrm rot="10342774">
              <a:off x="345408" y="1811361"/>
              <a:ext cx="67713" cy="16928"/>
            </a:xfrm>
            <a:prstGeom prst="ellipse">
              <a:avLst/>
            </a:prstGeom>
            <a:gradFill>
              <a:gsLst>
                <a:gs pos="0">
                  <a:srgbClr val="B09D93">
                    <a:alpha val="16994"/>
                  </a:srgbClr>
                </a:gs>
                <a:gs pos="14286">
                  <a:srgbClr val="B09D93">
                    <a:alpha val="15734"/>
                  </a:srgbClr>
                </a:gs>
                <a:gs pos="28571">
                  <a:srgbClr val="B09D93">
                    <a:alpha val="12447"/>
                  </a:srgbClr>
                </a:gs>
                <a:gs pos="42857">
                  <a:srgbClr val="B09D93">
                    <a:alpha val="8349"/>
                  </a:srgbClr>
                </a:gs>
                <a:gs pos="57143">
                  <a:srgbClr val="B09D93">
                    <a:alpha val="4716"/>
                  </a:srgbClr>
                </a:gs>
                <a:gs pos="71429">
                  <a:srgbClr val="B09D93">
                    <a:alpha val="2236"/>
                  </a:srgbClr>
                </a:gs>
                <a:gs pos="85714">
                  <a:srgbClr val="B09D93">
                    <a:alpha val="890"/>
                  </a:srgbClr>
                </a:gs>
                <a:gs pos="100000">
                  <a:srgbClr val="B09D93">
                    <a:alpha val="298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82" name="Splat 82"/>
            <p:cNvSpPr>
              <a:spLocks noGrp="1"/>
            </p:cNvSpPr>
            <p:nvPr/>
          </p:nvSpPr>
          <p:spPr>
            <a:xfrm rot="4366015">
              <a:off x="1689022" y="3406894"/>
              <a:ext cx="283805" cy="67001"/>
            </a:xfrm>
            <a:prstGeom prst="ellipse">
              <a:avLst/>
            </a:prstGeom>
            <a:gradFill>
              <a:gsLst>
                <a:gs pos="0">
                  <a:srgbClr val="FFFEFD">
                    <a:alpha val="32968"/>
                  </a:srgbClr>
                </a:gs>
                <a:gs pos="14286">
                  <a:srgbClr val="FFFEFD">
                    <a:alpha val="30764"/>
                  </a:srgbClr>
                </a:gs>
                <a:gs pos="28571">
                  <a:srgbClr val="FFFEFD">
                    <a:alpha val="24833"/>
                  </a:srgbClr>
                </a:gs>
                <a:gs pos="42857">
                  <a:srgbClr val="FFFEFD">
                    <a:alpha val="17075"/>
                  </a:srgbClr>
                </a:gs>
                <a:gs pos="57143">
                  <a:srgbClr val="FFFEFD">
                    <a:alpha val="9855"/>
                  </a:srgbClr>
                </a:gs>
                <a:gs pos="71429">
                  <a:srgbClr val="FFFEFD">
                    <a:alpha val="4740"/>
                  </a:srgbClr>
                </a:gs>
                <a:gs pos="85714">
                  <a:srgbClr val="FFFEFD">
                    <a:alpha val="1902"/>
                  </a:srgbClr>
                </a:gs>
                <a:gs pos="100000">
                  <a:srgbClr val="FFFEFD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83" name="Splat 83"/>
            <p:cNvSpPr>
              <a:spLocks noGrp="1"/>
            </p:cNvSpPr>
            <p:nvPr/>
          </p:nvSpPr>
          <p:spPr>
            <a:xfrm rot="5400000">
              <a:off x="60842" y="1030113"/>
              <a:ext cx="33990" cy="33990"/>
            </a:xfrm>
            <a:prstGeom prst="ellipse">
              <a:avLst/>
            </a:prstGeom>
            <a:gradFill>
              <a:gsLst>
                <a:gs pos="0">
                  <a:srgbClr val="B19E92">
                    <a:alpha val="16945"/>
                  </a:srgbClr>
                </a:gs>
                <a:gs pos="14286">
                  <a:srgbClr val="B19E92">
                    <a:alpha val="15688"/>
                  </a:srgbClr>
                </a:gs>
                <a:gs pos="28571">
                  <a:srgbClr val="B19E92">
                    <a:alpha val="12410"/>
                  </a:srgbClr>
                </a:gs>
                <a:gs pos="42857">
                  <a:srgbClr val="B19E92">
                    <a:alpha val="8324"/>
                  </a:srgbClr>
                </a:gs>
                <a:gs pos="57143">
                  <a:srgbClr val="B19E92">
                    <a:alpha val="4702"/>
                  </a:srgbClr>
                </a:gs>
                <a:gs pos="71429">
                  <a:srgbClr val="B19E92">
                    <a:alpha val="2229"/>
                  </a:srgbClr>
                </a:gs>
                <a:gs pos="85714">
                  <a:srgbClr val="B19E92">
                    <a:alpha val="887"/>
                  </a:srgbClr>
                </a:gs>
                <a:gs pos="100000">
                  <a:srgbClr val="B19E92">
                    <a:alpha val="297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84" name="Splat 84"/>
            <p:cNvSpPr>
              <a:spLocks noGrp="1"/>
            </p:cNvSpPr>
            <p:nvPr/>
          </p:nvSpPr>
          <p:spPr>
            <a:xfrm rot="3442069">
              <a:off x="2664091" y="2258159"/>
              <a:ext cx="63946" cy="15987"/>
            </a:xfrm>
            <a:prstGeom prst="ellipse">
              <a:avLst/>
            </a:prstGeom>
            <a:gradFill>
              <a:gsLst>
                <a:gs pos="0">
                  <a:srgbClr val="969996">
                    <a:alpha val="17684"/>
                  </a:srgbClr>
                </a:gs>
                <a:gs pos="14286">
                  <a:srgbClr val="969996">
                    <a:alpha val="16378"/>
                  </a:srgbClr>
                </a:gs>
                <a:gs pos="28571">
                  <a:srgbClr val="969996">
                    <a:alpha val="12966"/>
                  </a:srgbClr>
                </a:gs>
                <a:gs pos="42857">
                  <a:srgbClr val="969996">
                    <a:alpha val="8707"/>
                  </a:srgbClr>
                </a:gs>
                <a:gs pos="57143">
                  <a:srgbClr val="969996">
                    <a:alpha val="4922"/>
                  </a:srgbClr>
                </a:gs>
                <a:gs pos="71429">
                  <a:srgbClr val="969996">
                    <a:alpha val="2335"/>
                  </a:srgbClr>
                </a:gs>
                <a:gs pos="85714">
                  <a:srgbClr val="969996">
                    <a:alpha val="930"/>
                  </a:srgbClr>
                </a:gs>
                <a:gs pos="100000">
                  <a:srgbClr val="969996">
                    <a:alpha val="312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85" name="Splat 85"/>
            <p:cNvSpPr>
              <a:spLocks noGrp="1"/>
            </p:cNvSpPr>
            <p:nvPr/>
          </p:nvSpPr>
          <p:spPr>
            <a:xfrm rot="5513338">
              <a:off x="3198218" y="2964718"/>
              <a:ext cx="587140" cy="62907"/>
            </a:xfrm>
            <a:prstGeom prst="ellipse">
              <a:avLst/>
            </a:prstGeom>
            <a:gradFill>
              <a:gsLst>
                <a:gs pos="0">
                  <a:srgbClr val="000051">
                    <a:alpha val="32968"/>
                  </a:srgbClr>
                </a:gs>
                <a:gs pos="14286">
                  <a:srgbClr val="000051">
                    <a:alpha val="30764"/>
                  </a:srgbClr>
                </a:gs>
                <a:gs pos="28571">
                  <a:srgbClr val="000051">
                    <a:alpha val="24833"/>
                  </a:srgbClr>
                </a:gs>
                <a:gs pos="42857">
                  <a:srgbClr val="000051">
                    <a:alpha val="17075"/>
                  </a:srgbClr>
                </a:gs>
                <a:gs pos="57143">
                  <a:srgbClr val="000051">
                    <a:alpha val="9855"/>
                  </a:srgbClr>
                </a:gs>
                <a:gs pos="71429">
                  <a:srgbClr val="000051">
                    <a:alpha val="4740"/>
                  </a:srgbClr>
                </a:gs>
                <a:gs pos="85714">
                  <a:srgbClr val="000051">
                    <a:alpha val="1902"/>
                  </a:srgbClr>
                </a:gs>
                <a:gs pos="100000">
                  <a:srgbClr val="000051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86" name="Splat 86"/>
            <p:cNvSpPr>
              <a:spLocks noGrp="1"/>
            </p:cNvSpPr>
            <p:nvPr/>
          </p:nvSpPr>
          <p:spPr>
            <a:xfrm rot="-9537667">
              <a:off x="986378" y="3590089"/>
              <a:ext cx="67630" cy="16908"/>
            </a:xfrm>
            <a:prstGeom prst="ellipse">
              <a:avLst/>
            </a:prstGeom>
            <a:gradFill>
              <a:gsLst>
                <a:gs pos="0">
                  <a:srgbClr val="9F8252">
                    <a:alpha val="17009"/>
                  </a:srgbClr>
                </a:gs>
                <a:gs pos="14286">
                  <a:srgbClr val="9F8252">
                    <a:alpha val="15748"/>
                  </a:srgbClr>
                </a:gs>
                <a:gs pos="28571">
                  <a:srgbClr val="9F8252">
                    <a:alpha val="12458"/>
                  </a:srgbClr>
                </a:gs>
                <a:gs pos="42857">
                  <a:srgbClr val="9F8252">
                    <a:alpha val="8357"/>
                  </a:srgbClr>
                </a:gs>
                <a:gs pos="57143">
                  <a:srgbClr val="9F8252">
                    <a:alpha val="4721"/>
                  </a:srgbClr>
                </a:gs>
                <a:gs pos="71429">
                  <a:srgbClr val="9F8252">
                    <a:alpha val="2238"/>
                  </a:srgbClr>
                </a:gs>
                <a:gs pos="85714">
                  <a:srgbClr val="9F8252">
                    <a:alpha val="891"/>
                  </a:srgbClr>
                </a:gs>
                <a:gs pos="100000">
                  <a:srgbClr val="9F8252">
                    <a:alpha val="29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87" name="Splat 87"/>
            <p:cNvSpPr>
              <a:spLocks noGrp="1"/>
            </p:cNvSpPr>
            <p:nvPr/>
          </p:nvSpPr>
          <p:spPr>
            <a:xfrm rot="4905512">
              <a:off x="3260066" y="2438320"/>
              <a:ext cx="583049" cy="367512"/>
            </a:xfrm>
            <a:prstGeom prst="ellipse">
              <a:avLst/>
            </a:prstGeom>
            <a:gradFill>
              <a:gsLst>
                <a:gs pos="0">
                  <a:srgbClr val="0052C3">
                    <a:alpha val="32968"/>
                  </a:srgbClr>
                </a:gs>
                <a:gs pos="14286">
                  <a:srgbClr val="0052C3">
                    <a:alpha val="30764"/>
                  </a:srgbClr>
                </a:gs>
                <a:gs pos="28571">
                  <a:srgbClr val="0052C3">
                    <a:alpha val="24833"/>
                  </a:srgbClr>
                </a:gs>
                <a:gs pos="42857">
                  <a:srgbClr val="0052C3">
                    <a:alpha val="17075"/>
                  </a:srgbClr>
                </a:gs>
                <a:gs pos="57143">
                  <a:srgbClr val="0052C3">
                    <a:alpha val="9855"/>
                  </a:srgbClr>
                </a:gs>
                <a:gs pos="71429">
                  <a:srgbClr val="0052C3">
                    <a:alpha val="4740"/>
                  </a:srgbClr>
                </a:gs>
                <a:gs pos="85714">
                  <a:srgbClr val="0052C3">
                    <a:alpha val="1902"/>
                  </a:srgbClr>
                </a:gs>
                <a:gs pos="100000">
                  <a:srgbClr val="0052C3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88" name="Splat 88"/>
            <p:cNvSpPr>
              <a:spLocks noGrp="1"/>
            </p:cNvSpPr>
            <p:nvPr/>
          </p:nvSpPr>
          <p:spPr>
            <a:xfrm rot="-10496787">
              <a:off x="3244790" y="861896"/>
              <a:ext cx="510484" cy="503976"/>
            </a:xfrm>
            <a:prstGeom prst="ellipse">
              <a:avLst/>
            </a:prstGeom>
            <a:gradFill>
              <a:gsLst>
                <a:gs pos="0">
                  <a:srgbClr val="EBFFE5">
                    <a:alpha val="5839"/>
                  </a:srgbClr>
                </a:gs>
                <a:gs pos="14286">
                  <a:srgbClr val="EBFFE5">
                    <a:alpha val="5379"/>
                  </a:srgbClr>
                </a:gs>
                <a:gs pos="28571">
                  <a:srgbClr val="EBFFE5">
                    <a:alpha val="4202"/>
                  </a:srgbClr>
                </a:gs>
                <a:gs pos="42857">
                  <a:srgbClr val="EBFFE5">
                    <a:alpha val="2777"/>
                  </a:srgbClr>
                </a:gs>
                <a:gs pos="57143">
                  <a:srgbClr val="EBFFE5">
                    <a:alpha val="1548"/>
                  </a:srgbClr>
                </a:gs>
                <a:gs pos="71429">
                  <a:srgbClr val="EBFFE5">
                    <a:alpha val="728"/>
                  </a:srgbClr>
                </a:gs>
                <a:gs pos="85714">
                  <a:srgbClr val="EBFFE5">
                    <a:alpha val="288"/>
                  </a:srgbClr>
                </a:gs>
                <a:gs pos="100000">
                  <a:srgbClr val="EBFFE5">
                    <a:alpha val="96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89" name="Splat 89"/>
            <p:cNvSpPr>
              <a:spLocks noGrp="1"/>
            </p:cNvSpPr>
            <p:nvPr/>
          </p:nvSpPr>
          <p:spPr>
            <a:xfrm rot="3512648">
              <a:off x="2374032" y="3020913"/>
              <a:ext cx="67986" cy="16997"/>
            </a:xfrm>
            <a:prstGeom prst="ellipse">
              <a:avLst/>
            </a:prstGeom>
            <a:gradFill>
              <a:gsLst>
                <a:gs pos="0">
                  <a:srgbClr val="AC8661">
                    <a:alpha val="16944"/>
                  </a:srgbClr>
                </a:gs>
                <a:gs pos="14286">
                  <a:srgbClr val="AC8661">
                    <a:alpha val="15687"/>
                  </a:srgbClr>
                </a:gs>
                <a:gs pos="28571">
                  <a:srgbClr val="AC8661">
                    <a:alpha val="12409"/>
                  </a:srgbClr>
                </a:gs>
                <a:gs pos="42857">
                  <a:srgbClr val="AC8661">
                    <a:alpha val="8323"/>
                  </a:srgbClr>
                </a:gs>
                <a:gs pos="57143">
                  <a:srgbClr val="AC8661">
                    <a:alpha val="4701"/>
                  </a:srgbClr>
                </a:gs>
                <a:gs pos="71429">
                  <a:srgbClr val="AC8661">
                    <a:alpha val="2229"/>
                  </a:srgbClr>
                </a:gs>
                <a:gs pos="85714">
                  <a:srgbClr val="AC8661">
                    <a:alpha val="887"/>
                  </a:srgbClr>
                </a:gs>
                <a:gs pos="100000">
                  <a:srgbClr val="AC8661">
                    <a:alpha val="297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90" name="Splat 90"/>
            <p:cNvSpPr>
              <a:spLocks noGrp="1"/>
            </p:cNvSpPr>
            <p:nvPr/>
          </p:nvSpPr>
          <p:spPr>
            <a:xfrm rot="6561783">
              <a:off x="1725495" y="1534495"/>
              <a:ext cx="197231" cy="52762"/>
            </a:xfrm>
            <a:prstGeom prst="ellipse">
              <a:avLst/>
            </a:prstGeom>
            <a:gradFill>
              <a:gsLst>
                <a:gs pos="0">
                  <a:srgbClr val="060000">
                    <a:alpha val="32968"/>
                  </a:srgbClr>
                </a:gs>
                <a:gs pos="14286">
                  <a:srgbClr val="060000">
                    <a:alpha val="30764"/>
                  </a:srgbClr>
                </a:gs>
                <a:gs pos="28571">
                  <a:srgbClr val="060000">
                    <a:alpha val="24833"/>
                  </a:srgbClr>
                </a:gs>
                <a:gs pos="42857">
                  <a:srgbClr val="060000">
                    <a:alpha val="17075"/>
                  </a:srgbClr>
                </a:gs>
                <a:gs pos="57143">
                  <a:srgbClr val="060000">
                    <a:alpha val="9855"/>
                  </a:srgbClr>
                </a:gs>
                <a:gs pos="71429">
                  <a:srgbClr val="060000">
                    <a:alpha val="4740"/>
                  </a:srgbClr>
                </a:gs>
                <a:gs pos="85714">
                  <a:srgbClr val="060000">
                    <a:alpha val="1902"/>
                  </a:srgbClr>
                </a:gs>
                <a:gs pos="100000">
                  <a:srgbClr val="060000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91" name="Splat 91"/>
            <p:cNvSpPr>
              <a:spLocks noGrp="1"/>
            </p:cNvSpPr>
            <p:nvPr/>
          </p:nvSpPr>
          <p:spPr>
            <a:xfrm rot="-9797090">
              <a:off x="2431147" y="2880263"/>
              <a:ext cx="68461" cy="17155"/>
            </a:xfrm>
            <a:prstGeom prst="ellipse">
              <a:avLst/>
            </a:prstGeom>
            <a:gradFill>
              <a:gsLst>
                <a:gs pos="0">
                  <a:srgbClr val="A37646">
                    <a:alpha val="16827"/>
                  </a:srgbClr>
                </a:gs>
                <a:gs pos="14286">
                  <a:srgbClr val="A37646">
                    <a:alpha val="15578"/>
                  </a:srgbClr>
                </a:gs>
                <a:gs pos="28571">
                  <a:srgbClr val="A37646">
                    <a:alpha val="12321"/>
                  </a:srgbClr>
                </a:gs>
                <a:gs pos="42857">
                  <a:srgbClr val="A37646">
                    <a:alpha val="8263"/>
                  </a:srgbClr>
                </a:gs>
                <a:gs pos="57143">
                  <a:srgbClr val="A37646">
                    <a:alpha val="4667"/>
                  </a:srgbClr>
                </a:gs>
                <a:gs pos="71429">
                  <a:srgbClr val="A37646">
                    <a:alpha val="2212"/>
                  </a:srgbClr>
                </a:gs>
                <a:gs pos="85714">
                  <a:srgbClr val="A37646">
                    <a:alpha val="881"/>
                  </a:srgbClr>
                </a:gs>
                <a:gs pos="100000">
                  <a:srgbClr val="A37646">
                    <a:alpha val="295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92" name="Splat 92"/>
            <p:cNvSpPr>
              <a:spLocks noGrp="1"/>
            </p:cNvSpPr>
            <p:nvPr/>
          </p:nvSpPr>
          <p:spPr>
            <a:xfrm rot="6920777">
              <a:off x="2173260" y="2991607"/>
              <a:ext cx="58880" cy="14720"/>
            </a:xfrm>
            <a:prstGeom prst="ellipse">
              <a:avLst/>
            </a:prstGeom>
            <a:gradFill>
              <a:gsLst>
                <a:gs pos="0">
                  <a:srgbClr val="744E23">
                    <a:alpha val="18602"/>
                  </a:srgbClr>
                </a:gs>
                <a:gs pos="14286">
                  <a:srgbClr val="744E23">
                    <a:alpha val="17236"/>
                  </a:srgbClr>
                </a:gs>
                <a:gs pos="28571">
                  <a:srgbClr val="744E23">
                    <a:alpha val="13661"/>
                  </a:srgbClr>
                </a:gs>
                <a:gs pos="42857">
                  <a:srgbClr val="744E23">
                    <a:alpha val="9185"/>
                  </a:srgbClr>
                </a:gs>
                <a:gs pos="57143">
                  <a:srgbClr val="744E23">
                    <a:alpha val="5199"/>
                  </a:srgbClr>
                </a:gs>
                <a:gs pos="71429">
                  <a:srgbClr val="744E23">
                    <a:alpha val="2468"/>
                  </a:srgbClr>
                </a:gs>
                <a:gs pos="85714">
                  <a:srgbClr val="744E23">
                    <a:alpha val="983"/>
                  </a:srgbClr>
                </a:gs>
                <a:gs pos="100000">
                  <a:srgbClr val="744E23">
                    <a:alpha val="330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93" name="Splat 93"/>
            <p:cNvSpPr>
              <a:spLocks noGrp="1"/>
            </p:cNvSpPr>
            <p:nvPr/>
          </p:nvSpPr>
          <p:spPr>
            <a:xfrm rot="5599706">
              <a:off x="3349767" y="3430440"/>
              <a:ext cx="65539" cy="16385"/>
            </a:xfrm>
            <a:prstGeom prst="ellipse">
              <a:avLst/>
            </a:prstGeom>
            <a:gradFill>
              <a:gsLst>
                <a:gs pos="0">
                  <a:srgbClr val="ACB6BF">
                    <a:alpha val="17393"/>
                  </a:srgbClr>
                </a:gs>
                <a:gs pos="14286">
                  <a:srgbClr val="ACB6BF">
                    <a:alpha val="16106"/>
                  </a:srgbClr>
                </a:gs>
                <a:gs pos="28571">
                  <a:srgbClr val="ACB6BF">
                    <a:alpha val="12747"/>
                  </a:srgbClr>
                </a:gs>
                <a:gs pos="42857">
                  <a:srgbClr val="ACB6BF">
                    <a:alpha val="8556"/>
                  </a:srgbClr>
                </a:gs>
                <a:gs pos="57143">
                  <a:srgbClr val="ACB6BF">
                    <a:alpha val="4835"/>
                  </a:srgbClr>
                </a:gs>
                <a:gs pos="71429">
                  <a:srgbClr val="ACB6BF">
                    <a:alpha val="2293"/>
                  </a:srgbClr>
                </a:gs>
                <a:gs pos="85714">
                  <a:srgbClr val="ACB6BF">
                    <a:alpha val="913"/>
                  </a:srgbClr>
                </a:gs>
                <a:gs pos="100000">
                  <a:srgbClr val="ACB6BF">
                    <a:alpha val="306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94" name="Splat 94"/>
            <p:cNvSpPr>
              <a:spLocks noGrp="1"/>
            </p:cNvSpPr>
            <p:nvPr/>
          </p:nvSpPr>
          <p:spPr>
            <a:xfrm rot="9238052">
              <a:off x="1215087" y="629405"/>
              <a:ext cx="64415" cy="16104"/>
            </a:xfrm>
            <a:prstGeom prst="ellipse">
              <a:avLst/>
            </a:prstGeom>
            <a:gradFill>
              <a:gsLst>
                <a:gs pos="0">
                  <a:srgbClr val="BBA796">
                    <a:alpha val="17598"/>
                  </a:srgbClr>
                </a:gs>
                <a:gs pos="14286">
                  <a:srgbClr val="BBA796">
                    <a:alpha val="16298"/>
                  </a:srgbClr>
                </a:gs>
                <a:gs pos="28571">
                  <a:srgbClr val="BBA796">
                    <a:alpha val="12902"/>
                  </a:srgbClr>
                </a:gs>
                <a:gs pos="42857">
                  <a:srgbClr val="BBA796">
                    <a:alpha val="8662"/>
                  </a:srgbClr>
                </a:gs>
                <a:gs pos="57143">
                  <a:srgbClr val="BBA796">
                    <a:alpha val="4897"/>
                  </a:srgbClr>
                </a:gs>
                <a:gs pos="71429">
                  <a:srgbClr val="BBA796">
                    <a:alpha val="2323"/>
                  </a:srgbClr>
                </a:gs>
                <a:gs pos="85714">
                  <a:srgbClr val="BBA796">
                    <a:alpha val="925"/>
                  </a:srgbClr>
                </a:gs>
                <a:gs pos="100000">
                  <a:srgbClr val="BBA796">
                    <a:alpha val="310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95" name="Splat 95"/>
            <p:cNvSpPr>
              <a:spLocks noGrp="1"/>
            </p:cNvSpPr>
            <p:nvPr/>
          </p:nvSpPr>
          <p:spPr>
            <a:xfrm rot="6848269">
              <a:off x="2149442" y="2983994"/>
              <a:ext cx="66190" cy="16548"/>
            </a:xfrm>
            <a:prstGeom prst="ellipse">
              <a:avLst/>
            </a:prstGeom>
            <a:gradFill>
              <a:gsLst>
                <a:gs pos="0">
                  <a:srgbClr val="CDAE8B">
                    <a:alpha val="17274"/>
                  </a:srgbClr>
                </a:gs>
                <a:gs pos="14286">
                  <a:srgbClr val="CDAE8B">
                    <a:alpha val="15995"/>
                  </a:srgbClr>
                </a:gs>
                <a:gs pos="28571">
                  <a:srgbClr val="CDAE8B">
                    <a:alpha val="12657"/>
                  </a:srgbClr>
                </a:gs>
                <a:gs pos="42857">
                  <a:srgbClr val="CDAE8B">
                    <a:alpha val="8494"/>
                  </a:srgbClr>
                </a:gs>
                <a:gs pos="57143">
                  <a:srgbClr val="CDAE8B">
                    <a:alpha val="4799"/>
                  </a:srgbClr>
                </a:gs>
                <a:gs pos="71429">
                  <a:srgbClr val="CDAE8B">
                    <a:alpha val="2276"/>
                  </a:srgbClr>
                </a:gs>
                <a:gs pos="85714">
                  <a:srgbClr val="CDAE8B">
                    <a:alpha val="906"/>
                  </a:srgbClr>
                </a:gs>
                <a:gs pos="100000">
                  <a:srgbClr val="CDAE8B">
                    <a:alpha val="304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96" name="Splat 96"/>
            <p:cNvSpPr>
              <a:spLocks noGrp="1"/>
            </p:cNvSpPr>
            <p:nvPr/>
          </p:nvSpPr>
          <p:spPr>
            <a:xfrm rot="-10401849">
              <a:off x="80388" y="2878971"/>
              <a:ext cx="66183" cy="16546"/>
            </a:xfrm>
            <a:prstGeom prst="ellipse">
              <a:avLst/>
            </a:prstGeom>
            <a:gradFill>
              <a:gsLst>
                <a:gs pos="0">
                  <a:srgbClr val="D4C5AE">
                    <a:alpha val="17275"/>
                  </a:srgbClr>
                </a:gs>
                <a:gs pos="14286">
                  <a:srgbClr val="D4C5AE">
                    <a:alpha val="15996"/>
                  </a:srgbClr>
                </a:gs>
                <a:gs pos="28571">
                  <a:srgbClr val="D4C5AE">
                    <a:alpha val="12658"/>
                  </a:srgbClr>
                </a:gs>
                <a:gs pos="42857">
                  <a:srgbClr val="D4C5AE">
                    <a:alpha val="8495"/>
                  </a:srgbClr>
                </a:gs>
                <a:gs pos="57143">
                  <a:srgbClr val="D4C5AE">
                    <a:alpha val="4800"/>
                  </a:srgbClr>
                </a:gs>
                <a:gs pos="71429">
                  <a:srgbClr val="D4C5AE">
                    <a:alpha val="2276"/>
                  </a:srgbClr>
                </a:gs>
                <a:gs pos="85714">
                  <a:srgbClr val="D4C5AE">
                    <a:alpha val="906"/>
                  </a:srgbClr>
                </a:gs>
                <a:gs pos="100000">
                  <a:srgbClr val="D4C5AE">
                    <a:alpha val="304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97" name="Splat 97"/>
            <p:cNvSpPr>
              <a:spLocks noGrp="1"/>
            </p:cNvSpPr>
            <p:nvPr/>
          </p:nvSpPr>
          <p:spPr>
            <a:xfrm rot="-9141130">
              <a:off x="309581" y="2662466"/>
              <a:ext cx="520787" cy="88385"/>
            </a:xfrm>
            <a:prstGeom prst="ellipse">
              <a:avLst/>
            </a:prstGeom>
            <a:gradFill>
              <a:gsLst>
                <a:gs pos="0">
                  <a:srgbClr val="FFFFD1">
                    <a:alpha val="32968"/>
                  </a:srgbClr>
                </a:gs>
                <a:gs pos="14286">
                  <a:srgbClr val="FFFFD1">
                    <a:alpha val="30764"/>
                  </a:srgbClr>
                </a:gs>
                <a:gs pos="28571">
                  <a:srgbClr val="FFFFD1">
                    <a:alpha val="24833"/>
                  </a:srgbClr>
                </a:gs>
                <a:gs pos="42857">
                  <a:srgbClr val="FFFFD1">
                    <a:alpha val="17075"/>
                  </a:srgbClr>
                </a:gs>
                <a:gs pos="57143">
                  <a:srgbClr val="FFFFD1">
                    <a:alpha val="9855"/>
                  </a:srgbClr>
                </a:gs>
                <a:gs pos="71429">
                  <a:srgbClr val="FFFFD1">
                    <a:alpha val="4740"/>
                  </a:srgbClr>
                </a:gs>
                <a:gs pos="85714">
                  <a:srgbClr val="FFFFD1">
                    <a:alpha val="1902"/>
                  </a:srgbClr>
                </a:gs>
                <a:gs pos="100000">
                  <a:srgbClr val="FFFFD1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98" name="Splat 98"/>
            <p:cNvSpPr>
              <a:spLocks noGrp="1"/>
            </p:cNvSpPr>
            <p:nvPr/>
          </p:nvSpPr>
          <p:spPr>
            <a:xfrm rot="9756726">
              <a:off x="1372599" y="3249861"/>
              <a:ext cx="68015" cy="17004"/>
            </a:xfrm>
            <a:prstGeom prst="ellipse">
              <a:avLst/>
            </a:prstGeom>
            <a:gradFill>
              <a:gsLst>
                <a:gs pos="0">
                  <a:srgbClr val="A2A7C8">
                    <a:alpha val="16938"/>
                  </a:srgbClr>
                </a:gs>
                <a:gs pos="14286">
                  <a:srgbClr val="A2A7C8">
                    <a:alpha val="15682"/>
                  </a:srgbClr>
                </a:gs>
                <a:gs pos="28571">
                  <a:srgbClr val="A2A7C8">
                    <a:alpha val="12405"/>
                  </a:srgbClr>
                </a:gs>
                <a:gs pos="42857">
                  <a:srgbClr val="A2A7C8">
                    <a:alpha val="8321"/>
                  </a:srgbClr>
                </a:gs>
                <a:gs pos="57143">
                  <a:srgbClr val="A2A7C8">
                    <a:alpha val="4700"/>
                  </a:srgbClr>
                </a:gs>
                <a:gs pos="71429">
                  <a:srgbClr val="A2A7C8">
                    <a:alpha val="2228"/>
                  </a:srgbClr>
                </a:gs>
                <a:gs pos="85714">
                  <a:srgbClr val="A2A7C8">
                    <a:alpha val="887"/>
                  </a:srgbClr>
                </a:gs>
                <a:gs pos="100000">
                  <a:srgbClr val="A2A7C8">
                    <a:alpha val="297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99" name="Splat 99"/>
            <p:cNvSpPr>
              <a:spLocks noGrp="1"/>
            </p:cNvSpPr>
            <p:nvPr/>
          </p:nvSpPr>
          <p:spPr>
            <a:xfrm rot="5464124">
              <a:off x="3338674" y="3370648"/>
              <a:ext cx="68461" cy="17168"/>
            </a:xfrm>
            <a:prstGeom prst="ellipse">
              <a:avLst/>
            </a:prstGeom>
            <a:gradFill>
              <a:gsLst>
                <a:gs pos="0">
                  <a:srgbClr val="B5B8C9">
                    <a:alpha val="16817"/>
                  </a:srgbClr>
                </a:gs>
                <a:gs pos="14286">
                  <a:srgbClr val="B5B8C9">
                    <a:alpha val="15569"/>
                  </a:srgbClr>
                </a:gs>
                <a:gs pos="28571">
                  <a:srgbClr val="B5B8C9">
                    <a:alpha val="12314"/>
                  </a:srgbClr>
                </a:gs>
                <a:gs pos="42857">
                  <a:srgbClr val="B5B8C9">
                    <a:alpha val="8258"/>
                  </a:srgbClr>
                </a:gs>
                <a:gs pos="57143">
                  <a:srgbClr val="B5B8C9">
                    <a:alpha val="4664"/>
                  </a:srgbClr>
                </a:gs>
                <a:gs pos="71429">
                  <a:srgbClr val="B5B8C9">
                    <a:alpha val="2211"/>
                  </a:srgbClr>
                </a:gs>
                <a:gs pos="85714">
                  <a:srgbClr val="B5B8C9">
                    <a:alpha val="880"/>
                  </a:srgbClr>
                </a:gs>
                <a:gs pos="100000">
                  <a:srgbClr val="B5B8C9">
                    <a:alpha val="295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00" name="Splat 100"/>
            <p:cNvSpPr>
              <a:spLocks noGrp="1"/>
            </p:cNvSpPr>
            <p:nvPr/>
          </p:nvSpPr>
          <p:spPr>
            <a:xfrm rot="10151543">
              <a:off x="1235230" y="2941903"/>
              <a:ext cx="64065" cy="16016"/>
            </a:xfrm>
            <a:prstGeom prst="ellipse">
              <a:avLst/>
            </a:prstGeom>
            <a:gradFill>
              <a:gsLst>
                <a:gs pos="0">
                  <a:srgbClr val="E6E7EF">
                    <a:alpha val="17662"/>
                  </a:srgbClr>
                </a:gs>
                <a:gs pos="14286">
                  <a:srgbClr val="E6E7EF">
                    <a:alpha val="16358"/>
                  </a:srgbClr>
                </a:gs>
                <a:gs pos="28571">
                  <a:srgbClr val="E6E7EF">
                    <a:alpha val="12950"/>
                  </a:srgbClr>
                </a:gs>
                <a:gs pos="42857">
                  <a:srgbClr val="E6E7EF">
                    <a:alpha val="8695"/>
                  </a:srgbClr>
                </a:gs>
                <a:gs pos="57143">
                  <a:srgbClr val="E6E7EF">
                    <a:alpha val="4916"/>
                  </a:srgbClr>
                </a:gs>
                <a:gs pos="71429">
                  <a:srgbClr val="E6E7EF">
                    <a:alpha val="2332"/>
                  </a:srgbClr>
                </a:gs>
                <a:gs pos="85714">
                  <a:srgbClr val="E6E7EF">
                    <a:alpha val="929"/>
                  </a:srgbClr>
                </a:gs>
                <a:gs pos="100000">
                  <a:srgbClr val="E6E7EF">
                    <a:alpha val="311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01" name="Splat 101"/>
            <p:cNvSpPr>
              <a:spLocks noGrp="1"/>
            </p:cNvSpPr>
            <p:nvPr/>
          </p:nvSpPr>
          <p:spPr>
            <a:xfrm rot="8867396">
              <a:off x="243470" y="94801"/>
              <a:ext cx="65565" cy="16391"/>
            </a:xfrm>
            <a:prstGeom prst="ellipse">
              <a:avLst/>
            </a:prstGeom>
            <a:gradFill>
              <a:gsLst>
                <a:gs pos="0">
                  <a:srgbClr val="AC8F72">
                    <a:alpha val="17388"/>
                  </a:srgbClr>
                </a:gs>
                <a:gs pos="14286">
                  <a:srgbClr val="AC8F72">
                    <a:alpha val="16102"/>
                  </a:srgbClr>
                </a:gs>
                <a:gs pos="28571">
                  <a:srgbClr val="AC8F72">
                    <a:alpha val="12743"/>
                  </a:srgbClr>
                </a:gs>
                <a:gs pos="42857">
                  <a:srgbClr val="AC8F72">
                    <a:alpha val="8553"/>
                  </a:srgbClr>
                </a:gs>
                <a:gs pos="57143">
                  <a:srgbClr val="AC8F72">
                    <a:alpha val="4834"/>
                  </a:srgbClr>
                </a:gs>
                <a:gs pos="71429">
                  <a:srgbClr val="AC8F72">
                    <a:alpha val="2292"/>
                  </a:srgbClr>
                </a:gs>
                <a:gs pos="85714">
                  <a:srgbClr val="AC8F72">
                    <a:alpha val="913"/>
                  </a:srgbClr>
                </a:gs>
                <a:gs pos="100000">
                  <a:srgbClr val="AC8F72">
                    <a:alpha val="306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02" name="Splat 102"/>
            <p:cNvSpPr>
              <a:spLocks noGrp="1"/>
            </p:cNvSpPr>
            <p:nvPr/>
          </p:nvSpPr>
          <p:spPr>
            <a:xfrm rot="4627168">
              <a:off x="358056" y="528572"/>
              <a:ext cx="294884" cy="49535"/>
            </a:xfrm>
            <a:prstGeom prst="ellipse">
              <a:avLst/>
            </a:prstGeom>
            <a:gradFill>
              <a:gsLst>
                <a:gs pos="0">
                  <a:srgbClr val="000000">
                    <a:alpha val="32968"/>
                  </a:srgbClr>
                </a:gs>
                <a:gs pos="14286">
                  <a:srgbClr val="000000">
                    <a:alpha val="30764"/>
                  </a:srgbClr>
                </a:gs>
                <a:gs pos="28571">
                  <a:srgbClr val="000000">
                    <a:alpha val="24833"/>
                  </a:srgbClr>
                </a:gs>
                <a:gs pos="42857">
                  <a:srgbClr val="000000">
                    <a:alpha val="17075"/>
                  </a:srgbClr>
                </a:gs>
                <a:gs pos="57143">
                  <a:srgbClr val="000000">
                    <a:alpha val="9855"/>
                  </a:srgbClr>
                </a:gs>
                <a:gs pos="71429">
                  <a:srgbClr val="000000">
                    <a:alpha val="4740"/>
                  </a:srgbClr>
                </a:gs>
                <a:gs pos="85714">
                  <a:srgbClr val="000000">
                    <a:alpha val="1902"/>
                  </a:srgbClr>
                </a:gs>
                <a:gs pos="100000">
                  <a:srgbClr val="000000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03" name="Splat 103"/>
            <p:cNvSpPr>
              <a:spLocks noGrp="1"/>
            </p:cNvSpPr>
            <p:nvPr/>
          </p:nvSpPr>
          <p:spPr>
            <a:xfrm rot="5400000">
              <a:off x="1191016" y="660312"/>
              <a:ext cx="34373" cy="34373"/>
            </a:xfrm>
            <a:prstGeom prst="ellipse">
              <a:avLst/>
            </a:prstGeom>
            <a:gradFill>
              <a:gsLst>
                <a:gs pos="0">
                  <a:srgbClr val="AD8545">
                    <a:alpha val="16804"/>
                  </a:srgbClr>
                </a:gs>
                <a:gs pos="14286">
                  <a:srgbClr val="AD8545">
                    <a:alpha val="15557"/>
                  </a:srgbClr>
                </a:gs>
                <a:gs pos="28571">
                  <a:srgbClr val="AD8545">
                    <a:alpha val="12304"/>
                  </a:srgbClr>
                </a:gs>
                <a:gs pos="42857">
                  <a:srgbClr val="AD8545">
                    <a:alpha val="8251"/>
                  </a:srgbClr>
                </a:gs>
                <a:gs pos="57143">
                  <a:srgbClr val="AD8545">
                    <a:alpha val="4660"/>
                  </a:srgbClr>
                </a:gs>
                <a:gs pos="71429">
                  <a:srgbClr val="AD8545">
                    <a:alpha val="2209"/>
                  </a:srgbClr>
                </a:gs>
                <a:gs pos="85714">
                  <a:srgbClr val="AD8545">
                    <a:alpha val="879"/>
                  </a:srgbClr>
                </a:gs>
                <a:gs pos="100000">
                  <a:srgbClr val="AD8545">
                    <a:alpha val="295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04" name="Splat 104"/>
            <p:cNvSpPr>
              <a:spLocks noGrp="1"/>
            </p:cNvSpPr>
            <p:nvPr/>
          </p:nvSpPr>
          <p:spPr>
            <a:xfrm rot="7544124">
              <a:off x="3019487" y="3407726"/>
              <a:ext cx="542716" cy="306701"/>
            </a:xfrm>
            <a:prstGeom prst="ellipse">
              <a:avLst/>
            </a:prstGeom>
            <a:gradFill>
              <a:gsLst>
                <a:gs pos="0">
                  <a:srgbClr val="FCFFFD">
                    <a:alpha val="32968"/>
                  </a:srgbClr>
                </a:gs>
                <a:gs pos="14286">
                  <a:srgbClr val="FCFFFD">
                    <a:alpha val="30764"/>
                  </a:srgbClr>
                </a:gs>
                <a:gs pos="28571">
                  <a:srgbClr val="FCFFFD">
                    <a:alpha val="24833"/>
                  </a:srgbClr>
                </a:gs>
                <a:gs pos="42857">
                  <a:srgbClr val="FCFFFD">
                    <a:alpha val="17075"/>
                  </a:srgbClr>
                </a:gs>
                <a:gs pos="57143">
                  <a:srgbClr val="FCFFFD">
                    <a:alpha val="9855"/>
                  </a:srgbClr>
                </a:gs>
                <a:gs pos="71429">
                  <a:srgbClr val="FCFFFD">
                    <a:alpha val="4740"/>
                  </a:srgbClr>
                </a:gs>
                <a:gs pos="85714">
                  <a:srgbClr val="FCFFFD">
                    <a:alpha val="1902"/>
                  </a:srgbClr>
                </a:gs>
                <a:gs pos="100000">
                  <a:srgbClr val="FCFFFD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05" name="Splat 105"/>
            <p:cNvSpPr>
              <a:spLocks noGrp="1"/>
            </p:cNvSpPr>
            <p:nvPr/>
          </p:nvSpPr>
          <p:spPr>
            <a:xfrm rot="4320759">
              <a:off x="3137986" y="1675103"/>
              <a:ext cx="67328" cy="16832"/>
            </a:xfrm>
            <a:prstGeom prst="ellipse">
              <a:avLst/>
            </a:prstGeom>
            <a:gradFill>
              <a:gsLst>
                <a:gs pos="0">
                  <a:srgbClr val="A07A48">
                    <a:alpha val="17065"/>
                  </a:srgbClr>
                </a:gs>
                <a:gs pos="14286">
                  <a:srgbClr val="A07A48">
                    <a:alpha val="15800"/>
                  </a:srgbClr>
                </a:gs>
                <a:gs pos="28571">
                  <a:srgbClr val="A07A48">
                    <a:alpha val="12500"/>
                  </a:srgbClr>
                </a:gs>
                <a:gs pos="42857">
                  <a:srgbClr val="A07A48">
                    <a:alpha val="8386"/>
                  </a:srgbClr>
                </a:gs>
                <a:gs pos="57143">
                  <a:srgbClr val="A07A48">
                    <a:alpha val="4737"/>
                  </a:srgbClr>
                </a:gs>
                <a:gs pos="71429">
                  <a:srgbClr val="A07A48">
                    <a:alpha val="2246"/>
                  </a:srgbClr>
                </a:gs>
                <a:gs pos="85714">
                  <a:srgbClr val="A07A48">
                    <a:alpha val="894"/>
                  </a:srgbClr>
                </a:gs>
                <a:gs pos="100000">
                  <a:srgbClr val="A07A48">
                    <a:alpha val="300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06" name="Splat 106"/>
            <p:cNvSpPr>
              <a:spLocks noGrp="1"/>
            </p:cNvSpPr>
            <p:nvPr/>
          </p:nvSpPr>
          <p:spPr>
            <a:xfrm rot="-8941289">
              <a:off x="867436" y="2963637"/>
              <a:ext cx="750299" cy="149910"/>
            </a:xfrm>
            <a:prstGeom prst="ellipse">
              <a:avLst/>
            </a:prstGeom>
            <a:gradFill>
              <a:gsLst>
                <a:gs pos="0">
                  <a:srgbClr val="003E80">
                    <a:alpha val="32968"/>
                  </a:srgbClr>
                </a:gs>
                <a:gs pos="14286">
                  <a:srgbClr val="003E80">
                    <a:alpha val="30764"/>
                  </a:srgbClr>
                </a:gs>
                <a:gs pos="28571">
                  <a:srgbClr val="003E80">
                    <a:alpha val="24833"/>
                  </a:srgbClr>
                </a:gs>
                <a:gs pos="42857">
                  <a:srgbClr val="003E80">
                    <a:alpha val="17075"/>
                  </a:srgbClr>
                </a:gs>
                <a:gs pos="57143">
                  <a:srgbClr val="003E80">
                    <a:alpha val="9855"/>
                  </a:srgbClr>
                </a:gs>
                <a:gs pos="71429">
                  <a:srgbClr val="003E80">
                    <a:alpha val="4740"/>
                  </a:srgbClr>
                </a:gs>
                <a:gs pos="85714">
                  <a:srgbClr val="003E80">
                    <a:alpha val="1902"/>
                  </a:srgbClr>
                </a:gs>
                <a:gs pos="100000">
                  <a:srgbClr val="003E80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07" name="Splat 107"/>
            <p:cNvSpPr>
              <a:spLocks noGrp="1"/>
            </p:cNvSpPr>
            <p:nvPr/>
          </p:nvSpPr>
          <p:spPr>
            <a:xfrm rot="6235491">
              <a:off x="1220489" y="792222"/>
              <a:ext cx="59429" cy="14857"/>
            </a:xfrm>
            <a:prstGeom prst="ellipse">
              <a:avLst/>
            </a:prstGeom>
            <a:gradFill>
              <a:gsLst>
                <a:gs pos="0">
                  <a:srgbClr val="DCC9AC">
                    <a:alpha val="18503"/>
                  </a:srgbClr>
                </a:gs>
                <a:gs pos="14286">
                  <a:srgbClr val="DCC9AC">
                    <a:alpha val="17143"/>
                  </a:srgbClr>
                </a:gs>
                <a:gs pos="28571">
                  <a:srgbClr val="DCC9AC">
                    <a:alpha val="13586"/>
                  </a:srgbClr>
                </a:gs>
                <a:gs pos="42857">
                  <a:srgbClr val="DCC9AC">
                    <a:alpha val="9133"/>
                  </a:srgbClr>
                </a:gs>
                <a:gs pos="57143">
                  <a:srgbClr val="DCC9AC">
                    <a:alpha val="5169"/>
                  </a:srgbClr>
                </a:gs>
                <a:gs pos="71429">
                  <a:srgbClr val="DCC9AC">
                    <a:alpha val="2454"/>
                  </a:srgbClr>
                </a:gs>
                <a:gs pos="85714">
                  <a:srgbClr val="DCC9AC">
                    <a:alpha val="978"/>
                  </a:srgbClr>
                </a:gs>
                <a:gs pos="100000">
                  <a:srgbClr val="DCC9AC">
                    <a:alpha val="328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08" name="Splat 108"/>
            <p:cNvSpPr>
              <a:spLocks noGrp="1"/>
            </p:cNvSpPr>
            <p:nvPr/>
          </p:nvSpPr>
          <p:spPr>
            <a:xfrm rot="5361714">
              <a:off x="-229369" y="783247"/>
              <a:ext cx="496513" cy="138025"/>
            </a:xfrm>
            <a:prstGeom prst="ellipse">
              <a:avLst/>
            </a:prstGeom>
            <a:gradFill>
              <a:gsLst>
                <a:gs pos="0">
                  <a:srgbClr val="912500">
                    <a:alpha val="32968"/>
                  </a:srgbClr>
                </a:gs>
                <a:gs pos="14286">
                  <a:srgbClr val="912500">
                    <a:alpha val="30764"/>
                  </a:srgbClr>
                </a:gs>
                <a:gs pos="28571">
                  <a:srgbClr val="912500">
                    <a:alpha val="24833"/>
                  </a:srgbClr>
                </a:gs>
                <a:gs pos="42857">
                  <a:srgbClr val="912500">
                    <a:alpha val="17075"/>
                  </a:srgbClr>
                </a:gs>
                <a:gs pos="57143">
                  <a:srgbClr val="912500">
                    <a:alpha val="9855"/>
                  </a:srgbClr>
                </a:gs>
                <a:gs pos="71429">
                  <a:srgbClr val="912500">
                    <a:alpha val="4740"/>
                  </a:srgbClr>
                </a:gs>
                <a:gs pos="85714">
                  <a:srgbClr val="912500">
                    <a:alpha val="1902"/>
                  </a:srgbClr>
                </a:gs>
                <a:gs pos="100000">
                  <a:srgbClr val="912500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09" name="Splat 109"/>
            <p:cNvSpPr>
              <a:spLocks noGrp="1"/>
            </p:cNvSpPr>
            <p:nvPr/>
          </p:nvSpPr>
          <p:spPr>
            <a:xfrm rot="7142646">
              <a:off x="14171" y="1564953"/>
              <a:ext cx="68461" cy="17169"/>
            </a:xfrm>
            <a:prstGeom prst="ellipse">
              <a:avLst/>
            </a:prstGeom>
            <a:gradFill>
              <a:gsLst>
                <a:gs pos="0">
                  <a:srgbClr val="B6914E">
                    <a:alpha val="16817"/>
                  </a:srgbClr>
                </a:gs>
                <a:gs pos="14286">
                  <a:srgbClr val="B6914E">
                    <a:alpha val="15569"/>
                  </a:srgbClr>
                </a:gs>
                <a:gs pos="28571">
                  <a:srgbClr val="B6914E">
                    <a:alpha val="12313"/>
                  </a:srgbClr>
                </a:gs>
                <a:gs pos="42857">
                  <a:srgbClr val="B6914E">
                    <a:alpha val="8258"/>
                  </a:srgbClr>
                </a:gs>
                <a:gs pos="57143">
                  <a:srgbClr val="B6914E">
                    <a:alpha val="4663"/>
                  </a:srgbClr>
                </a:gs>
                <a:gs pos="71429">
                  <a:srgbClr val="B6914E">
                    <a:alpha val="2211"/>
                  </a:srgbClr>
                </a:gs>
                <a:gs pos="85714">
                  <a:srgbClr val="B6914E">
                    <a:alpha val="880"/>
                  </a:srgbClr>
                </a:gs>
                <a:gs pos="100000">
                  <a:srgbClr val="B6914E">
                    <a:alpha val="295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10" name="Splat 110"/>
            <p:cNvSpPr>
              <a:spLocks noGrp="1"/>
            </p:cNvSpPr>
            <p:nvPr/>
          </p:nvSpPr>
          <p:spPr>
            <a:xfrm rot="-10463118">
              <a:off x="882424" y="2827574"/>
              <a:ext cx="64934" cy="16233"/>
            </a:xfrm>
            <a:prstGeom prst="ellipse">
              <a:avLst/>
            </a:prstGeom>
            <a:gradFill>
              <a:gsLst>
                <a:gs pos="0">
                  <a:srgbClr val="866729">
                    <a:alpha val="17504"/>
                  </a:srgbClr>
                </a:gs>
                <a:gs pos="14286">
                  <a:srgbClr val="866729">
                    <a:alpha val="16210"/>
                  </a:srgbClr>
                </a:gs>
                <a:gs pos="28571">
                  <a:srgbClr val="866729">
                    <a:alpha val="12830"/>
                  </a:srgbClr>
                </a:gs>
                <a:gs pos="42857">
                  <a:srgbClr val="866729">
                    <a:alpha val="8613"/>
                  </a:srgbClr>
                </a:gs>
                <a:gs pos="57143">
                  <a:srgbClr val="866729">
                    <a:alpha val="4868"/>
                  </a:srgbClr>
                </a:gs>
                <a:gs pos="71429">
                  <a:srgbClr val="866729">
                    <a:alpha val="2309"/>
                  </a:srgbClr>
                </a:gs>
                <a:gs pos="85714">
                  <a:srgbClr val="866729">
                    <a:alpha val="920"/>
                  </a:srgbClr>
                </a:gs>
                <a:gs pos="100000">
                  <a:srgbClr val="866729">
                    <a:alpha val="308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11" name="Splat 111"/>
            <p:cNvSpPr>
              <a:spLocks noGrp="1"/>
            </p:cNvSpPr>
            <p:nvPr/>
          </p:nvSpPr>
          <p:spPr>
            <a:xfrm rot="6690803">
              <a:off x="3193460" y="1719105"/>
              <a:ext cx="376483" cy="93334"/>
            </a:xfrm>
            <a:prstGeom prst="ellipse">
              <a:avLst/>
            </a:prstGeom>
            <a:gradFill>
              <a:gsLst>
                <a:gs pos="0">
                  <a:srgbClr val="EFF3E3">
                    <a:alpha val="32968"/>
                  </a:srgbClr>
                </a:gs>
                <a:gs pos="14286">
                  <a:srgbClr val="EFF3E3">
                    <a:alpha val="30764"/>
                  </a:srgbClr>
                </a:gs>
                <a:gs pos="28571">
                  <a:srgbClr val="EFF3E3">
                    <a:alpha val="24833"/>
                  </a:srgbClr>
                </a:gs>
                <a:gs pos="42857">
                  <a:srgbClr val="EFF3E3">
                    <a:alpha val="17075"/>
                  </a:srgbClr>
                </a:gs>
                <a:gs pos="57143">
                  <a:srgbClr val="EFF3E3">
                    <a:alpha val="9855"/>
                  </a:srgbClr>
                </a:gs>
                <a:gs pos="71429">
                  <a:srgbClr val="EFF3E3">
                    <a:alpha val="4740"/>
                  </a:srgbClr>
                </a:gs>
                <a:gs pos="85714">
                  <a:srgbClr val="EFF3E3">
                    <a:alpha val="1902"/>
                  </a:srgbClr>
                </a:gs>
                <a:gs pos="100000">
                  <a:srgbClr val="EFF3E3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12" name="Splat 112"/>
            <p:cNvSpPr>
              <a:spLocks noGrp="1"/>
            </p:cNvSpPr>
            <p:nvPr/>
          </p:nvSpPr>
          <p:spPr>
            <a:xfrm rot="-8288249">
              <a:off x="1979423" y="467652"/>
              <a:ext cx="530715" cy="171318"/>
            </a:xfrm>
            <a:prstGeom prst="ellipse">
              <a:avLst/>
            </a:prstGeom>
            <a:gradFill>
              <a:gsLst>
                <a:gs pos="0">
                  <a:srgbClr val="FFFFF4">
                    <a:alpha val="32968"/>
                  </a:srgbClr>
                </a:gs>
                <a:gs pos="14286">
                  <a:srgbClr val="FFFFF4">
                    <a:alpha val="30764"/>
                  </a:srgbClr>
                </a:gs>
                <a:gs pos="28571">
                  <a:srgbClr val="FFFFF4">
                    <a:alpha val="24833"/>
                  </a:srgbClr>
                </a:gs>
                <a:gs pos="42857">
                  <a:srgbClr val="FFFFF4">
                    <a:alpha val="17075"/>
                  </a:srgbClr>
                </a:gs>
                <a:gs pos="57143">
                  <a:srgbClr val="FFFFF4">
                    <a:alpha val="9855"/>
                  </a:srgbClr>
                </a:gs>
                <a:gs pos="71429">
                  <a:srgbClr val="FFFFF4">
                    <a:alpha val="4740"/>
                  </a:srgbClr>
                </a:gs>
                <a:gs pos="85714">
                  <a:srgbClr val="FFFFF4">
                    <a:alpha val="1902"/>
                  </a:srgbClr>
                </a:gs>
                <a:gs pos="100000">
                  <a:srgbClr val="FFFFF4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13" name="Splat 113"/>
            <p:cNvSpPr>
              <a:spLocks noGrp="1"/>
            </p:cNvSpPr>
            <p:nvPr/>
          </p:nvSpPr>
          <p:spPr>
            <a:xfrm rot="10772348">
              <a:off x="680168" y="2591150"/>
              <a:ext cx="68461" cy="17208"/>
            </a:xfrm>
            <a:prstGeom prst="ellipse">
              <a:avLst/>
            </a:prstGeom>
            <a:gradFill>
              <a:gsLst>
                <a:gs pos="0">
                  <a:srgbClr val="957A65">
                    <a:alpha val="16788"/>
                  </a:srgbClr>
                </a:gs>
                <a:gs pos="14286">
                  <a:srgbClr val="957A65">
                    <a:alpha val="15542"/>
                  </a:srgbClr>
                </a:gs>
                <a:gs pos="28571">
                  <a:srgbClr val="957A65">
                    <a:alpha val="12292"/>
                  </a:srgbClr>
                </a:gs>
                <a:gs pos="42857">
                  <a:srgbClr val="957A65">
                    <a:alpha val="8243"/>
                  </a:srgbClr>
                </a:gs>
                <a:gs pos="57143">
                  <a:srgbClr val="957A65">
                    <a:alpha val="4655"/>
                  </a:srgbClr>
                </a:gs>
                <a:gs pos="71429">
                  <a:srgbClr val="957A65">
                    <a:alpha val="2207"/>
                  </a:srgbClr>
                </a:gs>
                <a:gs pos="85714">
                  <a:srgbClr val="957A65">
                    <a:alpha val="878"/>
                  </a:srgbClr>
                </a:gs>
                <a:gs pos="100000">
                  <a:srgbClr val="957A65">
                    <a:alpha val="294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14" name="Splat 114"/>
            <p:cNvSpPr>
              <a:spLocks noGrp="1"/>
            </p:cNvSpPr>
            <p:nvPr/>
          </p:nvSpPr>
          <p:spPr>
            <a:xfrm rot="3687142">
              <a:off x="2213715" y="2122913"/>
              <a:ext cx="62649" cy="15662"/>
            </a:xfrm>
            <a:prstGeom prst="ellipse">
              <a:avLst/>
            </a:prstGeom>
            <a:gradFill>
              <a:gsLst>
                <a:gs pos="0">
                  <a:srgbClr val="E3E6EF">
                    <a:alpha val="17920"/>
                  </a:srgbClr>
                </a:gs>
                <a:gs pos="14286">
                  <a:srgbClr val="E3E6EF">
                    <a:alpha val="16599"/>
                  </a:srgbClr>
                </a:gs>
                <a:gs pos="28571">
                  <a:srgbClr val="E3E6EF">
                    <a:alpha val="13145"/>
                  </a:srgbClr>
                </a:gs>
                <a:gs pos="42857">
                  <a:srgbClr val="E3E6EF">
                    <a:alpha val="8829"/>
                  </a:srgbClr>
                </a:gs>
                <a:gs pos="57143">
                  <a:srgbClr val="E3E6EF">
                    <a:alpha val="4993"/>
                  </a:srgbClr>
                </a:gs>
                <a:gs pos="71429">
                  <a:srgbClr val="E3E6EF">
                    <a:alpha val="2369"/>
                  </a:srgbClr>
                </a:gs>
                <a:gs pos="85714">
                  <a:srgbClr val="E3E6EF">
                    <a:alpha val="944"/>
                  </a:srgbClr>
                </a:gs>
                <a:gs pos="100000">
                  <a:srgbClr val="E3E6EF">
                    <a:alpha val="316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15" name="Splat 115"/>
            <p:cNvSpPr>
              <a:spLocks noGrp="1"/>
            </p:cNvSpPr>
            <p:nvPr/>
          </p:nvSpPr>
          <p:spPr>
            <a:xfrm rot="3665717">
              <a:off x="1840767" y="452719"/>
              <a:ext cx="616220" cy="308276"/>
            </a:xfrm>
            <a:prstGeom prst="ellipse">
              <a:avLst/>
            </a:prstGeom>
            <a:gradFill>
              <a:gsLst>
                <a:gs pos="0">
                  <a:srgbClr val="F3C000">
                    <a:alpha val="32968"/>
                  </a:srgbClr>
                </a:gs>
                <a:gs pos="14286">
                  <a:srgbClr val="F3C000">
                    <a:alpha val="30764"/>
                  </a:srgbClr>
                </a:gs>
                <a:gs pos="28571">
                  <a:srgbClr val="F3C000">
                    <a:alpha val="24833"/>
                  </a:srgbClr>
                </a:gs>
                <a:gs pos="42857">
                  <a:srgbClr val="F3C000">
                    <a:alpha val="17075"/>
                  </a:srgbClr>
                </a:gs>
                <a:gs pos="57143">
                  <a:srgbClr val="F3C000">
                    <a:alpha val="9855"/>
                  </a:srgbClr>
                </a:gs>
                <a:gs pos="71429">
                  <a:srgbClr val="F3C000">
                    <a:alpha val="4740"/>
                  </a:srgbClr>
                </a:gs>
                <a:gs pos="85714">
                  <a:srgbClr val="F3C000">
                    <a:alpha val="1902"/>
                  </a:srgbClr>
                </a:gs>
                <a:gs pos="100000">
                  <a:srgbClr val="F3C000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16" name="Splat 116"/>
            <p:cNvSpPr>
              <a:spLocks noGrp="1"/>
            </p:cNvSpPr>
            <p:nvPr/>
          </p:nvSpPr>
          <p:spPr>
            <a:xfrm rot="4245454">
              <a:off x="3256113" y="12232"/>
              <a:ext cx="63319" cy="15830"/>
            </a:xfrm>
            <a:prstGeom prst="ellipse">
              <a:avLst/>
            </a:prstGeom>
            <a:gradFill>
              <a:gsLst>
                <a:gs pos="0">
                  <a:srgbClr val="9EA6B2">
                    <a:alpha val="17798"/>
                  </a:srgbClr>
                </a:gs>
                <a:gs pos="14286">
                  <a:srgbClr val="9EA6B2">
                    <a:alpha val="16485"/>
                  </a:srgbClr>
                </a:gs>
                <a:gs pos="28571">
                  <a:srgbClr val="9EA6B2">
                    <a:alpha val="13053"/>
                  </a:srgbClr>
                </a:gs>
                <a:gs pos="42857">
                  <a:srgbClr val="9EA6B2">
                    <a:alpha val="8766"/>
                  </a:srgbClr>
                </a:gs>
                <a:gs pos="57143">
                  <a:srgbClr val="9EA6B2">
                    <a:alpha val="4956"/>
                  </a:srgbClr>
                </a:gs>
                <a:gs pos="71429">
                  <a:srgbClr val="9EA6B2">
                    <a:alpha val="2351"/>
                  </a:srgbClr>
                </a:gs>
                <a:gs pos="85714">
                  <a:srgbClr val="9EA6B2">
                    <a:alpha val="937"/>
                  </a:srgbClr>
                </a:gs>
                <a:gs pos="100000">
                  <a:srgbClr val="9EA6B2">
                    <a:alpha val="314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17" name="Splat 117"/>
            <p:cNvSpPr>
              <a:spLocks noGrp="1"/>
            </p:cNvSpPr>
            <p:nvPr/>
          </p:nvSpPr>
          <p:spPr>
            <a:xfrm rot="10687555">
              <a:off x="432689" y="2078515"/>
              <a:ext cx="527863" cy="72625"/>
            </a:xfrm>
            <a:prstGeom prst="ellipse">
              <a:avLst/>
            </a:prstGeom>
            <a:gradFill>
              <a:gsLst>
                <a:gs pos="0">
                  <a:srgbClr val="850000">
                    <a:alpha val="32968"/>
                  </a:srgbClr>
                </a:gs>
                <a:gs pos="14286">
                  <a:srgbClr val="850000">
                    <a:alpha val="30764"/>
                  </a:srgbClr>
                </a:gs>
                <a:gs pos="28571">
                  <a:srgbClr val="850000">
                    <a:alpha val="24833"/>
                  </a:srgbClr>
                </a:gs>
                <a:gs pos="42857">
                  <a:srgbClr val="850000">
                    <a:alpha val="17075"/>
                  </a:srgbClr>
                </a:gs>
                <a:gs pos="57143">
                  <a:srgbClr val="850000">
                    <a:alpha val="9855"/>
                  </a:srgbClr>
                </a:gs>
                <a:gs pos="71429">
                  <a:srgbClr val="850000">
                    <a:alpha val="4740"/>
                  </a:srgbClr>
                </a:gs>
                <a:gs pos="85714">
                  <a:srgbClr val="850000">
                    <a:alpha val="1902"/>
                  </a:srgbClr>
                </a:gs>
                <a:gs pos="100000">
                  <a:srgbClr val="850000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18" name="Splat 118"/>
            <p:cNvSpPr>
              <a:spLocks noGrp="1"/>
            </p:cNvSpPr>
            <p:nvPr/>
          </p:nvSpPr>
          <p:spPr>
            <a:xfrm rot="6641368">
              <a:off x="3527947" y="2560610"/>
              <a:ext cx="66575" cy="16644"/>
            </a:xfrm>
            <a:prstGeom prst="ellipse">
              <a:avLst/>
            </a:prstGeom>
            <a:gradFill>
              <a:gsLst>
                <a:gs pos="0">
                  <a:srgbClr val="BFC1CD">
                    <a:alpha val="17203"/>
                  </a:srgbClr>
                </a:gs>
                <a:gs pos="14286">
                  <a:srgbClr val="BFC1CD">
                    <a:alpha val="15929"/>
                  </a:srgbClr>
                </a:gs>
                <a:gs pos="28571">
                  <a:srgbClr val="BFC1CD">
                    <a:alpha val="12604"/>
                  </a:srgbClr>
                </a:gs>
                <a:gs pos="42857">
                  <a:srgbClr val="BFC1CD">
                    <a:alpha val="8457"/>
                  </a:srgbClr>
                </a:gs>
                <a:gs pos="57143">
                  <a:srgbClr val="BFC1CD">
                    <a:alpha val="4778"/>
                  </a:srgbClr>
                </a:gs>
                <a:gs pos="71429">
                  <a:srgbClr val="BFC1CD">
                    <a:alpha val="2266"/>
                  </a:srgbClr>
                </a:gs>
                <a:gs pos="85714">
                  <a:srgbClr val="BFC1CD">
                    <a:alpha val="902"/>
                  </a:srgbClr>
                </a:gs>
                <a:gs pos="100000">
                  <a:srgbClr val="BFC1CD">
                    <a:alpha val="302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19" name="Splat 119"/>
            <p:cNvSpPr>
              <a:spLocks noGrp="1"/>
            </p:cNvSpPr>
            <p:nvPr/>
          </p:nvSpPr>
          <p:spPr>
            <a:xfrm rot="5412307">
              <a:off x="2644449" y="2535433"/>
              <a:ext cx="506590" cy="109018"/>
            </a:xfrm>
            <a:prstGeom prst="ellipse">
              <a:avLst/>
            </a:prstGeom>
            <a:gradFill>
              <a:gsLst>
                <a:gs pos="0">
                  <a:srgbClr val="000090">
                    <a:alpha val="32968"/>
                  </a:srgbClr>
                </a:gs>
                <a:gs pos="14286">
                  <a:srgbClr val="000090">
                    <a:alpha val="30764"/>
                  </a:srgbClr>
                </a:gs>
                <a:gs pos="28571">
                  <a:srgbClr val="000090">
                    <a:alpha val="24833"/>
                  </a:srgbClr>
                </a:gs>
                <a:gs pos="42857">
                  <a:srgbClr val="000090">
                    <a:alpha val="17075"/>
                  </a:srgbClr>
                </a:gs>
                <a:gs pos="57143">
                  <a:srgbClr val="000090">
                    <a:alpha val="9855"/>
                  </a:srgbClr>
                </a:gs>
                <a:gs pos="71429">
                  <a:srgbClr val="000090">
                    <a:alpha val="4740"/>
                  </a:srgbClr>
                </a:gs>
                <a:gs pos="85714">
                  <a:srgbClr val="000090">
                    <a:alpha val="1902"/>
                  </a:srgbClr>
                </a:gs>
                <a:gs pos="100000">
                  <a:srgbClr val="000090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20" name="Splat 120"/>
            <p:cNvSpPr>
              <a:spLocks noGrp="1"/>
            </p:cNvSpPr>
            <p:nvPr/>
          </p:nvSpPr>
          <p:spPr>
            <a:xfrm rot="9173338">
              <a:off x="277092" y="3198130"/>
              <a:ext cx="68461" cy="17186"/>
            </a:xfrm>
            <a:prstGeom prst="ellipse">
              <a:avLst/>
            </a:prstGeom>
            <a:gradFill>
              <a:gsLst>
                <a:gs pos="0">
                  <a:srgbClr val="987150">
                    <a:alpha val="16804"/>
                  </a:srgbClr>
                </a:gs>
                <a:gs pos="14286">
                  <a:srgbClr val="987150">
                    <a:alpha val="15557"/>
                  </a:srgbClr>
                </a:gs>
                <a:gs pos="28571">
                  <a:srgbClr val="987150">
                    <a:alpha val="12304"/>
                  </a:srgbClr>
                </a:gs>
                <a:gs pos="42857">
                  <a:srgbClr val="987150">
                    <a:alpha val="8251"/>
                  </a:srgbClr>
                </a:gs>
                <a:gs pos="57143">
                  <a:srgbClr val="987150">
                    <a:alpha val="4660"/>
                  </a:srgbClr>
                </a:gs>
                <a:gs pos="71429">
                  <a:srgbClr val="987150">
                    <a:alpha val="2209"/>
                  </a:srgbClr>
                </a:gs>
                <a:gs pos="85714">
                  <a:srgbClr val="987150">
                    <a:alpha val="879"/>
                  </a:srgbClr>
                </a:gs>
                <a:gs pos="100000">
                  <a:srgbClr val="987150">
                    <a:alpha val="295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21" name="Splat 121"/>
            <p:cNvSpPr>
              <a:spLocks noGrp="1"/>
            </p:cNvSpPr>
            <p:nvPr/>
          </p:nvSpPr>
          <p:spPr>
            <a:xfrm rot="3858999">
              <a:off x="985562" y="40363"/>
              <a:ext cx="60969" cy="15242"/>
            </a:xfrm>
            <a:prstGeom prst="ellipse">
              <a:avLst/>
            </a:prstGeom>
            <a:gradFill>
              <a:gsLst>
                <a:gs pos="0">
                  <a:srgbClr val="A59378">
                    <a:alpha val="18225"/>
                  </a:srgbClr>
                </a:gs>
                <a:gs pos="14286">
                  <a:srgbClr val="A59378">
                    <a:alpha val="16883"/>
                  </a:srgbClr>
                </a:gs>
                <a:gs pos="28571">
                  <a:srgbClr val="A59378">
                    <a:alpha val="13375"/>
                  </a:srgbClr>
                </a:gs>
                <a:gs pos="42857">
                  <a:srgbClr val="A59378">
                    <a:alpha val="8988"/>
                  </a:srgbClr>
                </a:gs>
                <a:gs pos="57143">
                  <a:srgbClr val="A59378">
                    <a:alpha val="5085"/>
                  </a:srgbClr>
                </a:gs>
                <a:gs pos="71429">
                  <a:srgbClr val="A59378">
                    <a:alpha val="2413"/>
                  </a:srgbClr>
                </a:gs>
                <a:gs pos="85714">
                  <a:srgbClr val="A59378">
                    <a:alpha val="961"/>
                  </a:srgbClr>
                </a:gs>
                <a:gs pos="100000">
                  <a:srgbClr val="A59378">
                    <a:alpha val="322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22" name="Splat 122"/>
            <p:cNvSpPr>
              <a:spLocks noGrp="1"/>
            </p:cNvSpPr>
            <p:nvPr/>
          </p:nvSpPr>
          <p:spPr>
            <a:xfrm rot="-8950784">
              <a:off x="2529718" y="3323880"/>
              <a:ext cx="68461" cy="17454"/>
            </a:xfrm>
            <a:prstGeom prst="ellipse">
              <a:avLst/>
            </a:prstGeom>
            <a:gradFill>
              <a:gsLst>
                <a:gs pos="0">
                  <a:srgbClr val="8F8783">
                    <a:alpha val="16606"/>
                  </a:srgbClr>
                </a:gs>
                <a:gs pos="14286">
                  <a:srgbClr val="8F8783">
                    <a:alpha val="15372"/>
                  </a:srgbClr>
                </a:gs>
                <a:gs pos="28571">
                  <a:srgbClr val="8F8783">
                    <a:alpha val="12155"/>
                  </a:srgbClr>
                </a:gs>
                <a:gs pos="42857">
                  <a:srgbClr val="8F8783">
                    <a:alpha val="8149"/>
                  </a:srgbClr>
                </a:gs>
                <a:gs pos="57143">
                  <a:srgbClr val="8F8783">
                    <a:alpha val="4601"/>
                  </a:srgbClr>
                </a:gs>
                <a:gs pos="71429">
                  <a:srgbClr val="8F8783">
                    <a:alpha val="2181"/>
                  </a:srgbClr>
                </a:gs>
                <a:gs pos="85714">
                  <a:srgbClr val="8F8783">
                    <a:alpha val="868"/>
                  </a:srgbClr>
                </a:gs>
                <a:gs pos="100000">
                  <a:srgbClr val="8F8783">
                    <a:alpha val="291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23" name="Splat 123"/>
            <p:cNvSpPr>
              <a:spLocks noGrp="1"/>
            </p:cNvSpPr>
            <p:nvPr/>
          </p:nvSpPr>
          <p:spPr>
            <a:xfrm rot="-10480190">
              <a:off x="344499" y="3495514"/>
              <a:ext cx="68461" cy="17485"/>
            </a:xfrm>
            <a:prstGeom prst="ellipse">
              <a:avLst/>
            </a:prstGeom>
            <a:gradFill>
              <a:gsLst>
                <a:gs pos="0">
                  <a:srgbClr val="9A8672">
                    <a:alpha val="16584"/>
                  </a:srgbClr>
                </a:gs>
                <a:gs pos="14286">
                  <a:srgbClr val="9A8672">
                    <a:alpha val="15351"/>
                  </a:srgbClr>
                </a:gs>
                <a:gs pos="28571">
                  <a:srgbClr val="9A8672">
                    <a:alpha val="12138"/>
                  </a:srgbClr>
                </a:gs>
                <a:gs pos="42857">
                  <a:srgbClr val="9A8672">
                    <a:alpha val="8138"/>
                  </a:srgbClr>
                </a:gs>
                <a:gs pos="57143">
                  <a:srgbClr val="9A8672">
                    <a:alpha val="4594"/>
                  </a:srgbClr>
                </a:gs>
                <a:gs pos="71429">
                  <a:srgbClr val="9A8672">
                    <a:alpha val="2177"/>
                  </a:srgbClr>
                </a:gs>
                <a:gs pos="85714">
                  <a:srgbClr val="9A8672">
                    <a:alpha val="867"/>
                  </a:srgbClr>
                </a:gs>
                <a:gs pos="100000">
                  <a:srgbClr val="9A8672">
                    <a:alpha val="290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24" name="Splat 124"/>
            <p:cNvSpPr>
              <a:spLocks noGrp="1"/>
            </p:cNvSpPr>
            <p:nvPr/>
          </p:nvSpPr>
          <p:spPr>
            <a:xfrm rot="8706773">
              <a:off x="1407322" y="1628323"/>
              <a:ext cx="859105" cy="237773"/>
            </a:xfrm>
            <a:prstGeom prst="ellipse">
              <a:avLst/>
            </a:prstGeom>
            <a:gradFill>
              <a:gsLst>
                <a:gs pos="0">
                  <a:srgbClr val="E7FFED">
                    <a:alpha val="14659"/>
                  </a:srgbClr>
                </a:gs>
                <a:gs pos="14286">
                  <a:srgbClr val="E7FFED">
                    <a:alpha val="13558"/>
                  </a:srgbClr>
                </a:gs>
                <a:gs pos="28571">
                  <a:srgbClr val="E7FFED">
                    <a:alpha val="10696"/>
                  </a:srgbClr>
                </a:gs>
                <a:gs pos="42857">
                  <a:srgbClr val="E7FFED">
                    <a:alpha val="7152"/>
                  </a:srgbClr>
                </a:gs>
                <a:gs pos="57143">
                  <a:srgbClr val="E7FFED">
                    <a:alpha val="4028"/>
                  </a:srgbClr>
                </a:gs>
                <a:gs pos="71429">
                  <a:srgbClr val="E7FFED">
                    <a:alpha val="1906"/>
                  </a:srgbClr>
                </a:gs>
                <a:gs pos="85714">
                  <a:srgbClr val="E7FFED">
                    <a:alpha val="758"/>
                  </a:srgbClr>
                </a:gs>
                <a:gs pos="100000">
                  <a:srgbClr val="E7FFED">
                    <a:alpha val="254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25" name="Splat 125"/>
            <p:cNvSpPr>
              <a:spLocks noGrp="1"/>
            </p:cNvSpPr>
            <p:nvPr/>
          </p:nvSpPr>
          <p:spPr>
            <a:xfrm rot="-10634460">
              <a:off x="557571" y="2694496"/>
              <a:ext cx="66148" cy="16537"/>
            </a:xfrm>
            <a:prstGeom prst="ellipse">
              <a:avLst/>
            </a:prstGeom>
            <a:gradFill>
              <a:gsLst>
                <a:gs pos="0">
                  <a:srgbClr val="E0C199">
                    <a:alpha val="17281"/>
                  </a:srgbClr>
                </a:gs>
                <a:gs pos="14286">
                  <a:srgbClr val="E0C199">
                    <a:alpha val="16002"/>
                  </a:srgbClr>
                </a:gs>
                <a:gs pos="28571">
                  <a:srgbClr val="E0C199">
                    <a:alpha val="12663"/>
                  </a:srgbClr>
                </a:gs>
                <a:gs pos="42857">
                  <a:srgbClr val="E0C199">
                    <a:alpha val="8498"/>
                  </a:srgbClr>
                </a:gs>
                <a:gs pos="57143">
                  <a:srgbClr val="E0C199">
                    <a:alpha val="4802"/>
                  </a:srgbClr>
                </a:gs>
                <a:gs pos="71429">
                  <a:srgbClr val="E0C199">
                    <a:alpha val="2277"/>
                  </a:srgbClr>
                </a:gs>
                <a:gs pos="85714">
                  <a:srgbClr val="E0C199">
                    <a:alpha val="907"/>
                  </a:srgbClr>
                </a:gs>
                <a:gs pos="100000">
                  <a:srgbClr val="E0C199">
                    <a:alpha val="304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26" name="Splat 126"/>
            <p:cNvSpPr>
              <a:spLocks noGrp="1"/>
            </p:cNvSpPr>
            <p:nvPr/>
          </p:nvSpPr>
          <p:spPr>
            <a:xfrm rot="10479215">
              <a:off x="2625645" y="409517"/>
              <a:ext cx="68178" cy="17045"/>
            </a:xfrm>
            <a:prstGeom prst="ellipse">
              <a:avLst/>
            </a:prstGeom>
            <a:gradFill>
              <a:gsLst>
                <a:gs pos="0">
                  <a:srgbClr val="795725">
                    <a:alpha val="16908"/>
                  </a:srgbClr>
                </a:gs>
                <a:gs pos="14286">
                  <a:srgbClr val="795725">
                    <a:alpha val="15654"/>
                  </a:srgbClr>
                </a:gs>
                <a:gs pos="28571">
                  <a:srgbClr val="795725">
                    <a:alpha val="12382"/>
                  </a:srgbClr>
                </a:gs>
                <a:gs pos="42857">
                  <a:srgbClr val="795725">
                    <a:alpha val="8305"/>
                  </a:srgbClr>
                </a:gs>
                <a:gs pos="57143">
                  <a:srgbClr val="795725">
                    <a:alpha val="4691"/>
                  </a:srgbClr>
                </a:gs>
                <a:gs pos="71429">
                  <a:srgbClr val="795725">
                    <a:alpha val="2224"/>
                  </a:srgbClr>
                </a:gs>
                <a:gs pos="85714">
                  <a:srgbClr val="795725">
                    <a:alpha val="885"/>
                  </a:srgbClr>
                </a:gs>
                <a:gs pos="100000">
                  <a:srgbClr val="795725">
                    <a:alpha val="297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27" name="Splat 127"/>
            <p:cNvSpPr>
              <a:spLocks noGrp="1"/>
            </p:cNvSpPr>
            <p:nvPr/>
          </p:nvSpPr>
          <p:spPr>
            <a:xfrm rot="6149802">
              <a:off x="2388029" y="1454448"/>
              <a:ext cx="468203" cy="59892"/>
            </a:xfrm>
            <a:prstGeom prst="ellipse">
              <a:avLst/>
            </a:prstGeom>
            <a:gradFill>
              <a:gsLst>
                <a:gs pos="0">
                  <a:srgbClr val="000000">
                    <a:alpha val="32968"/>
                  </a:srgbClr>
                </a:gs>
                <a:gs pos="14286">
                  <a:srgbClr val="000000">
                    <a:alpha val="30764"/>
                  </a:srgbClr>
                </a:gs>
                <a:gs pos="28571">
                  <a:srgbClr val="000000">
                    <a:alpha val="24833"/>
                  </a:srgbClr>
                </a:gs>
                <a:gs pos="42857">
                  <a:srgbClr val="000000">
                    <a:alpha val="17075"/>
                  </a:srgbClr>
                </a:gs>
                <a:gs pos="57143">
                  <a:srgbClr val="000000">
                    <a:alpha val="9855"/>
                  </a:srgbClr>
                </a:gs>
                <a:gs pos="71429">
                  <a:srgbClr val="000000">
                    <a:alpha val="4740"/>
                  </a:srgbClr>
                </a:gs>
                <a:gs pos="85714">
                  <a:srgbClr val="000000">
                    <a:alpha val="1902"/>
                  </a:srgbClr>
                </a:gs>
                <a:gs pos="100000">
                  <a:srgbClr val="000000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28" name="Splat 128"/>
            <p:cNvSpPr>
              <a:spLocks noGrp="1"/>
            </p:cNvSpPr>
            <p:nvPr/>
          </p:nvSpPr>
          <p:spPr>
            <a:xfrm rot="-8183341">
              <a:off x="571414" y="1789439"/>
              <a:ext cx="468120" cy="123203"/>
            </a:xfrm>
            <a:prstGeom prst="ellipse">
              <a:avLst/>
            </a:prstGeom>
            <a:gradFill>
              <a:gsLst>
                <a:gs pos="0">
                  <a:srgbClr val="0022A5">
                    <a:alpha val="32968"/>
                  </a:srgbClr>
                </a:gs>
                <a:gs pos="14286">
                  <a:srgbClr val="0022A5">
                    <a:alpha val="30764"/>
                  </a:srgbClr>
                </a:gs>
                <a:gs pos="28571">
                  <a:srgbClr val="0022A5">
                    <a:alpha val="24833"/>
                  </a:srgbClr>
                </a:gs>
                <a:gs pos="42857">
                  <a:srgbClr val="0022A5">
                    <a:alpha val="17075"/>
                  </a:srgbClr>
                </a:gs>
                <a:gs pos="57143">
                  <a:srgbClr val="0022A5">
                    <a:alpha val="9855"/>
                  </a:srgbClr>
                </a:gs>
                <a:gs pos="71429">
                  <a:srgbClr val="0022A5">
                    <a:alpha val="4740"/>
                  </a:srgbClr>
                </a:gs>
                <a:gs pos="85714">
                  <a:srgbClr val="0022A5">
                    <a:alpha val="1902"/>
                  </a:srgbClr>
                </a:gs>
                <a:gs pos="100000">
                  <a:srgbClr val="0022A5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29" name="Splat 129"/>
            <p:cNvSpPr>
              <a:spLocks noGrp="1"/>
            </p:cNvSpPr>
            <p:nvPr/>
          </p:nvSpPr>
          <p:spPr>
            <a:xfrm rot="3735261">
              <a:off x="48486" y="1136520"/>
              <a:ext cx="602404" cy="501061"/>
            </a:xfrm>
            <a:prstGeom prst="ellipse">
              <a:avLst/>
            </a:prstGeom>
            <a:gradFill>
              <a:gsLst>
                <a:gs pos="0">
                  <a:srgbClr val="C7A800">
                    <a:alpha val="32968"/>
                  </a:srgbClr>
                </a:gs>
                <a:gs pos="14286">
                  <a:srgbClr val="C7A800">
                    <a:alpha val="30764"/>
                  </a:srgbClr>
                </a:gs>
                <a:gs pos="28571">
                  <a:srgbClr val="C7A800">
                    <a:alpha val="24833"/>
                  </a:srgbClr>
                </a:gs>
                <a:gs pos="42857">
                  <a:srgbClr val="C7A800">
                    <a:alpha val="17075"/>
                  </a:srgbClr>
                </a:gs>
                <a:gs pos="57143">
                  <a:srgbClr val="C7A800">
                    <a:alpha val="9855"/>
                  </a:srgbClr>
                </a:gs>
                <a:gs pos="71429">
                  <a:srgbClr val="C7A800">
                    <a:alpha val="4740"/>
                  </a:srgbClr>
                </a:gs>
                <a:gs pos="85714">
                  <a:srgbClr val="C7A800">
                    <a:alpha val="1902"/>
                  </a:srgbClr>
                </a:gs>
                <a:gs pos="100000">
                  <a:srgbClr val="C7A800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30" name="Splat 130"/>
            <p:cNvSpPr>
              <a:spLocks noGrp="1"/>
            </p:cNvSpPr>
            <p:nvPr/>
          </p:nvSpPr>
          <p:spPr>
            <a:xfrm rot="5116811">
              <a:off x="687546" y="2959675"/>
              <a:ext cx="214519" cy="49538"/>
            </a:xfrm>
            <a:prstGeom prst="ellipse">
              <a:avLst/>
            </a:prstGeom>
            <a:gradFill>
              <a:gsLst>
                <a:gs pos="0">
                  <a:srgbClr val="250000">
                    <a:alpha val="32968"/>
                  </a:srgbClr>
                </a:gs>
                <a:gs pos="14286">
                  <a:srgbClr val="250000">
                    <a:alpha val="30764"/>
                  </a:srgbClr>
                </a:gs>
                <a:gs pos="28571">
                  <a:srgbClr val="250000">
                    <a:alpha val="24833"/>
                  </a:srgbClr>
                </a:gs>
                <a:gs pos="42857">
                  <a:srgbClr val="250000">
                    <a:alpha val="17075"/>
                  </a:srgbClr>
                </a:gs>
                <a:gs pos="57143">
                  <a:srgbClr val="250000">
                    <a:alpha val="9855"/>
                  </a:srgbClr>
                </a:gs>
                <a:gs pos="71429">
                  <a:srgbClr val="250000">
                    <a:alpha val="4740"/>
                  </a:srgbClr>
                </a:gs>
                <a:gs pos="85714">
                  <a:srgbClr val="250000">
                    <a:alpha val="1902"/>
                  </a:srgbClr>
                </a:gs>
                <a:gs pos="100000">
                  <a:srgbClr val="250000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31" name="Splat 131"/>
            <p:cNvSpPr>
              <a:spLocks noGrp="1"/>
            </p:cNvSpPr>
            <p:nvPr/>
          </p:nvSpPr>
          <p:spPr>
            <a:xfrm rot="4235349">
              <a:off x="1425651" y="3061326"/>
              <a:ext cx="68461" cy="17438"/>
            </a:xfrm>
            <a:prstGeom prst="ellipse">
              <a:avLst/>
            </a:prstGeom>
            <a:gradFill>
              <a:gsLst>
                <a:gs pos="0">
                  <a:srgbClr val="CFCCDF">
                    <a:alpha val="16618"/>
                  </a:srgbClr>
                </a:gs>
                <a:gs pos="14286">
                  <a:srgbClr val="CFCCDF">
                    <a:alpha val="15383"/>
                  </a:srgbClr>
                </a:gs>
                <a:gs pos="28571">
                  <a:srgbClr val="CFCCDF">
                    <a:alpha val="12164"/>
                  </a:srgbClr>
                </a:gs>
                <a:gs pos="42857">
                  <a:srgbClr val="CFCCDF">
                    <a:alpha val="8155"/>
                  </a:srgbClr>
                </a:gs>
                <a:gs pos="57143">
                  <a:srgbClr val="CFCCDF">
                    <a:alpha val="4604"/>
                  </a:srgbClr>
                </a:gs>
                <a:gs pos="71429">
                  <a:srgbClr val="CFCCDF">
                    <a:alpha val="2182"/>
                  </a:srgbClr>
                </a:gs>
                <a:gs pos="85714">
                  <a:srgbClr val="CFCCDF">
                    <a:alpha val="869"/>
                  </a:srgbClr>
                </a:gs>
                <a:gs pos="100000">
                  <a:srgbClr val="CFCCDF">
                    <a:alpha val="291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32" name="Splat 132"/>
            <p:cNvSpPr>
              <a:spLocks noGrp="1"/>
            </p:cNvSpPr>
            <p:nvPr/>
          </p:nvSpPr>
          <p:spPr>
            <a:xfrm rot="5480194">
              <a:off x="3512385" y="689431"/>
              <a:ext cx="121102" cy="71362"/>
            </a:xfrm>
            <a:prstGeom prst="ellipse">
              <a:avLst/>
            </a:prstGeom>
            <a:gradFill>
              <a:gsLst>
                <a:gs pos="0">
                  <a:srgbClr val="00005A">
                    <a:alpha val="32968"/>
                  </a:srgbClr>
                </a:gs>
                <a:gs pos="14286">
                  <a:srgbClr val="00005A">
                    <a:alpha val="30764"/>
                  </a:srgbClr>
                </a:gs>
                <a:gs pos="28571">
                  <a:srgbClr val="00005A">
                    <a:alpha val="24833"/>
                  </a:srgbClr>
                </a:gs>
                <a:gs pos="42857">
                  <a:srgbClr val="00005A">
                    <a:alpha val="17075"/>
                  </a:srgbClr>
                </a:gs>
                <a:gs pos="57143">
                  <a:srgbClr val="00005A">
                    <a:alpha val="9855"/>
                  </a:srgbClr>
                </a:gs>
                <a:gs pos="71429">
                  <a:srgbClr val="00005A">
                    <a:alpha val="4740"/>
                  </a:srgbClr>
                </a:gs>
                <a:gs pos="85714">
                  <a:srgbClr val="00005A">
                    <a:alpha val="1902"/>
                  </a:srgbClr>
                </a:gs>
                <a:gs pos="100000">
                  <a:srgbClr val="00005A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33" name="Splat 133"/>
            <p:cNvSpPr>
              <a:spLocks noGrp="1"/>
            </p:cNvSpPr>
            <p:nvPr/>
          </p:nvSpPr>
          <p:spPr>
            <a:xfrm rot="2744222">
              <a:off x="2262078" y="2693192"/>
              <a:ext cx="68461" cy="17548"/>
            </a:xfrm>
            <a:prstGeom prst="ellipse">
              <a:avLst/>
            </a:prstGeom>
            <a:gradFill>
              <a:gsLst>
                <a:gs pos="0">
                  <a:srgbClr val="A28D7F">
                    <a:alpha val="16537"/>
                  </a:srgbClr>
                </a:gs>
                <a:gs pos="14286">
                  <a:srgbClr val="A28D7F">
                    <a:alpha val="15308"/>
                  </a:srgbClr>
                </a:gs>
                <a:gs pos="28571">
                  <a:srgbClr val="A28D7F">
                    <a:alpha val="12103"/>
                  </a:srgbClr>
                </a:gs>
                <a:gs pos="42857">
                  <a:srgbClr val="A28D7F">
                    <a:alpha val="8114"/>
                  </a:srgbClr>
                </a:gs>
                <a:gs pos="57143">
                  <a:srgbClr val="A28D7F">
                    <a:alpha val="4580"/>
                  </a:srgbClr>
                </a:gs>
                <a:gs pos="71429">
                  <a:srgbClr val="A28D7F">
                    <a:alpha val="2171"/>
                  </a:srgbClr>
                </a:gs>
                <a:gs pos="85714">
                  <a:srgbClr val="A28D7F">
                    <a:alpha val="864"/>
                  </a:srgbClr>
                </a:gs>
                <a:gs pos="100000">
                  <a:srgbClr val="A28D7F">
                    <a:alpha val="28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34" name="Splat 134"/>
            <p:cNvSpPr>
              <a:spLocks noGrp="1"/>
            </p:cNvSpPr>
            <p:nvPr/>
          </p:nvSpPr>
          <p:spPr>
            <a:xfrm rot="-8420963">
              <a:off x="1102418" y="85440"/>
              <a:ext cx="60986" cy="15247"/>
            </a:xfrm>
            <a:prstGeom prst="ellipse">
              <a:avLst/>
            </a:prstGeom>
            <a:gradFill>
              <a:gsLst>
                <a:gs pos="0">
                  <a:srgbClr val="DBBAA2">
                    <a:alpha val="18222"/>
                  </a:srgbClr>
                </a:gs>
                <a:gs pos="14286">
                  <a:srgbClr val="DBBAA2">
                    <a:alpha val="16880"/>
                  </a:srgbClr>
                </a:gs>
                <a:gs pos="28571">
                  <a:srgbClr val="DBBAA2">
                    <a:alpha val="13373"/>
                  </a:srgbClr>
                </a:gs>
                <a:gs pos="42857">
                  <a:srgbClr val="DBBAA2">
                    <a:alpha val="8986"/>
                  </a:srgbClr>
                </a:gs>
                <a:gs pos="57143">
                  <a:srgbClr val="DBBAA2">
                    <a:alpha val="5084"/>
                  </a:srgbClr>
                </a:gs>
                <a:gs pos="71429">
                  <a:srgbClr val="DBBAA2">
                    <a:alpha val="2413"/>
                  </a:srgbClr>
                </a:gs>
                <a:gs pos="85714">
                  <a:srgbClr val="DBBAA2">
                    <a:alpha val="961"/>
                  </a:srgbClr>
                </a:gs>
                <a:gs pos="100000">
                  <a:srgbClr val="DBBAA2">
                    <a:alpha val="322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35" name="Splat 135"/>
            <p:cNvSpPr>
              <a:spLocks noGrp="1"/>
            </p:cNvSpPr>
            <p:nvPr/>
          </p:nvSpPr>
          <p:spPr>
            <a:xfrm rot="5504060">
              <a:off x="898622" y="3153663"/>
              <a:ext cx="449947" cy="39875"/>
            </a:xfrm>
            <a:prstGeom prst="ellipse">
              <a:avLst/>
            </a:prstGeom>
            <a:gradFill>
              <a:gsLst>
                <a:gs pos="0">
                  <a:srgbClr val="000053">
                    <a:alpha val="32968"/>
                  </a:srgbClr>
                </a:gs>
                <a:gs pos="14286">
                  <a:srgbClr val="000053">
                    <a:alpha val="30764"/>
                  </a:srgbClr>
                </a:gs>
                <a:gs pos="28571">
                  <a:srgbClr val="000053">
                    <a:alpha val="24833"/>
                  </a:srgbClr>
                </a:gs>
                <a:gs pos="42857">
                  <a:srgbClr val="000053">
                    <a:alpha val="17075"/>
                  </a:srgbClr>
                </a:gs>
                <a:gs pos="57143">
                  <a:srgbClr val="000053">
                    <a:alpha val="9855"/>
                  </a:srgbClr>
                </a:gs>
                <a:gs pos="71429">
                  <a:srgbClr val="000053">
                    <a:alpha val="4740"/>
                  </a:srgbClr>
                </a:gs>
                <a:gs pos="85714">
                  <a:srgbClr val="000053">
                    <a:alpha val="1902"/>
                  </a:srgbClr>
                </a:gs>
                <a:gs pos="100000">
                  <a:srgbClr val="000053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36" name="Splat 136"/>
            <p:cNvSpPr>
              <a:spLocks noGrp="1"/>
            </p:cNvSpPr>
            <p:nvPr/>
          </p:nvSpPr>
          <p:spPr>
            <a:xfrm rot="3606989">
              <a:off x="1895796" y="1593026"/>
              <a:ext cx="248300" cy="88717"/>
            </a:xfrm>
            <a:prstGeom prst="ellipse">
              <a:avLst/>
            </a:prstGeom>
            <a:gradFill>
              <a:gsLst>
                <a:gs pos="0">
                  <a:srgbClr val="000081">
                    <a:alpha val="32968"/>
                  </a:srgbClr>
                </a:gs>
                <a:gs pos="14286">
                  <a:srgbClr val="000081">
                    <a:alpha val="30764"/>
                  </a:srgbClr>
                </a:gs>
                <a:gs pos="28571">
                  <a:srgbClr val="000081">
                    <a:alpha val="24833"/>
                  </a:srgbClr>
                </a:gs>
                <a:gs pos="42857">
                  <a:srgbClr val="000081">
                    <a:alpha val="17075"/>
                  </a:srgbClr>
                </a:gs>
                <a:gs pos="57143">
                  <a:srgbClr val="000081">
                    <a:alpha val="9855"/>
                  </a:srgbClr>
                </a:gs>
                <a:gs pos="71429">
                  <a:srgbClr val="000081">
                    <a:alpha val="4740"/>
                  </a:srgbClr>
                </a:gs>
                <a:gs pos="85714">
                  <a:srgbClr val="000081">
                    <a:alpha val="1902"/>
                  </a:srgbClr>
                </a:gs>
                <a:gs pos="100000">
                  <a:srgbClr val="000081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37" name="Splat 137"/>
            <p:cNvSpPr>
              <a:spLocks noGrp="1"/>
            </p:cNvSpPr>
            <p:nvPr/>
          </p:nvSpPr>
          <p:spPr>
            <a:xfrm rot="9554051">
              <a:off x="1071940" y="2754532"/>
              <a:ext cx="468074" cy="80892"/>
            </a:xfrm>
            <a:prstGeom prst="ellipse">
              <a:avLst/>
            </a:prstGeom>
            <a:gradFill>
              <a:gsLst>
                <a:gs pos="0">
                  <a:srgbClr val="000099">
                    <a:alpha val="32968"/>
                  </a:srgbClr>
                </a:gs>
                <a:gs pos="14286">
                  <a:srgbClr val="000099">
                    <a:alpha val="30764"/>
                  </a:srgbClr>
                </a:gs>
                <a:gs pos="28571">
                  <a:srgbClr val="000099">
                    <a:alpha val="24833"/>
                  </a:srgbClr>
                </a:gs>
                <a:gs pos="42857">
                  <a:srgbClr val="000099">
                    <a:alpha val="17075"/>
                  </a:srgbClr>
                </a:gs>
                <a:gs pos="57143">
                  <a:srgbClr val="000099">
                    <a:alpha val="9855"/>
                  </a:srgbClr>
                </a:gs>
                <a:gs pos="71429">
                  <a:srgbClr val="000099">
                    <a:alpha val="4740"/>
                  </a:srgbClr>
                </a:gs>
                <a:gs pos="85714">
                  <a:srgbClr val="000099">
                    <a:alpha val="1902"/>
                  </a:srgbClr>
                </a:gs>
                <a:gs pos="100000">
                  <a:srgbClr val="000099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38" name="Splat 138"/>
            <p:cNvSpPr>
              <a:spLocks noGrp="1"/>
            </p:cNvSpPr>
            <p:nvPr/>
          </p:nvSpPr>
          <p:spPr>
            <a:xfrm rot="4013559">
              <a:off x="1815742" y="822396"/>
              <a:ext cx="68461" cy="17646"/>
            </a:xfrm>
            <a:prstGeom prst="ellipse">
              <a:avLst/>
            </a:prstGeom>
            <a:gradFill>
              <a:gsLst>
                <a:gs pos="0">
                  <a:srgbClr val="846144">
                    <a:alpha val="16464"/>
                  </a:srgbClr>
                </a:gs>
                <a:gs pos="14286">
                  <a:srgbClr val="846144">
                    <a:alpha val="15240"/>
                  </a:srgbClr>
                </a:gs>
                <a:gs pos="28571">
                  <a:srgbClr val="846144">
                    <a:alpha val="12048"/>
                  </a:srgbClr>
                </a:gs>
                <a:gs pos="42857">
                  <a:srgbClr val="846144">
                    <a:alpha val="8076"/>
                  </a:srgbClr>
                </a:gs>
                <a:gs pos="57143">
                  <a:srgbClr val="846144">
                    <a:alpha val="4559"/>
                  </a:srgbClr>
                </a:gs>
                <a:gs pos="71429">
                  <a:srgbClr val="846144">
                    <a:alpha val="2160"/>
                  </a:srgbClr>
                </a:gs>
                <a:gs pos="85714">
                  <a:srgbClr val="846144">
                    <a:alpha val="860"/>
                  </a:srgbClr>
                </a:gs>
                <a:gs pos="100000">
                  <a:srgbClr val="846144">
                    <a:alpha val="288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39" name="Splat 139"/>
            <p:cNvSpPr>
              <a:spLocks noGrp="1"/>
            </p:cNvSpPr>
            <p:nvPr/>
          </p:nvSpPr>
          <p:spPr>
            <a:xfrm rot="6549803">
              <a:off x="403288" y="1560117"/>
              <a:ext cx="68461" cy="17386"/>
            </a:xfrm>
            <a:prstGeom prst="ellipse">
              <a:avLst/>
            </a:prstGeom>
            <a:gradFill>
              <a:gsLst>
                <a:gs pos="0">
                  <a:srgbClr val="C3A883">
                    <a:alpha val="16656"/>
                  </a:srgbClr>
                </a:gs>
                <a:gs pos="14286">
                  <a:srgbClr val="C3A883">
                    <a:alpha val="15419"/>
                  </a:srgbClr>
                </a:gs>
                <a:gs pos="28571">
                  <a:srgbClr val="C3A883">
                    <a:alpha val="12193"/>
                  </a:srgbClr>
                </a:gs>
                <a:gs pos="42857">
                  <a:srgbClr val="C3A883">
                    <a:alpha val="8175"/>
                  </a:srgbClr>
                </a:gs>
                <a:gs pos="57143">
                  <a:srgbClr val="C3A883">
                    <a:alpha val="4616"/>
                  </a:srgbClr>
                </a:gs>
                <a:gs pos="71429">
                  <a:srgbClr val="C3A883">
                    <a:alpha val="2188"/>
                  </a:srgbClr>
                </a:gs>
                <a:gs pos="85714">
                  <a:srgbClr val="C3A883">
                    <a:alpha val="871"/>
                  </a:srgbClr>
                </a:gs>
                <a:gs pos="100000">
                  <a:srgbClr val="C3A883">
                    <a:alpha val="292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40" name="Splat 140"/>
            <p:cNvSpPr>
              <a:spLocks noGrp="1"/>
            </p:cNvSpPr>
            <p:nvPr/>
          </p:nvSpPr>
          <p:spPr>
            <a:xfrm rot="6705059">
              <a:off x="3131118" y="1672456"/>
              <a:ext cx="641349" cy="52030"/>
            </a:xfrm>
            <a:prstGeom prst="ellipse">
              <a:avLst/>
            </a:prstGeom>
            <a:gradFill>
              <a:gsLst>
                <a:gs pos="0">
                  <a:srgbClr val="000000">
                    <a:alpha val="32968"/>
                  </a:srgbClr>
                </a:gs>
                <a:gs pos="14286">
                  <a:srgbClr val="000000">
                    <a:alpha val="30764"/>
                  </a:srgbClr>
                </a:gs>
                <a:gs pos="28571">
                  <a:srgbClr val="000000">
                    <a:alpha val="24833"/>
                  </a:srgbClr>
                </a:gs>
                <a:gs pos="42857">
                  <a:srgbClr val="000000">
                    <a:alpha val="17075"/>
                  </a:srgbClr>
                </a:gs>
                <a:gs pos="57143">
                  <a:srgbClr val="000000">
                    <a:alpha val="9855"/>
                  </a:srgbClr>
                </a:gs>
                <a:gs pos="71429">
                  <a:srgbClr val="000000">
                    <a:alpha val="4740"/>
                  </a:srgbClr>
                </a:gs>
                <a:gs pos="85714">
                  <a:srgbClr val="000000">
                    <a:alpha val="1902"/>
                  </a:srgbClr>
                </a:gs>
                <a:gs pos="100000">
                  <a:srgbClr val="000000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41" name="Splat 141"/>
            <p:cNvSpPr>
              <a:spLocks noGrp="1"/>
            </p:cNvSpPr>
            <p:nvPr/>
          </p:nvSpPr>
          <p:spPr>
            <a:xfrm rot="5400000">
              <a:off x="1468838" y="1842973"/>
              <a:ext cx="35020" cy="35020"/>
            </a:xfrm>
            <a:prstGeom prst="ellipse">
              <a:avLst/>
            </a:prstGeom>
            <a:gradFill>
              <a:gsLst>
                <a:gs pos="0">
                  <a:srgbClr val="AFA9A2">
                    <a:alpha val="16565"/>
                  </a:srgbClr>
                </a:gs>
                <a:gs pos="14286">
                  <a:srgbClr val="AFA9A2">
                    <a:alpha val="15334"/>
                  </a:srgbClr>
                </a:gs>
                <a:gs pos="28571">
                  <a:srgbClr val="AFA9A2">
                    <a:alpha val="12124"/>
                  </a:srgbClr>
                </a:gs>
                <a:gs pos="42857">
                  <a:srgbClr val="AFA9A2">
                    <a:alpha val="8128"/>
                  </a:srgbClr>
                </a:gs>
                <a:gs pos="57143">
                  <a:srgbClr val="AFA9A2">
                    <a:alpha val="4589"/>
                  </a:srgbClr>
                </a:gs>
                <a:gs pos="71429">
                  <a:srgbClr val="AFA9A2">
                    <a:alpha val="2175"/>
                  </a:srgbClr>
                </a:gs>
                <a:gs pos="85714">
                  <a:srgbClr val="AFA9A2">
                    <a:alpha val="866"/>
                  </a:srgbClr>
                </a:gs>
                <a:gs pos="100000">
                  <a:srgbClr val="AFA9A2">
                    <a:alpha val="290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42" name="Splat 142"/>
            <p:cNvSpPr>
              <a:spLocks noGrp="1"/>
            </p:cNvSpPr>
            <p:nvPr/>
          </p:nvSpPr>
          <p:spPr>
            <a:xfrm rot="-10725387">
              <a:off x="2583125" y="2651792"/>
              <a:ext cx="68420" cy="17105"/>
            </a:xfrm>
            <a:prstGeom prst="ellipse">
              <a:avLst/>
            </a:prstGeom>
            <a:gradFill>
              <a:gsLst>
                <a:gs pos="0">
                  <a:srgbClr val="736067">
                    <a:alpha val="16864"/>
                  </a:srgbClr>
                </a:gs>
                <a:gs pos="14286">
                  <a:srgbClr val="736067">
                    <a:alpha val="15613"/>
                  </a:srgbClr>
                </a:gs>
                <a:gs pos="28571">
                  <a:srgbClr val="736067">
                    <a:alpha val="12349"/>
                  </a:srgbClr>
                </a:gs>
                <a:gs pos="42857">
                  <a:srgbClr val="736067">
                    <a:alpha val="8282"/>
                  </a:srgbClr>
                </a:gs>
                <a:gs pos="57143">
                  <a:srgbClr val="736067">
                    <a:alpha val="4677"/>
                  </a:srgbClr>
                </a:gs>
                <a:gs pos="71429">
                  <a:srgbClr val="736067">
                    <a:alpha val="2217"/>
                  </a:srgbClr>
                </a:gs>
                <a:gs pos="85714">
                  <a:srgbClr val="736067">
                    <a:alpha val="883"/>
                  </a:srgbClr>
                </a:gs>
                <a:gs pos="100000">
                  <a:srgbClr val="736067">
                    <a:alpha val="296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43" name="Splat 143"/>
            <p:cNvSpPr>
              <a:spLocks noGrp="1"/>
            </p:cNvSpPr>
            <p:nvPr/>
          </p:nvSpPr>
          <p:spPr>
            <a:xfrm rot="5400000">
              <a:off x="1205707" y="603822"/>
              <a:ext cx="48339" cy="48339"/>
            </a:xfrm>
            <a:prstGeom prst="ellipse">
              <a:avLst/>
            </a:prstGeom>
            <a:gradFill>
              <a:gsLst>
                <a:gs pos="0">
                  <a:srgbClr val="4B0000">
                    <a:alpha val="16914"/>
                  </a:srgbClr>
                </a:gs>
                <a:gs pos="14286">
                  <a:srgbClr val="4B0000">
                    <a:alpha val="15660"/>
                  </a:srgbClr>
                </a:gs>
                <a:gs pos="28571">
                  <a:srgbClr val="4B0000">
                    <a:alpha val="12387"/>
                  </a:srgbClr>
                </a:gs>
                <a:gs pos="42857">
                  <a:srgbClr val="4B0000">
                    <a:alpha val="8308"/>
                  </a:srgbClr>
                </a:gs>
                <a:gs pos="57143">
                  <a:srgbClr val="4B0000">
                    <a:alpha val="4692"/>
                  </a:srgbClr>
                </a:gs>
                <a:gs pos="71429">
                  <a:srgbClr val="4B0000">
                    <a:alpha val="2225"/>
                  </a:srgbClr>
                </a:gs>
                <a:gs pos="85714">
                  <a:srgbClr val="4B0000">
                    <a:alpha val="886"/>
                  </a:srgbClr>
                </a:gs>
                <a:gs pos="100000">
                  <a:srgbClr val="4B0000">
                    <a:alpha val="297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44" name="Splat 144"/>
            <p:cNvSpPr>
              <a:spLocks noGrp="1"/>
            </p:cNvSpPr>
            <p:nvPr/>
          </p:nvSpPr>
          <p:spPr>
            <a:xfrm rot="10688260">
              <a:off x="3109092" y="1084723"/>
              <a:ext cx="544585" cy="539082"/>
            </a:xfrm>
            <a:prstGeom prst="ellipse">
              <a:avLst/>
            </a:prstGeom>
            <a:gradFill>
              <a:gsLst>
                <a:gs pos="0">
                  <a:srgbClr val="00DCB6">
                    <a:alpha val="1592"/>
                  </a:srgbClr>
                </a:gs>
                <a:gs pos="14286">
                  <a:srgbClr val="00DCB6">
                    <a:alpha val="1464"/>
                  </a:srgbClr>
                </a:gs>
                <a:gs pos="28571">
                  <a:srgbClr val="00DCB6">
                    <a:alpha val="1138"/>
                  </a:srgbClr>
                </a:gs>
                <a:gs pos="42857">
                  <a:srgbClr val="00DCB6">
                    <a:alpha val="748"/>
                  </a:srgbClr>
                </a:gs>
                <a:gs pos="57143">
                  <a:srgbClr val="00DCB6">
                    <a:alpha val="415"/>
                  </a:srgbClr>
                </a:gs>
                <a:gs pos="71429">
                  <a:srgbClr val="00DCB6">
                    <a:alpha val="195"/>
                  </a:srgbClr>
                </a:gs>
                <a:gs pos="85714">
                  <a:srgbClr val="00DCB6">
                    <a:alpha val="77"/>
                  </a:srgbClr>
                </a:gs>
                <a:gs pos="100000">
                  <a:srgbClr val="00DCB6">
                    <a:alpha val="26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45" name="Splat 145"/>
            <p:cNvSpPr>
              <a:spLocks noGrp="1"/>
            </p:cNvSpPr>
            <p:nvPr/>
          </p:nvSpPr>
          <p:spPr>
            <a:xfrm rot="5182412">
              <a:off x="3191227" y="1621112"/>
              <a:ext cx="206305" cy="39397"/>
            </a:xfrm>
            <a:prstGeom prst="ellipse">
              <a:avLst/>
            </a:prstGeom>
            <a:gradFill>
              <a:gsLst>
                <a:gs pos="0">
                  <a:srgbClr val="00004F">
                    <a:alpha val="32968"/>
                  </a:srgbClr>
                </a:gs>
                <a:gs pos="14286">
                  <a:srgbClr val="00004F">
                    <a:alpha val="30764"/>
                  </a:srgbClr>
                </a:gs>
                <a:gs pos="28571">
                  <a:srgbClr val="00004F">
                    <a:alpha val="24833"/>
                  </a:srgbClr>
                </a:gs>
                <a:gs pos="42857">
                  <a:srgbClr val="00004F">
                    <a:alpha val="17075"/>
                  </a:srgbClr>
                </a:gs>
                <a:gs pos="57143">
                  <a:srgbClr val="00004F">
                    <a:alpha val="9855"/>
                  </a:srgbClr>
                </a:gs>
                <a:gs pos="71429">
                  <a:srgbClr val="00004F">
                    <a:alpha val="4740"/>
                  </a:srgbClr>
                </a:gs>
                <a:gs pos="85714">
                  <a:srgbClr val="00004F">
                    <a:alpha val="1902"/>
                  </a:srgbClr>
                </a:gs>
                <a:gs pos="100000">
                  <a:srgbClr val="00004F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46" name="Splat 146"/>
            <p:cNvSpPr>
              <a:spLocks noGrp="1"/>
            </p:cNvSpPr>
            <p:nvPr/>
          </p:nvSpPr>
          <p:spPr>
            <a:xfrm rot="3387393">
              <a:off x="1671405" y="827501"/>
              <a:ext cx="68461" cy="17478"/>
            </a:xfrm>
            <a:prstGeom prst="ellipse">
              <a:avLst/>
            </a:prstGeom>
            <a:gradFill>
              <a:gsLst>
                <a:gs pos="0">
                  <a:srgbClr val="76593A">
                    <a:alpha val="16589"/>
                  </a:srgbClr>
                </a:gs>
                <a:gs pos="14286">
                  <a:srgbClr val="76593A">
                    <a:alpha val="15356"/>
                  </a:srgbClr>
                </a:gs>
                <a:gs pos="28571">
                  <a:srgbClr val="76593A">
                    <a:alpha val="12142"/>
                  </a:srgbClr>
                </a:gs>
                <a:gs pos="42857">
                  <a:srgbClr val="76593A">
                    <a:alpha val="8140"/>
                  </a:srgbClr>
                </a:gs>
                <a:gs pos="57143">
                  <a:srgbClr val="76593A">
                    <a:alpha val="4596"/>
                  </a:srgbClr>
                </a:gs>
                <a:gs pos="71429">
                  <a:srgbClr val="76593A">
                    <a:alpha val="2178"/>
                  </a:srgbClr>
                </a:gs>
                <a:gs pos="85714">
                  <a:srgbClr val="76593A">
                    <a:alpha val="867"/>
                  </a:srgbClr>
                </a:gs>
                <a:gs pos="100000">
                  <a:srgbClr val="76593A">
                    <a:alpha val="290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47" name="Splat 147"/>
            <p:cNvSpPr>
              <a:spLocks noGrp="1"/>
            </p:cNvSpPr>
            <p:nvPr/>
          </p:nvSpPr>
          <p:spPr>
            <a:xfrm rot="5426221">
              <a:off x="3327737" y="792277"/>
              <a:ext cx="539867" cy="32855"/>
            </a:xfrm>
            <a:prstGeom prst="ellipse">
              <a:avLst/>
            </a:prstGeom>
            <a:gradFill>
              <a:gsLst>
                <a:gs pos="0">
                  <a:srgbClr val="00002D">
                    <a:alpha val="32968"/>
                  </a:srgbClr>
                </a:gs>
                <a:gs pos="14286">
                  <a:srgbClr val="00002D">
                    <a:alpha val="30764"/>
                  </a:srgbClr>
                </a:gs>
                <a:gs pos="28571">
                  <a:srgbClr val="00002D">
                    <a:alpha val="24833"/>
                  </a:srgbClr>
                </a:gs>
                <a:gs pos="42857">
                  <a:srgbClr val="00002D">
                    <a:alpha val="17075"/>
                  </a:srgbClr>
                </a:gs>
                <a:gs pos="57143">
                  <a:srgbClr val="00002D">
                    <a:alpha val="9855"/>
                  </a:srgbClr>
                </a:gs>
                <a:gs pos="71429">
                  <a:srgbClr val="00002D">
                    <a:alpha val="4740"/>
                  </a:srgbClr>
                </a:gs>
                <a:gs pos="85714">
                  <a:srgbClr val="00002D">
                    <a:alpha val="1902"/>
                  </a:srgbClr>
                </a:gs>
                <a:gs pos="100000">
                  <a:srgbClr val="00002D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48" name="Splat 148"/>
            <p:cNvSpPr>
              <a:spLocks noGrp="1"/>
            </p:cNvSpPr>
            <p:nvPr/>
          </p:nvSpPr>
          <p:spPr>
            <a:xfrm rot="8729783">
              <a:off x="1657055" y="1696505"/>
              <a:ext cx="64122" cy="16031"/>
            </a:xfrm>
            <a:prstGeom prst="ellipse">
              <a:avLst/>
            </a:prstGeom>
            <a:gradFill>
              <a:gsLst>
                <a:gs pos="0">
                  <a:srgbClr val="D2AF81">
                    <a:alpha val="17652"/>
                  </a:srgbClr>
                </a:gs>
                <a:gs pos="14286">
                  <a:srgbClr val="D2AF81">
                    <a:alpha val="16348"/>
                  </a:srgbClr>
                </a:gs>
                <a:gs pos="28571">
                  <a:srgbClr val="D2AF81">
                    <a:alpha val="12942"/>
                  </a:srgbClr>
                </a:gs>
                <a:gs pos="42857">
                  <a:srgbClr val="D2AF81">
                    <a:alpha val="8690"/>
                  </a:srgbClr>
                </a:gs>
                <a:gs pos="57143">
                  <a:srgbClr val="D2AF81">
                    <a:alpha val="4913"/>
                  </a:srgbClr>
                </a:gs>
                <a:gs pos="71429">
                  <a:srgbClr val="D2AF81">
                    <a:alpha val="2330"/>
                  </a:srgbClr>
                </a:gs>
                <a:gs pos="85714">
                  <a:srgbClr val="D2AF81">
                    <a:alpha val="928"/>
                  </a:srgbClr>
                </a:gs>
                <a:gs pos="100000">
                  <a:srgbClr val="D2AF81">
                    <a:alpha val="311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49" name="Splat 149"/>
            <p:cNvSpPr>
              <a:spLocks noGrp="1"/>
            </p:cNvSpPr>
            <p:nvPr/>
          </p:nvSpPr>
          <p:spPr>
            <a:xfrm rot="6029436">
              <a:off x="794207" y="3138775"/>
              <a:ext cx="625315" cy="161549"/>
            </a:xfrm>
            <a:prstGeom prst="ellipse">
              <a:avLst/>
            </a:prstGeom>
            <a:gradFill>
              <a:gsLst>
                <a:gs pos="0">
                  <a:srgbClr val="FFD200">
                    <a:alpha val="27993"/>
                  </a:srgbClr>
                </a:gs>
                <a:gs pos="14286">
                  <a:srgbClr val="FFD200">
                    <a:alpha val="26054"/>
                  </a:srgbClr>
                </a:gs>
                <a:gs pos="28571">
                  <a:srgbClr val="FFD200">
                    <a:alpha val="20892"/>
                  </a:srgbClr>
                </a:gs>
                <a:gs pos="42857">
                  <a:srgbClr val="FFD200">
                    <a:alpha val="14249"/>
                  </a:srgbClr>
                </a:gs>
                <a:gs pos="57143">
                  <a:srgbClr val="FFD200">
                    <a:alpha val="8165"/>
                  </a:srgbClr>
                </a:gs>
                <a:gs pos="71429">
                  <a:srgbClr val="FFD200">
                    <a:alpha val="3909"/>
                  </a:srgbClr>
                </a:gs>
                <a:gs pos="85714">
                  <a:srgbClr val="FFD200">
                    <a:alpha val="1564"/>
                  </a:srgbClr>
                </a:gs>
                <a:gs pos="100000">
                  <a:srgbClr val="FFD200">
                    <a:alpha val="525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50" name="Splat 150"/>
            <p:cNvSpPr>
              <a:spLocks noGrp="1"/>
            </p:cNvSpPr>
            <p:nvPr/>
          </p:nvSpPr>
          <p:spPr>
            <a:xfrm rot="-10553977">
              <a:off x="191524" y="3348864"/>
              <a:ext cx="627081" cy="54365"/>
            </a:xfrm>
            <a:prstGeom prst="ellipse">
              <a:avLst/>
            </a:prstGeom>
            <a:gradFill>
              <a:gsLst>
                <a:gs pos="0">
                  <a:srgbClr val="000000">
                    <a:alpha val="32968"/>
                  </a:srgbClr>
                </a:gs>
                <a:gs pos="14286">
                  <a:srgbClr val="000000">
                    <a:alpha val="30764"/>
                  </a:srgbClr>
                </a:gs>
                <a:gs pos="28571">
                  <a:srgbClr val="000000">
                    <a:alpha val="24833"/>
                  </a:srgbClr>
                </a:gs>
                <a:gs pos="42857">
                  <a:srgbClr val="000000">
                    <a:alpha val="17075"/>
                  </a:srgbClr>
                </a:gs>
                <a:gs pos="57143">
                  <a:srgbClr val="000000">
                    <a:alpha val="9855"/>
                  </a:srgbClr>
                </a:gs>
                <a:gs pos="71429">
                  <a:srgbClr val="000000">
                    <a:alpha val="4740"/>
                  </a:srgbClr>
                </a:gs>
                <a:gs pos="85714">
                  <a:srgbClr val="000000">
                    <a:alpha val="1902"/>
                  </a:srgbClr>
                </a:gs>
                <a:gs pos="100000">
                  <a:srgbClr val="000000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51" name="Splat 151"/>
            <p:cNvSpPr>
              <a:spLocks noGrp="1"/>
            </p:cNvSpPr>
            <p:nvPr/>
          </p:nvSpPr>
          <p:spPr>
            <a:xfrm rot="7449337">
              <a:off x="2211375" y="373088"/>
              <a:ext cx="68461" cy="17539"/>
            </a:xfrm>
            <a:prstGeom prst="ellipse">
              <a:avLst/>
            </a:prstGeom>
            <a:gradFill>
              <a:gsLst>
                <a:gs pos="0">
                  <a:srgbClr val="B89668">
                    <a:alpha val="16543"/>
                  </a:srgbClr>
                </a:gs>
                <a:gs pos="14286">
                  <a:srgbClr val="B89668">
                    <a:alpha val="15314"/>
                  </a:srgbClr>
                </a:gs>
                <a:gs pos="28571">
                  <a:srgbClr val="B89668">
                    <a:alpha val="12108"/>
                  </a:srgbClr>
                </a:gs>
                <a:gs pos="42857">
                  <a:srgbClr val="B89668">
                    <a:alpha val="8117"/>
                  </a:srgbClr>
                </a:gs>
                <a:gs pos="57143">
                  <a:srgbClr val="B89668">
                    <a:alpha val="4582"/>
                  </a:srgbClr>
                </a:gs>
                <a:gs pos="71429">
                  <a:srgbClr val="B89668">
                    <a:alpha val="2172"/>
                  </a:srgbClr>
                </a:gs>
                <a:gs pos="85714">
                  <a:srgbClr val="B89668">
                    <a:alpha val="864"/>
                  </a:srgbClr>
                </a:gs>
                <a:gs pos="100000">
                  <a:srgbClr val="B89668">
                    <a:alpha val="290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52" name="Splat 152"/>
            <p:cNvSpPr>
              <a:spLocks noGrp="1"/>
            </p:cNvSpPr>
            <p:nvPr/>
          </p:nvSpPr>
          <p:spPr>
            <a:xfrm rot="-9658486">
              <a:off x="677871" y="3398264"/>
              <a:ext cx="68461" cy="17356"/>
            </a:xfrm>
            <a:prstGeom prst="ellipse">
              <a:avLst/>
            </a:prstGeom>
            <a:gradFill>
              <a:gsLst>
                <a:gs pos="0">
                  <a:srgbClr val="BD9B79">
                    <a:alpha val="16679"/>
                  </a:srgbClr>
                </a:gs>
                <a:gs pos="14286">
                  <a:srgbClr val="BD9B79">
                    <a:alpha val="15440"/>
                  </a:srgbClr>
                </a:gs>
                <a:gs pos="28571">
                  <a:srgbClr val="BD9B79">
                    <a:alpha val="12209"/>
                  </a:srgbClr>
                </a:gs>
                <a:gs pos="42857">
                  <a:srgbClr val="BD9B79">
                    <a:alpha val="8187"/>
                  </a:srgbClr>
                </a:gs>
                <a:gs pos="57143">
                  <a:srgbClr val="BD9B79">
                    <a:alpha val="4622"/>
                  </a:srgbClr>
                </a:gs>
                <a:gs pos="71429">
                  <a:srgbClr val="BD9B79">
                    <a:alpha val="2191"/>
                  </a:srgbClr>
                </a:gs>
                <a:gs pos="85714">
                  <a:srgbClr val="BD9B79">
                    <a:alpha val="872"/>
                  </a:srgbClr>
                </a:gs>
                <a:gs pos="100000">
                  <a:srgbClr val="BD9B79">
                    <a:alpha val="292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53" name="Splat 153"/>
            <p:cNvSpPr>
              <a:spLocks noGrp="1"/>
            </p:cNvSpPr>
            <p:nvPr/>
          </p:nvSpPr>
          <p:spPr>
            <a:xfrm rot="4894414">
              <a:off x="1559003" y="2516920"/>
              <a:ext cx="68461" cy="17601"/>
            </a:xfrm>
            <a:prstGeom prst="ellipse">
              <a:avLst/>
            </a:prstGeom>
            <a:gradFill>
              <a:gsLst>
                <a:gs pos="0">
                  <a:srgbClr val="A6AFC6">
                    <a:alpha val="16498"/>
                  </a:srgbClr>
                </a:gs>
                <a:gs pos="14286">
                  <a:srgbClr val="A6AFC6">
                    <a:alpha val="15271"/>
                  </a:srgbClr>
                </a:gs>
                <a:gs pos="28571">
                  <a:srgbClr val="A6AFC6">
                    <a:alpha val="12073"/>
                  </a:srgbClr>
                </a:gs>
                <a:gs pos="42857">
                  <a:srgbClr val="A6AFC6">
                    <a:alpha val="8093"/>
                  </a:srgbClr>
                </a:gs>
                <a:gs pos="57143">
                  <a:srgbClr val="A6AFC6">
                    <a:alpha val="4569"/>
                  </a:srgbClr>
                </a:gs>
                <a:gs pos="71429">
                  <a:srgbClr val="A6AFC6">
                    <a:alpha val="2165"/>
                  </a:srgbClr>
                </a:gs>
                <a:gs pos="85714">
                  <a:srgbClr val="A6AFC6">
                    <a:alpha val="862"/>
                  </a:srgbClr>
                </a:gs>
                <a:gs pos="100000">
                  <a:srgbClr val="A6AFC6">
                    <a:alpha val="28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54" name="Splat 154"/>
            <p:cNvSpPr>
              <a:spLocks noGrp="1"/>
            </p:cNvSpPr>
            <p:nvPr/>
          </p:nvSpPr>
          <p:spPr>
            <a:xfrm rot="3898003">
              <a:off x="1727038" y="656317"/>
              <a:ext cx="68461" cy="17764"/>
            </a:xfrm>
            <a:prstGeom prst="ellipse">
              <a:avLst/>
            </a:prstGeom>
            <a:gradFill>
              <a:gsLst>
                <a:gs pos="0">
                  <a:srgbClr val="82746F">
                    <a:alpha val="16377"/>
                  </a:srgbClr>
                </a:gs>
                <a:gs pos="14286">
                  <a:srgbClr val="82746F">
                    <a:alpha val="15159"/>
                  </a:srgbClr>
                </a:gs>
                <a:gs pos="28571">
                  <a:srgbClr val="82746F">
                    <a:alpha val="11983"/>
                  </a:srgbClr>
                </a:gs>
                <a:gs pos="42857">
                  <a:srgbClr val="82746F">
                    <a:alpha val="8031"/>
                  </a:srgbClr>
                </a:gs>
                <a:gs pos="57143">
                  <a:srgbClr val="82746F">
                    <a:alpha val="4533"/>
                  </a:srgbClr>
                </a:gs>
                <a:gs pos="71429">
                  <a:srgbClr val="82746F">
                    <a:alpha val="2148"/>
                  </a:srgbClr>
                </a:gs>
                <a:gs pos="85714">
                  <a:srgbClr val="82746F">
                    <a:alpha val="855"/>
                  </a:srgbClr>
                </a:gs>
                <a:gs pos="100000">
                  <a:srgbClr val="82746F">
                    <a:alpha val="286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55" name="Splat 155"/>
            <p:cNvSpPr>
              <a:spLocks noGrp="1"/>
            </p:cNvSpPr>
            <p:nvPr/>
          </p:nvSpPr>
          <p:spPr>
            <a:xfrm rot="6208227">
              <a:off x="2686241" y="2237215"/>
              <a:ext cx="688170" cy="81888"/>
            </a:xfrm>
            <a:prstGeom prst="ellipse">
              <a:avLst/>
            </a:prstGeom>
            <a:gradFill>
              <a:gsLst>
                <a:gs pos="0">
                  <a:srgbClr val="000090">
                    <a:alpha val="32968"/>
                  </a:srgbClr>
                </a:gs>
                <a:gs pos="14286">
                  <a:srgbClr val="000090">
                    <a:alpha val="30764"/>
                  </a:srgbClr>
                </a:gs>
                <a:gs pos="28571">
                  <a:srgbClr val="000090">
                    <a:alpha val="24833"/>
                  </a:srgbClr>
                </a:gs>
                <a:gs pos="42857">
                  <a:srgbClr val="000090">
                    <a:alpha val="17075"/>
                  </a:srgbClr>
                </a:gs>
                <a:gs pos="57143">
                  <a:srgbClr val="000090">
                    <a:alpha val="9855"/>
                  </a:srgbClr>
                </a:gs>
                <a:gs pos="71429">
                  <a:srgbClr val="000090">
                    <a:alpha val="4740"/>
                  </a:srgbClr>
                </a:gs>
                <a:gs pos="85714">
                  <a:srgbClr val="000090">
                    <a:alpha val="1902"/>
                  </a:srgbClr>
                </a:gs>
                <a:gs pos="100000">
                  <a:srgbClr val="000090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56" name="Splat 156"/>
            <p:cNvSpPr>
              <a:spLocks noGrp="1"/>
            </p:cNvSpPr>
            <p:nvPr/>
          </p:nvSpPr>
          <p:spPr>
            <a:xfrm rot="4080056">
              <a:off x="2770325" y="2486494"/>
              <a:ext cx="66524" cy="16631"/>
            </a:xfrm>
            <a:prstGeom prst="ellipse">
              <a:avLst/>
            </a:prstGeom>
            <a:gradFill>
              <a:gsLst>
                <a:gs pos="0">
                  <a:srgbClr val="99A4AA">
                    <a:alpha val="17212"/>
                  </a:srgbClr>
                </a:gs>
                <a:gs pos="14286">
                  <a:srgbClr val="99A4AA">
                    <a:alpha val="15938"/>
                  </a:srgbClr>
                </a:gs>
                <a:gs pos="28571">
                  <a:srgbClr val="99A4AA">
                    <a:alpha val="12611"/>
                  </a:srgbClr>
                </a:gs>
                <a:gs pos="42857">
                  <a:srgbClr val="99A4AA">
                    <a:alpha val="8462"/>
                  </a:srgbClr>
                </a:gs>
                <a:gs pos="57143">
                  <a:srgbClr val="99A4AA">
                    <a:alpha val="4781"/>
                  </a:srgbClr>
                </a:gs>
                <a:gs pos="71429">
                  <a:srgbClr val="99A4AA">
                    <a:alpha val="2267"/>
                  </a:srgbClr>
                </a:gs>
                <a:gs pos="85714">
                  <a:srgbClr val="99A4AA">
                    <a:alpha val="903"/>
                  </a:srgbClr>
                </a:gs>
                <a:gs pos="100000">
                  <a:srgbClr val="99A4AA">
                    <a:alpha val="302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57" name="Splat 157"/>
            <p:cNvSpPr>
              <a:spLocks noGrp="1"/>
            </p:cNvSpPr>
            <p:nvPr/>
          </p:nvSpPr>
          <p:spPr>
            <a:xfrm rot="-10103425">
              <a:off x="1871752" y="2790738"/>
              <a:ext cx="68461" cy="17161"/>
            </a:xfrm>
            <a:prstGeom prst="ellipse">
              <a:avLst/>
            </a:prstGeom>
            <a:gradFill>
              <a:gsLst>
                <a:gs pos="0">
                  <a:srgbClr val="ABA5A3">
                    <a:alpha val="16823"/>
                  </a:srgbClr>
                </a:gs>
                <a:gs pos="14286">
                  <a:srgbClr val="ABA5A3">
                    <a:alpha val="15574"/>
                  </a:srgbClr>
                </a:gs>
                <a:gs pos="28571">
                  <a:srgbClr val="ABA5A3">
                    <a:alpha val="12318"/>
                  </a:srgbClr>
                </a:gs>
                <a:gs pos="42857">
                  <a:srgbClr val="ABA5A3">
                    <a:alpha val="8261"/>
                  </a:srgbClr>
                </a:gs>
                <a:gs pos="57143">
                  <a:srgbClr val="ABA5A3">
                    <a:alpha val="4665"/>
                  </a:srgbClr>
                </a:gs>
                <a:gs pos="71429">
                  <a:srgbClr val="ABA5A3">
                    <a:alpha val="2212"/>
                  </a:srgbClr>
                </a:gs>
                <a:gs pos="85714">
                  <a:srgbClr val="ABA5A3">
                    <a:alpha val="880"/>
                  </a:srgbClr>
                </a:gs>
                <a:gs pos="100000">
                  <a:srgbClr val="ABA5A3">
                    <a:alpha val="295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58" name="Splat 158"/>
            <p:cNvSpPr>
              <a:spLocks noGrp="1"/>
            </p:cNvSpPr>
            <p:nvPr/>
          </p:nvSpPr>
          <p:spPr>
            <a:xfrm rot="4145537">
              <a:off x="3043851" y="2661654"/>
              <a:ext cx="647420" cy="161763"/>
            </a:xfrm>
            <a:prstGeom prst="ellipse">
              <a:avLst/>
            </a:prstGeom>
            <a:gradFill>
              <a:gsLst>
                <a:gs pos="0">
                  <a:srgbClr val="F8F9FF">
                    <a:alpha val="19266"/>
                  </a:srgbClr>
                </a:gs>
                <a:gs pos="14286">
                  <a:srgbClr val="F8F9FF">
                    <a:alpha val="17856"/>
                  </a:srgbClr>
                </a:gs>
                <a:gs pos="28571">
                  <a:srgbClr val="F8F9FF">
                    <a:alpha val="14163"/>
                  </a:srgbClr>
                </a:gs>
                <a:gs pos="42857">
                  <a:srgbClr val="F8F9FF">
                    <a:alpha val="9532"/>
                  </a:srgbClr>
                </a:gs>
                <a:gs pos="57143">
                  <a:srgbClr val="F8F9FF">
                    <a:alpha val="5400"/>
                  </a:srgbClr>
                </a:gs>
                <a:gs pos="71429">
                  <a:srgbClr val="F8F9FF">
                    <a:alpha val="2565"/>
                  </a:srgbClr>
                </a:gs>
                <a:gs pos="85714">
                  <a:srgbClr val="F8F9FF">
                    <a:alpha val="1022"/>
                  </a:srgbClr>
                </a:gs>
                <a:gs pos="100000">
                  <a:srgbClr val="F8F9FF">
                    <a:alpha val="343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59" name="Splat 159"/>
            <p:cNvSpPr>
              <a:spLocks noGrp="1"/>
            </p:cNvSpPr>
            <p:nvPr/>
          </p:nvSpPr>
          <p:spPr>
            <a:xfrm rot="9588631">
              <a:off x="1082102" y="315396"/>
              <a:ext cx="67129" cy="16782"/>
            </a:xfrm>
            <a:prstGeom prst="ellipse">
              <a:avLst/>
            </a:prstGeom>
            <a:gradFill>
              <a:gsLst>
                <a:gs pos="0">
                  <a:srgbClr val="9F8E69">
                    <a:alpha val="17101"/>
                  </a:srgbClr>
                </a:gs>
                <a:gs pos="14286">
                  <a:srgbClr val="9F8E69">
                    <a:alpha val="15834"/>
                  </a:srgbClr>
                </a:gs>
                <a:gs pos="28571">
                  <a:srgbClr val="9F8E69">
                    <a:alpha val="12527"/>
                  </a:srgbClr>
                </a:gs>
                <a:gs pos="42857">
                  <a:srgbClr val="9F8E69">
                    <a:alpha val="8405"/>
                  </a:srgbClr>
                </a:gs>
                <a:gs pos="57143">
                  <a:srgbClr val="9F8E69">
                    <a:alpha val="4748"/>
                  </a:srgbClr>
                </a:gs>
                <a:gs pos="71429">
                  <a:srgbClr val="9F8E69">
                    <a:alpha val="2251"/>
                  </a:srgbClr>
                </a:gs>
                <a:gs pos="85714">
                  <a:srgbClr val="9F8E69">
                    <a:alpha val="896"/>
                  </a:srgbClr>
                </a:gs>
                <a:gs pos="100000">
                  <a:srgbClr val="9F8E69">
                    <a:alpha val="300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60" name="Splat 160"/>
            <p:cNvSpPr>
              <a:spLocks noGrp="1"/>
            </p:cNvSpPr>
            <p:nvPr/>
          </p:nvSpPr>
          <p:spPr>
            <a:xfrm rot="9960622">
              <a:off x="1864946" y="341455"/>
              <a:ext cx="339027" cy="62324"/>
            </a:xfrm>
            <a:prstGeom prst="ellipse">
              <a:avLst/>
            </a:prstGeom>
            <a:gradFill>
              <a:gsLst>
                <a:gs pos="0">
                  <a:srgbClr val="000000">
                    <a:alpha val="32968"/>
                  </a:srgbClr>
                </a:gs>
                <a:gs pos="14286">
                  <a:srgbClr val="000000">
                    <a:alpha val="30764"/>
                  </a:srgbClr>
                </a:gs>
                <a:gs pos="28571">
                  <a:srgbClr val="000000">
                    <a:alpha val="24833"/>
                  </a:srgbClr>
                </a:gs>
                <a:gs pos="42857">
                  <a:srgbClr val="000000">
                    <a:alpha val="17075"/>
                  </a:srgbClr>
                </a:gs>
                <a:gs pos="57143">
                  <a:srgbClr val="000000">
                    <a:alpha val="9855"/>
                  </a:srgbClr>
                </a:gs>
                <a:gs pos="71429">
                  <a:srgbClr val="000000">
                    <a:alpha val="4740"/>
                  </a:srgbClr>
                </a:gs>
                <a:gs pos="85714">
                  <a:srgbClr val="000000">
                    <a:alpha val="1902"/>
                  </a:srgbClr>
                </a:gs>
                <a:gs pos="100000">
                  <a:srgbClr val="000000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61" name="Splat 161"/>
            <p:cNvSpPr>
              <a:spLocks noGrp="1"/>
            </p:cNvSpPr>
            <p:nvPr/>
          </p:nvSpPr>
          <p:spPr>
            <a:xfrm rot="6961040">
              <a:off x="1750870" y="1638402"/>
              <a:ext cx="66864" cy="16716"/>
            </a:xfrm>
            <a:prstGeom prst="ellipse">
              <a:avLst/>
            </a:prstGeom>
            <a:gradFill>
              <a:gsLst>
                <a:gs pos="0">
                  <a:srgbClr val="DFDBD7">
                    <a:alpha val="17150"/>
                  </a:srgbClr>
                </a:gs>
                <a:gs pos="14286">
                  <a:srgbClr val="DFDBD7">
                    <a:alpha val="15880"/>
                  </a:srgbClr>
                </a:gs>
                <a:gs pos="28571">
                  <a:srgbClr val="DFDBD7">
                    <a:alpha val="12564"/>
                  </a:srgbClr>
                </a:gs>
                <a:gs pos="42857">
                  <a:srgbClr val="DFDBD7">
                    <a:alpha val="8430"/>
                  </a:srgbClr>
                </a:gs>
                <a:gs pos="57143">
                  <a:srgbClr val="DFDBD7">
                    <a:alpha val="4763"/>
                  </a:srgbClr>
                </a:gs>
                <a:gs pos="71429">
                  <a:srgbClr val="DFDBD7">
                    <a:alpha val="2258"/>
                  </a:srgbClr>
                </a:gs>
                <a:gs pos="85714">
                  <a:srgbClr val="DFDBD7">
                    <a:alpha val="899"/>
                  </a:srgbClr>
                </a:gs>
                <a:gs pos="100000">
                  <a:srgbClr val="DFDBD7">
                    <a:alpha val="301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62" name="Splat 162"/>
            <p:cNvSpPr>
              <a:spLocks noGrp="1"/>
            </p:cNvSpPr>
            <p:nvPr/>
          </p:nvSpPr>
          <p:spPr>
            <a:xfrm rot="7060952">
              <a:off x="900416" y="193373"/>
              <a:ext cx="68461" cy="17781"/>
            </a:xfrm>
            <a:prstGeom prst="ellipse">
              <a:avLst/>
            </a:prstGeom>
            <a:gradFill>
              <a:gsLst>
                <a:gs pos="0">
                  <a:srgbClr val="94653B">
                    <a:alpha val="16364"/>
                  </a:srgbClr>
                </a:gs>
                <a:gs pos="14286">
                  <a:srgbClr val="94653B">
                    <a:alpha val="15147"/>
                  </a:srgbClr>
                </a:gs>
                <a:gs pos="28571">
                  <a:srgbClr val="94653B">
                    <a:alpha val="11973"/>
                  </a:srgbClr>
                </a:gs>
                <a:gs pos="42857">
                  <a:srgbClr val="94653B">
                    <a:alpha val="8025"/>
                  </a:srgbClr>
                </a:gs>
                <a:gs pos="57143">
                  <a:srgbClr val="94653B">
                    <a:alpha val="4529"/>
                  </a:srgbClr>
                </a:gs>
                <a:gs pos="71429">
                  <a:srgbClr val="94653B">
                    <a:alpha val="2146"/>
                  </a:srgbClr>
                </a:gs>
                <a:gs pos="85714">
                  <a:srgbClr val="94653B">
                    <a:alpha val="854"/>
                  </a:srgbClr>
                </a:gs>
                <a:gs pos="100000">
                  <a:srgbClr val="94653B">
                    <a:alpha val="286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63" name="Splat 163"/>
            <p:cNvSpPr>
              <a:spLocks noGrp="1"/>
            </p:cNvSpPr>
            <p:nvPr/>
          </p:nvSpPr>
          <p:spPr>
            <a:xfrm rot="7802289">
              <a:off x="495535" y="2815768"/>
              <a:ext cx="229082" cy="44954"/>
            </a:xfrm>
            <a:prstGeom prst="ellipse">
              <a:avLst/>
            </a:prstGeom>
            <a:gradFill>
              <a:gsLst>
                <a:gs pos="0">
                  <a:srgbClr val="000077">
                    <a:alpha val="32968"/>
                  </a:srgbClr>
                </a:gs>
                <a:gs pos="14286">
                  <a:srgbClr val="000077">
                    <a:alpha val="30764"/>
                  </a:srgbClr>
                </a:gs>
                <a:gs pos="28571">
                  <a:srgbClr val="000077">
                    <a:alpha val="24833"/>
                  </a:srgbClr>
                </a:gs>
                <a:gs pos="42857">
                  <a:srgbClr val="000077">
                    <a:alpha val="17075"/>
                  </a:srgbClr>
                </a:gs>
                <a:gs pos="57143">
                  <a:srgbClr val="000077">
                    <a:alpha val="9855"/>
                  </a:srgbClr>
                </a:gs>
                <a:gs pos="71429">
                  <a:srgbClr val="000077">
                    <a:alpha val="4740"/>
                  </a:srgbClr>
                </a:gs>
                <a:gs pos="85714">
                  <a:srgbClr val="000077">
                    <a:alpha val="1902"/>
                  </a:srgbClr>
                </a:gs>
                <a:gs pos="100000">
                  <a:srgbClr val="000077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64" name="Splat 164"/>
            <p:cNvSpPr>
              <a:spLocks noGrp="1"/>
            </p:cNvSpPr>
            <p:nvPr/>
          </p:nvSpPr>
          <p:spPr>
            <a:xfrm rot="9578543">
              <a:off x="650182" y="32973"/>
              <a:ext cx="66959" cy="16740"/>
            </a:xfrm>
            <a:prstGeom prst="ellipse">
              <a:avLst/>
            </a:prstGeom>
            <a:gradFill>
              <a:gsLst>
                <a:gs pos="0">
                  <a:srgbClr val="816743">
                    <a:alpha val="17133"/>
                  </a:srgbClr>
                </a:gs>
                <a:gs pos="14286">
                  <a:srgbClr val="816743">
                    <a:alpha val="15863"/>
                  </a:srgbClr>
                </a:gs>
                <a:gs pos="28571">
                  <a:srgbClr val="816743">
                    <a:alpha val="12551"/>
                  </a:srgbClr>
                </a:gs>
                <a:gs pos="42857">
                  <a:srgbClr val="816743">
                    <a:alpha val="8421"/>
                  </a:srgbClr>
                </a:gs>
                <a:gs pos="57143">
                  <a:srgbClr val="816743">
                    <a:alpha val="4757"/>
                  </a:srgbClr>
                </a:gs>
                <a:gs pos="71429">
                  <a:srgbClr val="816743">
                    <a:alpha val="2256"/>
                  </a:srgbClr>
                </a:gs>
                <a:gs pos="85714">
                  <a:srgbClr val="816743">
                    <a:alpha val="898"/>
                  </a:srgbClr>
                </a:gs>
                <a:gs pos="100000">
                  <a:srgbClr val="816743">
                    <a:alpha val="301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65" name="Splat 165"/>
            <p:cNvSpPr>
              <a:spLocks noGrp="1"/>
            </p:cNvSpPr>
            <p:nvPr/>
          </p:nvSpPr>
          <p:spPr>
            <a:xfrm rot="-10685783">
              <a:off x="149202" y="3171566"/>
              <a:ext cx="558099" cy="88188"/>
            </a:xfrm>
            <a:prstGeom prst="ellipse">
              <a:avLst/>
            </a:prstGeom>
            <a:gradFill>
              <a:gsLst>
                <a:gs pos="0">
                  <a:srgbClr val="7B0000">
                    <a:alpha val="32968"/>
                  </a:srgbClr>
                </a:gs>
                <a:gs pos="14286">
                  <a:srgbClr val="7B0000">
                    <a:alpha val="30764"/>
                  </a:srgbClr>
                </a:gs>
                <a:gs pos="28571">
                  <a:srgbClr val="7B0000">
                    <a:alpha val="24833"/>
                  </a:srgbClr>
                </a:gs>
                <a:gs pos="42857">
                  <a:srgbClr val="7B0000">
                    <a:alpha val="17075"/>
                  </a:srgbClr>
                </a:gs>
                <a:gs pos="57143">
                  <a:srgbClr val="7B0000">
                    <a:alpha val="9855"/>
                  </a:srgbClr>
                </a:gs>
                <a:gs pos="71429">
                  <a:srgbClr val="7B0000">
                    <a:alpha val="4740"/>
                  </a:srgbClr>
                </a:gs>
                <a:gs pos="85714">
                  <a:srgbClr val="7B0000">
                    <a:alpha val="1902"/>
                  </a:srgbClr>
                </a:gs>
                <a:gs pos="100000">
                  <a:srgbClr val="7B0000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66" name="Splat 166"/>
            <p:cNvSpPr>
              <a:spLocks noGrp="1"/>
            </p:cNvSpPr>
            <p:nvPr/>
          </p:nvSpPr>
          <p:spPr>
            <a:xfrm rot="8854157">
              <a:off x="3133997" y="1814654"/>
              <a:ext cx="62238" cy="15559"/>
            </a:xfrm>
            <a:prstGeom prst="ellipse">
              <a:avLst/>
            </a:prstGeom>
            <a:gradFill>
              <a:gsLst>
                <a:gs pos="0">
                  <a:srgbClr val="EDEAEF">
                    <a:alpha val="17995"/>
                  </a:srgbClr>
                </a:gs>
                <a:gs pos="14286">
                  <a:srgbClr val="EDEAEF">
                    <a:alpha val="16668"/>
                  </a:srgbClr>
                </a:gs>
                <a:gs pos="28571">
                  <a:srgbClr val="EDEAEF">
                    <a:alpha val="13201"/>
                  </a:srgbClr>
                </a:gs>
                <a:gs pos="42857">
                  <a:srgbClr val="EDEAEF">
                    <a:alpha val="8868"/>
                  </a:srgbClr>
                </a:gs>
                <a:gs pos="57143">
                  <a:srgbClr val="EDEAEF">
                    <a:alpha val="5015"/>
                  </a:srgbClr>
                </a:gs>
                <a:gs pos="71429">
                  <a:srgbClr val="EDEAEF">
                    <a:alpha val="2380"/>
                  </a:srgbClr>
                </a:gs>
                <a:gs pos="85714">
                  <a:srgbClr val="EDEAEF">
                    <a:alpha val="948"/>
                  </a:srgbClr>
                </a:gs>
                <a:gs pos="100000">
                  <a:srgbClr val="EDEAEF">
                    <a:alpha val="318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67" name="Splat 167"/>
            <p:cNvSpPr>
              <a:spLocks noGrp="1"/>
            </p:cNvSpPr>
            <p:nvPr/>
          </p:nvSpPr>
          <p:spPr>
            <a:xfrm rot="4426458">
              <a:off x="1450640" y="2756937"/>
              <a:ext cx="503461" cy="80200"/>
            </a:xfrm>
            <a:prstGeom prst="ellipse">
              <a:avLst/>
            </a:prstGeom>
            <a:gradFill>
              <a:gsLst>
                <a:gs pos="0">
                  <a:srgbClr val="000093">
                    <a:alpha val="32968"/>
                  </a:srgbClr>
                </a:gs>
                <a:gs pos="14286">
                  <a:srgbClr val="000093">
                    <a:alpha val="30764"/>
                  </a:srgbClr>
                </a:gs>
                <a:gs pos="28571">
                  <a:srgbClr val="000093">
                    <a:alpha val="24833"/>
                  </a:srgbClr>
                </a:gs>
                <a:gs pos="42857">
                  <a:srgbClr val="000093">
                    <a:alpha val="17075"/>
                  </a:srgbClr>
                </a:gs>
                <a:gs pos="57143">
                  <a:srgbClr val="000093">
                    <a:alpha val="9855"/>
                  </a:srgbClr>
                </a:gs>
                <a:gs pos="71429">
                  <a:srgbClr val="000093">
                    <a:alpha val="4740"/>
                  </a:srgbClr>
                </a:gs>
                <a:gs pos="85714">
                  <a:srgbClr val="000093">
                    <a:alpha val="1902"/>
                  </a:srgbClr>
                </a:gs>
                <a:gs pos="100000">
                  <a:srgbClr val="000093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68" name="Splat 168"/>
            <p:cNvSpPr>
              <a:spLocks noGrp="1"/>
            </p:cNvSpPr>
            <p:nvPr/>
          </p:nvSpPr>
          <p:spPr>
            <a:xfrm rot="4507485">
              <a:off x="2289836" y="2242902"/>
              <a:ext cx="62131" cy="15533"/>
            </a:xfrm>
            <a:prstGeom prst="ellipse">
              <a:avLst/>
            </a:prstGeom>
            <a:gradFill>
              <a:gsLst>
                <a:gs pos="0">
                  <a:srgbClr val="958E84">
                    <a:alpha val="18014"/>
                  </a:srgbClr>
                </a:gs>
                <a:gs pos="14286">
                  <a:srgbClr val="958E84">
                    <a:alpha val="16686"/>
                  </a:srgbClr>
                </a:gs>
                <a:gs pos="28571">
                  <a:srgbClr val="958E84">
                    <a:alpha val="13216"/>
                  </a:srgbClr>
                </a:gs>
                <a:gs pos="42857">
                  <a:srgbClr val="958E84">
                    <a:alpha val="8878"/>
                  </a:srgbClr>
                </a:gs>
                <a:gs pos="57143">
                  <a:srgbClr val="958E84">
                    <a:alpha val="5021"/>
                  </a:srgbClr>
                </a:gs>
                <a:gs pos="71429">
                  <a:srgbClr val="958E84">
                    <a:alpha val="2383"/>
                  </a:srgbClr>
                </a:gs>
                <a:gs pos="85714">
                  <a:srgbClr val="958E84">
                    <a:alpha val="949"/>
                  </a:srgbClr>
                </a:gs>
                <a:gs pos="100000">
                  <a:srgbClr val="958E84">
                    <a:alpha val="318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69" name="Splat 169"/>
            <p:cNvSpPr>
              <a:spLocks noGrp="1"/>
            </p:cNvSpPr>
            <p:nvPr/>
          </p:nvSpPr>
          <p:spPr>
            <a:xfrm rot="6154396">
              <a:off x="2052681" y="261749"/>
              <a:ext cx="261347" cy="46843"/>
            </a:xfrm>
            <a:prstGeom prst="ellipse">
              <a:avLst/>
            </a:prstGeom>
            <a:gradFill>
              <a:gsLst>
                <a:gs pos="0">
                  <a:srgbClr val="6C0000">
                    <a:alpha val="32968"/>
                  </a:srgbClr>
                </a:gs>
                <a:gs pos="14286">
                  <a:srgbClr val="6C0000">
                    <a:alpha val="30764"/>
                  </a:srgbClr>
                </a:gs>
                <a:gs pos="28571">
                  <a:srgbClr val="6C0000">
                    <a:alpha val="24833"/>
                  </a:srgbClr>
                </a:gs>
                <a:gs pos="42857">
                  <a:srgbClr val="6C0000">
                    <a:alpha val="17075"/>
                  </a:srgbClr>
                </a:gs>
                <a:gs pos="57143">
                  <a:srgbClr val="6C0000">
                    <a:alpha val="9855"/>
                  </a:srgbClr>
                </a:gs>
                <a:gs pos="71429">
                  <a:srgbClr val="6C0000">
                    <a:alpha val="4740"/>
                  </a:srgbClr>
                </a:gs>
                <a:gs pos="85714">
                  <a:srgbClr val="6C0000">
                    <a:alpha val="1902"/>
                  </a:srgbClr>
                </a:gs>
                <a:gs pos="100000">
                  <a:srgbClr val="6C0000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70" name="Splat 170"/>
            <p:cNvSpPr>
              <a:spLocks noGrp="1"/>
            </p:cNvSpPr>
            <p:nvPr/>
          </p:nvSpPr>
          <p:spPr>
            <a:xfrm rot="3655112">
              <a:off x="2783170" y="1655622"/>
              <a:ext cx="68461" cy="17816"/>
            </a:xfrm>
            <a:prstGeom prst="ellipse">
              <a:avLst/>
            </a:prstGeom>
            <a:gradFill>
              <a:gsLst>
                <a:gs pos="0">
                  <a:srgbClr val="A06F45">
                    <a:alpha val="16339"/>
                  </a:srgbClr>
                </a:gs>
                <a:gs pos="14286">
                  <a:srgbClr val="A06F45">
                    <a:alpha val="15123"/>
                  </a:srgbClr>
                </a:gs>
                <a:gs pos="28571">
                  <a:srgbClr val="A06F45">
                    <a:alpha val="11954"/>
                  </a:srgbClr>
                </a:gs>
                <a:gs pos="42857">
                  <a:srgbClr val="A06F45">
                    <a:alpha val="8011"/>
                  </a:srgbClr>
                </a:gs>
                <a:gs pos="57143">
                  <a:srgbClr val="A06F45">
                    <a:alpha val="4522"/>
                  </a:srgbClr>
                </a:gs>
                <a:gs pos="71429">
                  <a:srgbClr val="A06F45">
                    <a:alpha val="2143"/>
                  </a:srgbClr>
                </a:gs>
                <a:gs pos="85714">
                  <a:srgbClr val="A06F45">
                    <a:alpha val="853"/>
                  </a:srgbClr>
                </a:gs>
                <a:gs pos="100000">
                  <a:srgbClr val="A06F45">
                    <a:alpha val="286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71" name="Splat 171"/>
            <p:cNvSpPr>
              <a:spLocks noGrp="1"/>
            </p:cNvSpPr>
            <p:nvPr/>
          </p:nvSpPr>
          <p:spPr>
            <a:xfrm rot="3171531">
              <a:off x="2690012" y="2250014"/>
              <a:ext cx="65782" cy="16445"/>
            </a:xfrm>
            <a:prstGeom prst="ellipse">
              <a:avLst/>
            </a:prstGeom>
            <a:gradFill>
              <a:gsLst>
                <a:gs pos="0">
                  <a:srgbClr val="E7E5E4">
                    <a:alpha val="17348"/>
                  </a:srgbClr>
                </a:gs>
                <a:gs pos="14286">
                  <a:srgbClr val="E7E5E4">
                    <a:alpha val="16065"/>
                  </a:srgbClr>
                </a:gs>
                <a:gs pos="28571">
                  <a:srgbClr val="E7E5E4">
                    <a:alpha val="12714"/>
                  </a:srgbClr>
                </a:gs>
                <a:gs pos="42857">
                  <a:srgbClr val="E7E5E4">
                    <a:alpha val="8533"/>
                  </a:srgbClr>
                </a:gs>
                <a:gs pos="57143">
                  <a:srgbClr val="E7E5E4">
                    <a:alpha val="4822"/>
                  </a:srgbClr>
                </a:gs>
                <a:gs pos="71429">
                  <a:srgbClr val="E7E5E4">
                    <a:alpha val="2287"/>
                  </a:srgbClr>
                </a:gs>
                <a:gs pos="85714">
                  <a:srgbClr val="E7E5E4">
                    <a:alpha val="911"/>
                  </a:srgbClr>
                </a:gs>
                <a:gs pos="100000">
                  <a:srgbClr val="E7E5E4">
                    <a:alpha val="305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72" name="Splat 172"/>
            <p:cNvSpPr>
              <a:spLocks noGrp="1"/>
            </p:cNvSpPr>
            <p:nvPr/>
          </p:nvSpPr>
          <p:spPr>
            <a:xfrm rot="4985266">
              <a:off x="1522216" y="2068993"/>
              <a:ext cx="60091" cy="15023"/>
            </a:xfrm>
            <a:prstGeom prst="ellipse">
              <a:avLst/>
            </a:prstGeom>
            <a:gradFill>
              <a:gsLst>
                <a:gs pos="0">
                  <a:srgbClr val="F4F5F8">
                    <a:alpha val="18384"/>
                  </a:srgbClr>
                </a:gs>
                <a:gs pos="14286">
                  <a:srgbClr val="F4F5F8">
                    <a:alpha val="17032"/>
                  </a:srgbClr>
                </a:gs>
                <a:gs pos="28571">
                  <a:srgbClr val="F4F5F8">
                    <a:alpha val="13495"/>
                  </a:srgbClr>
                </a:gs>
                <a:gs pos="42857">
                  <a:srgbClr val="F4F5F8">
                    <a:alpha val="9071"/>
                  </a:srgbClr>
                </a:gs>
                <a:gs pos="57143">
                  <a:srgbClr val="F4F5F8">
                    <a:alpha val="5133"/>
                  </a:srgbClr>
                </a:gs>
                <a:gs pos="71429">
                  <a:srgbClr val="F4F5F8">
                    <a:alpha val="2436"/>
                  </a:srgbClr>
                </a:gs>
                <a:gs pos="85714">
                  <a:srgbClr val="F4F5F8">
                    <a:alpha val="971"/>
                  </a:srgbClr>
                </a:gs>
                <a:gs pos="100000">
                  <a:srgbClr val="F4F5F8">
                    <a:alpha val="325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73" name="Splat 173"/>
            <p:cNvSpPr>
              <a:spLocks noGrp="1"/>
            </p:cNvSpPr>
            <p:nvPr/>
          </p:nvSpPr>
          <p:spPr>
            <a:xfrm rot="9328556">
              <a:off x="2289555" y="238220"/>
              <a:ext cx="68324" cy="17081"/>
            </a:xfrm>
            <a:prstGeom prst="ellipse">
              <a:avLst/>
            </a:prstGeom>
            <a:gradFill>
              <a:gsLst>
                <a:gs pos="0">
                  <a:srgbClr val="7A5929">
                    <a:alpha val="16881"/>
                  </a:srgbClr>
                </a:gs>
                <a:gs pos="14286">
                  <a:srgbClr val="7A5929">
                    <a:alpha val="15629"/>
                  </a:srgbClr>
                </a:gs>
                <a:gs pos="28571">
                  <a:srgbClr val="7A5929">
                    <a:alpha val="12362"/>
                  </a:srgbClr>
                </a:gs>
                <a:gs pos="42857">
                  <a:srgbClr val="7A5929">
                    <a:alpha val="8291"/>
                  </a:srgbClr>
                </a:gs>
                <a:gs pos="57143">
                  <a:srgbClr val="7A5929">
                    <a:alpha val="4683"/>
                  </a:srgbClr>
                </a:gs>
                <a:gs pos="71429">
                  <a:srgbClr val="7A5929">
                    <a:alpha val="2220"/>
                  </a:srgbClr>
                </a:gs>
                <a:gs pos="85714">
                  <a:srgbClr val="7A5929">
                    <a:alpha val="884"/>
                  </a:srgbClr>
                </a:gs>
                <a:gs pos="100000">
                  <a:srgbClr val="7A5929">
                    <a:alpha val="296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74" name="Splat 174"/>
            <p:cNvSpPr>
              <a:spLocks noGrp="1"/>
            </p:cNvSpPr>
            <p:nvPr/>
          </p:nvSpPr>
          <p:spPr>
            <a:xfrm rot="5400000">
              <a:off x="2666647" y="1912313"/>
              <a:ext cx="55830" cy="55830"/>
            </a:xfrm>
            <a:prstGeom prst="ellipse">
              <a:avLst/>
            </a:prstGeom>
            <a:gradFill>
              <a:gsLst>
                <a:gs pos="0">
                  <a:srgbClr val="3C0000">
                    <a:alpha val="14955"/>
                  </a:srgbClr>
                </a:gs>
                <a:gs pos="14286">
                  <a:srgbClr val="3C0000">
                    <a:alpha val="13833"/>
                  </a:srgbClr>
                </a:gs>
                <a:gs pos="28571">
                  <a:srgbClr val="3C0000">
                    <a:alpha val="10917"/>
                  </a:srgbClr>
                </a:gs>
                <a:gs pos="42857">
                  <a:srgbClr val="3C0000">
                    <a:alpha val="7302"/>
                  </a:srgbClr>
                </a:gs>
                <a:gs pos="57143">
                  <a:srgbClr val="3C0000">
                    <a:alpha val="4114"/>
                  </a:srgbClr>
                </a:gs>
                <a:gs pos="71429">
                  <a:srgbClr val="3C0000">
                    <a:alpha val="1947"/>
                  </a:srgbClr>
                </a:gs>
                <a:gs pos="85714">
                  <a:srgbClr val="3C0000">
                    <a:alpha val="775"/>
                  </a:srgbClr>
                </a:gs>
                <a:gs pos="100000">
                  <a:srgbClr val="3C0000">
                    <a:alpha val="25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75" name="Splat 175"/>
            <p:cNvSpPr>
              <a:spLocks noGrp="1"/>
            </p:cNvSpPr>
            <p:nvPr/>
          </p:nvSpPr>
          <p:spPr>
            <a:xfrm rot="-8282059">
              <a:off x="401009" y="92060"/>
              <a:ext cx="597458" cy="121609"/>
            </a:xfrm>
            <a:prstGeom prst="ellipse">
              <a:avLst/>
            </a:prstGeom>
            <a:gradFill>
              <a:gsLst>
                <a:gs pos="0">
                  <a:srgbClr val="000000">
                    <a:alpha val="32968"/>
                  </a:srgbClr>
                </a:gs>
                <a:gs pos="14286">
                  <a:srgbClr val="000000">
                    <a:alpha val="30764"/>
                  </a:srgbClr>
                </a:gs>
                <a:gs pos="28571">
                  <a:srgbClr val="000000">
                    <a:alpha val="24833"/>
                  </a:srgbClr>
                </a:gs>
                <a:gs pos="42857">
                  <a:srgbClr val="000000">
                    <a:alpha val="17075"/>
                  </a:srgbClr>
                </a:gs>
                <a:gs pos="57143">
                  <a:srgbClr val="000000">
                    <a:alpha val="9855"/>
                  </a:srgbClr>
                </a:gs>
                <a:gs pos="71429">
                  <a:srgbClr val="000000">
                    <a:alpha val="4740"/>
                  </a:srgbClr>
                </a:gs>
                <a:gs pos="85714">
                  <a:srgbClr val="000000">
                    <a:alpha val="1902"/>
                  </a:srgbClr>
                </a:gs>
                <a:gs pos="100000">
                  <a:srgbClr val="000000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76" name="Splat 176"/>
            <p:cNvSpPr>
              <a:spLocks noGrp="1"/>
            </p:cNvSpPr>
            <p:nvPr/>
          </p:nvSpPr>
          <p:spPr>
            <a:xfrm rot="10187745">
              <a:off x="1959002" y="1991651"/>
              <a:ext cx="66065" cy="16516"/>
            </a:xfrm>
            <a:prstGeom prst="ellipse">
              <a:avLst/>
            </a:prstGeom>
            <a:gradFill>
              <a:gsLst>
                <a:gs pos="0">
                  <a:srgbClr val="D0D0D5">
                    <a:alpha val="17296"/>
                  </a:srgbClr>
                </a:gs>
                <a:gs pos="14286">
                  <a:srgbClr val="D0D0D5">
                    <a:alpha val="16016"/>
                  </a:srgbClr>
                </a:gs>
                <a:gs pos="28571">
                  <a:srgbClr val="D0D0D5">
                    <a:alpha val="12674"/>
                  </a:srgbClr>
                </a:gs>
                <a:gs pos="42857">
                  <a:srgbClr val="D0D0D5">
                    <a:alpha val="8506"/>
                  </a:srgbClr>
                </a:gs>
                <a:gs pos="57143">
                  <a:srgbClr val="D0D0D5">
                    <a:alpha val="4806"/>
                  </a:srgbClr>
                </a:gs>
                <a:gs pos="71429">
                  <a:srgbClr val="D0D0D5">
                    <a:alpha val="2279"/>
                  </a:srgbClr>
                </a:gs>
                <a:gs pos="85714">
                  <a:srgbClr val="D0D0D5">
                    <a:alpha val="908"/>
                  </a:srgbClr>
                </a:gs>
                <a:gs pos="100000">
                  <a:srgbClr val="D0D0D5">
                    <a:alpha val="304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77" name="Splat 177"/>
            <p:cNvSpPr>
              <a:spLocks noGrp="1"/>
            </p:cNvSpPr>
            <p:nvPr/>
          </p:nvSpPr>
          <p:spPr>
            <a:xfrm rot="-10703732">
              <a:off x="850351" y="1659398"/>
              <a:ext cx="57527" cy="14382"/>
            </a:xfrm>
            <a:prstGeom prst="ellipse">
              <a:avLst/>
            </a:prstGeom>
            <a:gradFill>
              <a:gsLst>
                <a:gs pos="0">
                  <a:srgbClr val="EBDEE7">
                    <a:alpha val="18846"/>
                  </a:srgbClr>
                </a:gs>
                <a:gs pos="14286">
                  <a:srgbClr val="EBDEE7">
                    <a:alpha val="17464"/>
                  </a:srgbClr>
                </a:gs>
                <a:gs pos="28571">
                  <a:srgbClr val="EBDEE7">
                    <a:alpha val="13845"/>
                  </a:srgbClr>
                </a:gs>
                <a:gs pos="42857">
                  <a:srgbClr val="EBDEE7">
                    <a:alpha val="9312"/>
                  </a:srgbClr>
                </a:gs>
                <a:gs pos="57143">
                  <a:srgbClr val="EBDEE7">
                    <a:alpha val="5272"/>
                  </a:srgbClr>
                </a:gs>
                <a:gs pos="71429">
                  <a:srgbClr val="EBDEE7">
                    <a:alpha val="2503"/>
                  </a:srgbClr>
                </a:gs>
                <a:gs pos="85714">
                  <a:srgbClr val="EBDEE7">
                    <a:alpha val="998"/>
                  </a:srgbClr>
                </a:gs>
                <a:gs pos="100000">
                  <a:srgbClr val="EBDEE7">
                    <a:alpha val="334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78" name="Splat 178"/>
            <p:cNvSpPr>
              <a:spLocks noGrp="1"/>
            </p:cNvSpPr>
            <p:nvPr/>
          </p:nvSpPr>
          <p:spPr>
            <a:xfrm rot="5750092">
              <a:off x="211897" y="783627"/>
              <a:ext cx="550338" cy="100494"/>
            </a:xfrm>
            <a:prstGeom prst="ellipse">
              <a:avLst/>
            </a:prstGeom>
            <a:gradFill>
              <a:gsLst>
                <a:gs pos="0">
                  <a:srgbClr val="7E0000">
                    <a:alpha val="32968"/>
                  </a:srgbClr>
                </a:gs>
                <a:gs pos="14286">
                  <a:srgbClr val="7E0000">
                    <a:alpha val="30764"/>
                  </a:srgbClr>
                </a:gs>
                <a:gs pos="28571">
                  <a:srgbClr val="7E0000">
                    <a:alpha val="24833"/>
                  </a:srgbClr>
                </a:gs>
                <a:gs pos="42857">
                  <a:srgbClr val="7E0000">
                    <a:alpha val="17075"/>
                  </a:srgbClr>
                </a:gs>
                <a:gs pos="57143">
                  <a:srgbClr val="7E0000">
                    <a:alpha val="9855"/>
                  </a:srgbClr>
                </a:gs>
                <a:gs pos="71429">
                  <a:srgbClr val="7E0000">
                    <a:alpha val="4740"/>
                  </a:srgbClr>
                </a:gs>
                <a:gs pos="85714">
                  <a:srgbClr val="7E0000">
                    <a:alpha val="1902"/>
                  </a:srgbClr>
                </a:gs>
                <a:gs pos="100000">
                  <a:srgbClr val="7E0000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79" name="Splat 179"/>
            <p:cNvSpPr>
              <a:spLocks noGrp="1"/>
            </p:cNvSpPr>
            <p:nvPr/>
          </p:nvSpPr>
          <p:spPr>
            <a:xfrm rot="5172227">
              <a:off x="1946128" y="2412624"/>
              <a:ext cx="68461" cy="17235"/>
            </a:xfrm>
            <a:prstGeom prst="ellipse">
              <a:avLst/>
            </a:prstGeom>
            <a:gradFill>
              <a:gsLst>
                <a:gs pos="0">
                  <a:srgbClr val="7D8CB8">
                    <a:alpha val="16768"/>
                  </a:srgbClr>
                </a:gs>
                <a:gs pos="14286">
                  <a:srgbClr val="7D8CB8">
                    <a:alpha val="15523"/>
                  </a:srgbClr>
                </a:gs>
                <a:gs pos="28571">
                  <a:srgbClr val="7D8CB8">
                    <a:alpha val="12277"/>
                  </a:srgbClr>
                </a:gs>
                <a:gs pos="42857">
                  <a:srgbClr val="7D8CB8">
                    <a:alpha val="8233"/>
                  </a:srgbClr>
                </a:gs>
                <a:gs pos="57143">
                  <a:srgbClr val="7D8CB8">
                    <a:alpha val="4649"/>
                  </a:srgbClr>
                </a:gs>
                <a:gs pos="71429">
                  <a:srgbClr val="7D8CB8">
                    <a:alpha val="2204"/>
                  </a:srgbClr>
                </a:gs>
                <a:gs pos="85714">
                  <a:srgbClr val="7D8CB8">
                    <a:alpha val="877"/>
                  </a:srgbClr>
                </a:gs>
                <a:gs pos="100000">
                  <a:srgbClr val="7D8CB8">
                    <a:alpha val="294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80" name="Splat 180"/>
            <p:cNvSpPr>
              <a:spLocks noGrp="1"/>
            </p:cNvSpPr>
            <p:nvPr/>
          </p:nvSpPr>
          <p:spPr>
            <a:xfrm rot="-8274387">
              <a:off x="1561663" y="3283779"/>
              <a:ext cx="506575" cy="109496"/>
            </a:xfrm>
            <a:prstGeom prst="ellipse">
              <a:avLst/>
            </a:prstGeom>
            <a:gradFill>
              <a:gsLst>
                <a:gs pos="0">
                  <a:srgbClr val="FFFFF1">
                    <a:alpha val="32968"/>
                  </a:srgbClr>
                </a:gs>
                <a:gs pos="14286">
                  <a:srgbClr val="FFFFF1">
                    <a:alpha val="30764"/>
                  </a:srgbClr>
                </a:gs>
                <a:gs pos="28571">
                  <a:srgbClr val="FFFFF1">
                    <a:alpha val="24833"/>
                  </a:srgbClr>
                </a:gs>
                <a:gs pos="42857">
                  <a:srgbClr val="FFFFF1">
                    <a:alpha val="17075"/>
                  </a:srgbClr>
                </a:gs>
                <a:gs pos="57143">
                  <a:srgbClr val="FFFFF1">
                    <a:alpha val="9855"/>
                  </a:srgbClr>
                </a:gs>
                <a:gs pos="71429">
                  <a:srgbClr val="FFFFF1">
                    <a:alpha val="4740"/>
                  </a:srgbClr>
                </a:gs>
                <a:gs pos="85714">
                  <a:srgbClr val="FFFFF1">
                    <a:alpha val="1902"/>
                  </a:srgbClr>
                </a:gs>
                <a:gs pos="100000">
                  <a:srgbClr val="FFFFF1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81" name="Splat 181"/>
            <p:cNvSpPr>
              <a:spLocks noGrp="1"/>
            </p:cNvSpPr>
            <p:nvPr/>
          </p:nvSpPr>
          <p:spPr>
            <a:xfrm rot="6314443">
              <a:off x="140272" y="1962887"/>
              <a:ext cx="68461" cy="17898"/>
            </a:xfrm>
            <a:prstGeom prst="ellipse">
              <a:avLst/>
            </a:prstGeom>
            <a:gradFill>
              <a:gsLst>
                <a:gs pos="0">
                  <a:srgbClr val="B69266">
                    <a:alpha val="16278"/>
                  </a:srgbClr>
                </a:gs>
                <a:gs pos="14286">
                  <a:srgbClr val="B69266">
                    <a:alpha val="15066"/>
                  </a:srgbClr>
                </a:gs>
                <a:gs pos="28571">
                  <a:srgbClr val="B69266">
                    <a:alpha val="11908"/>
                  </a:srgbClr>
                </a:gs>
                <a:gs pos="42857">
                  <a:srgbClr val="B69266">
                    <a:alpha val="7980"/>
                  </a:srgbClr>
                </a:gs>
                <a:gs pos="57143">
                  <a:srgbClr val="B69266">
                    <a:alpha val="4504"/>
                  </a:srgbClr>
                </a:gs>
                <a:gs pos="71429">
                  <a:srgbClr val="B69266">
                    <a:alpha val="2134"/>
                  </a:srgbClr>
                </a:gs>
                <a:gs pos="85714">
                  <a:srgbClr val="B69266">
                    <a:alpha val="849"/>
                  </a:srgbClr>
                </a:gs>
                <a:gs pos="100000">
                  <a:srgbClr val="B69266">
                    <a:alpha val="285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82" name="Splat 182"/>
            <p:cNvSpPr>
              <a:spLocks noGrp="1"/>
            </p:cNvSpPr>
            <p:nvPr/>
          </p:nvSpPr>
          <p:spPr>
            <a:xfrm rot="3960265">
              <a:off x="3452273" y="227402"/>
              <a:ext cx="68246" cy="17061"/>
            </a:xfrm>
            <a:prstGeom prst="ellipse">
              <a:avLst/>
            </a:prstGeom>
            <a:gradFill>
              <a:gsLst>
                <a:gs pos="0">
                  <a:srgbClr val="E8EEF1">
                    <a:alpha val="16896"/>
                  </a:srgbClr>
                </a:gs>
                <a:gs pos="14286">
                  <a:srgbClr val="E8EEF1">
                    <a:alpha val="15643"/>
                  </a:srgbClr>
                </a:gs>
                <a:gs pos="28571">
                  <a:srgbClr val="E8EEF1">
                    <a:alpha val="12373"/>
                  </a:srgbClr>
                </a:gs>
                <a:gs pos="42857">
                  <a:srgbClr val="E8EEF1">
                    <a:alpha val="8299"/>
                  </a:srgbClr>
                </a:gs>
                <a:gs pos="57143">
                  <a:srgbClr val="E8EEF1">
                    <a:alpha val="4687"/>
                  </a:srgbClr>
                </a:gs>
                <a:gs pos="71429">
                  <a:srgbClr val="E8EEF1">
                    <a:alpha val="2222"/>
                  </a:srgbClr>
                </a:gs>
                <a:gs pos="85714">
                  <a:srgbClr val="E8EEF1">
                    <a:alpha val="885"/>
                  </a:srgbClr>
                </a:gs>
                <a:gs pos="100000">
                  <a:srgbClr val="E8EEF1">
                    <a:alpha val="296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83" name="Splat 183"/>
            <p:cNvSpPr>
              <a:spLocks noGrp="1"/>
            </p:cNvSpPr>
            <p:nvPr/>
          </p:nvSpPr>
          <p:spPr>
            <a:xfrm rot="9654209">
              <a:off x="919452" y="2775271"/>
              <a:ext cx="328613" cy="78891"/>
            </a:xfrm>
            <a:prstGeom prst="ellipse">
              <a:avLst/>
            </a:prstGeom>
            <a:gradFill>
              <a:gsLst>
                <a:gs pos="0">
                  <a:srgbClr val="000000">
                    <a:alpha val="32968"/>
                  </a:srgbClr>
                </a:gs>
                <a:gs pos="14286">
                  <a:srgbClr val="000000">
                    <a:alpha val="30764"/>
                  </a:srgbClr>
                </a:gs>
                <a:gs pos="28571">
                  <a:srgbClr val="000000">
                    <a:alpha val="24833"/>
                  </a:srgbClr>
                </a:gs>
                <a:gs pos="42857">
                  <a:srgbClr val="000000">
                    <a:alpha val="17075"/>
                  </a:srgbClr>
                </a:gs>
                <a:gs pos="57143">
                  <a:srgbClr val="000000">
                    <a:alpha val="9855"/>
                  </a:srgbClr>
                </a:gs>
                <a:gs pos="71429">
                  <a:srgbClr val="000000">
                    <a:alpha val="4740"/>
                  </a:srgbClr>
                </a:gs>
                <a:gs pos="85714">
                  <a:srgbClr val="000000">
                    <a:alpha val="1902"/>
                  </a:srgbClr>
                </a:gs>
                <a:gs pos="100000">
                  <a:srgbClr val="000000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84" name="Splat 184"/>
            <p:cNvSpPr>
              <a:spLocks noGrp="1"/>
            </p:cNvSpPr>
            <p:nvPr/>
          </p:nvSpPr>
          <p:spPr>
            <a:xfrm rot="-10783079">
              <a:off x="1512523" y="1573497"/>
              <a:ext cx="824638" cy="270354"/>
            </a:xfrm>
            <a:prstGeom prst="ellipse">
              <a:avLst/>
            </a:prstGeom>
            <a:gradFill>
              <a:gsLst>
                <a:gs pos="0">
                  <a:srgbClr val="8600DD">
                    <a:alpha val="3004"/>
                  </a:srgbClr>
                </a:gs>
                <a:gs pos="14286">
                  <a:srgbClr val="8600DD">
                    <a:alpha val="2764"/>
                  </a:srgbClr>
                </a:gs>
                <a:gs pos="28571">
                  <a:srgbClr val="8600DD">
                    <a:alpha val="2153"/>
                  </a:srgbClr>
                </a:gs>
                <a:gs pos="42857">
                  <a:srgbClr val="8600DD">
                    <a:alpha val="1418"/>
                  </a:srgbClr>
                </a:gs>
                <a:gs pos="57143">
                  <a:srgbClr val="8600DD">
                    <a:alpha val="788"/>
                  </a:srgbClr>
                </a:gs>
                <a:gs pos="71429">
                  <a:srgbClr val="8600DD">
                    <a:alpha val="370"/>
                  </a:srgbClr>
                </a:gs>
                <a:gs pos="85714">
                  <a:srgbClr val="8600DD">
                    <a:alpha val="146"/>
                  </a:srgbClr>
                </a:gs>
                <a:gs pos="100000">
                  <a:srgbClr val="8600DD">
                    <a:alpha val="4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85" name="Splat 185"/>
            <p:cNvSpPr>
              <a:spLocks noGrp="1"/>
            </p:cNvSpPr>
            <p:nvPr/>
          </p:nvSpPr>
          <p:spPr>
            <a:xfrm rot="10133127">
              <a:off x="2641278" y="2378246"/>
              <a:ext cx="397071" cy="165806"/>
            </a:xfrm>
            <a:prstGeom prst="ellipse">
              <a:avLst/>
            </a:prstGeom>
            <a:gradFill>
              <a:gsLst>
                <a:gs pos="0">
                  <a:srgbClr val="002A85">
                    <a:alpha val="32968"/>
                  </a:srgbClr>
                </a:gs>
                <a:gs pos="14286">
                  <a:srgbClr val="002A85">
                    <a:alpha val="30764"/>
                  </a:srgbClr>
                </a:gs>
                <a:gs pos="28571">
                  <a:srgbClr val="002A85">
                    <a:alpha val="24833"/>
                  </a:srgbClr>
                </a:gs>
                <a:gs pos="42857">
                  <a:srgbClr val="002A85">
                    <a:alpha val="17075"/>
                  </a:srgbClr>
                </a:gs>
                <a:gs pos="57143">
                  <a:srgbClr val="002A85">
                    <a:alpha val="9855"/>
                  </a:srgbClr>
                </a:gs>
                <a:gs pos="71429">
                  <a:srgbClr val="002A85">
                    <a:alpha val="4740"/>
                  </a:srgbClr>
                </a:gs>
                <a:gs pos="85714">
                  <a:srgbClr val="002A85">
                    <a:alpha val="1902"/>
                  </a:srgbClr>
                </a:gs>
                <a:gs pos="100000">
                  <a:srgbClr val="002A85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86" name="Splat 186"/>
            <p:cNvSpPr>
              <a:spLocks noGrp="1"/>
            </p:cNvSpPr>
            <p:nvPr/>
          </p:nvSpPr>
          <p:spPr>
            <a:xfrm rot="-10548886">
              <a:off x="873643" y="2266613"/>
              <a:ext cx="67678" cy="16919"/>
            </a:xfrm>
            <a:prstGeom prst="ellipse">
              <a:avLst/>
            </a:prstGeom>
            <a:gradFill>
              <a:gsLst>
                <a:gs pos="0">
                  <a:srgbClr val="927B64">
                    <a:alpha val="17000"/>
                  </a:srgbClr>
                </a:gs>
                <a:gs pos="14286">
                  <a:srgbClr val="927B64">
                    <a:alpha val="15740"/>
                  </a:srgbClr>
                </a:gs>
                <a:gs pos="28571">
                  <a:srgbClr val="927B64">
                    <a:alpha val="12451"/>
                  </a:srgbClr>
                </a:gs>
                <a:gs pos="42857">
                  <a:srgbClr val="927B64">
                    <a:alpha val="8353"/>
                  </a:srgbClr>
                </a:gs>
                <a:gs pos="57143">
                  <a:srgbClr val="927B64">
                    <a:alpha val="4718"/>
                  </a:srgbClr>
                </a:gs>
                <a:gs pos="71429">
                  <a:srgbClr val="927B64">
                    <a:alpha val="2237"/>
                  </a:srgbClr>
                </a:gs>
                <a:gs pos="85714">
                  <a:srgbClr val="927B64">
                    <a:alpha val="891"/>
                  </a:srgbClr>
                </a:gs>
                <a:gs pos="100000">
                  <a:srgbClr val="927B64">
                    <a:alpha val="298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87" name="Splat 187"/>
            <p:cNvSpPr>
              <a:spLocks noGrp="1"/>
            </p:cNvSpPr>
            <p:nvPr/>
          </p:nvSpPr>
          <p:spPr>
            <a:xfrm rot="-9786673">
              <a:off x="840863" y="2888985"/>
              <a:ext cx="68461" cy="17411"/>
            </a:xfrm>
            <a:prstGeom prst="ellipse">
              <a:avLst/>
            </a:prstGeom>
            <a:gradFill>
              <a:gsLst>
                <a:gs pos="0">
                  <a:srgbClr val="C7A984">
                    <a:alpha val="16638"/>
                  </a:srgbClr>
                </a:gs>
                <a:gs pos="14286">
                  <a:srgbClr val="C7A984">
                    <a:alpha val="15402"/>
                  </a:srgbClr>
                </a:gs>
                <a:gs pos="28571">
                  <a:srgbClr val="C7A984">
                    <a:alpha val="12179"/>
                  </a:srgbClr>
                </a:gs>
                <a:gs pos="42857">
                  <a:srgbClr val="C7A984">
                    <a:alpha val="8165"/>
                  </a:srgbClr>
                </a:gs>
                <a:gs pos="57143">
                  <a:srgbClr val="C7A984">
                    <a:alpha val="4610"/>
                  </a:srgbClr>
                </a:gs>
                <a:gs pos="71429">
                  <a:srgbClr val="C7A984">
                    <a:alpha val="2185"/>
                  </a:srgbClr>
                </a:gs>
                <a:gs pos="85714">
                  <a:srgbClr val="C7A984">
                    <a:alpha val="870"/>
                  </a:srgbClr>
                </a:gs>
                <a:gs pos="100000">
                  <a:srgbClr val="C7A984">
                    <a:alpha val="291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88" name="Splat 188"/>
            <p:cNvSpPr>
              <a:spLocks noGrp="1"/>
            </p:cNvSpPr>
            <p:nvPr/>
          </p:nvSpPr>
          <p:spPr>
            <a:xfrm rot="-10215279">
              <a:off x="483232" y="2581586"/>
              <a:ext cx="68461" cy="17318"/>
            </a:xfrm>
            <a:prstGeom prst="ellipse">
              <a:avLst/>
            </a:prstGeom>
            <a:gradFill>
              <a:gsLst>
                <a:gs pos="0">
                  <a:srgbClr val="7E4916">
                    <a:alpha val="16707"/>
                  </a:srgbClr>
                </a:gs>
                <a:gs pos="14286">
                  <a:srgbClr val="7E4916">
                    <a:alpha val="15466"/>
                  </a:srgbClr>
                </a:gs>
                <a:gs pos="28571">
                  <a:srgbClr val="7E4916">
                    <a:alpha val="12230"/>
                  </a:srgbClr>
                </a:gs>
                <a:gs pos="42857">
                  <a:srgbClr val="7E4916">
                    <a:alpha val="8201"/>
                  </a:srgbClr>
                </a:gs>
                <a:gs pos="57143">
                  <a:srgbClr val="7E4916">
                    <a:alpha val="4631"/>
                  </a:srgbClr>
                </a:gs>
                <a:gs pos="71429">
                  <a:srgbClr val="7E4916">
                    <a:alpha val="2195"/>
                  </a:srgbClr>
                </a:gs>
                <a:gs pos="85714">
                  <a:srgbClr val="7E4916">
                    <a:alpha val="874"/>
                  </a:srgbClr>
                </a:gs>
                <a:gs pos="100000">
                  <a:srgbClr val="7E4916">
                    <a:alpha val="293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89" name="Splat 189"/>
            <p:cNvSpPr>
              <a:spLocks noGrp="1"/>
            </p:cNvSpPr>
            <p:nvPr/>
          </p:nvSpPr>
          <p:spPr>
            <a:xfrm rot="9785355">
              <a:off x="2155938" y="532596"/>
              <a:ext cx="418976" cy="58569"/>
            </a:xfrm>
            <a:prstGeom prst="ellipse">
              <a:avLst/>
            </a:prstGeom>
            <a:gradFill>
              <a:gsLst>
                <a:gs pos="0">
                  <a:srgbClr val="000000">
                    <a:alpha val="32968"/>
                  </a:srgbClr>
                </a:gs>
                <a:gs pos="14286">
                  <a:srgbClr val="000000">
                    <a:alpha val="30764"/>
                  </a:srgbClr>
                </a:gs>
                <a:gs pos="28571">
                  <a:srgbClr val="000000">
                    <a:alpha val="24833"/>
                  </a:srgbClr>
                </a:gs>
                <a:gs pos="42857">
                  <a:srgbClr val="000000">
                    <a:alpha val="17075"/>
                  </a:srgbClr>
                </a:gs>
                <a:gs pos="57143">
                  <a:srgbClr val="000000">
                    <a:alpha val="9855"/>
                  </a:srgbClr>
                </a:gs>
                <a:gs pos="71429">
                  <a:srgbClr val="000000">
                    <a:alpha val="4740"/>
                  </a:srgbClr>
                </a:gs>
                <a:gs pos="85714">
                  <a:srgbClr val="000000">
                    <a:alpha val="1902"/>
                  </a:srgbClr>
                </a:gs>
                <a:gs pos="100000">
                  <a:srgbClr val="000000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90" name="Splat 190"/>
            <p:cNvSpPr>
              <a:spLocks noGrp="1"/>
            </p:cNvSpPr>
            <p:nvPr/>
          </p:nvSpPr>
          <p:spPr>
            <a:xfrm rot="5693907">
              <a:off x="2253194" y="1541834"/>
              <a:ext cx="68461" cy="17809"/>
            </a:xfrm>
            <a:prstGeom prst="ellipse">
              <a:avLst/>
            </a:prstGeom>
            <a:gradFill>
              <a:gsLst>
                <a:gs pos="0">
                  <a:srgbClr val="A68B58">
                    <a:alpha val="16343"/>
                  </a:srgbClr>
                </a:gs>
                <a:gs pos="14286">
                  <a:srgbClr val="A68B58">
                    <a:alpha val="15127"/>
                  </a:srgbClr>
                </a:gs>
                <a:gs pos="28571">
                  <a:srgbClr val="A68B58">
                    <a:alpha val="11957"/>
                  </a:srgbClr>
                </a:gs>
                <a:gs pos="42857">
                  <a:srgbClr val="A68B58">
                    <a:alpha val="8014"/>
                  </a:srgbClr>
                </a:gs>
                <a:gs pos="57143">
                  <a:srgbClr val="A68B58">
                    <a:alpha val="4523"/>
                  </a:srgbClr>
                </a:gs>
                <a:gs pos="71429">
                  <a:srgbClr val="A68B58">
                    <a:alpha val="2143"/>
                  </a:srgbClr>
                </a:gs>
                <a:gs pos="85714">
                  <a:srgbClr val="A68B58">
                    <a:alpha val="853"/>
                  </a:srgbClr>
                </a:gs>
                <a:gs pos="100000">
                  <a:srgbClr val="A68B58">
                    <a:alpha val="286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91" name="Splat 191"/>
            <p:cNvSpPr>
              <a:spLocks noGrp="1"/>
            </p:cNvSpPr>
            <p:nvPr/>
          </p:nvSpPr>
          <p:spPr>
            <a:xfrm rot="4231758">
              <a:off x="863835" y="2461494"/>
              <a:ext cx="919134" cy="140406"/>
            </a:xfrm>
            <a:prstGeom prst="ellipse">
              <a:avLst/>
            </a:prstGeom>
            <a:gradFill>
              <a:gsLst>
                <a:gs pos="0">
                  <a:srgbClr val="000089">
                    <a:alpha val="32968"/>
                  </a:srgbClr>
                </a:gs>
                <a:gs pos="14286">
                  <a:srgbClr val="000089">
                    <a:alpha val="30764"/>
                  </a:srgbClr>
                </a:gs>
                <a:gs pos="28571">
                  <a:srgbClr val="000089">
                    <a:alpha val="24833"/>
                  </a:srgbClr>
                </a:gs>
                <a:gs pos="42857">
                  <a:srgbClr val="000089">
                    <a:alpha val="17075"/>
                  </a:srgbClr>
                </a:gs>
                <a:gs pos="57143">
                  <a:srgbClr val="000089">
                    <a:alpha val="9855"/>
                  </a:srgbClr>
                </a:gs>
                <a:gs pos="71429">
                  <a:srgbClr val="000089">
                    <a:alpha val="4740"/>
                  </a:srgbClr>
                </a:gs>
                <a:gs pos="85714">
                  <a:srgbClr val="000089">
                    <a:alpha val="1902"/>
                  </a:srgbClr>
                </a:gs>
                <a:gs pos="100000">
                  <a:srgbClr val="000089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92" name="Splat 192"/>
            <p:cNvSpPr>
              <a:spLocks noGrp="1"/>
            </p:cNvSpPr>
            <p:nvPr/>
          </p:nvSpPr>
          <p:spPr>
            <a:xfrm rot="6668733">
              <a:off x="451836" y="465133"/>
              <a:ext cx="487439" cy="73050"/>
            </a:xfrm>
            <a:prstGeom prst="ellipse">
              <a:avLst/>
            </a:prstGeom>
            <a:gradFill>
              <a:gsLst>
                <a:gs pos="0">
                  <a:srgbClr val="FFFFDA">
                    <a:alpha val="32968"/>
                  </a:srgbClr>
                </a:gs>
                <a:gs pos="14286">
                  <a:srgbClr val="FFFFDA">
                    <a:alpha val="30764"/>
                  </a:srgbClr>
                </a:gs>
                <a:gs pos="28571">
                  <a:srgbClr val="FFFFDA">
                    <a:alpha val="24833"/>
                  </a:srgbClr>
                </a:gs>
                <a:gs pos="42857">
                  <a:srgbClr val="FFFFDA">
                    <a:alpha val="17075"/>
                  </a:srgbClr>
                </a:gs>
                <a:gs pos="57143">
                  <a:srgbClr val="FFFFDA">
                    <a:alpha val="9855"/>
                  </a:srgbClr>
                </a:gs>
                <a:gs pos="71429">
                  <a:srgbClr val="FFFFDA">
                    <a:alpha val="4740"/>
                  </a:srgbClr>
                </a:gs>
                <a:gs pos="85714">
                  <a:srgbClr val="FFFFDA">
                    <a:alpha val="1902"/>
                  </a:srgbClr>
                </a:gs>
                <a:gs pos="100000">
                  <a:srgbClr val="FFFFDA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93" name="Splat 193"/>
            <p:cNvSpPr>
              <a:spLocks noGrp="1"/>
            </p:cNvSpPr>
            <p:nvPr/>
          </p:nvSpPr>
          <p:spPr>
            <a:xfrm rot="4945962">
              <a:off x="2916474" y="671923"/>
              <a:ext cx="581959" cy="204378"/>
            </a:xfrm>
            <a:prstGeom prst="ellipse">
              <a:avLst/>
            </a:prstGeom>
            <a:gradFill>
              <a:gsLst>
                <a:gs pos="0">
                  <a:srgbClr val="3A0000">
                    <a:alpha val="32968"/>
                  </a:srgbClr>
                </a:gs>
                <a:gs pos="14286">
                  <a:srgbClr val="3A0000">
                    <a:alpha val="30764"/>
                  </a:srgbClr>
                </a:gs>
                <a:gs pos="28571">
                  <a:srgbClr val="3A0000">
                    <a:alpha val="24833"/>
                  </a:srgbClr>
                </a:gs>
                <a:gs pos="42857">
                  <a:srgbClr val="3A0000">
                    <a:alpha val="17075"/>
                  </a:srgbClr>
                </a:gs>
                <a:gs pos="57143">
                  <a:srgbClr val="3A0000">
                    <a:alpha val="9855"/>
                  </a:srgbClr>
                </a:gs>
                <a:gs pos="71429">
                  <a:srgbClr val="3A0000">
                    <a:alpha val="4740"/>
                  </a:srgbClr>
                </a:gs>
                <a:gs pos="85714">
                  <a:srgbClr val="3A0000">
                    <a:alpha val="1902"/>
                  </a:srgbClr>
                </a:gs>
                <a:gs pos="100000">
                  <a:srgbClr val="3A0000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94" name="Splat 194"/>
            <p:cNvSpPr>
              <a:spLocks noGrp="1"/>
            </p:cNvSpPr>
            <p:nvPr/>
          </p:nvSpPr>
          <p:spPr>
            <a:xfrm rot="6991430">
              <a:off x="728708" y="317980"/>
              <a:ext cx="440789" cy="33007"/>
            </a:xfrm>
            <a:prstGeom prst="ellipse">
              <a:avLst/>
            </a:prstGeom>
            <a:gradFill>
              <a:gsLst>
                <a:gs pos="0">
                  <a:srgbClr val="FFFFF4">
                    <a:alpha val="32968"/>
                  </a:srgbClr>
                </a:gs>
                <a:gs pos="14286">
                  <a:srgbClr val="FFFFF4">
                    <a:alpha val="30764"/>
                  </a:srgbClr>
                </a:gs>
                <a:gs pos="28571">
                  <a:srgbClr val="FFFFF4">
                    <a:alpha val="24833"/>
                  </a:srgbClr>
                </a:gs>
                <a:gs pos="42857">
                  <a:srgbClr val="FFFFF4">
                    <a:alpha val="17075"/>
                  </a:srgbClr>
                </a:gs>
                <a:gs pos="57143">
                  <a:srgbClr val="FFFFF4">
                    <a:alpha val="9855"/>
                  </a:srgbClr>
                </a:gs>
                <a:gs pos="71429">
                  <a:srgbClr val="FFFFF4">
                    <a:alpha val="4740"/>
                  </a:srgbClr>
                </a:gs>
                <a:gs pos="85714">
                  <a:srgbClr val="FFFFF4">
                    <a:alpha val="1902"/>
                  </a:srgbClr>
                </a:gs>
                <a:gs pos="100000">
                  <a:srgbClr val="FFFFF4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95" name="Splat 195"/>
            <p:cNvSpPr>
              <a:spLocks noGrp="1"/>
            </p:cNvSpPr>
            <p:nvPr/>
          </p:nvSpPr>
          <p:spPr>
            <a:xfrm rot="-9614991">
              <a:off x="2490169" y="2447233"/>
              <a:ext cx="68461" cy="17950"/>
            </a:xfrm>
            <a:prstGeom prst="ellipse">
              <a:avLst/>
            </a:prstGeom>
            <a:gradFill>
              <a:gsLst>
                <a:gs pos="0">
                  <a:srgbClr val="A7814B">
                    <a:alpha val="16239"/>
                  </a:srgbClr>
                </a:gs>
                <a:gs pos="14286">
                  <a:srgbClr val="A7814B">
                    <a:alpha val="15030"/>
                  </a:srgbClr>
                </a:gs>
                <a:gs pos="28571">
                  <a:srgbClr val="A7814B">
                    <a:alpha val="11879"/>
                  </a:srgbClr>
                </a:gs>
                <a:gs pos="42857">
                  <a:srgbClr val="A7814B">
                    <a:alpha val="7960"/>
                  </a:srgbClr>
                </a:gs>
                <a:gs pos="57143">
                  <a:srgbClr val="A7814B">
                    <a:alpha val="4492"/>
                  </a:srgbClr>
                </a:gs>
                <a:gs pos="71429">
                  <a:srgbClr val="A7814B">
                    <a:alpha val="2128"/>
                  </a:srgbClr>
                </a:gs>
                <a:gs pos="85714">
                  <a:srgbClr val="A7814B">
                    <a:alpha val="847"/>
                  </a:srgbClr>
                </a:gs>
                <a:gs pos="100000">
                  <a:srgbClr val="A7814B">
                    <a:alpha val="284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96" name="Splat 196"/>
            <p:cNvSpPr>
              <a:spLocks noGrp="1"/>
            </p:cNvSpPr>
            <p:nvPr/>
          </p:nvSpPr>
          <p:spPr>
            <a:xfrm rot="-10460270">
              <a:off x="1859778" y="2764361"/>
              <a:ext cx="68461" cy="17623"/>
            </a:xfrm>
            <a:prstGeom prst="ellipse">
              <a:avLst/>
            </a:prstGeom>
            <a:gradFill>
              <a:gsLst>
                <a:gs pos="0">
                  <a:srgbClr val="A98D76">
                    <a:alpha val="16481"/>
                  </a:srgbClr>
                </a:gs>
                <a:gs pos="14286">
                  <a:srgbClr val="A98D76">
                    <a:alpha val="15256"/>
                  </a:srgbClr>
                </a:gs>
                <a:gs pos="28571">
                  <a:srgbClr val="A98D76">
                    <a:alpha val="12061"/>
                  </a:srgbClr>
                </a:gs>
                <a:gs pos="42857">
                  <a:srgbClr val="A98D76">
                    <a:alpha val="8085"/>
                  </a:srgbClr>
                </a:gs>
                <a:gs pos="57143">
                  <a:srgbClr val="A98D76">
                    <a:alpha val="4564"/>
                  </a:srgbClr>
                </a:gs>
                <a:gs pos="71429">
                  <a:srgbClr val="A98D76">
                    <a:alpha val="2163"/>
                  </a:srgbClr>
                </a:gs>
                <a:gs pos="85714">
                  <a:srgbClr val="A98D76">
                    <a:alpha val="861"/>
                  </a:srgbClr>
                </a:gs>
                <a:gs pos="100000">
                  <a:srgbClr val="A98D76">
                    <a:alpha val="288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97" name="Splat 197"/>
            <p:cNvSpPr>
              <a:spLocks noGrp="1"/>
            </p:cNvSpPr>
            <p:nvPr/>
          </p:nvSpPr>
          <p:spPr>
            <a:xfrm rot="6393142">
              <a:off x="-2925" y="1334341"/>
              <a:ext cx="68461" cy="17980"/>
            </a:xfrm>
            <a:prstGeom prst="ellipse">
              <a:avLst/>
            </a:prstGeom>
            <a:gradFill>
              <a:gsLst>
                <a:gs pos="0">
                  <a:srgbClr val="95835C">
                    <a:alpha val="16217"/>
                  </a:srgbClr>
                </a:gs>
                <a:gs pos="14286">
                  <a:srgbClr val="95835C">
                    <a:alpha val="15009"/>
                  </a:srgbClr>
                </a:gs>
                <a:gs pos="28571">
                  <a:srgbClr val="95835C">
                    <a:alpha val="11862"/>
                  </a:srgbClr>
                </a:gs>
                <a:gs pos="42857">
                  <a:srgbClr val="95835C">
                    <a:alpha val="7949"/>
                  </a:srgbClr>
                </a:gs>
                <a:gs pos="57143">
                  <a:srgbClr val="95835C">
                    <a:alpha val="4485"/>
                  </a:srgbClr>
                </a:gs>
                <a:gs pos="71429">
                  <a:srgbClr val="95835C">
                    <a:alpha val="2125"/>
                  </a:srgbClr>
                </a:gs>
                <a:gs pos="85714">
                  <a:srgbClr val="95835C">
                    <a:alpha val="846"/>
                  </a:srgbClr>
                </a:gs>
                <a:gs pos="100000">
                  <a:srgbClr val="95835C">
                    <a:alpha val="283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98" name="Splat 198"/>
            <p:cNvSpPr>
              <a:spLocks noGrp="1"/>
            </p:cNvSpPr>
            <p:nvPr/>
          </p:nvSpPr>
          <p:spPr>
            <a:xfrm rot="3020389">
              <a:off x="1612798" y="3171440"/>
              <a:ext cx="206079" cy="66812"/>
            </a:xfrm>
            <a:prstGeom prst="ellipse">
              <a:avLst/>
            </a:prstGeom>
            <a:gradFill>
              <a:gsLst>
                <a:gs pos="0">
                  <a:srgbClr val="00002E">
                    <a:alpha val="32968"/>
                  </a:srgbClr>
                </a:gs>
                <a:gs pos="14286">
                  <a:srgbClr val="00002E">
                    <a:alpha val="30764"/>
                  </a:srgbClr>
                </a:gs>
                <a:gs pos="28571">
                  <a:srgbClr val="00002E">
                    <a:alpha val="24833"/>
                  </a:srgbClr>
                </a:gs>
                <a:gs pos="42857">
                  <a:srgbClr val="00002E">
                    <a:alpha val="17075"/>
                  </a:srgbClr>
                </a:gs>
                <a:gs pos="57143">
                  <a:srgbClr val="00002E">
                    <a:alpha val="9855"/>
                  </a:srgbClr>
                </a:gs>
                <a:gs pos="71429">
                  <a:srgbClr val="00002E">
                    <a:alpha val="4740"/>
                  </a:srgbClr>
                </a:gs>
                <a:gs pos="85714">
                  <a:srgbClr val="00002E">
                    <a:alpha val="1902"/>
                  </a:srgbClr>
                </a:gs>
                <a:gs pos="100000">
                  <a:srgbClr val="00002E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99" name="Splat 199"/>
            <p:cNvSpPr>
              <a:spLocks noGrp="1"/>
            </p:cNvSpPr>
            <p:nvPr/>
          </p:nvSpPr>
          <p:spPr>
            <a:xfrm rot="7203104">
              <a:off x="972541" y="1897308"/>
              <a:ext cx="635202" cy="317889"/>
            </a:xfrm>
            <a:prstGeom prst="ellipse">
              <a:avLst/>
            </a:prstGeom>
            <a:gradFill>
              <a:gsLst>
                <a:gs pos="0">
                  <a:srgbClr val="DAC6CC">
                    <a:alpha val="26130"/>
                  </a:srgbClr>
                </a:gs>
                <a:gs pos="14286">
                  <a:srgbClr val="DAC6CC">
                    <a:alpha val="24298"/>
                  </a:srgbClr>
                </a:gs>
                <a:gs pos="28571">
                  <a:srgbClr val="DAC6CC">
                    <a:alpha val="19438"/>
                  </a:srgbClr>
                </a:gs>
                <a:gs pos="42857">
                  <a:srgbClr val="DAC6CC">
                    <a:alpha val="13218"/>
                  </a:srgbClr>
                </a:gs>
                <a:gs pos="57143">
                  <a:srgbClr val="DAC6CC">
                    <a:alpha val="7555"/>
                  </a:srgbClr>
                </a:gs>
                <a:gs pos="71429">
                  <a:srgbClr val="DAC6CC">
                    <a:alpha val="3610"/>
                  </a:srgbClr>
                </a:gs>
                <a:gs pos="85714">
                  <a:srgbClr val="DAC6CC">
                    <a:alpha val="1444"/>
                  </a:srgbClr>
                </a:gs>
                <a:gs pos="100000">
                  <a:srgbClr val="DAC6CC">
                    <a:alpha val="485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00" name="Splat 200"/>
            <p:cNvSpPr>
              <a:spLocks noGrp="1"/>
            </p:cNvSpPr>
            <p:nvPr/>
          </p:nvSpPr>
          <p:spPr>
            <a:xfrm rot="9283924">
              <a:off x="2887300" y="3515040"/>
              <a:ext cx="413047" cy="72286"/>
            </a:xfrm>
            <a:prstGeom prst="ellipse">
              <a:avLst/>
            </a:prstGeom>
            <a:gradFill>
              <a:gsLst>
                <a:gs pos="0">
                  <a:srgbClr val="000000">
                    <a:alpha val="32968"/>
                  </a:srgbClr>
                </a:gs>
                <a:gs pos="14286">
                  <a:srgbClr val="000000">
                    <a:alpha val="30764"/>
                  </a:srgbClr>
                </a:gs>
                <a:gs pos="28571">
                  <a:srgbClr val="000000">
                    <a:alpha val="24833"/>
                  </a:srgbClr>
                </a:gs>
                <a:gs pos="42857">
                  <a:srgbClr val="000000">
                    <a:alpha val="17075"/>
                  </a:srgbClr>
                </a:gs>
                <a:gs pos="57143">
                  <a:srgbClr val="000000">
                    <a:alpha val="9855"/>
                  </a:srgbClr>
                </a:gs>
                <a:gs pos="71429">
                  <a:srgbClr val="000000">
                    <a:alpha val="4740"/>
                  </a:srgbClr>
                </a:gs>
                <a:gs pos="85714">
                  <a:srgbClr val="000000">
                    <a:alpha val="1902"/>
                  </a:srgbClr>
                </a:gs>
                <a:gs pos="100000">
                  <a:srgbClr val="000000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01" name="Splat 201"/>
            <p:cNvSpPr>
              <a:spLocks noGrp="1"/>
            </p:cNvSpPr>
            <p:nvPr/>
          </p:nvSpPr>
          <p:spPr>
            <a:xfrm rot="6116252">
              <a:off x="710442" y="213314"/>
              <a:ext cx="68461" cy="17948"/>
            </a:xfrm>
            <a:prstGeom prst="ellipse">
              <a:avLst/>
            </a:prstGeom>
            <a:gradFill>
              <a:gsLst>
                <a:gs pos="0">
                  <a:srgbClr val="51342B">
                    <a:alpha val="16241"/>
                  </a:srgbClr>
                </a:gs>
                <a:gs pos="14286">
                  <a:srgbClr val="51342B">
                    <a:alpha val="15031"/>
                  </a:srgbClr>
                </a:gs>
                <a:gs pos="28571">
                  <a:srgbClr val="51342B">
                    <a:alpha val="11880"/>
                  </a:srgbClr>
                </a:gs>
                <a:gs pos="42857">
                  <a:srgbClr val="51342B">
                    <a:alpha val="7961"/>
                  </a:srgbClr>
                </a:gs>
                <a:gs pos="57143">
                  <a:srgbClr val="51342B">
                    <a:alpha val="4493"/>
                  </a:srgbClr>
                </a:gs>
                <a:gs pos="71429">
                  <a:srgbClr val="51342B">
                    <a:alpha val="2129"/>
                  </a:srgbClr>
                </a:gs>
                <a:gs pos="85714">
                  <a:srgbClr val="51342B">
                    <a:alpha val="847"/>
                  </a:srgbClr>
                </a:gs>
                <a:gs pos="100000">
                  <a:srgbClr val="51342B">
                    <a:alpha val="284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02" name="Splat 202"/>
            <p:cNvSpPr>
              <a:spLocks noGrp="1"/>
            </p:cNvSpPr>
            <p:nvPr/>
          </p:nvSpPr>
          <p:spPr>
            <a:xfrm rot="6843634">
              <a:off x="2568571" y="3470672"/>
              <a:ext cx="68461" cy="17872"/>
            </a:xfrm>
            <a:prstGeom prst="ellipse">
              <a:avLst/>
            </a:prstGeom>
            <a:gradFill>
              <a:gsLst>
                <a:gs pos="0">
                  <a:srgbClr val="AE8C58">
                    <a:alpha val="16297"/>
                  </a:srgbClr>
                </a:gs>
                <a:gs pos="14286">
                  <a:srgbClr val="AE8C58">
                    <a:alpha val="15084"/>
                  </a:srgbClr>
                </a:gs>
                <a:gs pos="28571">
                  <a:srgbClr val="AE8C58">
                    <a:alpha val="11923"/>
                  </a:srgbClr>
                </a:gs>
                <a:gs pos="42857">
                  <a:srgbClr val="AE8C58">
                    <a:alpha val="7990"/>
                  </a:srgbClr>
                </a:gs>
                <a:gs pos="57143">
                  <a:srgbClr val="AE8C58">
                    <a:alpha val="4509"/>
                  </a:srgbClr>
                </a:gs>
                <a:gs pos="71429">
                  <a:srgbClr val="AE8C58">
                    <a:alpha val="2137"/>
                  </a:srgbClr>
                </a:gs>
                <a:gs pos="85714">
                  <a:srgbClr val="AE8C58">
                    <a:alpha val="850"/>
                  </a:srgbClr>
                </a:gs>
                <a:gs pos="100000">
                  <a:srgbClr val="AE8C58">
                    <a:alpha val="285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03" name="Splat 203"/>
            <p:cNvSpPr>
              <a:spLocks noGrp="1"/>
            </p:cNvSpPr>
            <p:nvPr/>
          </p:nvSpPr>
          <p:spPr>
            <a:xfrm rot="4761569">
              <a:off x="829827" y="3533289"/>
              <a:ext cx="539193" cy="119704"/>
            </a:xfrm>
            <a:prstGeom prst="ellipse">
              <a:avLst/>
            </a:prstGeom>
            <a:gradFill>
              <a:gsLst>
                <a:gs pos="0">
                  <a:srgbClr val="850000">
                    <a:alpha val="32968"/>
                  </a:srgbClr>
                </a:gs>
                <a:gs pos="14286">
                  <a:srgbClr val="850000">
                    <a:alpha val="30764"/>
                  </a:srgbClr>
                </a:gs>
                <a:gs pos="28571">
                  <a:srgbClr val="850000">
                    <a:alpha val="24833"/>
                  </a:srgbClr>
                </a:gs>
                <a:gs pos="42857">
                  <a:srgbClr val="850000">
                    <a:alpha val="17075"/>
                  </a:srgbClr>
                </a:gs>
                <a:gs pos="57143">
                  <a:srgbClr val="850000">
                    <a:alpha val="9855"/>
                  </a:srgbClr>
                </a:gs>
                <a:gs pos="71429">
                  <a:srgbClr val="850000">
                    <a:alpha val="4740"/>
                  </a:srgbClr>
                </a:gs>
                <a:gs pos="85714">
                  <a:srgbClr val="850000">
                    <a:alpha val="1902"/>
                  </a:srgbClr>
                </a:gs>
                <a:gs pos="100000">
                  <a:srgbClr val="850000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04" name="Splat 204"/>
            <p:cNvSpPr>
              <a:spLocks noGrp="1"/>
            </p:cNvSpPr>
            <p:nvPr/>
          </p:nvSpPr>
          <p:spPr>
            <a:xfrm rot="5810275">
              <a:off x="1937797" y="191925"/>
              <a:ext cx="68461" cy="17983"/>
            </a:xfrm>
            <a:prstGeom prst="ellipse">
              <a:avLst/>
            </a:prstGeom>
            <a:gradFill>
              <a:gsLst>
                <a:gs pos="0">
                  <a:srgbClr val="9E805D">
                    <a:alpha val="16215"/>
                  </a:srgbClr>
                </a:gs>
                <a:gs pos="14286">
                  <a:srgbClr val="9E805D">
                    <a:alpha val="15007"/>
                  </a:srgbClr>
                </a:gs>
                <a:gs pos="28571">
                  <a:srgbClr val="9E805D">
                    <a:alpha val="11861"/>
                  </a:srgbClr>
                </a:gs>
                <a:gs pos="42857">
                  <a:srgbClr val="9E805D">
                    <a:alpha val="7948"/>
                  </a:srgbClr>
                </a:gs>
                <a:gs pos="57143">
                  <a:srgbClr val="9E805D">
                    <a:alpha val="4485"/>
                  </a:srgbClr>
                </a:gs>
                <a:gs pos="71429">
                  <a:srgbClr val="9E805D">
                    <a:alpha val="2125"/>
                  </a:srgbClr>
                </a:gs>
                <a:gs pos="85714">
                  <a:srgbClr val="9E805D">
                    <a:alpha val="846"/>
                  </a:srgbClr>
                </a:gs>
                <a:gs pos="100000">
                  <a:srgbClr val="9E805D">
                    <a:alpha val="283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05" name="Splat 205"/>
            <p:cNvSpPr>
              <a:spLocks noGrp="1"/>
            </p:cNvSpPr>
            <p:nvPr/>
          </p:nvSpPr>
          <p:spPr>
            <a:xfrm rot="7006368">
              <a:off x="473203" y="201533"/>
              <a:ext cx="615175" cy="50322"/>
            </a:xfrm>
            <a:prstGeom prst="ellipse">
              <a:avLst/>
            </a:prstGeom>
            <a:gradFill>
              <a:gsLst>
                <a:gs pos="0">
                  <a:srgbClr val="FFFFCE">
                    <a:alpha val="32968"/>
                  </a:srgbClr>
                </a:gs>
                <a:gs pos="14286">
                  <a:srgbClr val="FFFFCE">
                    <a:alpha val="30764"/>
                  </a:srgbClr>
                </a:gs>
                <a:gs pos="28571">
                  <a:srgbClr val="FFFFCE">
                    <a:alpha val="24833"/>
                  </a:srgbClr>
                </a:gs>
                <a:gs pos="42857">
                  <a:srgbClr val="FFFFCE">
                    <a:alpha val="17075"/>
                  </a:srgbClr>
                </a:gs>
                <a:gs pos="57143">
                  <a:srgbClr val="FFFFCE">
                    <a:alpha val="9855"/>
                  </a:srgbClr>
                </a:gs>
                <a:gs pos="71429">
                  <a:srgbClr val="FFFFCE">
                    <a:alpha val="4740"/>
                  </a:srgbClr>
                </a:gs>
                <a:gs pos="85714">
                  <a:srgbClr val="FFFFCE">
                    <a:alpha val="1902"/>
                  </a:srgbClr>
                </a:gs>
                <a:gs pos="100000">
                  <a:srgbClr val="FFFFCE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06" name="Splat 206"/>
            <p:cNvSpPr>
              <a:spLocks noGrp="1"/>
            </p:cNvSpPr>
            <p:nvPr/>
          </p:nvSpPr>
          <p:spPr>
            <a:xfrm rot="7465144">
              <a:off x="1638432" y="1648109"/>
              <a:ext cx="155901" cy="79758"/>
            </a:xfrm>
            <a:prstGeom prst="ellipse">
              <a:avLst/>
            </a:prstGeom>
            <a:gradFill>
              <a:gsLst>
                <a:gs pos="0">
                  <a:srgbClr val="000000">
                    <a:alpha val="32968"/>
                  </a:srgbClr>
                </a:gs>
                <a:gs pos="14286">
                  <a:srgbClr val="000000">
                    <a:alpha val="30764"/>
                  </a:srgbClr>
                </a:gs>
                <a:gs pos="28571">
                  <a:srgbClr val="000000">
                    <a:alpha val="24833"/>
                  </a:srgbClr>
                </a:gs>
                <a:gs pos="42857">
                  <a:srgbClr val="000000">
                    <a:alpha val="17075"/>
                  </a:srgbClr>
                </a:gs>
                <a:gs pos="57143">
                  <a:srgbClr val="000000">
                    <a:alpha val="9855"/>
                  </a:srgbClr>
                </a:gs>
                <a:gs pos="71429">
                  <a:srgbClr val="000000">
                    <a:alpha val="4740"/>
                  </a:srgbClr>
                </a:gs>
                <a:gs pos="85714">
                  <a:srgbClr val="000000">
                    <a:alpha val="1902"/>
                  </a:srgbClr>
                </a:gs>
                <a:gs pos="100000">
                  <a:srgbClr val="000000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07" name="Splat 207"/>
            <p:cNvSpPr>
              <a:spLocks noGrp="1"/>
            </p:cNvSpPr>
            <p:nvPr/>
          </p:nvSpPr>
          <p:spPr>
            <a:xfrm rot="5477477">
              <a:off x="1880061" y="565336"/>
              <a:ext cx="68461" cy="18072"/>
            </a:xfrm>
            <a:prstGeom prst="ellipse">
              <a:avLst/>
            </a:prstGeom>
            <a:gradFill>
              <a:gsLst>
                <a:gs pos="0">
                  <a:srgbClr val="8B7161">
                    <a:alpha val="16148"/>
                  </a:srgbClr>
                </a:gs>
                <a:gs pos="14286">
                  <a:srgbClr val="8B7161">
                    <a:alpha val="14945"/>
                  </a:srgbClr>
                </a:gs>
                <a:gs pos="28571">
                  <a:srgbClr val="8B7161">
                    <a:alpha val="11811"/>
                  </a:srgbClr>
                </a:gs>
                <a:gs pos="42857">
                  <a:srgbClr val="8B7161">
                    <a:alpha val="7913"/>
                  </a:srgbClr>
                </a:gs>
                <a:gs pos="57143">
                  <a:srgbClr val="8B7161">
                    <a:alpha val="4465"/>
                  </a:srgbClr>
                </a:gs>
                <a:gs pos="71429">
                  <a:srgbClr val="8B7161">
                    <a:alpha val="2116"/>
                  </a:srgbClr>
                </a:gs>
                <a:gs pos="85714">
                  <a:srgbClr val="8B7161">
                    <a:alpha val="842"/>
                  </a:srgbClr>
                </a:gs>
                <a:gs pos="100000">
                  <a:srgbClr val="8B7161">
                    <a:alpha val="282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08" name="Splat 208"/>
            <p:cNvSpPr>
              <a:spLocks noGrp="1"/>
            </p:cNvSpPr>
            <p:nvPr/>
          </p:nvSpPr>
          <p:spPr>
            <a:xfrm rot="8586393">
              <a:off x="3105271" y="1656774"/>
              <a:ext cx="515813" cy="137287"/>
            </a:xfrm>
            <a:prstGeom prst="ellipse">
              <a:avLst/>
            </a:prstGeom>
            <a:gradFill>
              <a:gsLst>
                <a:gs pos="0">
                  <a:srgbClr val="EAEFFA">
                    <a:alpha val="32968"/>
                  </a:srgbClr>
                </a:gs>
                <a:gs pos="14286">
                  <a:srgbClr val="EAEFFA">
                    <a:alpha val="30764"/>
                  </a:srgbClr>
                </a:gs>
                <a:gs pos="28571">
                  <a:srgbClr val="EAEFFA">
                    <a:alpha val="24833"/>
                  </a:srgbClr>
                </a:gs>
                <a:gs pos="42857">
                  <a:srgbClr val="EAEFFA">
                    <a:alpha val="17075"/>
                  </a:srgbClr>
                </a:gs>
                <a:gs pos="57143">
                  <a:srgbClr val="EAEFFA">
                    <a:alpha val="9855"/>
                  </a:srgbClr>
                </a:gs>
                <a:gs pos="71429">
                  <a:srgbClr val="EAEFFA">
                    <a:alpha val="4740"/>
                  </a:srgbClr>
                </a:gs>
                <a:gs pos="85714">
                  <a:srgbClr val="EAEFFA">
                    <a:alpha val="1902"/>
                  </a:srgbClr>
                </a:gs>
                <a:gs pos="100000">
                  <a:srgbClr val="EAEFFA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09" name="Splat 209"/>
            <p:cNvSpPr>
              <a:spLocks noGrp="1"/>
            </p:cNvSpPr>
            <p:nvPr/>
          </p:nvSpPr>
          <p:spPr>
            <a:xfrm rot="5005444">
              <a:off x="111439" y="2427548"/>
              <a:ext cx="499077" cy="40846"/>
            </a:xfrm>
            <a:prstGeom prst="ellipse">
              <a:avLst/>
            </a:prstGeom>
            <a:gradFill>
              <a:gsLst>
                <a:gs pos="0">
                  <a:srgbClr val="000000">
                    <a:alpha val="32968"/>
                  </a:srgbClr>
                </a:gs>
                <a:gs pos="14286">
                  <a:srgbClr val="000000">
                    <a:alpha val="30764"/>
                  </a:srgbClr>
                </a:gs>
                <a:gs pos="28571">
                  <a:srgbClr val="000000">
                    <a:alpha val="24833"/>
                  </a:srgbClr>
                </a:gs>
                <a:gs pos="42857">
                  <a:srgbClr val="000000">
                    <a:alpha val="17075"/>
                  </a:srgbClr>
                </a:gs>
                <a:gs pos="57143">
                  <a:srgbClr val="000000">
                    <a:alpha val="9855"/>
                  </a:srgbClr>
                </a:gs>
                <a:gs pos="71429">
                  <a:srgbClr val="000000">
                    <a:alpha val="4740"/>
                  </a:srgbClr>
                </a:gs>
                <a:gs pos="85714">
                  <a:srgbClr val="000000">
                    <a:alpha val="1902"/>
                  </a:srgbClr>
                </a:gs>
                <a:gs pos="100000">
                  <a:srgbClr val="000000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10" name="Splat 210"/>
            <p:cNvSpPr>
              <a:spLocks noGrp="1"/>
            </p:cNvSpPr>
            <p:nvPr/>
          </p:nvSpPr>
          <p:spPr>
            <a:xfrm rot="9456617">
              <a:off x="239991" y="1775626"/>
              <a:ext cx="349408" cy="133523"/>
            </a:xfrm>
            <a:prstGeom prst="ellipse">
              <a:avLst/>
            </a:prstGeom>
            <a:gradFill>
              <a:gsLst>
                <a:gs pos="0">
                  <a:srgbClr val="694B00">
                    <a:alpha val="32968"/>
                  </a:srgbClr>
                </a:gs>
                <a:gs pos="14286">
                  <a:srgbClr val="694B00">
                    <a:alpha val="30764"/>
                  </a:srgbClr>
                </a:gs>
                <a:gs pos="28571">
                  <a:srgbClr val="694B00">
                    <a:alpha val="24833"/>
                  </a:srgbClr>
                </a:gs>
                <a:gs pos="42857">
                  <a:srgbClr val="694B00">
                    <a:alpha val="17075"/>
                  </a:srgbClr>
                </a:gs>
                <a:gs pos="57143">
                  <a:srgbClr val="694B00">
                    <a:alpha val="9855"/>
                  </a:srgbClr>
                </a:gs>
                <a:gs pos="71429">
                  <a:srgbClr val="694B00">
                    <a:alpha val="4740"/>
                  </a:srgbClr>
                </a:gs>
                <a:gs pos="85714">
                  <a:srgbClr val="694B00">
                    <a:alpha val="1902"/>
                  </a:srgbClr>
                </a:gs>
                <a:gs pos="100000">
                  <a:srgbClr val="694B00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11" name="Splat 211"/>
            <p:cNvSpPr>
              <a:spLocks noGrp="1"/>
            </p:cNvSpPr>
            <p:nvPr/>
          </p:nvSpPr>
          <p:spPr>
            <a:xfrm rot="6119270">
              <a:off x="1516508" y="3018943"/>
              <a:ext cx="315883" cy="157784"/>
            </a:xfrm>
            <a:prstGeom prst="ellipse">
              <a:avLst/>
            </a:prstGeom>
            <a:gradFill>
              <a:gsLst>
                <a:gs pos="0">
                  <a:srgbClr val="FFFFFC">
                    <a:alpha val="32968"/>
                  </a:srgbClr>
                </a:gs>
                <a:gs pos="14286">
                  <a:srgbClr val="FFFFFC">
                    <a:alpha val="30764"/>
                  </a:srgbClr>
                </a:gs>
                <a:gs pos="28571">
                  <a:srgbClr val="FFFFFC">
                    <a:alpha val="24833"/>
                  </a:srgbClr>
                </a:gs>
                <a:gs pos="42857">
                  <a:srgbClr val="FFFFFC">
                    <a:alpha val="17075"/>
                  </a:srgbClr>
                </a:gs>
                <a:gs pos="57143">
                  <a:srgbClr val="FFFFFC">
                    <a:alpha val="9855"/>
                  </a:srgbClr>
                </a:gs>
                <a:gs pos="71429">
                  <a:srgbClr val="FFFFFC">
                    <a:alpha val="4740"/>
                  </a:srgbClr>
                </a:gs>
                <a:gs pos="85714">
                  <a:srgbClr val="FFFFFC">
                    <a:alpha val="1902"/>
                  </a:srgbClr>
                </a:gs>
                <a:gs pos="100000">
                  <a:srgbClr val="FFFFFC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12" name="Splat 212"/>
            <p:cNvSpPr>
              <a:spLocks noGrp="1"/>
            </p:cNvSpPr>
            <p:nvPr/>
          </p:nvSpPr>
          <p:spPr>
            <a:xfrm rot="5355255">
              <a:off x="1174326" y="3244857"/>
              <a:ext cx="227179" cy="124900"/>
            </a:xfrm>
            <a:prstGeom prst="ellipse">
              <a:avLst/>
            </a:prstGeom>
            <a:gradFill>
              <a:gsLst>
                <a:gs pos="0">
                  <a:srgbClr val="000092">
                    <a:alpha val="32968"/>
                  </a:srgbClr>
                </a:gs>
                <a:gs pos="14286">
                  <a:srgbClr val="000092">
                    <a:alpha val="30764"/>
                  </a:srgbClr>
                </a:gs>
                <a:gs pos="28571">
                  <a:srgbClr val="000092">
                    <a:alpha val="24833"/>
                  </a:srgbClr>
                </a:gs>
                <a:gs pos="42857">
                  <a:srgbClr val="000092">
                    <a:alpha val="17075"/>
                  </a:srgbClr>
                </a:gs>
                <a:gs pos="57143">
                  <a:srgbClr val="000092">
                    <a:alpha val="9855"/>
                  </a:srgbClr>
                </a:gs>
                <a:gs pos="71429">
                  <a:srgbClr val="000092">
                    <a:alpha val="4740"/>
                  </a:srgbClr>
                </a:gs>
                <a:gs pos="85714">
                  <a:srgbClr val="000092">
                    <a:alpha val="1902"/>
                  </a:srgbClr>
                </a:gs>
                <a:gs pos="100000">
                  <a:srgbClr val="000092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13" name="Splat 213"/>
            <p:cNvSpPr>
              <a:spLocks noGrp="1"/>
            </p:cNvSpPr>
            <p:nvPr/>
          </p:nvSpPr>
          <p:spPr>
            <a:xfrm rot="-9017608">
              <a:off x="532007" y="3225377"/>
              <a:ext cx="513625" cy="45609"/>
            </a:xfrm>
            <a:prstGeom prst="ellipse">
              <a:avLst/>
            </a:prstGeom>
            <a:gradFill>
              <a:gsLst>
                <a:gs pos="0">
                  <a:srgbClr val="000000">
                    <a:alpha val="32968"/>
                  </a:srgbClr>
                </a:gs>
                <a:gs pos="14286">
                  <a:srgbClr val="000000">
                    <a:alpha val="30764"/>
                  </a:srgbClr>
                </a:gs>
                <a:gs pos="28571">
                  <a:srgbClr val="000000">
                    <a:alpha val="24833"/>
                  </a:srgbClr>
                </a:gs>
                <a:gs pos="42857">
                  <a:srgbClr val="000000">
                    <a:alpha val="17075"/>
                  </a:srgbClr>
                </a:gs>
                <a:gs pos="57143">
                  <a:srgbClr val="000000">
                    <a:alpha val="9855"/>
                  </a:srgbClr>
                </a:gs>
                <a:gs pos="71429">
                  <a:srgbClr val="000000">
                    <a:alpha val="4740"/>
                  </a:srgbClr>
                </a:gs>
                <a:gs pos="85714">
                  <a:srgbClr val="000000">
                    <a:alpha val="1902"/>
                  </a:srgbClr>
                </a:gs>
                <a:gs pos="100000">
                  <a:srgbClr val="000000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14" name="Splat 214"/>
            <p:cNvSpPr>
              <a:spLocks noGrp="1"/>
            </p:cNvSpPr>
            <p:nvPr/>
          </p:nvSpPr>
          <p:spPr>
            <a:xfrm rot="5769233">
              <a:off x="1009183" y="1144623"/>
              <a:ext cx="333541" cy="93472"/>
            </a:xfrm>
            <a:prstGeom prst="ellipse">
              <a:avLst/>
            </a:prstGeom>
            <a:gradFill>
              <a:gsLst>
                <a:gs pos="0">
                  <a:srgbClr val="2C0000">
                    <a:alpha val="32968"/>
                  </a:srgbClr>
                </a:gs>
                <a:gs pos="14286">
                  <a:srgbClr val="2C0000">
                    <a:alpha val="30764"/>
                  </a:srgbClr>
                </a:gs>
                <a:gs pos="28571">
                  <a:srgbClr val="2C0000">
                    <a:alpha val="24833"/>
                  </a:srgbClr>
                </a:gs>
                <a:gs pos="42857">
                  <a:srgbClr val="2C0000">
                    <a:alpha val="17075"/>
                  </a:srgbClr>
                </a:gs>
                <a:gs pos="57143">
                  <a:srgbClr val="2C0000">
                    <a:alpha val="9855"/>
                  </a:srgbClr>
                </a:gs>
                <a:gs pos="71429">
                  <a:srgbClr val="2C0000">
                    <a:alpha val="4740"/>
                  </a:srgbClr>
                </a:gs>
                <a:gs pos="85714">
                  <a:srgbClr val="2C0000">
                    <a:alpha val="1902"/>
                  </a:srgbClr>
                </a:gs>
                <a:gs pos="100000">
                  <a:srgbClr val="2C0000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15" name="Splat 215"/>
            <p:cNvSpPr>
              <a:spLocks noGrp="1"/>
            </p:cNvSpPr>
            <p:nvPr/>
          </p:nvSpPr>
          <p:spPr>
            <a:xfrm rot="4335866">
              <a:off x="1291957" y="2754907"/>
              <a:ext cx="607575" cy="90905"/>
            </a:xfrm>
            <a:prstGeom prst="ellipse">
              <a:avLst/>
            </a:prstGeom>
            <a:gradFill>
              <a:gsLst>
                <a:gs pos="0">
                  <a:srgbClr val="FBFFFD">
                    <a:alpha val="32968"/>
                  </a:srgbClr>
                </a:gs>
                <a:gs pos="14286">
                  <a:srgbClr val="FBFFFD">
                    <a:alpha val="30764"/>
                  </a:srgbClr>
                </a:gs>
                <a:gs pos="28571">
                  <a:srgbClr val="FBFFFD">
                    <a:alpha val="24833"/>
                  </a:srgbClr>
                </a:gs>
                <a:gs pos="42857">
                  <a:srgbClr val="FBFFFD">
                    <a:alpha val="17075"/>
                  </a:srgbClr>
                </a:gs>
                <a:gs pos="57143">
                  <a:srgbClr val="FBFFFD">
                    <a:alpha val="9855"/>
                  </a:srgbClr>
                </a:gs>
                <a:gs pos="71429">
                  <a:srgbClr val="FBFFFD">
                    <a:alpha val="4740"/>
                  </a:srgbClr>
                </a:gs>
                <a:gs pos="85714">
                  <a:srgbClr val="FBFFFD">
                    <a:alpha val="1902"/>
                  </a:srgbClr>
                </a:gs>
                <a:gs pos="100000">
                  <a:srgbClr val="FBFFFD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16" name="Splat 216"/>
            <p:cNvSpPr>
              <a:spLocks noGrp="1"/>
            </p:cNvSpPr>
            <p:nvPr/>
          </p:nvSpPr>
          <p:spPr>
            <a:xfrm rot="4090775">
              <a:off x="212107" y="1524952"/>
              <a:ext cx="528358" cy="146053"/>
            </a:xfrm>
            <a:prstGeom prst="ellipse">
              <a:avLst/>
            </a:prstGeom>
            <a:gradFill>
              <a:gsLst>
                <a:gs pos="0">
                  <a:srgbClr val="7A0000">
                    <a:alpha val="32968"/>
                  </a:srgbClr>
                </a:gs>
                <a:gs pos="14286">
                  <a:srgbClr val="7A0000">
                    <a:alpha val="30764"/>
                  </a:srgbClr>
                </a:gs>
                <a:gs pos="28571">
                  <a:srgbClr val="7A0000">
                    <a:alpha val="24833"/>
                  </a:srgbClr>
                </a:gs>
                <a:gs pos="42857">
                  <a:srgbClr val="7A0000">
                    <a:alpha val="17075"/>
                  </a:srgbClr>
                </a:gs>
                <a:gs pos="57143">
                  <a:srgbClr val="7A0000">
                    <a:alpha val="9855"/>
                  </a:srgbClr>
                </a:gs>
                <a:gs pos="71429">
                  <a:srgbClr val="7A0000">
                    <a:alpha val="4740"/>
                  </a:srgbClr>
                </a:gs>
                <a:gs pos="85714">
                  <a:srgbClr val="7A0000">
                    <a:alpha val="1902"/>
                  </a:srgbClr>
                </a:gs>
                <a:gs pos="100000">
                  <a:srgbClr val="7A0000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17" name="Splat 217"/>
            <p:cNvSpPr>
              <a:spLocks noGrp="1"/>
            </p:cNvSpPr>
            <p:nvPr/>
          </p:nvSpPr>
          <p:spPr>
            <a:xfrm rot="-8670157">
              <a:off x="331647" y="3519946"/>
              <a:ext cx="551731" cy="41175"/>
            </a:xfrm>
            <a:prstGeom prst="ellipse">
              <a:avLst/>
            </a:prstGeom>
            <a:gradFill>
              <a:gsLst>
                <a:gs pos="0">
                  <a:srgbClr val="000000">
                    <a:alpha val="32968"/>
                  </a:srgbClr>
                </a:gs>
                <a:gs pos="14286">
                  <a:srgbClr val="000000">
                    <a:alpha val="30764"/>
                  </a:srgbClr>
                </a:gs>
                <a:gs pos="28571">
                  <a:srgbClr val="000000">
                    <a:alpha val="24833"/>
                  </a:srgbClr>
                </a:gs>
                <a:gs pos="42857">
                  <a:srgbClr val="000000">
                    <a:alpha val="17075"/>
                  </a:srgbClr>
                </a:gs>
                <a:gs pos="57143">
                  <a:srgbClr val="000000">
                    <a:alpha val="9855"/>
                  </a:srgbClr>
                </a:gs>
                <a:gs pos="71429">
                  <a:srgbClr val="000000">
                    <a:alpha val="4740"/>
                  </a:srgbClr>
                </a:gs>
                <a:gs pos="85714">
                  <a:srgbClr val="000000">
                    <a:alpha val="1902"/>
                  </a:srgbClr>
                </a:gs>
                <a:gs pos="100000">
                  <a:srgbClr val="000000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18" name="Splat 218"/>
            <p:cNvSpPr>
              <a:spLocks noGrp="1"/>
            </p:cNvSpPr>
            <p:nvPr/>
          </p:nvSpPr>
          <p:spPr>
            <a:xfrm rot="6390191">
              <a:off x="1773872" y="462429"/>
              <a:ext cx="341088" cy="42627"/>
            </a:xfrm>
            <a:prstGeom prst="ellipse">
              <a:avLst/>
            </a:prstGeom>
            <a:gradFill>
              <a:gsLst>
                <a:gs pos="0">
                  <a:srgbClr val="000000">
                    <a:alpha val="32968"/>
                  </a:srgbClr>
                </a:gs>
                <a:gs pos="14286">
                  <a:srgbClr val="000000">
                    <a:alpha val="30764"/>
                  </a:srgbClr>
                </a:gs>
                <a:gs pos="28571">
                  <a:srgbClr val="000000">
                    <a:alpha val="24833"/>
                  </a:srgbClr>
                </a:gs>
                <a:gs pos="42857">
                  <a:srgbClr val="000000">
                    <a:alpha val="17075"/>
                  </a:srgbClr>
                </a:gs>
                <a:gs pos="57143">
                  <a:srgbClr val="000000">
                    <a:alpha val="9855"/>
                  </a:srgbClr>
                </a:gs>
                <a:gs pos="71429">
                  <a:srgbClr val="000000">
                    <a:alpha val="4740"/>
                  </a:srgbClr>
                </a:gs>
                <a:gs pos="85714">
                  <a:srgbClr val="000000">
                    <a:alpha val="1902"/>
                  </a:srgbClr>
                </a:gs>
                <a:gs pos="100000">
                  <a:srgbClr val="000000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19" name="Splat 219"/>
            <p:cNvSpPr>
              <a:spLocks noGrp="1"/>
            </p:cNvSpPr>
            <p:nvPr/>
          </p:nvSpPr>
          <p:spPr>
            <a:xfrm rot="-9810773">
              <a:off x="1253495" y="1890794"/>
              <a:ext cx="305642" cy="57038"/>
            </a:xfrm>
            <a:prstGeom prst="ellipse">
              <a:avLst/>
            </a:prstGeom>
            <a:gradFill>
              <a:gsLst>
                <a:gs pos="0">
                  <a:srgbClr val="130097">
                    <a:alpha val="32968"/>
                  </a:srgbClr>
                </a:gs>
                <a:gs pos="14286">
                  <a:srgbClr val="130097">
                    <a:alpha val="30764"/>
                  </a:srgbClr>
                </a:gs>
                <a:gs pos="28571">
                  <a:srgbClr val="130097">
                    <a:alpha val="24833"/>
                  </a:srgbClr>
                </a:gs>
                <a:gs pos="42857">
                  <a:srgbClr val="130097">
                    <a:alpha val="17075"/>
                  </a:srgbClr>
                </a:gs>
                <a:gs pos="57143">
                  <a:srgbClr val="130097">
                    <a:alpha val="9855"/>
                  </a:srgbClr>
                </a:gs>
                <a:gs pos="71429">
                  <a:srgbClr val="130097">
                    <a:alpha val="4740"/>
                  </a:srgbClr>
                </a:gs>
                <a:gs pos="85714">
                  <a:srgbClr val="130097">
                    <a:alpha val="1902"/>
                  </a:srgbClr>
                </a:gs>
                <a:gs pos="100000">
                  <a:srgbClr val="130097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20" name="Splat 220"/>
            <p:cNvSpPr>
              <a:spLocks noGrp="1"/>
            </p:cNvSpPr>
            <p:nvPr/>
          </p:nvSpPr>
          <p:spPr>
            <a:xfrm rot="-10530040">
              <a:off x="1979207" y="2285394"/>
              <a:ext cx="582219" cy="165549"/>
            </a:xfrm>
            <a:prstGeom prst="ellipse">
              <a:avLst/>
            </a:prstGeom>
            <a:gradFill>
              <a:gsLst>
                <a:gs pos="0">
                  <a:srgbClr val="000900">
                    <a:alpha val="32968"/>
                  </a:srgbClr>
                </a:gs>
                <a:gs pos="14286">
                  <a:srgbClr val="000900">
                    <a:alpha val="30764"/>
                  </a:srgbClr>
                </a:gs>
                <a:gs pos="28571">
                  <a:srgbClr val="000900">
                    <a:alpha val="24833"/>
                  </a:srgbClr>
                </a:gs>
                <a:gs pos="42857">
                  <a:srgbClr val="000900">
                    <a:alpha val="17075"/>
                  </a:srgbClr>
                </a:gs>
                <a:gs pos="57143">
                  <a:srgbClr val="000900">
                    <a:alpha val="9855"/>
                  </a:srgbClr>
                </a:gs>
                <a:gs pos="71429">
                  <a:srgbClr val="000900">
                    <a:alpha val="4740"/>
                  </a:srgbClr>
                </a:gs>
                <a:gs pos="85714">
                  <a:srgbClr val="000900">
                    <a:alpha val="1902"/>
                  </a:srgbClr>
                </a:gs>
                <a:gs pos="100000">
                  <a:srgbClr val="000900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21" name="Splat 221"/>
            <p:cNvSpPr>
              <a:spLocks noGrp="1"/>
            </p:cNvSpPr>
            <p:nvPr/>
          </p:nvSpPr>
          <p:spPr>
            <a:xfrm rot="6250557">
              <a:off x="2763269" y="2734110"/>
              <a:ext cx="396321" cy="72804"/>
            </a:xfrm>
            <a:prstGeom prst="ellipse">
              <a:avLst/>
            </a:prstGeom>
            <a:gradFill>
              <a:gsLst>
                <a:gs pos="0">
                  <a:srgbClr val="002191">
                    <a:alpha val="32968"/>
                  </a:srgbClr>
                </a:gs>
                <a:gs pos="14286">
                  <a:srgbClr val="002191">
                    <a:alpha val="30764"/>
                  </a:srgbClr>
                </a:gs>
                <a:gs pos="28571">
                  <a:srgbClr val="002191">
                    <a:alpha val="24833"/>
                  </a:srgbClr>
                </a:gs>
                <a:gs pos="42857">
                  <a:srgbClr val="002191">
                    <a:alpha val="17075"/>
                  </a:srgbClr>
                </a:gs>
                <a:gs pos="57143">
                  <a:srgbClr val="002191">
                    <a:alpha val="9855"/>
                  </a:srgbClr>
                </a:gs>
                <a:gs pos="71429">
                  <a:srgbClr val="002191">
                    <a:alpha val="4740"/>
                  </a:srgbClr>
                </a:gs>
                <a:gs pos="85714">
                  <a:srgbClr val="002191">
                    <a:alpha val="1902"/>
                  </a:srgbClr>
                </a:gs>
                <a:gs pos="100000">
                  <a:srgbClr val="002191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22" name="Splat 222"/>
            <p:cNvSpPr>
              <a:spLocks noGrp="1"/>
            </p:cNvSpPr>
            <p:nvPr/>
          </p:nvSpPr>
          <p:spPr>
            <a:xfrm rot="7561050">
              <a:off x="1491839" y="2881976"/>
              <a:ext cx="546445" cy="75141"/>
            </a:xfrm>
            <a:prstGeom prst="ellipse">
              <a:avLst/>
            </a:prstGeom>
            <a:gradFill>
              <a:gsLst>
                <a:gs pos="0">
                  <a:srgbClr val="FFFFFF">
                    <a:alpha val="32968"/>
                  </a:srgbClr>
                </a:gs>
                <a:gs pos="14286">
                  <a:srgbClr val="FFFFFF">
                    <a:alpha val="30764"/>
                  </a:srgbClr>
                </a:gs>
                <a:gs pos="28571">
                  <a:srgbClr val="FFFFFF">
                    <a:alpha val="24833"/>
                  </a:srgbClr>
                </a:gs>
                <a:gs pos="42857">
                  <a:srgbClr val="FFFFFF">
                    <a:alpha val="17075"/>
                  </a:srgbClr>
                </a:gs>
                <a:gs pos="57143">
                  <a:srgbClr val="FFFFFF">
                    <a:alpha val="9855"/>
                  </a:srgbClr>
                </a:gs>
                <a:gs pos="71429">
                  <a:srgbClr val="FFFFFF">
                    <a:alpha val="4740"/>
                  </a:srgbClr>
                </a:gs>
                <a:gs pos="85714">
                  <a:srgbClr val="FFFFFF">
                    <a:alpha val="1902"/>
                  </a:srgbClr>
                </a:gs>
                <a:gs pos="100000">
                  <a:srgbClr val="FFFFFF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23" name="Splat 223"/>
            <p:cNvSpPr>
              <a:spLocks noGrp="1"/>
            </p:cNvSpPr>
            <p:nvPr/>
          </p:nvSpPr>
          <p:spPr>
            <a:xfrm rot="-9840881">
              <a:off x="393420" y="2886382"/>
              <a:ext cx="244423" cy="47839"/>
            </a:xfrm>
            <a:prstGeom prst="ellipse">
              <a:avLst/>
            </a:prstGeom>
            <a:gradFill>
              <a:gsLst>
                <a:gs pos="0">
                  <a:srgbClr val="000000">
                    <a:alpha val="32968"/>
                  </a:srgbClr>
                </a:gs>
                <a:gs pos="14286">
                  <a:srgbClr val="000000">
                    <a:alpha val="30764"/>
                  </a:srgbClr>
                </a:gs>
                <a:gs pos="28571">
                  <a:srgbClr val="000000">
                    <a:alpha val="24833"/>
                  </a:srgbClr>
                </a:gs>
                <a:gs pos="42857">
                  <a:srgbClr val="000000">
                    <a:alpha val="17075"/>
                  </a:srgbClr>
                </a:gs>
                <a:gs pos="57143">
                  <a:srgbClr val="000000">
                    <a:alpha val="9855"/>
                  </a:srgbClr>
                </a:gs>
                <a:gs pos="71429">
                  <a:srgbClr val="000000">
                    <a:alpha val="4740"/>
                  </a:srgbClr>
                </a:gs>
                <a:gs pos="85714">
                  <a:srgbClr val="000000">
                    <a:alpha val="1902"/>
                  </a:srgbClr>
                </a:gs>
                <a:gs pos="100000">
                  <a:srgbClr val="000000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24" name="Splat 224"/>
            <p:cNvSpPr>
              <a:spLocks noGrp="1"/>
            </p:cNvSpPr>
            <p:nvPr/>
          </p:nvSpPr>
          <p:spPr>
            <a:xfrm rot="5524084">
              <a:off x="1292192" y="858820"/>
              <a:ext cx="68461" cy="17917"/>
            </a:xfrm>
            <a:prstGeom prst="ellipse">
              <a:avLst/>
            </a:prstGeom>
            <a:gradFill>
              <a:gsLst>
                <a:gs pos="0">
                  <a:srgbClr val="B39277">
                    <a:alpha val="16264"/>
                  </a:srgbClr>
                </a:gs>
                <a:gs pos="14286">
                  <a:srgbClr val="B39277">
                    <a:alpha val="15053"/>
                  </a:srgbClr>
                </a:gs>
                <a:gs pos="28571">
                  <a:srgbClr val="B39277">
                    <a:alpha val="11898"/>
                  </a:srgbClr>
                </a:gs>
                <a:gs pos="42857">
                  <a:srgbClr val="B39277">
                    <a:alpha val="7973"/>
                  </a:srgbClr>
                </a:gs>
                <a:gs pos="57143">
                  <a:srgbClr val="B39277">
                    <a:alpha val="4499"/>
                  </a:srgbClr>
                </a:gs>
                <a:gs pos="71429">
                  <a:srgbClr val="B39277">
                    <a:alpha val="2132"/>
                  </a:srgbClr>
                </a:gs>
                <a:gs pos="85714">
                  <a:srgbClr val="B39277">
                    <a:alpha val="849"/>
                  </a:srgbClr>
                </a:gs>
                <a:gs pos="100000">
                  <a:srgbClr val="B39277">
                    <a:alpha val="284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25" name="Splat 225"/>
            <p:cNvSpPr>
              <a:spLocks noGrp="1"/>
            </p:cNvSpPr>
            <p:nvPr/>
          </p:nvSpPr>
          <p:spPr>
            <a:xfrm rot="4528802">
              <a:off x="2091967" y="2464849"/>
              <a:ext cx="68461" cy="17833"/>
            </a:xfrm>
            <a:prstGeom prst="ellipse">
              <a:avLst/>
            </a:prstGeom>
            <a:gradFill>
              <a:gsLst>
                <a:gs pos="0">
                  <a:srgbClr val="897D6B">
                    <a:alpha val="16326"/>
                  </a:srgbClr>
                </a:gs>
                <a:gs pos="14286">
                  <a:srgbClr val="897D6B">
                    <a:alpha val="15111"/>
                  </a:srgbClr>
                </a:gs>
                <a:gs pos="28571">
                  <a:srgbClr val="897D6B">
                    <a:alpha val="11944"/>
                  </a:srgbClr>
                </a:gs>
                <a:gs pos="42857">
                  <a:srgbClr val="897D6B">
                    <a:alpha val="8005"/>
                  </a:srgbClr>
                </a:gs>
                <a:gs pos="57143">
                  <a:srgbClr val="897D6B">
                    <a:alpha val="4518"/>
                  </a:srgbClr>
                </a:gs>
                <a:gs pos="71429">
                  <a:srgbClr val="897D6B">
                    <a:alpha val="2141"/>
                  </a:srgbClr>
                </a:gs>
                <a:gs pos="85714">
                  <a:srgbClr val="897D6B">
                    <a:alpha val="852"/>
                  </a:srgbClr>
                </a:gs>
                <a:gs pos="100000">
                  <a:srgbClr val="897D6B">
                    <a:alpha val="285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26" name="Splat 226"/>
            <p:cNvSpPr>
              <a:spLocks noGrp="1"/>
            </p:cNvSpPr>
            <p:nvPr/>
          </p:nvSpPr>
          <p:spPr>
            <a:xfrm rot="7603715">
              <a:off x="2905726" y="1751819"/>
              <a:ext cx="621036" cy="97563"/>
            </a:xfrm>
            <a:prstGeom prst="ellipse">
              <a:avLst/>
            </a:prstGeom>
            <a:gradFill>
              <a:gsLst>
                <a:gs pos="0">
                  <a:srgbClr val="004BBE">
                    <a:alpha val="32968"/>
                  </a:srgbClr>
                </a:gs>
                <a:gs pos="14286">
                  <a:srgbClr val="004BBE">
                    <a:alpha val="30764"/>
                  </a:srgbClr>
                </a:gs>
                <a:gs pos="28571">
                  <a:srgbClr val="004BBE">
                    <a:alpha val="24833"/>
                  </a:srgbClr>
                </a:gs>
                <a:gs pos="42857">
                  <a:srgbClr val="004BBE">
                    <a:alpha val="17075"/>
                  </a:srgbClr>
                </a:gs>
                <a:gs pos="57143">
                  <a:srgbClr val="004BBE">
                    <a:alpha val="9855"/>
                  </a:srgbClr>
                </a:gs>
                <a:gs pos="71429">
                  <a:srgbClr val="004BBE">
                    <a:alpha val="4740"/>
                  </a:srgbClr>
                </a:gs>
                <a:gs pos="85714">
                  <a:srgbClr val="004BBE">
                    <a:alpha val="1902"/>
                  </a:srgbClr>
                </a:gs>
                <a:gs pos="100000">
                  <a:srgbClr val="004BBE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27" name="Splat 227"/>
            <p:cNvSpPr>
              <a:spLocks noGrp="1"/>
            </p:cNvSpPr>
            <p:nvPr/>
          </p:nvSpPr>
          <p:spPr>
            <a:xfrm rot="4990420">
              <a:off x="1090308" y="3166318"/>
              <a:ext cx="68268" cy="17067"/>
            </a:xfrm>
            <a:prstGeom prst="ellipse">
              <a:avLst/>
            </a:prstGeom>
            <a:gradFill>
              <a:gsLst>
                <a:gs pos="0">
                  <a:srgbClr val="7A6150">
                    <a:alpha val="16892"/>
                  </a:srgbClr>
                </a:gs>
                <a:gs pos="14286">
                  <a:srgbClr val="7A6150">
                    <a:alpha val="15639"/>
                  </a:srgbClr>
                </a:gs>
                <a:gs pos="28571">
                  <a:srgbClr val="7A6150">
                    <a:alpha val="12370"/>
                  </a:srgbClr>
                </a:gs>
                <a:gs pos="42857">
                  <a:srgbClr val="7A6150">
                    <a:alpha val="8297"/>
                  </a:srgbClr>
                </a:gs>
                <a:gs pos="57143">
                  <a:srgbClr val="7A6150">
                    <a:alpha val="4686"/>
                  </a:srgbClr>
                </a:gs>
                <a:gs pos="71429">
                  <a:srgbClr val="7A6150">
                    <a:alpha val="2221"/>
                  </a:srgbClr>
                </a:gs>
                <a:gs pos="85714">
                  <a:srgbClr val="7A6150">
                    <a:alpha val="884"/>
                  </a:srgbClr>
                </a:gs>
                <a:gs pos="100000">
                  <a:srgbClr val="7A6150">
                    <a:alpha val="296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28" name="Splat 228"/>
            <p:cNvSpPr>
              <a:spLocks noGrp="1"/>
            </p:cNvSpPr>
            <p:nvPr/>
          </p:nvSpPr>
          <p:spPr>
            <a:xfrm rot="5091541">
              <a:off x="2483289" y="1502766"/>
              <a:ext cx="68461" cy="17758"/>
            </a:xfrm>
            <a:prstGeom prst="ellipse">
              <a:avLst/>
            </a:prstGeom>
            <a:gradFill>
              <a:gsLst>
                <a:gs pos="0">
                  <a:srgbClr val="754E32">
                    <a:alpha val="16381"/>
                  </a:srgbClr>
                </a:gs>
                <a:gs pos="14286">
                  <a:srgbClr val="754E32">
                    <a:alpha val="15162"/>
                  </a:srgbClr>
                </a:gs>
                <a:gs pos="28571">
                  <a:srgbClr val="754E32">
                    <a:alpha val="11986"/>
                  </a:srgbClr>
                </a:gs>
                <a:gs pos="42857">
                  <a:srgbClr val="754E32">
                    <a:alpha val="8033"/>
                  </a:srgbClr>
                </a:gs>
                <a:gs pos="57143">
                  <a:srgbClr val="754E32">
                    <a:alpha val="4534"/>
                  </a:srgbClr>
                </a:gs>
                <a:gs pos="71429">
                  <a:srgbClr val="754E32">
                    <a:alpha val="2149"/>
                  </a:srgbClr>
                </a:gs>
                <a:gs pos="85714">
                  <a:srgbClr val="754E32">
                    <a:alpha val="855"/>
                  </a:srgbClr>
                </a:gs>
                <a:gs pos="100000">
                  <a:srgbClr val="754E32">
                    <a:alpha val="287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29" name="Splat 229"/>
            <p:cNvSpPr>
              <a:spLocks noGrp="1"/>
            </p:cNvSpPr>
            <p:nvPr/>
          </p:nvSpPr>
          <p:spPr>
            <a:xfrm rot="7069894">
              <a:off x="-249132" y="1266160"/>
              <a:ext cx="589307" cy="55252"/>
            </a:xfrm>
            <a:prstGeom prst="ellipse">
              <a:avLst/>
            </a:prstGeom>
            <a:gradFill>
              <a:gsLst>
                <a:gs pos="0">
                  <a:srgbClr val="000000">
                    <a:alpha val="32968"/>
                  </a:srgbClr>
                </a:gs>
                <a:gs pos="14286">
                  <a:srgbClr val="000000">
                    <a:alpha val="30764"/>
                  </a:srgbClr>
                </a:gs>
                <a:gs pos="28571">
                  <a:srgbClr val="000000">
                    <a:alpha val="24833"/>
                  </a:srgbClr>
                </a:gs>
                <a:gs pos="42857">
                  <a:srgbClr val="000000">
                    <a:alpha val="17075"/>
                  </a:srgbClr>
                </a:gs>
                <a:gs pos="57143">
                  <a:srgbClr val="000000">
                    <a:alpha val="9855"/>
                  </a:srgbClr>
                </a:gs>
                <a:gs pos="71429">
                  <a:srgbClr val="000000">
                    <a:alpha val="4740"/>
                  </a:srgbClr>
                </a:gs>
                <a:gs pos="85714">
                  <a:srgbClr val="000000">
                    <a:alpha val="1902"/>
                  </a:srgbClr>
                </a:gs>
                <a:gs pos="100000">
                  <a:srgbClr val="000000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30" name="Splat 230"/>
            <p:cNvSpPr>
              <a:spLocks noGrp="1"/>
            </p:cNvSpPr>
            <p:nvPr/>
          </p:nvSpPr>
          <p:spPr>
            <a:xfrm rot="8210150">
              <a:off x="2458830" y="626763"/>
              <a:ext cx="68461" cy="18119"/>
            </a:xfrm>
            <a:prstGeom prst="ellipse">
              <a:avLst/>
            </a:prstGeom>
            <a:gradFill>
              <a:gsLst>
                <a:gs pos="0">
                  <a:srgbClr val="926B37">
                    <a:alpha val="16114"/>
                  </a:srgbClr>
                </a:gs>
                <a:gs pos="14286">
                  <a:srgbClr val="926B37">
                    <a:alpha val="14913"/>
                  </a:srgbClr>
                </a:gs>
                <a:gs pos="28571">
                  <a:srgbClr val="926B37">
                    <a:alpha val="11785"/>
                  </a:srgbClr>
                </a:gs>
                <a:gs pos="42857">
                  <a:srgbClr val="926B37">
                    <a:alpha val="7896"/>
                  </a:srgbClr>
                </a:gs>
                <a:gs pos="57143">
                  <a:srgbClr val="926B37">
                    <a:alpha val="4455"/>
                  </a:srgbClr>
                </a:gs>
                <a:gs pos="71429">
                  <a:srgbClr val="926B37">
                    <a:alpha val="2111"/>
                  </a:srgbClr>
                </a:gs>
                <a:gs pos="85714">
                  <a:srgbClr val="926B37">
                    <a:alpha val="840"/>
                  </a:srgbClr>
                </a:gs>
                <a:gs pos="100000">
                  <a:srgbClr val="926B37">
                    <a:alpha val="281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31" name="Splat 231"/>
            <p:cNvSpPr>
              <a:spLocks noGrp="1"/>
            </p:cNvSpPr>
            <p:nvPr/>
          </p:nvSpPr>
          <p:spPr>
            <a:xfrm rot="-9643629">
              <a:off x="916763" y="-196119"/>
              <a:ext cx="578247" cy="518432"/>
            </a:xfrm>
            <a:prstGeom prst="ellipse">
              <a:avLst/>
            </a:prstGeom>
            <a:gradFill>
              <a:gsLst>
                <a:gs pos="0">
                  <a:srgbClr val="F8B600">
                    <a:alpha val="32968"/>
                  </a:srgbClr>
                </a:gs>
                <a:gs pos="14286">
                  <a:srgbClr val="F8B600">
                    <a:alpha val="30764"/>
                  </a:srgbClr>
                </a:gs>
                <a:gs pos="28571">
                  <a:srgbClr val="F8B600">
                    <a:alpha val="24833"/>
                  </a:srgbClr>
                </a:gs>
                <a:gs pos="42857">
                  <a:srgbClr val="F8B600">
                    <a:alpha val="17075"/>
                  </a:srgbClr>
                </a:gs>
                <a:gs pos="57143">
                  <a:srgbClr val="F8B600">
                    <a:alpha val="9855"/>
                  </a:srgbClr>
                </a:gs>
                <a:gs pos="71429">
                  <a:srgbClr val="F8B600">
                    <a:alpha val="4740"/>
                  </a:srgbClr>
                </a:gs>
                <a:gs pos="85714">
                  <a:srgbClr val="F8B600">
                    <a:alpha val="1902"/>
                  </a:srgbClr>
                </a:gs>
                <a:gs pos="100000">
                  <a:srgbClr val="F8B600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32" name="Splat 232"/>
            <p:cNvSpPr>
              <a:spLocks noGrp="1"/>
            </p:cNvSpPr>
            <p:nvPr/>
          </p:nvSpPr>
          <p:spPr>
            <a:xfrm rot="5304870">
              <a:off x="220689" y="1141817"/>
              <a:ext cx="68461" cy="18143"/>
            </a:xfrm>
            <a:prstGeom prst="ellipse">
              <a:avLst/>
            </a:prstGeom>
            <a:gradFill>
              <a:gsLst>
                <a:gs pos="0">
                  <a:srgbClr val="724A25">
                    <a:alpha val="16095"/>
                  </a:srgbClr>
                </a:gs>
                <a:gs pos="14286">
                  <a:srgbClr val="724A25">
                    <a:alpha val="14896"/>
                  </a:srgbClr>
                </a:gs>
                <a:gs pos="28571">
                  <a:srgbClr val="724A25">
                    <a:alpha val="11771"/>
                  </a:srgbClr>
                </a:gs>
                <a:gs pos="42857">
                  <a:srgbClr val="724A25">
                    <a:alpha val="7886"/>
                  </a:srgbClr>
                </a:gs>
                <a:gs pos="57143">
                  <a:srgbClr val="724A25">
                    <a:alpha val="4450"/>
                  </a:srgbClr>
                </a:gs>
                <a:gs pos="71429">
                  <a:srgbClr val="724A25">
                    <a:alpha val="2108"/>
                  </a:srgbClr>
                </a:gs>
                <a:gs pos="85714">
                  <a:srgbClr val="724A25">
                    <a:alpha val="839"/>
                  </a:srgbClr>
                </a:gs>
                <a:gs pos="100000">
                  <a:srgbClr val="724A25">
                    <a:alpha val="281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33" name="Splat 233"/>
            <p:cNvSpPr>
              <a:spLocks noGrp="1"/>
            </p:cNvSpPr>
            <p:nvPr/>
          </p:nvSpPr>
          <p:spPr>
            <a:xfrm rot="7398597">
              <a:off x="2147419" y="2944151"/>
              <a:ext cx="65837" cy="16459"/>
            </a:xfrm>
            <a:prstGeom prst="ellipse">
              <a:avLst/>
            </a:prstGeom>
            <a:gradFill>
              <a:gsLst>
                <a:gs pos="0">
                  <a:srgbClr val="E0BD96">
                    <a:alpha val="17338"/>
                  </a:srgbClr>
                </a:gs>
                <a:gs pos="14286">
                  <a:srgbClr val="E0BD96">
                    <a:alpha val="16055"/>
                  </a:srgbClr>
                </a:gs>
                <a:gs pos="28571">
                  <a:srgbClr val="E0BD96">
                    <a:alpha val="12706"/>
                  </a:srgbClr>
                </a:gs>
                <a:gs pos="42857">
                  <a:srgbClr val="E0BD96">
                    <a:alpha val="8527"/>
                  </a:srgbClr>
                </a:gs>
                <a:gs pos="57143">
                  <a:srgbClr val="E0BD96">
                    <a:alpha val="4819"/>
                  </a:srgbClr>
                </a:gs>
                <a:gs pos="71429">
                  <a:srgbClr val="E0BD96">
                    <a:alpha val="2285"/>
                  </a:srgbClr>
                </a:gs>
                <a:gs pos="85714">
                  <a:srgbClr val="E0BD96">
                    <a:alpha val="910"/>
                  </a:srgbClr>
                </a:gs>
                <a:gs pos="100000">
                  <a:srgbClr val="E0BD96">
                    <a:alpha val="305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34" name="Splat 234"/>
            <p:cNvSpPr>
              <a:spLocks noGrp="1"/>
            </p:cNvSpPr>
            <p:nvPr/>
          </p:nvSpPr>
          <p:spPr>
            <a:xfrm rot="-8711548">
              <a:off x="2455596" y="775220"/>
              <a:ext cx="55967" cy="13992"/>
            </a:xfrm>
            <a:prstGeom prst="ellipse">
              <a:avLst/>
            </a:prstGeom>
            <a:gradFill>
              <a:gsLst>
                <a:gs pos="0">
                  <a:srgbClr val="EDD8C5">
                    <a:alpha val="19126"/>
                  </a:srgbClr>
                </a:gs>
                <a:gs pos="14286">
                  <a:srgbClr val="EDD8C5">
                    <a:alpha val="17726"/>
                  </a:srgbClr>
                </a:gs>
                <a:gs pos="28571">
                  <a:srgbClr val="EDD8C5">
                    <a:alpha val="14057"/>
                  </a:srgbClr>
                </a:gs>
                <a:gs pos="42857">
                  <a:srgbClr val="EDD8C5">
                    <a:alpha val="9459"/>
                  </a:srgbClr>
                </a:gs>
                <a:gs pos="57143">
                  <a:srgbClr val="EDD8C5">
                    <a:alpha val="5357"/>
                  </a:srgbClr>
                </a:gs>
                <a:gs pos="71429">
                  <a:srgbClr val="EDD8C5">
                    <a:alpha val="2544"/>
                  </a:srgbClr>
                </a:gs>
                <a:gs pos="85714">
                  <a:srgbClr val="EDD8C5">
                    <a:alpha val="1014"/>
                  </a:srgbClr>
                </a:gs>
                <a:gs pos="100000">
                  <a:srgbClr val="EDD8C5">
                    <a:alpha val="340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35" name="Splat 235"/>
            <p:cNvSpPr>
              <a:spLocks noGrp="1"/>
            </p:cNvSpPr>
            <p:nvPr/>
          </p:nvSpPr>
          <p:spPr>
            <a:xfrm rot="8341181">
              <a:off x="1746156" y="368719"/>
              <a:ext cx="447672" cy="99097"/>
            </a:xfrm>
            <a:prstGeom prst="ellipse">
              <a:avLst/>
            </a:prstGeom>
            <a:gradFill>
              <a:gsLst>
                <a:gs pos="0">
                  <a:srgbClr val="000200">
                    <a:alpha val="31556"/>
                  </a:srgbClr>
                </a:gs>
                <a:gs pos="14286">
                  <a:srgbClr val="000200">
                    <a:alpha val="29424"/>
                  </a:srgbClr>
                </a:gs>
                <a:gs pos="28571">
                  <a:srgbClr val="000200">
                    <a:alpha val="23706"/>
                  </a:srgbClr>
                </a:gs>
                <a:gs pos="42857">
                  <a:srgbClr val="000200">
                    <a:alpha val="16262"/>
                  </a:srgbClr>
                </a:gs>
                <a:gs pos="57143">
                  <a:srgbClr val="000200">
                    <a:alpha val="9366"/>
                  </a:srgbClr>
                </a:gs>
                <a:gs pos="71429">
                  <a:srgbClr val="000200">
                    <a:alpha val="4499"/>
                  </a:srgbClr>
                </a:gs>
                <a:gs pos="85714">
                  <a:srgbClr val="000200">
                    <a:alpha val="1804"/>
                  </a:srgbClr>
                </a:gs>
                <a:gs pos="100000">
                  <a:srgbClr val="000200">
                    <a:alpha val="606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36" name="Splat 236"/>
            <p:cNvSpPr>
              <a:spLocks noGrp="1"/>
            </p:cNvSpPr>
            <p:nvPr/>
          </p:nvSpPr>
          <p:spPr>
            <a:xfrm rot="5374759">
              <a:off x="3125846" y="690064"/>
              <a:ext cx="601314" cy="51126"/>
            </a:xfrm>
            <a:prstGeom prst="ellipse">
              <a:avLst/>
            </a:prstGeom>
            <a:gradFill>
              <a:gsLst>
                <a:gs pos="0">
                  <a:srgbClr val="FFFFFF">
                    <a:alpha val="32968"/>
                  </a:srgbClr>
                </a:gs>
                <a:gs pos="14286">
                  <a:srgbClr val="FFFFFF">
                    <a:alpha val="30764"/>
                  </a:srgbClr>
                </a:gs>
                <a:gs pos="28571">
                  <a:srgbClr val="FFFFFF">
                    <a:alpha val="24833"/>
                  </a:srgbClr>
                </a:gs>
                <a:gs pos="42857">
                  <a:srgbClr val="FFFFFF">
                    <a:alpha val="17075"/>
                  </a:srgbClr>
                </a:gs>
                <a:gs pos="57143">
                  <a:srgbClr val="FFFFFF">
                    <a:alpha val="9855"/>
                  </a:srgbClr>
                </a:gs>
                <a:gs pos="71429">
                  <a:srgbClr val="FFFFFF">
                    <a:alpha val="4740"/>
                  </a:srgbClr>
                </a:gs>
                <a:gs pos="85714">
                  <a:srgbClr val="FFFFFF">
                    <a:alpha val="1902"/>
                  </a:srgbClr>
                </a:gs>
                <a:gs pos="100000">
                  <a:srgbClr val="FFFFFF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37" name="Splat 237"/>
            <p:cNvSpPr>
              <a:spLocks noGrp="1"/>
            </p:cNvSpPr>
            <p:nvPr/>
          </p:nvSpPr>
          <p:spPr>
            <a:xfrm rot="-8904701">
              <a:off x="2641657" y="1353757"/>
              <a:ext cx="352128" cy="52652"/>
            </a:xfrm>
            <a:prstGeom prst="ellipse">
              <a:avLst/>
            </a:prstGeom>
            <a:gradFill>
              <a:gsLst>
                <a:gs pos="0">
                  <a:srgbClr val="000047">
                    <a:alpha val="32968"/>
                  </a:srgbClr>
                </a:gs>
                <a:gs pos="14286">
                  <a:srgbClr val="000047">
                    <a:alpha val="30764"/>
                  </a:srgbClr>
                </a:gs>
                <a:gs pos="28571">
                  <a:srgbClr val="000047">
                    <a:alpha val="24833"/>
                  </a:srgbClr>
                </a:gs>
                <a:gs pos="42857">
                  <a:srgbClr val="000047">
                    <a:alpha val="17075"/>
                  </a:srgbClr>
                </a:gs>
                <a:gs pos="57143">
                  <a:srgbClr val="000047">
                    <a:alpha val="9855"/>
                  </a:srgbClr>
                </a:gs>
                <a:gs pos="71429">
                  <a:srgbClr val="000047">
                    <a:alpha val="4740"/>
                  </a:srgbClr>
                </a:gs>
                <a:gs pos="85714">
                  <a:srgbClr val="000047">
                    <a:alpha val="1902"/>
                  </a:srgbClr>
                </a:gs>
                <a:gs pos="100000">
                  <a:srgbClr val="000047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38" name="Splat 238"/>
            <p:cNvSpPr>
              <a:spLocks noGrp="1"/>
            </p:cNvSpPr>
            <p:nvPr/>
          </p:nvSpPr>
          <p:spPr>
            <a:xfrm rot="10798846">
              <a:off x="2292637" y="71213"/>
              <a:ext cx="596666" cy="48697"/>
            </a:xfrm>
            <a:prstGeom prst="ellipse">
              <a:avLst/>
            </a:prstGeom>
            <a:gradFill>
              <a:gsLst>
                <a:gs pos="0">
                  <a:srgbClr val="000000">
                    <a:alpha val="32968"/>
                  </a:srgbClr>
                </a:gs>
                <a:gs pos="14286">
                  <a:srgbClr val="000000">
                    <a:alpha val="30764"/>
                  </a:srgbClr>
                </a:gs>
                <a:gs pos="28571">
                  <a:srgbClr val="000000">
                    <a:alpha val="24833"/>
                  </a:srgbClr>
                </a:gs>
                <a:gs pos="42857">
                  <a:srgbClr val="000000">
                    <a:alpha val="17075"/>
                  </a:srgbClr>
                </a:gs>
                <a:gs pos="57143">
                  <a:srgbClr val="000000">
                    <a:alpha val="9855"/>
                  </a:srgbClr>
                </a:gs>
                <a:gs pos="71429">
                  <a:srgbClr val="000000">
                    <a:alpha val="4740"/>
                  </a:srgbClr>
                </a:gs>
                <a:gs pos="85714">
                  <a:srgbClr val="000000">
                    <a:alpha val="1902"/>
                  </a:srgbClr>
                </a:gs>
                <a:gs pos="100000">
                  <a:srgbClr val="000000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39" name="Splat 239"/>
            <p:cNvSpPr>
              <a:spLocks noGrp="1"/>
            </p:cNvSpPr>
            <p:nvPr/>
          </p:nvSpPr>
          <p:spPr>
            <a:xfrm rot="3793450">
              <a:off x="787135" y="3199265"/>
              <a:ext cx="568867" cy="124396"/>
            </a:xfrm>
            <a:prstGeom prst="ellipse">
              <a:avLst/>
            </a:prstGeom>
            <a:gradFill>
              <a:gsLst>
                <a:gs pos="0">
                  <a:srgbClr val="360000">
                    <a:alpha val="32968"/>
                  </a:srgbClr>
                </a:gs>
                <a:gs pos="14286">
                  <a:srgbClr val="360000">
                    <a:alpha val="30764"/>
                  </a:srgbClr>
                </a:gs>
                <a:gs pos="28571">
                  <a:srgbClr val="360000">
                    <a:alpha val="24833"/>
                  </a:srgbClr>
                </a:gs>
                <a:gs pos="42857">
                  <a:srgbClr val="360000">
                    <a:alpha val="17075"/>
                  </a:srgbClr>
                </a:gs>
                <a:gs pos="57143">
                  <a:srgbClr val="360000">
                    <a:alpha val="9855"/>
                  </a:srgbClr>
                </a:gs>
                <a:gs pos="71429">
                  <a:srgbClr val="360000">
                    <a:alpha val="4740"/>
                  </a:srgbClr>
                </a:gs>
                <a:gs pos="85714">
                  <a:srgbClr val="360000">
                    <a:alpha val="1902"/>
                  </a:srgbClr>
                </a:gs>
                <a:gs pos="100000">
                  <a:srgbClr val="360000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40" name="Splat 240"/>
            <p:cNvSpPr>
              <a:spLocks noGrp="1"/>
            </p:cNvSpPr>
            <p:nvPr/>
          </p:nvSpPr>
          <p:spPr>
            <a:xfrm rot="5919875">
              <a:off x="1698618" y="2334956"/>
              <a:ext cx="510463" cy="50452"/>
            </a:xfrm>
            <a:prstGeom prst="ellipse">
              <a:avLst/>
            </a:prstGeom>
            <a:gradFill>
              <a:gsLst>
                <a:gs pos="0">
                  <a:srgbClr val="000000">
                    <a:alpha val="32968"/>
                  </a:srgbClr>
                </a:gs>
                <a:gs pos="14286">
                  <a:srgbClr val="000000">
                    <a:alpha val="30764"/>
                  </a:srgbClr>
                </a:gs>
                <a:gs pos="28571">
                  <a:srgbClr val="000000">
                    <a:alpha val="24833"/>
                  </a:srgbClr>
                </a:gs>
                <a:gs pos="42857">
                  <a:srgbClr val="000000">
                    <a:alpha val="17075"/>
                  </a:srgbClr>
                </a:gs>
                <a:gs pos="57143">
                  <a:srgbClr val="000000">
                    <a:alpha val="9855"/>
                  </a:srgbClr>
                </a:gs>
                <a:gs pos="71429">
                  <a:srgbClr val="000000">
                    <a:alpha val="4740"/>
                  </a:srgbClr>
                </a:gs>
                <a:gs pos="85714">
                  <a:srgbClr val="000000">
                    <a:alpha val="1902"/>
                  </a:srgbClr>
                </a:gs>
                <a:gs pos="100000">
                  <a:srgbClr val="000000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41" name="Splat 241"/>
            <p:cNvSpPr>
              <a:spLocks noGrp="1"/>
            </p:cNvSpPr>
            <p:nvPr/>
          </p:nvSpPr>
          <p:spPr>
            <a:xfrm rot="7048444">
              <a:off x="3016567" y="399558"/>
              <a:ext cx="505075" cy="98191"/>
            </a:xfrm>
            <a:prstGeom prst="ellipse">
              <a:avLst/>
            </a:prstGeom>
            <a:gradFill>
              <a:gsLst>
                <a:gs pos="0">
                  <a:srgbClr val="0000AD">
                    <a:alpha val="32968"/>
                  </a:srgbClr>
                </a:gs>
                <a:gs pos="14286">
                  <a:srgbClr val="0000AD">
                    <a:alpha val="30764"/>
                  </a:srgbClr>
                </a:gs>
                <a:gs pos="28571">
                  <a:srgbClr val="0000AD">
                    <a:alpha val="24833"/>
                  </a:srgbClr>
                </a:gs>
                <a:gs pos="42857">
                  <a:srgbClr val="0000AD">
                    <a:alpha val="17075"/>
                  </a:srgbClr>
                </a:gs>
                <a:gs pos="57143">
                  <a:srgbClr val="0000AD">
                    <a:alpha val="9855"/>
                  </a:srgbClr>
                </a:gs>
                <a:gs pos="71429">
                  <a:srgbClr val="0000AD">
                    <a:alpha val="4740"/>
                  </a:srgbClr>
                </a:gs>
                <a:gs pos="85714">
                  <a:srgbClr val="0000AD">
                    <a:alpha val="1902"/>
                  </a:srgbClr>
                </a:gs>
                <a:gs pos="100000">
                  <a:srgbClr val="0000AD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42" name="Splat 242"/>
            <p:cNvSpPr>
              <a:spLocks noGrp="1"/>
            </p:cNvSpPr>
            <p:nvPr/>
          </p:nvSpPr>
          <p:spPr>
            <a:xfrm rot="6261817">
              <a:off x="3056410" y="1415078"/>
              <a:ext cx="625033" cy="47572"/>
            </a:xfrm>
            <a:prstGeom prst="ellipse">
              <a:avLst/>
            </a:prstGeom>
            <a:gradFill>
              <a:gsLst>
                <a:gs pos="0">
                  <a:srgbClr val="FDFFFF">
                    <a:alpha val="32968"/>
                  </a:srgbClr>
                </a:gs>
                <a:gs pos="14286">
                  <a:srgbClr val="FDFFFF">
                    <a:alpha val="30764"/>
                  </a:srgbClr>
                </a:gs>
                <a:gs pos="28571">
                  <a:srgbClr val="FDFFFF">
                    <a:alpha val="24833"/>
                  </a:srgbClr>
                </a:gs>
                <a:gs pos="42857">
                  <a:srgbClr val="FDFFFF">
                    <a:alpha val="17075"/>
                  </a:srgbClr>
                </a:gs>
                <a:gs pos="57143">
                  <a:srgbClr val="FDFFFF">
                    <a:alpha val="9855"/>
                  </a:srgbClr>
                </a:gs>
                <a:gs pos="71429">
                  <a:srgbClr val="FDFFFF">
                    <a:alpha val="4740"/>
                  </a:srgbClr>
                </a:gs>
                <a:gs pos="85714">
                  <a:srgbClr val="FDFFFF">
                    <a:alpha val="1902"/>
                  </a:srgbClr>
                </a:gs>
                <a:gs pos="100000">
                  <a:srgbClr val="FDFFFF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43" name="Splat 243"/>
            <p:cNvSpPr>
              <a:spLocks noGrp="1"/>
            </p:cNvSpPr>
            <p:nvPr/>
          </p:nvSpPr>
          <p:spPr>
            <a:xfrm rot="7691635">
              <a:off x="3420595" y="2031446"/>
              <a:ext cx="175769" cy="69858"/>
            </a:xfrm>
            <a:prstGeom prst="ellipse">
              <a:avLst/>
            </a:prstGeom>
            <a:gradFill>
              <a:gsLst>
                <a:gs pos="0">
                  <a:srgbClr val="0033A0">
                    <a:alpha val="32968"/>
                  </a:srgbClr>
                </a:gs>
                <a:gs pos="14286">
                  <a:srgbClr val="0033A0">
                    <a:alpha val="30764"/>
                  </a:srgbClr>
                </a:gs>
                <a:gs pos="28571">
                  <a:srgbClr val="0033A0">
                    <a:alpha val="24833"/>
                  </a:srgbClr>
                </a:gs>
                <a:gs pos="42857">
                  <a:srgbClr val="0033A0">
                    <a:alpha val="17075"/>
                  </a:srgbClr>
                </a:gs>
                <a:gs pos="57143">
                  <a:srgbClr val="0033A0">
                    <a:alpha val="9855"/>
                  </a:srgbClr>
                </a:gs>
                <a:gs pos="71429">
                  <a:srgbClr val="0033A0">
                    <a:alpha val="4740"/>
                  </a:srgbClr>
                </a:gs>
                <a:gs pos="85714">
                  <a:srgbClr val="0033A0">
                    <a:alpha val="1902"/>
                  </a:srgbClr>
                </a:gs>
                <a:gs pos="100000">
                  <a:srgbClr val="0033A0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44" name="Splat 244"/>
            <p:cNvSpPr>
              <a:spLocks noGrp="1"/>
            </p:cNvSpPr>
            <p:nvPr/>
          </p:nvSpPr>
          <p:spPr>
            <a:xfrm rot="-8209219">
              <a:off x="490785" y="3483465"/>
              <a:ext cx="552453" cy="49767"/>
            </a:xfrm>
            <a:prstGeom prst="ellipse">
              <a:avLst/>
            </a:prstGeom>
            <a:gradFill>
              <a:gsLst>
                <a:gs pos="0">
                  <a:srgbClr val="000000">
                    <a:alpha val="32968"/>
                  </a:srgbClr>
                </a:gs>
                <a:gs pos="14286">
                  <a:srgbClr val="000000">
                    <a:alpha val="30764"/>
                  </a:srgbClr>
                </a:gs>
                <a:gs pos="28571">
                  <a:srgbClr val="000000">
                    <a:alpha val="24833"/>
                  </a:srgbClr>
                </a:gs>
                <a:gs pos="42857">
                  <a:srgbClr val="000000">
                    <a:alpha val="17075"/>
                  </a:srgbClr>
                </a:gs>
                <a:gs pos="57143">
                  <a:srgbClr val="000000">
                    <a:alpha val="9855"/>
                  </a:srgbClr>
                </a:gs>
                <a:gs pos="71429">
                  <a:srgbClr val="000000">
                    <a:alpha val="4740"/>
                  </a:srgbClr>
                </a:gs>
                <a:gs pos="85714">
                  <a:srgbClr val="000000">
                    <a:alpha val="1902"/>
                  </a:srgbClr>
                </a:gs>
                <a:gs pos="100000">
                  <a:srgbClr val="000000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45" name="Splat 245"/>
            <p:cNvSpPr>
              <a:spLocks noGrp="1"/>
            </p:cNvSpPr>
            <p:nvPr/>
          </p:nvSpPr>
          <p:spPr>
            <a:xfrm rot="3351838">
              <a:off x="1732308" y="3313005"/>
              <a:ext cx="631661" cy="53886"/>
            </a:xfrm>
            <a:prstGeom prst="ellipse">
              <a:avLst/>
            </a:prstGeom>
            <a:gradFill>
              <a:gsLst>
                <a:gs pos="0">
                  <a:srgbClr val="FFFFF1">
                    <a:alpha val="32968"/>
                  </a:srgbClr>
                </a:gs>
                <a:gs pos="14286">
                  <a:srgbClr val="FFFFF1">
                    <a:alpha val="30764"/>
                  </a:srgbClr>
                </a:gs>
                <a:gs pos="28571">
                  <a:srgbClr val="FFFFF1">
                    <a:alpha val="24833"/>
                  </a:srgbClr>
                </a:gs>
                <a:gs pos="42857">
                  <a:srgbClr val="FFFFF1">
                    <a:alpha val="17075"/>
                  </a:srgbClr>
                </a:gs>
                <a:gs pos="57143">
                  <a:srgbClr val="FFFFF1">
                    <a:alpha val="9855"/>
                  </a:srgbClr>
                </a:gs>
                <a:gs pos="71429">
                  <a:srgbClr val="FFFFF1">
                    <a:alpha val="4740"/>
                  </a:srgbClr>
                </a:gs>
                <a:gs pos="85714">
                  <a:srgbClr val="FFFFF1">
                    <a:alpha val="1902"/>
                  </a:srgbClr>
                </a:gs>
                <a:gs pos="100000">
                  <a:srgbClr val="FFFFF1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46" name="Splat 246"/>
            <p:cNvSpPr>
              <a:spLocks noGrp="1"/>
            </p:cNvSpPr>
            <p:nvPr/>
          </p:nvSpPr>
          <p:spPr>
            <a:xfrm rot="4704201">
              <a:off x="2916856" y="1530084"/>
              <a:ext cx="435192" cy="84373"/>
            </a:xfrm>
            <a:prstGeom prst="ellipse">
              <a:avLst/>
            </a:prstGeom>
            <a:gradFill>
              <a:gsLst>
                <a:gs pos="0">
                  <a:srgbClr val="370000">
                    <a:alpha val="32968"/>
                  </a:srgbClr>
                </a:gs>
                <a:gs pos="14286">
                  <a:srgbClr val="370000">
                    <a:alpha val="30764"/>
                  </a:srgbClr>
                </a:gs>
                <a:gs pos="28571">
                  <a:srgbClr val="370000">
                    <a:alpha val="24833"/>
                  </a:srgbClr>
                </a:gs>
                <a:gs pos="42857">
                  <a:srgbClr val="370000">
                    <a:alpha val="17075"/>
                  </a:srgbClr>
                </a:gs>
                <a:gs pos="57143">
                  <a:srgbClr val="370000">
                    <a:alpha val="9855"/>
                  </a:srgbClr>
                </a:gs>
                <a:gs pos="71429">
                  <a:srgbClr val="370000">
                    <a:alpha val="4740"/>
                  </a:srgbClr>
                </a:gs>
                <a:gs pos="85714">
                  <a:srgbClr val="370000">
                    <a:alpha val="1902"/>
                  </a:srgbClr>
                </a:gs>
                <a:gs pos="100000">
                  <a:srgbClr val="370000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47" name="Splat 247"/>
            <p:cNvSpPr>
              <a:spLocks noGrp="1"/>
            </p:cNvSpPr>
            <p:nvPr/>
          </p:nvSpPr>
          <p:spPr>
            <a:xfrm rot="5200461">
              <a:off x="282653" y="610579"/>
              <a:ext cx="647864" cy="193831"/>
            </a:xfrm>
            <a:prstGeom prst="ellipse">
              <a:avLst/>
            </a:prstGeom>
            <a:gradFill>
              <a:gsLst>
                <a:gs pos="0">
                  <a:srgbClr val="000000">
                    <a:alpha val="32968"/>
                  </a:srgbClr>
                </a:gs>
                <a:gs pos="14286">
                  <a:srgbClr val="000000">
                    <a:alpha val="30764"/>
                  </a:srgbClr>
                </a:gs>
                <a:gs pos="28571">
                  <a:srgbClr val="000000">
                    <a:alpha val="24833"/>
                  </a:srgbClr>
                </a:gs>
                <a:gs pos="42857">
                  <a:srgbClr val="000000">
                    <a:alpha val="17075"/>
                  </a:srgbClr>
                </a:gs>
                <a:gs pos="57143">
                  <a:srgbClr val="000000">
                    <a:alpha val="9855"/>
                  </a:srgbClr>
                </a:gs>
                <a:gs pos="71429">
                  <a:srgbClr val="000000">
                    <a:alpha val="4740"/>
                  </a:srgbClr>
                </a:gs>
                <a:gs pos="85714">
                  <a:srgbClr val="000000">
                    <a:alpha val="1902"/>
                  </a:srgbClr>
                </a:gs>
                <a:gs pos="100000">
                  <a:srgbClr val="000000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48" name="Splat 248"/>
            <p:cNvSpPr>
              <a:spLocks noGrp="1"/>
            </p:cNvSpPr>
            <p:nvPr/>
          </p:nvSpPr>
          <p:spPr>
            <a:xfrm rot="8187489">
              <a:off x="2081591" y="562621"/>
              <a:ext cx="68461" cy="17518"/>
            </a:xfrm>
            <a:prstGeom prst="ellipse">
              <a:avLst/>
            </a:prstGeom>
            <a:gradFill>
              <a:gsLst>
                <a:gs pos="0">
                  <a:srgbClr val="BE9661">
                    <a:alpha val="16559"/>
                  </a:srgbClr>
                </a:gs>
                <a:gs pos="14286">
                  <a:srgbClr val="BE9661">
                    <a:alpha val="15328"/>
                  </a:srgbClr>
                </a:gs>
                <a:gs pos="28571">
                  <a:srgbClr val="BE9661">
                    <a:alpha val="12119"/>
                  </a:srgbClr>
                </a:gs>
                <a:gs pos="42857">
                  <a:srgbClr val="BE9661">
                    <a:alpha val="8125"/>
                  </a:srgbClr>
                </a:gs>
                <a:gs pos="57143">
                  <a:srgbClr val="BE9661">
                    <a:alpha val="4587"/>
                  </a:srgbClr>
                </a:gs>
                <a:gs pos="71429">
                  <a:srgbClr val="BE9661">
                    <a:alpha val="2174"/>
                  </a:srgbClr>
                </a:gs>
                <a:gs pos="85714">
                  <a:srgbClr val="BE9661">
                    <a:alpha val="865"/>
                  </a:srgbClr>
                </a:gs>
                <a:gs pos="100000">
                  <a:srgbClr val="BE9661">
                    <a:alpha val="290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49" name="Splat 249"/>
            <p:cNvSpPr>
              <a:spLocks noGrp="1"/>
            </p:cNvSpPr>
            <p:nvPr/>
          </p:nvSpPr>
          <p:spPr>
            <a:xfrm rot="8161272">
              <a:off x="3286178" y="3282571"/>
              <a:ext cx="695932" cy="452671"/>
            </a:xfrm>
            <a:prstGeom prst="ellipse">
              <a:avLst/>
            </a:prstGeom>
            <a:gradFill>
              <a:gsLst>
                <a:gs pos="0">
                  <a:srgbClr val="F9FFF7">
                    <a:alpha val="32953"/>
                  </a:srgbClr>
                </a:gs>
                <a:gs pos="14286">
                  <a:srgbClr val="F9FFF7">
                    <a:alpha val="30750"/>
                  </a:srgbClr>
                </a:gs>
                <a:gs pos="28571">
                  <a:srgbClr val="F9FFF7">
                    <a:alpha val="24821"/>
                  </a:srgbClr>
                </a:gs>
                <a:gs pos="42857">
                  <a:srgbClr val="F9FFF7">
                    <a:alpha val="17067"/>
                  </a:srgbClr>
                </a:gs>
                <a:gs pos="57143">
                  <a:srgbClr val="F9FFF7">
                    <a:alpha val="9850"/>
                  </a:srgbClr>
                </a:gs>
                <a:gs pos="71429">
                  <a:srgbClr val="F9FFF7">
                    <a:alpha val="4738"/>
                  </a:srgbClr>
                </a:gs>
                <a:gs pos="85714">
                  <a:srgbClr val="F9FFF7">
                    <a:alpha val="1901"/>
                  </a:srgbClr>
                </a:gs>
                <a:gs pos="100000">
                  <a:srgbClr val="F9FFF7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50" name="Splat 250"/>
            <p:cNvSpPr>
              <a:spLocks noGrp="1"/>
            </p:cNvSpPr>
            <p:nvPr/>
          </p:nvSpPr>
          <p:spPr>
            <a:xfrm rot="-10303726">
              <a:off x="212683" y="1695672"/>
              <a:ext cx="364399" cy="124848"/>
            </a:xfrm>
            <a:prstGeom prst="ellipse">
              <a:avLst/>
            </a:prstGeom>
            <a:gradFill>
              <a:gsLst>
                <a:gs pos="0">
                  <a:srgbClr val="FFFFFF">
                    <a:alpha val="32968"/>
                  </a:srgbClr>
                </a:gs>
                <a:gs pos="14286">
                  <a:srgbClr val="FFFFFF">
                    <a:alpha val="30764"/>
                  </a:srgbClr>
                </a:gs>
                <a:gs pos="28571">
                  <a:srgbClr val="FFFFFF">
                    <a:alpha val="24833"/>
                  </a:srgbClr>
                </a:gs>
                <a:gs pos="42857">
                  <a:srgbClr val="FFFFFF">
                    <a:alpha val="17075"/>
                  </a:srgbClr>
                </a:gs>
                <a:gs pos="57143">
                  <a:srgbClr val="FFFFFF">
                    <a:alpha val="9855"/>
                  </a:srgbClr>
                </a:gs>
                <a:gs pos="71429">
                  <a:srgbClr val="FFFFFF">
                    <a:alpha val="4740"/>
                  </a:srgbClr>
                </a:gs>
                <a:gs pos="85714">
                  <a:srgbClr val="FFFFFF">
                    <a:alpha val="1902"/>
                  </a:srgbClr>
                </a:gs>
                <a:gs pos="100000">
                  <a:srgbClr val="FFFFFF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51" name="Splat 251"/>
            <p:cNvSpPr>
              <a:spLocks noGrp="1"/>
            </p:cNvSpPr>
            <p:nvPr/>
          </p:nvSpPr>
          <p:spPr>
            <a:xfrm rot="8604976">
              <a:off x="-51756" y="1803566"/>
              <a:ext cx="145340" cy="94488"/>
            </a:xfrm>
            <a:prstGeom prst="ellipse">
              <a:avLst/>
            </a:prstGeom>
            <a:gradFill>
              <a:gsLst>
                <a:gs pos="0">
                  <a:srgbClr val="000000">
                    <a:alpha val="32968"/>
                  </a:srgbClr>
                </a:gs>
                <a:gs pos="14286">
                  <a:srgbClr val="000000">
                    <a:alpha val="30764"/>
                  </a:srgbClr>
                </a:gs>
                <a:gs pos="28571">
                  <a:srgbClr val="000000">
                    <a:alpha val="24833"/>
                  </a:srgbClr>
                </a:gs>
                <a:gs pos="42857">
                  <a:srgbClr val="000000">
                    <a:alpha val="17075"/>
                  </a:srgbClr>
                </a:gs>
                <a:gs pos="57143">
                  <a:srgbClr val="000000">
                    <a:alpha val="9855"/>
                  </a:srgbClr>
                </a:gs>
                <a:gs pos="71429">
                  <a:srgbClr val="000000">
                    <a:alpha val="4740"/>
                  </a:srgbClr>
                </a:gs>
                <a:gs pos="85714">
                  <a:srgbClr val="000000">
                    <a:alpha val="1902"/>
                  </a:srgbClr>
                </a:gs>
                <a:gs pos="100000">
                  <a:srgbClr val="000000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52" name="Splat 252"/>
            <p:cNvSpPr>
              <a:spLocks noGrp="1"/>
            </p:cNvSpPr>
            <p:nvPr/>
          </p:nvSpPr>
          <p:spPr>
            <a:xfrm rot="7504371">
              <a:off x="3042523" y="2691979"/>
              <a:ext cx="213138" cy="73197"/>
            </a:xfrm>
            <a:prstGeom prst="ellipse">
              <a:avLst/>
            </a:prstGeom>
            <a:gradFill>
              <a:gsLst>
                <a:gs pos="0">
                  <a:srgbClr val="00007C">
                    <a:alpha val="32968"/>
                  </a:srgbClr>
                </a:gs>
                <a:gs pos="14286">
                  <a:srgbClr val="00007C">
                    <a:alpha val="30764"/>
                  </a:srgbClr>
                </a:gs>
                <a:gs pos="28571">
                  <a:srgbClr val="00007C">
                    <a:alpha val="24833"/>
                  </a:srgbClr>
                </a:gs>
                <a:gs pos="42857">
                  <a:srgbClr val="00007C">
                    <a:alpha val="17075"/>
                  </a:srgbClr>
                </a:gs>
                <a:gs pos="57143">
                  <a:srgbClr val="00007C">
                    <a:alpha val="9855"/>
                  </a:srgbClr>
                </a:gs>
                <a:gs pos="71429">
                  <a:srgbClr val="00007C">
                    <a:alpha val="4740"/>
                  </a:srgbClr>
                </a:gs>
                <a:gs pos="85714">
                  <a:srgbClr val="00007C">
                    <a:alpha val="1902"/>
                  </a:srgbClr>
                </a:gs>
                <a:gs pos="100000">
                  <a:srgbClr val="00007C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53" name="Splat 253"/>
            <p:cNvSpPr>
              <a:spLocks noGrp="1"/>
            </p:cNvSpPr>
            <p:nvPr/>
          </p:nvSpPr>
          <p:spPr>
            <a:xfrm rot="10209924">
              <a:off x="2356378" y="996164"/>
              <a:ext cx="585306" cy="59312"/>
            </a:xfrm>
            <a:prstGeom prst="ellipse">
              <a:avLst/>
            </a:prstGeom>
            <a:gradFill>
              <a:gsLst>
                <a:gs pos="0">
                  <a:srgbClr val="000000">
                    <a:alpha val="32968"/>
                  </a:srgbClr>
                </a:gs>
                <a:gs pos="14286">
                  <a:srgbClr val="000000">
                    <a:alpha val="30764"/>
                  </a:srgbClr>
                </a:gs>
                <a:gs pos="28571">
                  <a:srgbClr val="000000">
                    <a:alpha val="24833"/>
                  </a:srgbClr>
                </a:gs>
                <a:gs pos="42857">
                  <a:srgbClr val="000000">
                    <a:alpha val="17075"/>
                  </a:srgbClr>
                </a:gs>
                <a:gs pos="57143">
                  <a:srgbClr val="000000">
                    <a:alpha val="9855"/>
                  </a:srgbClr>
                </a:gs>
                <a:gs pos="71429">
                  <a:srgbClr val="000000">
                    <a:alpha val="4740"/>
                  </a:srgbClr>
                </a:gs>
                <a:gs pos="85714">
                  <a:srgbClr val="000000">
                    <a:alpha val="1902"/>
                  </a:srgbClr>
                </a:gs>
                <a:gs pos="100000">
                  <a:srgbClr val="000000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54" name="Splat 254"/>
            <p:cNvSpPr>
              <a:spLocks noGrp="1"/>
            </p:cNvSpPr>
            <p:nvPr/>
          </p:nvSpPr>
          <p:spPr>
            <a:xfrm rot="9416430">
              <a:off x="1263806" y="3113944"/>
              <a:ext cx="338163" cy="163861"/>
            </a:xfrm>
            <a:prstGeom prst="ellipse">
              <a:avLst/>
            </a:prstGeom>
            <a:gradFill>
              <a:gsLst>
                <a:gs pos="0">
                  <a:srgbClr val="00009D">
                    <a:alpha val="32968"/>
                  </a:srgbClr>
                </a:gs>
                <a:gs pos="14286">
                  <a:srgbClr val="00009D">
                    <a:alpha val="30764"/>
                  </a:srgbClr>
                </a:gs>
                <a:gs pos="28571">
                  <a:srgbClr val="00009D">
                    <a:alpha val="24833"/>
                  </a:srgbClr>
                </a:gs>
                <a:gs pos="42857">
                  <a:srgbClr val="00009D">
                    <a:alpha val="17075"/>
                  </a:srgbClr>
                </a:gs>
                <a:gs pos="57143">
                  <a:srgbClr val="00009D">
                    <a:alpha val="9855"/>
                  </a:srgbClr>
                </a:gs>
                <a:gs pos="71429">
                  <a:srgbClr val="00009D">
                    <a:alpha val="4740"/>
                  </a:srgbClr>
                </a:gs>
                <a:gs pos="85714">
                  <a:srgbClr val="00009D">
                    <a:alpha val="1902"/>
                  </a:srgbClr>
                </a:gs>
                <a:gs pos="100000">
                  <a:srgbClr val="00009D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55" name="Splat 255"/>
            <p:cNvSpPr>
              <a:spLocks noGrp="1"/>
            </p:cNvSpPr>
            <p:nvPr/>
          </p:nvSpPr>
          <p:spPr>
            <a:xfrm rot="-8895100">
              <a:off x="2087809" y="2917482"/>
              <a:ext cx="611311" cy="334141"/>
            </a:xfrm>
            <a:prstGeom prst="ellipse">
              <a:avLst/>
            </a:prstGeom>
            <a:gradFill>
              <a:gsLst>
                <a:gs pos="0">
                  <a:srgbClr val="FFDD89">
                    <a:alpha val="32968"/>
                  </a:srgbClr>
                </a:gs>
                <a:gs pos="14286">
                  <a:srgbClr val="FFDD89">
                    <a:alpha val="30764"/>
                  </a:srgbClr>
                </a:gs>
                <a:gs pos="28571">
                  <a:srgbClr val="FFDD89">
                    <a:alpha val="24833"/>
                  </a:srgbClr>
                </a:gs>
                <a:gs pos="42857">
                  <a:srgbClr val="FFDD89">
                    <a:alpha val="17075"/>
                  </a:srgbClr>
                </a:gs>
                <a:gs pos="57143">
                  <a:srgbClr val="FFDD89">
                    <a:alpha val="9855"/>
                  </a:srgbClr>
                </a:gs>
                <a:gs pos="71429">
                  <a:srgbClr val="FFDD89">
                    <a:alpha val="4740"/>
                  </a:srgbClr>
                </a:gs>
                <a:gs pos="85714">
                  <a:srgbClr val="FFDD89">
                    <a:alpha val="1902"/>
                  </a:srgbClr>
                </a:gs>
                <a:gs pos="100000">
                  <a:srgbClr val="FFDD89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56" name="Splat 256"/>
            <p:cNvSpPr>
              <a:spLocks noGrp="1"/>
            </p:cNvSpPr>
            <p:nvPr/>
          </p:nvSpPr>
          <p:spPr>
            <a:xfrm rot="7013857">
              <a:off x="101302" y="779033"/>
              <a:ext cx="601063" cy="273848"/>
            </a:xfrm>
            <a:prstGeom prst="ellipse">
              <a:avLst/>
            </a:prstGeom>
            <a:gradFill>
              <a:gsLst>
                <a:gs pos="0">
                  <a:srgbClr val="7B0000">
                    <a:alpha val="32968"/>
                  </a:srgbClr>
                </a:gs>
                <a:gs pos="14286">
                  <a:srgbClr val="7B0000">
                    <a:alpha val="30764"/>
                  </a:srgbClr>
                </a:gs>
                <a:gs pos="28571">
                  <a:srgbClr val="7B0000">
                    <a:alpha val="24833"/>
                  </a:srgbClr>
                </a:gs>
                <a:gs pos="42857">
                  <a:srgbClr val="7B0000">
                    <a:alpha val="17075"/>
                  </a:srgbClr>
                </a:gs>
                <a:gs pos="57143">
                  <a:srgbClr val="7B0000">
                    <a:alpha val="9855"/>
                  </a:srgbClr>
                </a:gs>
                <a:gs pos="71429">
                  <a:srgbClr val="7B0000">
                    <a:alpha val="4740"/>
                  </a:srgbClr>
                </a:gs>
                <a:gs pos="85714">
                  <a:srgbClr val="7B0000">
                    <a:alpha val="1902"/>
                  </a:srgbClr>
                </a:gs>
                <a:gs pos="100000">
                  <a:srgbClr val="7B0000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57" name="Splat 257"/>
            <p:cNvSpPr>
              <a:spLocks noGrp="1"/>
            </p:cNvSpPr>
            <p:nvPr/>
          </p:nvSpPr>
          <p:spPr>
            <a:xfrm rot="5417520">
              <a:off x="1667507" y="1164846"/>
              <a:ext cx="626302" cy="148758"/>
            </a:xfrm>
            <a:prstGeom prst="ellipse">
              <a:avLst/>
            </a:prstGeom>
            <a:gradFill>
              <a:gsLst>
                <a:gs pos="0">
                  <a:srgbClr val="FFFFFA">
                    <a:alpha val="32968"/>
                  </a:srgbClr>
                </a:gs>
                <a:gs pos="14286">
                  <a:srgbClr val="FFFFFA">
                    <a:alpha val="30764"/>
                  </a:srgbClr>
                </a:gs>
                <a:gs pos="28571">
                  <a:srgbClr val="FFFFFA">
                    <a:alpha val="24833"/>
                  </a:srgbClr>
                </a:gs>
                <a:gs pos="42857">
                  <a:srgbClr val="FFFFFA">
                    <a:alpha val="17075"/>
                  </a:srgbClr>
                </a:gs>
                <a:gs pos="57143">
                  <a:srgbClr val="FFFFFA">
                    <a:alpha val="9855"/>
                  </a:srgbClr>
                </a:gs>
                <a:gs pos="71429">
                  <a:srgbClr val="FFFFFA">
                    <a:alpha val="4740"/>
                  </a:srgbClr>
                </a:gs>
                <a:gs pos="85714">
                  <a:srgbClr val="FFFFFA">
                    <a:alpha val="1902"/>
                  </a:srgbClr>
                </a:gs>
                <a:gs pos="100000">
                  <a:srgbClr val="FFFFFA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58" name="Splat 258"/>
            <p:cNvSpPr>
              <a:spLocks noGrp="1"/>
            </p:cNvSpPr>
            <p:nvPr/>
          </p:nvSpPr>
          <p:spPr>
            <a:xfrm rot="4695301">
              <a:off x="2121657" y="232200"/>
              <a:ext cx="67947" cy="16987"/>
            </a:xfrm>
            <a:prstGeom prst="ellipse">
              <a:avLst/>
            </a:prstGeom>
            <a:gradFill>
              <a:gsLst>
                <a:gs pos="0">
                  <a:srgbClr val="DCCDB9">
                    <a:alpha val="16951"/>
                  </a:srgbClr>
                </a:gs>
                <a:gs pos="14286">
                  <a:srgbClr val="DCCDB9">
                    <a:alpha val="15694"/>
                  </a:srgbClr>
                </a:gs>
                <a:gs pos="28571">
                  <a:srgbClr val="DCCDB9">
                    <a:alpha val="12414"/>
                  </a:srgbClr>
                </a:gs>
                <a:gs pos="42857">
                  <a:srgbClr val="DCCDB9">
                    <a:alpha val="8327"/>
                  </a:srgbClr>
                </a:gs>
                <a:gs pos="57143">
                  <a:srgbClr val="DCCDB9">
                    <a:alpha val="4703"/>
                  </a:srgbClr>
                </a:gs>
                <a:gs pos="71429">
                  <a:srgbClr val="DCCDB9">
                    <a:alpha val="2230"/>
                  </a:srgbClr>
                </a:gs>
                <a:gs pos="85714">
                  <a:srgbClr val="DCCDB9">
                    <a:alpha val="888"/>
                  </a:srgbClr>
                </a:gs>
                <a:gs pos="100000">
                  <a:srgbClr val="DCCDB9">
                    <a:alpha val="297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59" name="Splat 259"/>
            <p:cNvSpPr>
              <a:spLocks noGrp="1"/>
            </p:cNvSpPr>
            <p:nvPr/>
          </p:nvSpPr>
          <p:spPr>
            <a:xfrm rot="8412865">
              <a:off x="964144" y="599427"/>
              <a:ext cx="619873" cy="425598"/>
            </a:xfrm>
            <a:prstGeom prst="ellipse">
              <a:avLst/>
            </a:prstGeom>
            <a:gradFill>
              <a:gsLst>
                <a:gs pos="0">
                  <a:srgbClr val="C8AD00">
                    <a:alpha val="32968"/>
                  </a:srgbClr>
                </a:gs>
                <a:gs pos="14286">
                  <a:srgbClr val="C8AD00">
                    <a:alpha val="30764"/>
                  </a:srgbClr>
                </a:gs>
                <a:gs pos="28571">
                  <a:srgbClr val="C8AD00">
                    <a:alpha val="24833"/>
                  </a:srgbClr>
                </a:gs>
                <a:gs pos="42857">
                  <a:srgbClr val="C8AD00">
                    <a:alpha val="17075"/>
                  </a:srgbClr>
                </a:gs>
                <a:gs pos="57143">
                  <a:srgbClr val="C8AD00">
                    <a:alpha val="9855"/>
                  </a:srgbClr>
                </a:gs>
                <a:gs pos="71429">
                  <a:srgbClr val="C8AD00">
                    <a:alpha val="4740"/>
                  </a:srgbClr>
                </a:gs>
                <a:gs pos="85714">
                  <a:srgbClr val="C8AD00">
                    <a:alpha val="1902"/>
                  </a:srgbClr>
                </a:gs>
                <a:gs pos="100000">
                  <a:srgbClr val="C8AD00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60" name="Splat 260"/>
            <p:cNvSpPr>
              <a:spLocks noGrp="1"/>
            </p:cNvSpPr>
            <p:nvPr/>
          </p:nvSpPr>
          <p:spPr>
            <a:xfrm rot="5682914">
              <a:off x="2654257" y="2620084"/>
              <a:ext cx="576402" cy="54772"/>
            </a:xfrm>
            <a:prstGeom prst="ellipse">
              <a:avLst/>
            </a:prstGeom>
            <a:gradFill>
              <a:gsLst>
                <a:gs pos="0">
                  <a:srgbClr val="F3F9FF">
                    <a:alpha val="32968"/>
                  </a:srgbClr>
                </a:gs>
                <a:gs pos="14286">
                  <a:srgbClr val="F3F9FF">
                    <a:alpha val="30764"/>
                  </a:srgbClr>
                </a:gs>
                <a:gs pos="28571">
                  <a:srgbClr val="F3F9FF">
                    <a:alpha val="24833"/>
                  </a:srgbClr>
                </a:gs>
                <a:gs pos="42857">
                  <a:srgbClr val="F3F9FF">
                    <a:alpha val="17075"/>
                  </a:srgbClr>
                </a:gs>
                <a:gs pos="57143">
                  <a:srgbClr val="F3F9FF">
                    <a:alpha val="9855"/>
                  </a:srgbClr>
                </a:gs>
                <a:gs pos="71429">
                  <a:srgbClr val="F3F9FF">
                    <a:alpha val="4740"/>
                  </a:srgbClr>
                </a:gs>
                <a:gs pos="85714">
                  <a:srgbClr val="F3F9FF">
                    <a:alpha val="1902"/>
                  </a:srgbClr>
                </a:gs>
                <a:gs pos="100000">
                  <a:srgbClr val="F3F9FF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61" name="Splat 261"/>
            <p:cNvSpPr>
              <a:spLocks noGrp="1"/>
            </p:cNvSpPr>
            <p:nvPr/>
          </p:nvSpPr>
          <p:spPr>
            <a:xfrm rot="4597768">
              <a:off x="1843321" y="425931"/>
              <a:ext cx="569175" cy="42846"/>
            </a:xfrm>
            <a:prstGeom prst="ellipse">
              <a:avLst/>
            </a:prstGeom>
            <a:gradFill>
              <a:gsLst>
                <a:gs pos="0">
                  <a:srgbClr val="000000">
                    <a:alpha val="32968"/>
                  </a:srgbClr>
                </a:gs>
                <a:gs pos="14286">
                  <a:srgbClr val="000000">
                    <a:alpha val="30764"/>
                  </a:srgbClr>
                </a:gs>
                <a:gs pos="28571">
                  <a:srgbClr val="000000">
                    <a:alpha val="24833"/>
                  </a:srgbClr>
                </a:gs>
                <a:gs pos="42857">
                  <a:srgbClr val="000000">
                    <a:alpha val="17075"/>
                  </a:srgbClr>
                </a:gs>
                <a:gs pos="57143">
                  <a:srgbClr val="000000">
                    <a:alpha val="9855"/>
                  </a:srgbClr>
                </a:gs>
                <a:gs pos="71429">
                  <a:srgbClr val="000000">
                    <a:alpha val="4740"/>
                  </a:srgbClr>
                </a:gs>
                <a:gs pos="85714">
                  <a:srgbClr val="000000">
                    <a:alpha val="1902"/>
                  </a:srgbClr>
                </a:gs>
                <a:gs pos="100000">
                  <a:srgbClr val="000000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62" name="Splat 262"/>
            <p:cNvSpPr>
              <a:spLocks noGrp="1"/>
            </p:cNvSpPr>
            <p:nvPr/>
          </p:nvSpPr>
          <p:spPr>
            <a:xfrm rot="4971105">
              <a:off x="1403571" y="3507678"/>
              <a:ext cx="458657" cy="134116"/>
            </a:xfrm>
            <a:prstGeom prst="ellipse">
              <a:avLst/>
            </a:prstGeom>
            <a:gradFill>
              <a:gsLst>
                <a:gs pos="0">
                  <a:srgbClr val="FDFEFF">
                    <a:alpha val="32083"/>
                  </a:srgbClr>
                </a:gs>
                <a:gs pos="14286">
                  <a:srgbClr val="FDFEFF">
                    <a:alpha val="29924"/>
                  </a:srgbClr>
                </a:gs>
                <a:gs pos="28571">
                  <a:srgbClr val="FDFEFF">
                    <a:alpha val="24126"/>
                  </a:srgbClr>
                </a:gs>
                <a:gs pos="42857">
                  <a:srgbClr val="FDFEFF">
                    <a:alpha val="16564"/>
                  </a:srgbClr>
                </a:gs>
                <a:gs pos="57143">
                  <a:srgbClr val="FDFEFF">
                    <a:alpha val="9547"/>
                  </a:srgbClr>
                </a:gs>
                <a:gs pos="71429">
                  <a:srgbClr val="FDFEFF">
                    <a:alpha val="4588"/>
                  </a:srgbClr>
                </a:gs>
                <a:gs pos="85714">
                  <a:srgbClr val="FDFEFF">
                    <a:alpha val="1840"/>
                  </a:srgbClr>
                </a:gs>
                <a:gs pos="100000">
                  <a:srgbClr val="FDFEFF">
                    <a:alpha val="61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63" name="Splat 263"/>
            <p:cNvSpPr>
              <a:spLocks noGrp="1"/>
            </p:cNvSpPr>
            <p:nvPr/>
          </p:nvSpPr>
          <p:spPr>
            <a:xfrm rot="2731288">
              <a:off x="3053324" y="3241614"/>
              <a:ext cx="327031" cy="58391"/>
            </a:xfrm>
            <a:prstGeom prst="ellipse">
              <a:avLst/>
            </a:prstGeom>
            <a:gradFill>
              <a:gsLst>
                <a:gs pos="0">
                  <a:srgbClr val="FFFFFE">
                    <a:alpha val="32968"/>
                  </a:srgbClr>
                </a:gs>
                <a:gs pos="14286">
                  <a:srgbClr val="FFFFFE">
                    <a:alpha val="30764"/>
                  </a:srgbClr>
                </a:gs>
                <a:gs pos="28571">
                  <a:srgbClr val="FFFFFE">
                    <a:alpha val="24833"/>
                  </a:srgbClr>
                </a:gs>
                <a:gs pos="42857">
                  <a:srgbClr val="FFFFFE">
                    <a:alpha val="17075"/>
                  </a:srgbClr>
                </a:gs>
                <a:gs pos="57143">
                  <a:srgbClr val="FFFFFE">
                    <a:alpha val="9855"/>
                  </a:srgbClr>
                </a:gs>
                <a:gs pos="71429">
                  <a:srgbClr val="FFFFFE">
                    <a:alpha val="4740"/>
                  </a:srgbClr>
                </a:gs>
                <a:gs pos="85714">
                  <a:srgbClr val="FFFFFE">
                    <a:alpha val="1902"/>
                  </a:srgbClr>
                </a:gs>
                <a:gs pos="100000">
                  <a:srgbClr val="FFFFFE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64" name="Splat 264"/>
            <p:cNvSpPr>
              <a:spLocks noGrp="1"/>
            </p:cNvSpPr>
            <p:nvPr/>
          </p:nvSpPr>
          <p:spPr>
            <a:xfrm rot="4306119">
              <a:off x="901038" y="1123931"/>
              <a:ext cx="536111" cy="44791"/>
            </a:xfrm>
            <a:prstGeom prst="ellipse">
              <a:avLst/>
            </a:prstGeom>
            <a:gradFill>
              <a:gsLst>
                <a:gs pos="0">
                  <a:srgbClr val="000000">
                    <a:alpha val="32968"/>
                  </a:srgbClr>
                </a:gs>
                <a:gs pos="14286">
                  <a:srgbClr val="000000">
                    <a:alpha val="30764"/>
                  </a:srgbClr>
                </a:gs>
                <a:gs pos="28571">
                  <a:srgbClr val="000000">
                    <a:alpha val="24833"/>
                  </a:srgbClr>
                </a:gs>
                <a:gs pos="42857">
                  <a:srgbClr val="000000">
                    <a:alpha val="17075"/>
                  </a:srgbClr>
                </a:gs>
                <a:gs pos="57143">
                  <a:srgbClr val="000000">
                    <a:alpha val="9855"/>
                  </a:srgbClr>
                </a:gs>
                <a:gs pos="71429">
                  <a:srgbClr val="000000">
                    <a:alpha val="4740"/>
                  </a:srgbClr>
                </a:gs>
                <a:gs pos="85714">
                  <a:srgbClr val="000000">
                    <a:alpha val="1902"/>
                  </a:srgbClr>
                </a:gs>
                <a:gs pos="100000">
                  <a:srgbClr val="000000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65" name="Splat 265"/>
            <p:cNvSpPr>
              <a:spLocks noGrp="1"/>
            </p:cNvSpPr>
            <p:nvPr/>
          </p:nvSpPr>
          <p:spPr>
            <a:xfrm rot="3599424">
              <a:off x="1406840" y="1124297"/>
              <a:ext cx="607265" cy="38877"/>
            </a:xfrm>
            <a:prstGeom prst="ellipse">
              <a:avLst/>
            </a:prstGeom>
            <a:gradFill>
              <a:gsLst>
                <a:gs pos="0">
                  <a:srgbClr val="00000C">
                    <a:alpha val="32968"/>
                  </a:srgbClr>
                </a:gs>
                <a:gs pos="14286">
                  <a:srgbClr val="00000C">
                    <a:alpha val="30764"/>
                  </a:srgbClr>
                </a:gs>
                <a:gs pos="28571">
                  <a:srgbClr val="00000C">
                    <a:alpha val="24833"/>
                  </a:srgbClr>
                </a:gs>
                <a:gs pos="42857">
                  <a:srgbClr val="00000C">
                    <a:alpha val="17075"/>
                  </a:srgbClr>
                </a:gs>
                <a:gs pos="57143">
                  <a:srgbClr val="00000C">
                    <a:alpha val="9855"/>
                  </a:srgbClr>
                </a:gs>
                <a:gs pos="71429">
                  <a:srgbClr val="00000C">
                    <a:alpha val="4740"/>
                  </a:srgbClr>
                </a:gs>
                <a:gs pos="85714">
                  <a:srgbClr val="00000C">
                    <a:alpha val="1902"/>
                  </a:srgbClr>
                </a:gs>
                <a:gs pos="100000">
                  <a:srgbClr val="00000C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66" name="Splat 266"/>
            <p:cNvSpPr>
              <a:spLocks noGrp="1"/>
            </p:cNvSpPr>
            <p:nvPr/>
          </p:nvSpPr>
          <p:spPr>
            <a:xfrm rot="5428899">
              <a:off x="2762592" y="2571709"/>
              <a:ext cx="454677" cy="69792"/>
            </a:xfrm>
            <a:prstGeom prst="ellipse">
              <a:avLst/>
            </a:prstGeom>
            <a:gradFill>
              <a:gsLst>
                <a:gs pos="0">
                  <a:srgbClr val="13008F">
                    <a:alpha val="32968"/>
                  </a:srgbClr>
                </a:gs>
                <a:gs pos="14286">
                  <a:srgbClr val="13008F">
                    <a:alpha val="30764"/>
                  </a:srgbClr>
                </a:gs>
                <a:gs pos="28571">
                  <a:srgbClr val="13008F">
                    <a:alpha val="24833"/>
                  </a:srgbClr>
                </a:gs>
                <a:gs pos="42857">
                  <a:srgbClr val="13008F">
                    <a:alpha val="17075"/>
                  </a:srgbClr>
                </a:gs>
                <a:gs pos="57143">
                  <a:srgbClr val="13008F">
                    <a:alpha val="9855"/>
                  </a:srgbClr>
                </a:gs>
                <a:gs pos="71429">
                  <a:srgbClr val="13008F">
                    <a:alpha val="4740"/>
                  </a:srgbClr>
                </a:gs>
                <a:gs pos="85714">
                  <a:srgbClr val="13008F">
                    <a:alpha val="1902"/>
                  </a:srgbClr>
                </a:gs>
                <a:gs pos="100000">
                  <a:srgbClr val="13008F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67" name="Splat 267"/>
            <p:cNvSpPr>
              <a:spLocks noGrp="1"/>
            </p:cNvSpPr>
            <p:nvPr/>
          </p:nvSpPr>
          <p:spPr>
            <a:xfrm rot="5379451">
              <a:off x="41806" y="1138781"/>
              <a:ext cx="588715" cy="70038"/>
            </a:xfrm>
            <a:prstGeom prst="ellipse">
              <a:avLst/>
            </a:prstGeom>
            <a:gradFill>
              <a:gsLst>
                <a:gs pos="0">
                  <a:srgbClr val="000000">
                    <a:alpha val="32968"/>
                  </a:srgbClr>
                </a:gs>
                <a:gs pos="14286">
                  <a:srgbClr val="000000">
                    <a:alpha val="30764"/>
                  </a:srgbClr>
                </a:gs>
                <a:gs pos="28571">
                  <a:srgbClr val="000000">
                    <a:alpha val="24833"/>
                  </a:srgbClr>
                </a:gs>
                <a:gs pos="42857">
                  <a:srgbClr val="000000">
                    <a:alpha val="17075"/>
                  </a:srgbClr>
                </a:gs>
                <a:gs pos="57143">
                  <a:srgbClr val="000000">
                    <a:alpha val="9855"/>
                  </a:srgbClr>
                </a:gs>
                <a:gs pos="71429">
                  <a:srgbClr val="000000">
                    <a:alpha val="4740"/>
                  </a:srgbClr>
                </a:gs>
                <a:gs pos="85714">
                  <a:srgbClr val="000000">
                    <a:alpha val="1902"/>
                  </a:srgbClr>
                </a:gs>
                <a:gs pos="100000">
                  <a:srgbClr val="000000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68" name="Splat 268"/>
            <p:cNvSpPr>
              <a:spLocks noGrp="1"/>
            </p:cNvSpPr>
            <p:nvPr/>
          </p:nvSpPr>
          <p:spPr>
            <a:xfrm rot="8360836">
              <a:off x="1368648" y="1723759"/>
              <a:ext cx="699144" cy="119071"/>
            </a:xfrm>
            <a:prstGeom prst="ellipse">
              <a:avLst/>
            </a:prstGeom>
            <a:gradFill>
              <a:gsLst>
                <a:gs pos="0">
                  <a:srgbClr val="00007F">
                    <a:alpha val="16131"/>
                  </a:srgbClr>
                </a:gs>
                <a:gs pos="14286">
                  <a:srgbClr val="00007F">
                    <a:alpha val="14929"/>
                  </a:srgbClr>
                </a:gs>
                <a:gs pos="28571">
                  <a:srgbClr val="00007F">
                    <a:alpha val="11798"/>
                  </a:srgbClr>
                </a:gs>
                <a:gs pos="42857">
                  <a:srgbClr val="00007F">
                    <a:alpha val="7905"/>
                  </a:srgbClr>
                </a:gs>
                <a:gs pos="57143">
                  <a:srgbClr val="00007F">
                    <a:alpha val="4460"/>
                  </a:srgbClr>
                </a:gs>
                <a:gs pos="71429">
                  <a:srgbClr val="00007F">
                    <a:alpha val="2113"/>
                  </a:srgbClr>
                </a:gs>
                <a:gs pos="85714">
                  <a:srgbClr val="00007F">
                    <a:alpha val="841"/>
                  </a:srgbClr>
                </a:gs>
                <a:gs pos="100000">
                  <a:srgbClr val="00007F">
                    <a:alpha val="282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69" name="Splat 269"/>
            <p:cNvSpPr>
              <a:spLocks noGrp="1"/>
            </p:cNvSpPr>
            <p:nvPr/>
          </p:nvSpPr>
          <p:spPr>
            <a:xfrm rot="4189247">
              <a:off x="2448594" y="2404630"/>
              <a:ext cx="735514" cy="89055"/>
            </a:xfrm>
            <a:prstGeom prst="ellipse">
              <a:avLst/>
            </a:prstGeom>
            <a:gradFill>
              <a:gsLst>
                <a:gs pos="0">
                  <a:srgbClr val="FFFFFF">
                    <a:alpha val="31315"/>
                  </a:srgbClr>
                </a:gs>
                <a:gs pos="14286">
                  <a:srgbClr val="FFFFFF">
                    <a:alpha val="29197"/>
                  </a:srgbClr>
                </a:gs>
                <a:gs pos="28571">
                  <a:srgbClr val="FFFFFF">
                    <a:alpha val="23515"/>
                  </a:srgbClr>
                </a:gs>
                <a:gs pos="42857">
                  <a:srgbClr val="FFFFFF">
                    <a:alpha val="16125"/>
                  </a:srgbClr>
                </a:gs>
                <a:gs pos="57143">
                  <a:srgbClr val="FFFFFF">
                    <a:alpha val="9284"/>
                  </a:srgbClr>
                </a:gs>
                <a:gs pos="71429">
                  <a:srgbClr val="FFFFFF">
                    <a:alpha val="4458"/>
                  </a:srgbClr>
                </a:gs>
                <a:gs pos="85714">
                  <a:srgbClr val="FFFFFF">
                    <a:alpha val="1787"/>
                  </a:srgbClr>
                </a:gs>
                <a:gs pos="100000">
                  <a:srgbClr val="FFFFFF">
                    <a:alpha val="601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70" name="Splat 270"/>
            <p:cNvSpPr>
              <a:spLocks noGrp="1"/>
            </p:cNvSpPr>
            <p:nvPr/>
          </p:nvSpPr>
          <p:spPr>
            <a:xfrm rot="5400000">
              <a:off x="1169219" y="304726"/>
              <a:ext cx="60804" cy="60804"/>
            </a:xfrm>
            <a:prstGeom prst="ellipse">
              <a:avLst/>
            </a:prstGeom>
            <a:gradFill>
              <a:gsLst>
                <a:gs pos="0">
                  <a:srgbClr val="6D4E2A">
                    <a:alpha val="13628"/>
                  </a:srgbClr>
                </a:gs>
                <a:gs pos="14286">
                  <a:srgbClr val="6D4E2A">
                    <a:alpha val="12598"/>
                  </a:srgbClr>
                </a:gs>
                <a:gs pos="28571">
                  <a:srgbClr val="6D4E2A">
                    <a:alpha val="9927"/>
                  </a:srgbClr>
                </a:gs>
                <a:gs pos="42857">
                  <a:srgbClr val="6D4E2A">
                    <a:alpha val="6628"/>
                  </a:srgbClr>
                </a:gs>
                <a:gs pos="57143">
                  <a:srgbClr val="6D4E2A">
                    <a:alpha val="3729"/>
                  </a:srgbClr>
                </a:gs>
                <a:gs pos="71429">
                  <a:srgbClr val="6D4E2A">
                    <a:alpha val="1763"/>
                  </a:srgbClr>
                </a:gs>
                <a:gs pos="85714">
                  <a:srgbClr val="6D4E2A">
                    <a:alpha val="701"/>
                  </a:srgbClr>
                </a:gs>
                <a:gs pos="100000">
                  <a:srgbClr val="6D4E2A">
                    <a:alpha val="235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71" name="Splat 271"/>
            <p:cNvSpPr>
              <a:spLocks noGrp="1"/>
            </p:cNvSpPr>
            <p:nvPr/>
          </p:nvSpPr>
          <p:spPr>
            <a:xfrm rot="-8310639">
              <a:off x="2975528" y="1631189"/>
              <a:ext cx="309307" cy="179219"/>
            </a:xfrm>
            <a:prstGeom prst="ellipse">
              <a:avLst/>
            </a:prstGeom>
            <a:gradFill>
              <a:gsLst>
                <a:gs pos="0">
                  <a:srgbClr val="880000">
                    <a:alpha val="32968"/>
                  </a:srgbClr>
                </a:gs>
                <a:gs pos="14286">
                  <a:srgbClr val="880000">
                    <a:alpha val="30764"/>
                  </a:srgbClr>
                </a:gs>
                <a:gs pos="28571">
                  <a:srgbClr val="880000">
                    <a:alpha val="24833"/>
                  </a:srgbClr>
                </a:gs>
                <a:gs pos="42857">
                  <a:srgbClr val="880000">
                    <a:alpha val="17075"/>
                  </a:srgbClr>
                </a:gs>
                <a:gs pos="57143">
                  <a:srgbClr val="880000">
                    <a:alpha val="9855"/>
                  </a:srgbClr>
                </a:gs>
                <a:gs pos="71429">
                  <a:srgbClr val="880000">
                    <a:alpha val="4740"/>
                  </a:srgbClr>
                </a:gs>
                <a:gs pos="85714">
                  <a:srgbClr val="880000">
                    <a:alpha val="1902"/>
                  </a:srgbClr>
                </a:gs>
                <a:gs pos="100000">
                  <a:srgbClr val="880000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72" name="Splat 272"/>
            <p:cNvSpPr>
              <a:spLocks noGrp="1"/>
            </p:cNvSpPr>
            <p:nvPr/>
          </p:nvSpPr>
          <p:spPr>
            <a:xfrm rot="8493511">
              <a:off x="53078" y="2048956"/>
              <a:ext cx="606828" cy="61824"/>
            </a:xfrm>
            <a:prstGeom prst="ellipse">
              <a:avLst/>
            </a:prstGeom>
            <a:gradFill>
              <a:gsLst>
                <a:gs pos="0">
                  <a:srgbClr val="490036">
                    <a:alpha val="32968"/>
                  </a:srgbClr>
                </a:gs>
                <a:gs pos="14286">
                  <a:srgbClr val="490036">
                    <a:alpha val="30764"/>
                  </a:srgbClr>
                </a:gs>
                <a:gs pos="28571">
                  <a:srgbClr val="490036">
                    <a:alpha val="24833"/>
                  </a:srgbClr>
                </a:gs>
                <a:gs pos="42857">
                  <a:srgbClr val="490036">
                    <a:alpha val="17075"/>
                  </a:srgbClr>
                </a:gs>
                <a:gs pos="57143">
                  <a:srgbClr val="490036">
                    <a:alpha val="9855"/>
                  </a:srgbClr>
                </a:gs>
                <a:gs pos="71429">
                  <a:srgbClr val="490036">
                    <a:alpha val="4740"/>
                  </a:srgbClr>
                </a:gs>
                <a:gs pos="85714">
                  <a:srgbClr val="490036">
                    <a:alpha val="1902"/>
                  </a:srgbClr>
                </a:gs>
                <a:gs pos="100000">
                  <a:srgbClr val="490036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73" name="Splat 273"/>
            <p:cNvSpPr>
              <a:spLocks noGrp="1"/>
            </p:cNvSpPr>
            <p:nvPr/>
          </p:nvSpPr>
          <p:spPr>
            <a:xfrm rot="6968258">
              <a:off x="393022" y="2882868"/>
              <a:ext cx="532106" cy="147660"/>
            </a:xfrm>
            <a:prstGeom prst="ellipse">
              <a:avLst/>
            </a:prstGeom>
            <a:gradFill>
              <a:gsLst>
                <a:gs pos="0">
                  <a:srgbClr val="805800">
                    <a:alpha val="32968"/>
                  </a:srgbClr>
                </a:gs>
                <a:gs pos="14286">
                  <a:srgbClr val="805800">
                    <a:alpha val="30764"/>
                  </a:srgbClr>
                </a:gs>
                <a:gs pos="28571">
                  <a:srgbClr val="805800">
                    <a:alpha val="24833"/>
                  </a:srgbClr>
                </a:gs>
                <a:gs pos="42857">
                  <a:srgbClr val="805800">
                    <a:alpha val="17075"/>
                  </a:srgbClr>
                </a:gs>
                <a:gs pos="57143">
                  <a:srgbClr val="805800">
                    <a:alpha val="9855"/>
                  </a:srgbClr>
                </a:gs>
                <a:gs pos="71429">
                  <a:srgbClr val="805800">
                    <a:alpha val="4740"/>
                  </a:srgbClr>
                </a:gs>
                <a:gs pos="85714">
                  <a:srgbClr val="805800">
                    <a:alpha val="1902"/>
                  </a:srgbClr>
                </a:gs>
                <a:gs pos="100000">
                  <a:srgbClr val="805800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74" name="Splat 274"/>
            <p:cNvSpPr>
              <a:spLocks noGrp="1"/>
            </p:cNvSpPr>
            <p:nvPr/>
          </p:nvSpPr>
          <p:spPr>
            <a:xfrm rot="10767547">
              <a:off x="222802" y="2330457"/>
              <a:ext cx="628820" cy="113339"/>
            </a:xfrm>
            <a:prstGeom prst="ellipse">
              <a:avLst/>
            </a:prstGeom>
            <a:gradFill>
              <a:gsLst>
                <a:gs pos="0">
                  <a:srgbClr val="4D0000">
                    <a:alpha val="32968"/>
                  </a:srgbClr>
                </a:gs>
                <a:gs pos="14286">
                  <a:srgbClr val="4D0000">
                    <a:alpha val="30764"/>
                  </a:srgbClr>
                </a:gs>
                <a:gs pos="28571">
                  <a:srgbClr val="4D0000">
                    <a:alpha val="24833"/>
                  </a:srgbClr>
                </a:gs>
                <a:gs pos="42857">
                  <a:srgbClr val="4D0000">
                    <a:alpha val="17075"/>
                  </a:srgbClr>
                </a:gs>
                <a:gs pos="57143">
                  <a:srgbClr val="4D0000">
                    <a:alpha val="9855"/>
                  </a:srgbClr>
                </a:gs>
                <a:gs pos="71429">
                  <a:srgbClr val="4D0000">
                    <a:alpha val="4740"/>
                  </a:srgbClr>
                </a:gs>
                <a:gs pos="85714">
                  <a:srgbClr val="4D0000">
                    <a:alpha val="1902"/>
                  </a:srgbClr>
                </a:gs>
                <a:gs pos="100000">
                  <a:srgbClr val="4D0000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75" name="Splat 275"/>
            <p:cNvSpPr>
              <a:spLocks noGrp="1"/>
            </p:cNvSpPr>
            <p:nvPr/>
          </p:nvSpPr>
          <p:spPr>
            <a:xfrm rot="-8311483">
              <a:off x="242961" y="3598263"/>
              <a:ext cx="542050" cy="36397"/>
            </a:xfrm>
            <a:prstGeom prst="ellipse">
              <a:avLst/>
            </a:prstGeom>
            <a:gradFill>
              <a:gsLst>
                <a:gs pos="0">
                  <a:srgbClr val="000000">
                    <a:alpha val="32968"/>
                  </a:srgbClr>
                </a:gs>
                <a:gs pos="14286">
                  <a:srgbClr val="000000">
                    <a:alpha val="30764"/>
                  </a:srgbClr>
                </a:gs>
                <a:gs pos="28571">
                  <a:srgbClr val="000000">
                    <a:alpha val="24833"/>
                  </a:srgbClr>
                </a:gs>
                <a:gs pos="42857">
                  <a:srgbClr val="000000">
                    <a:alpha val="17075"/>
                  </a:srgbClr>
                </a:gs>
                <a:gs pos="57143">
                  <a:srgbClr val="000000">
                    <a:alpha val="9855"/>
                  </a:srgbClr>
                </a:gs>
                <a:gs pos="71429">
                  <a:srgbClr val="000000">
                    <a:alpha val="4740"/>
                  </a:srgbClr>
                </a:gs>
                <a:gs pos="85714">
                  <a:srgbClr val="000000">
                    <a:alpha val="1902"/>
                  </a:srgbClr>
                </a:gs>
                <a:gs pos="100000">
                  <a:srgbClr val="000000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76" name="Splat 276"/>
            <p:cNvSpPr>
              <a:spLocks noGrp="1"/>
            </p:cNvSpPr>
            <p:nvPr/>
          </p:nvSpPr>
          <p:spPr>
            <a:xfrm rot="3966762">
              <a:off x="1663421" y="37487"/>
              <a:ext cx="670933" cy="43155"/>
            </a:xfrm>
            <a:prstGeom prst="ellipse">
              <a:avLst/>
            </a:prstGeom>
            <a:gradFill>
              <a:gsLst>
                <a:gs pos="0">
                  <a:srgbClr val="FFFFFD">
                    <a:alpha val="32968"/>
                  </a:srgbClr>
                </a:gs>
                <a:gs pos="14286">
                  <a:srgbClr val="FFFFFD">
                    <a:alpha val="30764"/>
                  </a:srgbClr>
                </a:gs>
                <a:gs pos="28571">
                  <a:srgbClr val="FFFFFD">
                    <a:alpha val="24833"/>
                  </a:srgbClr>
                </a:gs>
                <a:gs pos="42857">
                  <a:srgbClr val="FFFFFD">
                    <a:alpha val="17075"/>
                  </a:srgbClr>
                </a:gs>
                <a:gs pos="57143">
                  <a:srgbClr val="FFFFFD">
                    <a:alpha val="9855"/>
                  </a:srgbClr>
                </a:gs>
                <a:gs pos="71429">
                  <a:srgbClr val="FFFFFD">
                    <a:alpha val="4740"/>
                  </a:srgbClr>
                </a:gs>
                <a:gs pos="85714">
                  <a:srgbClr val="FFFFFD">
                    <a:alpha val="1902"/>
                  </a:srgbClr>
                </a:gs>
                <a:gs pos="100000">
                  <a:srgbClr val="FFFFFD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77" name="Splat 277"/>
            <p:cNvSpPr>
              <a:spLocks noGrp="1"/>
            </p:cNvSpPr>
            <p:nvPr/>
          </p:nvSpPr>
          <p:spPr>
            <a:xfrm rot="10711655">
              <a:off x="578564" y="3080214"/>
              <a:ext cx="561917" cy="85476"/>
            </a:xfrm>
            <a:prstGeom prst="ellipse">
              <a:avLst/>
            </a:prstGeom>
            <a:gradFill>
              <a:gsLst>
                <a:gs pos="0">
                  <a:srgbClr val="7B0000">
                    <a:alpha val="32968"/>
                  </a:srgbClr>
                </a:gs>
                <a:gs pos="14286">
                  <a:srgbClr val="7B0000">
                    <a:alpha val="30764"/>
                  </a:srgbClr>
                </a:gs>
                <a:gs pos="28571">
                  <a:srgbClr val="7B0000">
                    <a:alpha val="24833"/>
                  </a:srgbClr>
                </a:gs>
                <a:gs pos="42857">
                  <a:srgbClr val="7B0000">
                    <a:alpha val="17075"/>
                  </a:srgbClr>
                </a:gs>
                <a:gs pos="57143">
                  <a:srgbClr val="7B0000">
                    <a:alpha val="9855"/>
                  </a:srgbClr>
                </a:gs>
                <a:gs pos="71429">
                  <a:srgbClr val="7B0000">
                    <a:alpha val="4740"/>
                  </a:srgbClr>
                </a:gs>
                <a:gs pos="85714">
                  <a:srgbClr val="7B0000">
                    <a:alpha val="1902"/>
                  </a:srgbClr>
                </a:gs>
                <a:gs pos="100000">
                  <a:srgbClr val="7B0000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78" name="Splat 278"/>
            <p:cNvSpPr>
              <a:spLocks noGrp="1"/>
            </p:cNvSpPr>
            <p:nvPr/>
          </p:nvSpPr>
          <p:spPr>
            <a:xfrm rot="5400000">
              <a:off x="735320" y="2992947"/>
              <a:ext cx="51231" cy="51231"/>
            </a:xfrm>
            <a:prstGeom prst="ellipse">
              <a:avLst/>
            </a:prstGeom>
            <a:gradFill>
              <a:gsLst>
                <a:gs pos="0">
                  <a:srgbClr val="F9EFF9">
                    <a:alpha val="16163"/>
                  </a:srgbClr>
                </a:gs>
                <a:gs pos="14286">
                  <a:srgbClr val="F9EFF9">
                    <a:alpha val="14959"/>
                  </a:srgbClr>
                </a:gs>
                <a:gs pos="28571">
                  <a:srgbClr val="F9EFF9">
                    <a:alpha val="11822"/>
                  </a:srgbClr>
                </a:gs>
                <a:gs pos="42857">
                  <a:srgbClr val="F9EFF9">
                    <a:alpha val="7921"/>
                  </a:srgbClr>
                </a:gs>
                <a:gs pos="57143">
                  <a:srgbClr val="F9EFF9">
                    <a:alpha val="4470"/>
                  </a:srgbClr>
                </a:gs>
                <a:gs pos="71429">
                  <a:srgbClr val="F9EFF9">
                    <a:alpha val="2118"/>
                  </a:srgbClr>
                </a:gs>
                <a:gs pos="85714">
                  <a:srgbClr val="F9EFF9">
                    <a:alpha val="843"/>
                  </a:srgbClr>
                </a:gs>
                <a:gs pos="100000">
                  <a:srgbClr val="F9EFF9">
                    <a:alpha val="282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79" name="Splat 279"/>
            <p:cNvSpPr>
              <a:spLocks noGrp="1"/>
            </p:cNvSpPr>
            <p:nvPr/>
          </p:nvSpPr>
          <p:spPr>
            <a:xfrm rot="3788510">
              <a:off x="2400599" y="2970177"/>
              <a:ext cx="542608" cy="126367"/>
            </a:xfrm>
            <a:prstGeom prst="ellipse">
              <a:avLst/>
            </a:prstGeom>
            <a:gradFill>
              <a:gsLst>
                <a:gs pos="0">
                  <a:srgbClr val="740000">
                    <a:alpha val="32968"/>
                  </a:srgbClr>
                </a:gs>
                <a:gs pos="14286">
                  <a:srgbClr val="740000">
                    <a:alpha val="30764"/>
                  </a:srgbClr>
                </a:gs>
                <a:gs pos="28571">
                  <a:srgbClr val="740000">
                    <a:alpha val="24833"/>
                  </a:srgbClr>
                </a:gs>
                <a:gs pos="42857">
                  <a:srgbClr val="740000">
                    <a:alpha val="17075"/>
                  </a:srgbClr>
                </a:gs>
                <a:gs pos="57143">
                  <a:srgbClr val="740000">
                    <a:alpha val="9855"/>
                  </a:srgbClr>
                </a:gs>
                <a:gs pos="71429">
                  <a:srgbClr val="740000">
                    <a:alpha val="4740"/>
                  </a:srgbClr>
                </a:gs>
                <a:gs pos="85714">
                  <a:srgbClr val="740000">
                    <a:alpha val="1902"/>
                  </a:srgbClr>
                </a:gs>
                <a:gs pos="100000">
                  <a:srgbClr val="740000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80" name="Splat 280"/>
            <p:cNvSpPr>
              <a:spLocks noGrp="1"/>
            </p:cNvSpPr>
            <p:nvPr/>
          </p:nvSpPr>
          <p:spPr>
            <a:xfrm rot="5313446">
              <a:off x="1190421" y="1303328"/>
              <a:ext cx="662167" cy="103447"/>
            </a:xfrm>
            <a:prstGeom prst="ellipse">
              <a:avLst/>
            </a:prstGeom>
            <a:gradFill>
              <a:gsLst>
                <a:gs pos="0">
                  <a:srgbClr val="FFFFEA">
                    <a:alpha val="32968"/>
                  </a:srgbClr>
                </a:gs>
                <a:gs pos="14286">
                  <a:srgbClr val="FFFFEA">
                    <a:alpha val="30764"/>
                  </a:srgbClr>
                </a:gs>
                <a:gs pos="28571">
                  <a:srgbClr val="FFFFEA">
                    <a:alpha val="24833"/>
                  </a:srgbClr>
                </a:gs>
                <a:gs pos="42857">
                  <a:srgbClr val="FFFFEA">
                    <a:alpha val="17075"/>
                  </a:srgbClr>
                </a:gs>
                <a:gs pos="57143">
                  <a:srgbClr val="FFFFEA">
                    <a:alpha val="9855"/>
                  </a:srgbClr>
                </a:gs>
                <a:gs pos="71429">
                  <a:srgbClr val="FFFFEA">
                    <a:alpha val="4740"/>
                  </a:srgbClr>
                </a:gs>
                <a:gs pos="85714">
                  <a:srgbClr val="FFFFEA">
                    <a:alpha val="1902"/>
                  </a:srgbClr>
                </a:gs>
                <a:gs pos="100000">
                  <a:srgbClr val="FFFFEA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81" name="Splat 281"/>
            <p:cNvSpPr>
              <a:spLocks noGrp="1"/>
            </p:cNvSpPr>
            <p:nvPr/>
          </p:nvSpPr>
          <p:spPr>
            <a:xfrm rot="-9685108">
              <a:off x="1683722" y="2780179"/>
              <a:ext cx="629152" cy="46460"/>
            </a:xfrm>
            <a:prstGeom prst="ellipse">
              <a:avLst/>
            </a:prstGeom>
            <a:gradFill>
              <a:gsLst>
                <a:gs pos="0">
                  <a:srgbClr val="000000">
                    <a:alpha val="32968"/>
                  </a:srgbClr>
                </a:gs>
                <a:gs pos="14286">
                  <a:srgbClr val="000000">
                    <a:alpha val="30764"/>
                  </a:srgbClr>
                </a:gs>
                <a:gs pos="28571">
                  <a:srgbClr val="000000">
                    <a:alpha val="24833"/>
                  </a:srgbClr>
                </a:gs>
                <a:gs pos="42857">
                  <a:srgbClr val="000000">
                    <a:alpha val="17075"/>
                  </a:srgbClr>
                </a:gs>
                <a:gs pos="57143">
                  <a:srgbClr val="000000">
                    <a:alpha val="9855"/>
                  </a:srgbClr>
                </a:gs>
                <a:gs pos="71429">
                  <a:srgbClr val="000000">
                    <a:alpha val="4740"/>
                  </a:srgbClr>
                </a:gs>
                <a:gs pos="85714">
                  <a:srgbClr val="000000">
                    <a:alpha val="1902"/>
                  </a:srgbClr>
                </a:gs>
                <a:gs pos="100000">
                  <a:srgbClr val="000000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82" name="Splat 282"/>
            <p:cNvSpPr>
              <a:spLocks noGrp="1"/>
            </p:cNvSpPr>
            <p:nvPr/>
          </p:nvSpPr>
          <p:spPr>
            <a:xfrm rot="-8162364">
              <a:off x="2132130" y="1880159"/>
              <a:ext cx="541035" cy="42804"/>
            </a:xfrm>
            <a:prstGeom prst="ellipse">
              <a:avLst/>
            </a:prstGeom>
            <a:gradFill>
              <a:gsLst>
                <a:gs pos="0">
                  <a:srgbClr val="F1FFFF">
                    <a:alpha val="32968"/>
                  </a:srgbClr>
                </a:gs>
                <a:gs pos="14286">
                  <a:srgbClr val="F1FFFF">
                    <a:alpha val="30764"/>
                  </a:srgbClr>
                </a:gs>
                <a:gs pos="28571">
                  <a:srgbClr val="F1FFFF">
                    <a:alpha val="24833"/>
                  </a:srgbClr>
                </a:gs>
                <a:gs pos="42857">
                  <a:srgbClr val="F1FFFF">
                    <a:alpha val="17075"/>
                  </a:srgbClr>
                </a:gs>
                <a:gs pos="57143">
                  <a:srgbClr val="F1FFFF">
                    <a:alpha val="9855"/>
                  </a:srgbClr>
                </a:gs>
                <a:gs pos="71429">
                  <a:srgbClr val="F1FFFF">
                    <a:alpha val="4740"/>
                  </a:srgbClr>
                </a:gs>
                <a:gs pos="85714">
                  <a:srgbClr val="F1FFFF">
                    <a:alpha val="1902"/>
                  </a:srgbClr>
                </a:gs>
                <a:gs pos="100000">
                  <a:srgbClr val="F1FFFF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83" name="Splat 283"/>
            <p:cNvSpPr>
              <a:spLocks noGrp="1"/>
            </p:cNvSpPr>
            <p:nvPr/>
          </p:nvSpPr>
          <p:spPr>
            <a:xfrm rot="4992602">
              <a:off x="784944" y="387075"/>
              <a:ext cx="327235" cy="109939"/>
            </a:xfrm>
            <a:prstGeom prst="ellipse">
              <a:avLst/>
            </a:prstGeom>
            <a:gradFill>
              <a:gsLst>
                <a:gs pos="0">
                  <a:srgbClr val="FFFFF3">
                    <a:alpha val="32968"/>
                  </a:srgbClr>
                </a:gs>
                <a:gs pos="14286">
                  <a:srgbClr val="FFFFF3">
                    <a:alpha val="30764"/>
                  </a:srgbClr>
                </a:gs>
                <a:gs pos="28571">
                  <a:srgbClr val="FFFFF3">
                    <a:alpha val="24833"/>
                  </a:srgbClr>
                </a:gs>
                <a:gs pos="42857">
                  <a:srgbClr val="FFFFF3">
                    <a:alpha val="17075"/>
                  </a:srgbClr>
                </a:gs>
                <a:gs pos="57143">
                  <a:srgbClr val="FFFFF3">
                    <a:alpha val="9855"/>
                  </a:srgbClr>
                </a:gs>
                <a:gs pos="71429">
                  <a:srgbClr val="FFFFF3">
                    <a:alpha val="4740"/>
                  </a:srgbClr>
                </a:gs>
                <a:gs pos="85714">
                  <a:srgbClr val="FFFFF3">
                    <a:alpha val="1902"/>
                  </a:srgbClr>
                </a:gs>
                <a:gs pos="100000">
                  <a:srgbClr val="FFFFF3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84" name="Splat 284"/>
            <p:cNvSpPr>
              <a:spLocks noGrp="1"/>
            </p:cNvSpPr>
            <p:nvPr/>
          </p:nvSpPr>
          <p:spPr>
            <a:xfrm rot="-9274996">
              <a:off x="107351" y="1380970"/>
              <a:ext cx="344971" cy="109375"/>
            </a:xfrm>
            <a:prstGeom prst="ellipse">
              <a:avLst/>
            </a:prstGeom>
            <a:gradFill>
              <a:gsLst>
                <a:gs pos="0">
                  <a:srgbClr val="680000">
                    <a:alpha val="32968"/>
                  </a:srgbClr>
                </a:gs>
                <a:gs pos="14286">
                  <a:srgbClr val="680000">
                    <a:alpha val="30764"/>
                  </a:srgbClr>
                </a:gs>
                <a:gs pos="28571">
                  <a:srgbClr val="680000">
                    <a:alpha val="24833"/>
                  </a:srgbClr>
                </a:gs>
                <a:gs pos="42857">
                  <a:srgbClr val="680000">
                    <a:alpha val="17075"/>
                  </a:srgbClr>
                </a:gs>
                <a:gs pos="57143">
                  <a:srgbClr val="680000">
                    <a:alpha val="9855"/>
                  </a:srgbClr>
                </a:gs>
                <a:gs pos="71429">
                  <a:srgbClr val="680000">
                    <a:alpha val="4740"/>
                  </a:srgbClr>
                </a:gs>
                <a:gs pos="85714">
                  <a:srgbClr val="680000">
                    <a:alpha val="1902"/>
                  </a:srgbClr>
                </a:gs>
                <a:gs pos="100000">
                  <a:srgbClr val="680000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85" name="Splat 285"/>
            <p:cNvSpPr>
              <a:spLocks noGrp="1"/>
            </p:cNvSpPr>
            <p:nvPr/>
          </p:nvSpPr>
          <p:spPr>
            <a:xfrm rot="9216142">
              <a:off x="366945" y="2866259"/>
              <a:ext cx="287392" cy="59486"/>
            </a:xfrm>
            <a:prstGeom prst="ellipse">
              <a:avLst/>
            </a:prstGeom>
            <a:gradFill>
              <a:gsLst>
                <a:gs pos="0">
                  <a:srgbClr val="6F0000">
                    <a:alpha val="32968"/>
                  </a:srgbClr>
                </a:gs>
                <a:gs pos="14286">
                  <a:srgbClr val="6F0000">
                    <a:alpha val="30764"/>
                  </a:srgbClr>
                </a:gs>
                <a:gs pos="28571">
                  <a:srgbClr val="6F0000">
                    <a:alpha val="24833"/>
                  </a:srgbClr>
                </a:gs>
                <a:gs pos="42857">
                  <a:srgbClr val="6F0000">
                    <a:alpha val="17075"/>
                  </a:srgbClr>
                </a:gs>
                <a:gs pos="57143">
                  <a:srgbClr val="6F0000">
                    <a:alpha val="9855"/>
                  </a:srgbClr>
                </a:gs>
                <a:gs pos="71429">
                  <a:srgbClr val="6F0000">
                    <a:alpha val="4740"/>
                  </a:srgbClr>
                </a:gs>
                <a:gs pos="85714">
                  <a:srgbClr val="6F0000">
                    <a:alpha val="1902"/>
                  </a:srgbClr>
                </a:gs>
                <a:gs pos="100000">
                  <a:srgbClr val="6F0000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86" name="Splat 286"/>
            <p:cNvSpPr>
              <a:spLocks noGrp="1"/>
            </p:cNvSpPr>
            <p:nvPr/>
          </p:nvSpPr>
          <p:spPr>
            <a:xfrm rot="5266438">
              <a:off x="2326706" y="1155199"/>
              <a:ext cx="531462" cy="75270"/>
            </a:xfrm>
            <a:prstGeom prst="ellipse">
              <a:avLst/>
            </a:prstGeom>
            <a:gradFill>
              <a:gsLst>
                <a:gs pos="0">
                  <a:srgbClr val="F8FDFF">
                    <a:alpha val="32968"/>
                  </a:srgbClr>
                </a:gs>
                <a:gs pos="14286">
                  <a:srgbClr val="F8FDFF">
                    <a:alpha val="30764"/>
                  </a:srgbClr>
                </a:gs>
                <a:gs pos="28571">
                  <a:srgbClr val="F8FDFF">
                    <a:alpha val="24833"/>
                  </a:srgbClr>
                </a:gs>
                <a:gs pos="42857">
                  <a:srgbClr val="F8FDFF">
                    <a:alpha val="17075"/>
                  </a:srgbClr>
                </a:gs>
                <a:gs pos="57143">
                  <a:srgbClr val="F8FDFF">
                    <a:alpha val="9855"/>
                  </a:srgbClr>
                </a:gs>
                <a:gs pos="71429">
                  <a:srgbClr val="F8FDFF">
                    <a:alpha val="4740"/>
                  </a:srgbClr>
                </a:gs>
                <a:gs pos="85714">
                  <a:srgbClr val="F8FDFF">
                    <a:alpha val="1902"/>
                  </a:srgbClr>
                </a:gs>
                <a:gs pos="100000">
                  <a:srgbClr val="F8FDFF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87" name="Splat 287"/>
            <p:cNvSpPr>
              <a:spLocks noGrp="1"/>
            </p:cNvSpPr>
            <p:nvPr/>
          </p:nvSpPr>
          <p:spPr>
            <a:xfrm rot="9344608">
              <a:off x="199306" y="1727419"/>
              <a:ext cx="506728" cy="54221"/>
            </a:xfrm>
            <a:prstGeom prst="ellipse">
              <a:avLst/>
            </a:prstGeom>
            <a:gradFill>
              <a:gsLst>
                <a:gs pos="0">
                  <a:srgbClr val="573000">
                    <a:alpha val="32968"/>
                  </a:srgbClr>
                </a:gs>
                <a:gs pos="14286">
                  <a:srgbClr val="573000">
                    <a:alpha val="30764"/>
                  </a:srgbClr>
                </a:gs>
                <a:gs pos="28571">
                  <a:srgbClr val="573000">
                    <a:alpha val="24833"/>
                  </a:srgbClr>
                </a:gs>
                <a:gs pos="42857">
                  <a:srgbClr val="573000">
                    <a:alpha val="17075"/>
                  </a:srgbClr>
                </a:gs>
                <a:gs pos="57143">
                  <a:srgbClr val="573000">
                    <a:alpha val="9855"/>
                  </a:srgbClr>
                </a:gs>
                <a:gs pos="71429">
                  <a:srgbClr val="573000">
                    <a:alpha val="4740"/>
                  </a:srgbClr>
                </a:gs>
                <a:gs pos="85714">
                  <a:srgbClr val="573000">
                    <a:alpha val="1902"/>
                  </a:srgbClr>
                </a:gs>
                <a:gs pos="100000">
                  <a:srgbClr val="573000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88" name="Splat 288"/>
            <p:cNvSpPr>
              <a:spLocks noGrp="1"/>
            </p:cNvSpPr>
            <p:nvPr/>
          </p:nvSpPr>
          <p:spPr>
            <a:xfrm rot="8379571">
              <a:off x="1694756" y="275103"/>
              <a:ext cx="359238" cy="56123"/>
            </a:xfrm>
            <a:prstGeom prst="ellipse">
              <a:avLst/>
            </a:prstGeom>
            <a:gradFill>
              <a:gsLst>
                <a:gs pos="0">
                  <a:srgbClr val="000044">
                    <a:alpha val="32968"/>
                  </a:srgbClr>
                </a:gs>
                <a:gs pos="14286">
                  <a:srgbClr val="000044">
                    <a:alpha val="30764"/>
                  </a:srgbClr>
                </a:gs>
                <a:gs pos="28571">
                  <a:srgbClr val="000044">
                    <a:alpha val="24833"/>
                  </a:srgbClr>
                </a:gs>
                <a:gs pos="42857">
                  <a:srgbClr val="000044">
                    <a:alpha val="17075"/>
                  </a:srgbClr>
                </a:gs>
                <a:gs pos="57143">
                  <a:srgbClr val="000044">
                    <a:alpha val="9855"/>
                  </a:srgbClr>
                </a:gs>
                <a:gs pos="71429">
                  <a:srgbClr val="000044">
                    <a:alpha val="4740"/>
                  </a:srgbClr>
                </a:gs>
                <a:gs pos="85714">
                  <a:srgbClr val="000044">
                    <a:alpha val="1902"/>
                  </a:srgbClr>
                </a:gs>
                <a:gs pos="100000">
                  <a:srgbClr val="000044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89" name="Splat 289"/>
            <p:cNvSpPr>
              <a:spLocks noGrp="1"/>
            </p:cNvSpPr>
            <p:nvPr/>
          </p:nvSpPr>
          <p:spPr>
            <a:xfrm rot="5493721">
              <a:off x="688866" y="1048874"/>
              <a:ext cx="539344" cy="46176"/>
            </a:xfrm>
            <a:prstGeom prst="ellipse">
              <a:avLst/>
            </a:prstGeom>
            <a:gradFill>
              <a:gsLst>
                <a:gs pos="0">
                  <a:srgbClr val="FFFFFF">
                    <a:alpha val="32968"/>
                  </a:srgbClr>
                </a:gs>
                <a:gs pos="14286">
                  <a:srgbClr val="FFFFFF">
                    <a:alpha val="30764"/>
                  </a:srgbClr>
                </a:gs>
                <a:gs pos="28571">
                  <a:srgbClr val="FFFFFF">
                    <a:alpha val="24833"/>
                  </a:srgbClr>
                </a:gs>
                <a:gs pos="42857">
                  <a:srgbClr val="FFFFFF">
                    <a:alpha val="17075"/>
                  </a:srgbClr>
                </a:gs>
                <a:gs pos="57143">
                  <a:srgbClr val="FFFFFF">
                    <a:alpha val="9855"/>
                  </a:srgbClr>
                </a:gs>
                <a:gs pos="71429">
                  <a:srgbClr val="FFFFFF">
                    <a:alpha val="4740"/>
                  </a:srgbClr>
                </a:gs>
                <a:gs pos="85714">
                  <a:srgbClr val="FFFFFF">
                    <a:alpha val="1902"/>
                  </a:srgbClr>
                </a:gs>
                <a:gs pos="100000">
                  <a:srgbClr val="FFFFFF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90" name="Splat 290"/>
            <p:cNvSpPr>
              <a:spLocks noGrp="1"/>
            </p:cNvSpPr>
            <p:nvPr/>
          </p:nvSpPr>
          <p:spPr>
            <a:xfrm rot="5488173">
              <a:off x="867873" y="3001165"/>
              <a:ext cx="587359" cy="98638"/>
            </a:xfrm>
            <a:prstGeom prst="ellipse">
              <a:avLst/>
            </a:prstGeom>
            <a:gradFill>
              <a:gsLst>
                <a:gs pos="0">
                  <a:srgbClr val="FCFFFF">
                    <a:alpha val="32968"/>
                  </a:srgbClr>
                </a:gs>
                <a:gs pos="14286">
                  <a:srgbClr val="FCFFFF">
                    <a:alpha val="30764"/>
                  </a:srgbClr>
                </a:gs>
                <a:gs pos="28571">
                  <a:srgbClr val="FCFFFF">
                    <a:alpha val="24833"/>
                  </a:srgbClr>
                </a:gs>
                <a:gs pos="42857">
                  <a:srgbClr val="FCFFFF">
                    <a:alpha val="17075"/>
                  </a:srgbClr>
                </a:gs>
                <a:gs pos="57143">
                  <a:srgbClr val="FCFFFF">
                    <a:alpha val="9855"/>
                  </a:srgbClr>
                </a:gs>
                <a:gs pos="71429">
                  <a:srgbClr val="FCFFFF">
                    <a:alpha val="4740"/>
                  </a:srgbClr>
                </a:gs>
                <a:gs pos="85714">
                  <a:srgbClr val="FCFFFF">
                    <a:alpha val="1902"/>
                  </a:srgbClr>
                </a:gs>
                <a:gs pos="100000">
                  <a:srgbClr val="FCFFFF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91" name="Splat 291"/>
            <p:cNvSpPr>
              <a:spLocks noGrp="1"/>
            </p:cNvSpPr>
            <p:nvPr/>
          </p:nvSpPr>
          <p:spPr>
            <a:xfrm rot="6152582">
              <a:off x="1181173" y="3000157"/>
              <a:ext cx="520487" cy="93311"/>
            </a:xfrm>
            <a:prstGeom prst="ellipse">
              <a:avLst/>
            </a:prstGeom>
            <a:gradFill>
              <a:gsLst>
                <a:gs pos="0">
                  <a:srgbClr val="FFFFF2">
                    <a:alpha val="32968"/>
                  </a:srgbClr>
                </a:gs>
                <a:gs pos="14286">
                  <a:srgbClr val="FFFFF2">
                    <a:alpha val="30764"/>
                  </a:srgbClr>
                </a:gs>
                <a:gs pos="28571">
                  <a:srgbClr val="FFFFF2">
                    <a:alpha val="24833"/>
                  </a:srgbClr>
                </a:gs>
                <a:gs pos="42857">
                  <a:srgbClr val="FFFFF2">
                    <a:alpha val="17075"/>
                  </a:srgbClr>
                </a:gs>
                <a:gs pos="57143">
                  <a:srgbClr val="FFFFF2">
                    <a:alpha val="9855"/>
                  </a:srgbClr>
                </a:gs>
                <a:gs pos="71429">
                  <a:srgbClr val="FFFFF2">
                    <a:alpha val="4740"/>
                  </a:srgbClr>
                </a:gs>
                <a:gs pos="85714">
                  <a:srgbClr val="FFFFF2">
                    <a:alpha val="1902"/>
                  </a:srgbClr>
                </a:gs>
                <a:gs pos="100000">
                  <a:srgbClr val="FFFFF2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92" name="Splat 292"/>
            <p:cNvSpPr>
              <a:spLocks noGrp="1"/>
            </p:cNvSpPr>
            <p:nvPr/>
          </p:nvSpPr>
          <p:spPr>
            <a:xfrm rot="3303478">
              <a:off x="-104143" y="2211558"/>
              <a:ext cx="712063" cy="40724"/>
            </a:xfrm>
            <a:prstGeom prst="ellipse">
              <a:avLst/>
            </a:prstGeom>
            <a:gradFill>
              <a:gsLst>
                <a:gs pos="0">
                  <a:srgbClr val="4F0000">
                    <a:alpha val="32968"/>
                  </a:srgbClr>
                </a:gs>
                <a:gs pos="14286">
                  <a:srgbClr val="4F0000">
                    <a:alpha val="30764"/>
                  </a:srgbClr>
                </a:gs>
                <a:gs pos="28571">
                  <a:srgbClr val="4F0000">
                    <a:alpha val="24833"/>
                  </a:srgbClr>
                </a:gs>
                <a:gs pos="42857">
                  <a:srgbClr val="4F0000">
                    <a:alpha val="17075"/>
                  </a:srgbClr>
                </a:gs>
                <a:gs pos="57143">
                  <a:srgbClr val="4F0000">
                    <a:alpha val="9855"/>
                  </a:srgbClr>
                </a:gs>
                <a:gs pos="71429">
                  <a:srgbClr val="4F0000">
                    <a:alpha val="4740"/>
                  </a:srgbClr>
                </a:gs>
                <a:gs pos="85714">
                  <a:srgbClr val="4F0000">
                    <a:alpha val="1902"/>
                  </a:srgbClr>
                </a:gs>
                <a:gs pos="100000">
                  <a:srgbClr val="4F0000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93" name="Splat 293"/>
            <p:cNvSpPr>
              <a:spLocks noGrp="1"/>
            </p:cNvSpPr>
            <p:nvPr/>
          </p:nvSpPr>
          <p:spPr>
            <a:xfrm rot="9193977">
              <a:off x="1075305" y="2879035"/>
              <a:ext cx="398775" cy="379145"/>
            </a:xfrm>
            <a:prstGeom prst="ellipse">
              <a:avLst/>
            </a:prstGeom>
            <a:gradFill>
              <a:gsLst>
                <a:gs pos="0">
                  <a:srgbClr val="F9FFFF">
                    <a:alpha val="6285"/>
                  </a:srgbClr>
                </a:gs>
                <a:gs pos="14286">
                  <a:srgbClr val="F9FFFF">
                    <a:alpha val="5792"/>
                  </a:srgbClr>
                </a:gs>
                <a:gs pos="28571">
                  <a:srgbClr val="F9FFFF">
                    <a:alpha val="4527"/>
                  </a:srgbClr>
                </a:gs>
                <a:gs pos="42857">
                  <a:srgbClr val="F9FFFF">
                    <a:alpha val="2993"/>
                  </a:srgbClr>
                </a:gs>
                <a:gs pos="57143">
                  <a:srgbClr val="F9FFFF">
                    <a:alpha val="1670"/>
                  </a:srgbClr>
                </a:gs>
                <a:gs pos="71429">
                  <a:srgbClr val="F9FFFF">
                    <a:alpha val="785"/>
                  </a:srgbClr>
                </a:gs>
                <a:gs pos="85714">
                  <a:srgbClr val="F9FFFF">
                    <a:alpha val="311"/>
                  </a:srgbClr>
                </a:gs>
                <a:gs pos="100000">
                  <a:srgbClr val="F9FFFF">
                    <a:alpha val="104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94" name="Splat 294"/>
            <p:cNvSpPr>
              <a:spLocks noGrp="1"/>
            </p:cNvSpPr>
            <p:nvPr/>
          </p:nvSpPr>
          <p:spPr>
            <a:xfrm rot="-8989959">
              <a:off x="676213" y="2859170"/>
              <a:ext cx="564022" cy="98278"/>
            </a:xfrm>
            <a:prstGeom prst="ellipse">
              <a:avLst/>
            </a:prstGeom>
            <a:gradFill>
              <a:gsLst>
                <a:gs pos="0">
                  <a:srgbClr val="FFFFF5">
                    <a:alpha val="32968"/>
                  </a:srgbClr>
                </a:gs>
                <a:gs pos="14286">
                  <a:srgbClr val="FFFFF5">
                    <a:alpha val="30764"/>
                  </a:srgbClr>
                </a:gs>
                <a:gs pos="28571">
                  <a:srgbClr val="FFFFF5">
                    <a:alpha val="24833"/>
                  </a:srgbClr>
                </a:gs>
                <a:gs pos="42857">
                  <a:srgbClr val="FFFFF5">
                    <a:alpha val="17075"/>
                  </a:srgbClr>
                </a:gs>
                <a:gs pos="57143">
                  <a:srgbClr val="FFFFF5">
                    <a:alpha val="9855"/>
                  </a:srgbClr>
                </a:gs>
                <a:gs pos="71429">
                  <a:srgbClr val="FFFFF5">
                    <a:alpha val="4740"/>
                  </a:srgbClr>
                </a:gs>
                <a:gs pos="85714">
                  <a:srgbClr val="FFFFF5">
                    <a:alpha val="1902"/>
                  </a:srgbClr>
                </a:gs>
                <a:gs pos="100000">
                  <a:srgbClr val="FFFFF5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95" name="Splat 295"/>
            <p:cNvSpPr>
              <a:spLocks noGrp="1"/>
            </p:cNvSpPr>
            <p:nvPr/>
          </p:nvSpPr>
          <p:spPr>
            <a:xfrm rot="8714157">
              <a:off x="2298098" y="3509616"/>
              <a:ext cx="612652" cy="186343"/>
            </a:xfrm>
            <a:prstGeom prst="ellipse">
              <a:avLst/>
            </a:prstGeom>
            <a:gradFill>
              <a:gsLst>
                <a:gs pos="0">
                  <a:srgbClr val="FFFCDF">
                    <a:alpha val="32968"/>
                  </a:srgbClr>
                </a:gs>
                <a:gs pos="14286">
                  <a:srgbClr val="FFFCDF">
                    <a:alpha val="30764"/>
                  </a:srgbClr>
                </a:gs>
                <a:gs pos="28571">
                  <a:srgbClr val="FFFCDF">
                    <a:alpha val="24833"/>
                  </a:srgbClr>
                </a:gs>
                <a:gs pos="42857">
                  <a:srgbClr val="FFFCDF">
                    <a:alpha val="17075"/>
                  </a:srgbClr>
                </a:gs>
                <a:gs pos="57143">
                  <a:srgbClr val="FFFCDF">
                    <a:alpha val="9855"/>
                  </a:srgbClr>
                </a:gs>
                <a:gs pos="71429">
                  <a:srgbClr val="FFFCDF">
                    <a:alpha val="4740"/>
                  </a:srgbClr>
                </a:gs>
                <a:gs pos="85714">
                  <a:srgbClr val="FFFCDF">
                    <a:alpha val="1902"/>
                  </a:srgbClr>
                </a:gs>
                <a:gs pos="100000">
                  <a:srgbClr val="FFFCDF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96" name="Splat 296"/>
            <p:cNvSpPr>
              <a:spLocks noGrp="1"/>
            </p:cNvSpPr>
            <p:nvPr/>
          </p:nvSpPr>
          <p:spPr>
            <a:xfrm rot="4387616">
              <a:off x="1511069" y="1207224"/>
              <a:ext cx="395347" cy="90579"/>
            </a:xfrm>
            <a:prstGeom prst="ellipse">
              <a:avLst/>
            </a:prstGeom>
            <a:gradFill>
              <a:gsLst>
                <a:gs pos="0">
                  <a:srgbClr val="FFFFF5">
                    <a:alpha val="32968"/>
                  </a:srgbClr>
                </a:gs>
                <a:gs pos="14286">
                  <a:srgbClr val="FFFFF5">
                    <a:alpha val="30764"/>
                  </a:srgbClr>
                </a:gs>
                <a:gs pos="28571">
                  <a:srgbClr val="FFFFF5">
                    <a:alpha val="24833"/>
                  </a:srgbClr>
                </a:gs>
                <a:gs pos="42857">
                  <a:srgbClr val="FFFFF5">
                    <a:alpha val="17075"/>
                  </a:srgbClr>
                </a:gs>
                <a:gs pos="57143">
                  <a:srgbClr val="FFFFF5">
                    <a:alpha val="9855"/>
                  </a:srgbClr>
                </a:gs>
                <a:gs pos="71429">
                  <a:srgbClr val="FFFFF5">
                    <a:alpha val="4740"/>
                  </a:srgbClr>
                </a:gs>
                <a:gs pos="85714">
                  <a:srgbClr val="FFFFF5">
                    <a:alpha val="1902"/>
                  </a:srgbClr>
                </a:gs>
                <a:gs pos="100000">
                  <a:srgbClr val="FFFFF5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97" name="Splat 297"/>
            <p:cNvSpPr>
              <a:spLocks noGrp="1"/>
            </p:cNvSpPr>
            <p:nvPr/>
          </p:nvSpPr>
          <p:spPr>
            <a:xfrm rot="3692088">
              <a:off x="1160551" y="814530"/>
              <a:ext cx="588861" cy="134571"/>
            </a:xfrm>
            <a:prstGeom prst="ellipse">
              <a:avLst/>
            </a:prstGeom>
            <a:gradFill>
              <a:gsLst>
                <a:gs pos="0">
                  <a:srgbClr val="860000">
                    <a:alpha val="32968"/>
                  </a:srgbClr>
                </a:gs>
                <a:gs pos="14286">
                  <a:srgbClr val="860000">
                    <a:alpha val="30764"/>
                  </a:srgbClr>
                </a:gs>
                <a:gs pos="28571">
                  <a:srgbClr val="860000">
                    <a:alpha val="24833"/>
                  </a:srgbClr>
                </a:gs>
                <a:gs pos="42857">
                  <a:srgbClr val="860000">
                    <a:alpha val="17075"/>
                  </a:srgbClr>
                </a:gs>
                <a:gs pos="57143">
                  <a:srgbClr val="860000">
                    <a:alpha val="9855"/>
                  </a:srgbClr>
                </a:gs>
                <a:gs pos="71429">
                  <a:srgbClr val="860000">
                    <a:alpha val="4740"/>
                  </a:srgbClr>
                </a:gs>
                <a:gs pos="85714">
                  <a:srgbClr val="860000">
                    <a:alpha val="1902"/>
                  </a:srgbClr>
                </a:gs>
                <a:gs pos="100000">
                  <a:srgbClr val="860000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98" name="Splat 298"/>
            <p:cNvSpPr>
              <a:spLocks noGrp="1"/>
            </p:cNvSpPr>
            <p:nvPr/>
          </p:nvSpPr>
          <p:spPr>
            <a:xfrm rot="-8798775">
              <a:off x="1889404" y="1478532"/>
              <a:ext cx="511771" cy="96371"/>
            </a:xfrm>
            <a:prstGeom prst="ellipse">
              <a:avLst/>
            </a:prstGeom>
            <a:gradFill>
              <a:gsLst>
                <a:gs pos="0">
                  <a:srgbClr val="FFFEED">
                    <a:alpha val="32968"/>
                  </a:srgbClr>
                </a:gs>
                <a:gs pos="14286">
                  <a:srgbClr val="FFFEED">
                    <a:alpha val="30764"/>
                  </a:srgbClr>
                </a:gs>
                <a:gs pos="28571">
                  <a:srgbClr val="FFFEED">
                    <a:alpha val="24833"/>
                  </a:srgbClr>
                </a:gs>
                <a:gs pos="42857">
                  <a:srgbClr val="FFFEED">
                    <a:alpha val="17075"/>
                  </a:srgbClr>
                </a:gs>
                <a:gs pos="57143">
                  <a:srgbClr val="FFFEED">
                    <a:alpha val="9855"/>
                  </a:srgbClr>
                </a:gs>
                <a:gs pos="71429">
                  <a:srgbClr val="FFFEED">
                    <a:alpha val="4740"/>
                  </a:srgbClr>
                </a:gs>
                <a:gs pos="85714">
                  <a:srgbClr val="FFFEED">
                    <a:alpha val="1902"/>
                  </a:srgbClr>
                </a:gs>
                <a:gs pos="100000">
                  <a:srgbClr val="FFFEED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99" name="Splat 299"/>
            <p:cNvSpPr>
              <a:spLocks noGrp="1"/>
            </p:cNvSpPr>
            <p:nvPr/>
          </p:nvSpPr>
          <p:spPr>
            <a:xfrm rot="2930801">
              <a:off x="2969470" y="2195896"/>
              <a:ext cx="272623" cy="84130"/>
            </a:xfrm>
            <a:prstGeom prst="ellipse">
              <a:avLst/>
            </a:prstGeom>
            <a:gradFill>
              <a:gsLst>
                <a:gs pos="0">
                  <a:srgbClr val="FEFFF7">
                    <a:alpha val="32968"/>
                  </a:srgbClr>
                </a:gs>
                <a:gs pos="14286">
                  <a:srgbClr val="FEFFF7">
                    <a:alpha val="30764"/>
                  </a:srgbClr>
                </a:gs>
                <a:gs pos="28571">
                  <a:srgbClr val="FEFFF7">
                    <a:alpha val="24833"/>
                  </a:srgbClr>
                </a:gs>
                <a:gs pos="42857">
                  <a:srgbClr val="FEFFF7">
                    <a:alpha val="17075"/>
                  </a:srgbClr>
                </a:gs>
                <a:gs pos="57143">
                  <a:srgbClr val="FEFFF7">
                    <a:alpha val="9855"/>
                  </a:srgbClr>
                </a:gs>
                <a:gs pos="71429">
                  <a:srgbClr val="FEFFF7">
                    <a:alpha val="4740"/>
                  </a:srgbClr>
                </a:gs>
                <a:gs pos="85714">
                  <a:srgbClr val="FEFFF7">
                    <a:alpha val="1902"/>
                  </a:srgbClr>
                </a:gs>
                <a:gs pos="100000">
                  <a:srgbClr val="FEFFF7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300" name="Splat 300"/>
            <p:cNvSpPr>
              <a:spLocks noGrp="1"/>
            </p:cNvSpPr>
            <p:nvPr/>
          </p:nvSpPr>
          <p:spPr>
            <a:xfrm rot="5703245">
              <a:off x="2615578" y="3358712"/>
              <a:ext cx="262558" cy="129461"/>
            </a:xfrm>
            <a:prstGeom prst="ellipse">
              <a:avLst/>
            </a:prstGeom>
            <a:gradFill>
              <a:gsLst>
                <a:gs pos="0">
                  <a:srgbClr val="0024F7">
                    <a:alpha val="32968"/>
                  </a:srgbClr>
                </a:gs>
                <a:gs pos="14286">
                  <a:srgbClr val="0024F7">
                    <a:alpha val="30764"/>
                  </a:srgbClr>
                </a:gs>
                <a:gs pos="28571">
                  <a:srgbClr val="0024F7">
                    <a:alpha val="24833"/>
                  </a:srgbClr>
                </a:gs>
                <a:gs pos="42857">
                  <a:srgbClr val="0024F7">
                    <a:alpha val="17075"/>
                  </a:srgbClr>
                </a:gs>
                <a:gs pos="57143">
                  <a:srgbClr val="0024F7">
                    <a:alpha val="9855"/>
                  </a:srgbClr>
                </a:gs>
                <a:gs pos="71429">
                  <a:srgbClr val="0024F7">
                    <a:alpha val="4740"/>
                  </a:srgbClr>
                </a:gs>
                <a:gs pos="85714">
                  <a:srgbClr val="0024F7">
                    <a:alpha val="1902"/>
                  </a:srgbClr>
                </a:gs>
                <a:gs pos="100000">
                  <a:srgbClr val="0024F7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301" name="Splat 301"/>
            <p:cNvSpPr>
              <a:spLocks noGrp="1"/>
            </p:cNvSpPr>
            <p:nvPr/>
          </p:nvSpPr>
          <p:spPr>
            <a:xfrm rot="3550733">
              <a:off x="3451776" y="1333220"/>
              <a:ext cx="148540" cy="101732"/>
            </a:xfrm>
            <a:prstGeom prst="ellipse">
              <a:avLst/>
            </a:prstGeom>
            <a:gradFill>
              <a:gsLst>
                <a:gs pos="0">
                  <a:srgbClr val="000000">
                    <a:alpha val="32968"/>
                  </a:srgbClr>
                </a:gs>
                <a:gs pos="14286">
                  <a:srgbClr val="000000">
                    <a:alpha val="30764"/>
                  </a:srgbClr>
                </a:gs>
                <a:gs pos="28571">
                  <a:srgbClr val="000000">
                    <a:alpha val="24833"/>
                  </a:srgbClr>
                </a:gs>
                <a:gs pos="42857">
                  <a:srgbClr val="000000">
                    <a:alpha val="17075"/>
                  </a:srgbClr>
                </a:gs>
                <a:gs pos="57143">
                  <a:srgbClr val="000000">
                    <a:alpha val="9855"/>
                  </a:srgbClr>
                </a:gs>
                <a:gs pos="71429">
                  <a:srgbClr val="000000">
                    <a:alpha val="4740"/>
                  </a:srgbClr>
                </a:gs>
                <a:gs pos="85714">
                  <a:srgbClr val="000000">
                    <a:alpha val="1902"/>
                  </a:srgbClr>
                </a:gs>
                <a:gs pos="100000">
                  <a:srgbClr val="000000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302" name="Splat 302"/>
            <p:cNvSpPr>
              <a:spLocks noGrp="1"/>
            </p:cNvSpPr>
            <p:nvPr/>
          </p:nvSpPr>
          <p:spPr>
            <a:xfrm rot="3417017">
              <a:off x="2358531" y="3471611"/>
              <a:ext cx="365763" cy="56452"/>
            </a:xfrm>
            <a:prstGeom prst="ellipse">
              <a:avLst/>
            </a:prstGeom>
            <a:gradFill>
              <a:gsLst>
                <a:gs pos="0">
                  <a:srgbClr val="00000F">
                    <a:alpha val="32968"/>
                  </a:srgbClr>
                </a:gs>
                <a:gs pos="14286">
                  <a:srgbClr val="00000F">
                    <a:alpha val="30764"/>
                  </a:srgbClr>
                </a:gs>
                <a:gs pos="28571">
                  <a:srgbClr val="00000F">
                    <a:alpha val="24833"/>
                  </a:srgbClr>
                </a:gs>
                <a:gs pos="42857">
                  <a:srgbClr val="00000F">
                    <a:alpha val="17075"/>
                  </a:srgbClr>
                </a:gs>
                <a:gs pos="57143">
                  <a:srgbClr val="00000F">
                    <a:alpha val="9855"/>
                  </a:srgbClr>
                </a:gs>
                <a:gs pos="71429">
                  <a:srgbClr val="00000F">
                    <a:alpha val="4740"/>
                  </a:srgbClr>
                </a:gs>
                <a:gs pos="85714">
                  <a:srgbClr val="00000F">
                    <a:alpha val="1902"/>
                  </a:srgbClr>
                </a:gs>
                <a:gs pos="100000">
                  <a:srgbClr val="00000F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303" name="Splat 303"/>
            <p:cNvSpPr>
              <a:spLocks noGrp="1"/>
            </p:cNvSpPr>
            <p:nvPr/>
          </p:nvSpPr>
          <p:spPr>
            <a:xfrm rot="-10235299">
              <a:off x="2627960" y="1065683"/>
              <a:ext cx="660798" cy="96484"/>
            </a:xfrm>
            <a:prstGeom prst="ellipse">
              <a:avLst/>
            </a:prstGeom>
            <a:gradFill>
              <a:gsLst>
                <a:gs pos="0">
                  <a:srgbClr val="770000">
                    <a:alpha val="32968"/>
                  </a:srgbClr>
                </a:gs>
                <a:gs pos="14286">
                  <a:srgbClr val="770000">
                    <a:alpha val="30764"/>
                  </a:srgbClr>
                </a:gs>
                <a:gs pos="28571">
                  <a:srgbClr val="770000">
                    <a:alpha val="24833"/>
                  </a:srgbClr>
                </a:gs>
                <a:gs pos="42857">
                  <a:srgbClr val="770000">
                    <a:alpha val="17075"/>
                  </a:srgbClr>
                </a:gs>
                <a:gs pos="57143">
                  <a:srgbClr val="770000">
                    <a:alpha val="9855"/>
                  </a:srgbClr>
                </a:gs>
                <a:gs pos="71429">
                  <a:srgbClr val="770000">
                    <a:alpha val="4740"/>
                  </a:srgbClr>
                </a:gs>
                <a:gs pos="85714">
                  <a:srgbClr val="770000">
                    <a:alpha val="1902"/>
                  </a:srgbClr>
                </a:gs>
                <a:gs pos="100000">
                  <a:srgbClr val="770000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304" name="Splat 304"/>
            <p:cNvSpPr>
              <a:spLocks noGrp="1"/>
            </p:cNvSpPr>
            <p:nvPr/>
          </p:nvSpPr>
          <p:spPr>
            <a:xfrm rot="3305121">
              <a:off x="233446" y="1390531"/>
              <a:ext cx="264691" cy="73281"/>
            </a:xfrm>
            <a:prstGeom prst="ellipse">
              <a:avLst/>
            </a:prstGeom>
            <a:gradFill>
              <a:gsLst>
                <a:gs pos="0">
                  <a:srgbClr val="FFFFF7">
                    <a:alpha val="32968"/>
                  </a:srgbClr>
                </a:gs>
                <a:gs pos="14286">
                  <a:srgbClr val="FFFFF7">
                    <a:alpha val="30764"/>
                  </a:srgbClr>
                </a:gs>
                <a:gs pos="28571">
                  <a:srgbClr val="FFFFF7">
                    <a:alpha val="24833"/>
                  </a:srgbClr>
                </a:gs>
                <a:gs pos="42857">
                  <a:srgbClr val="FFFFF7">
                    <a:alpha val="17075"/>
                  </a:srgbClr>
                </a:gs>
                <a:gs pos="57143">
                  <a:srgbClr val="FFFFF7">
                    <a:alpha val="9855"/>
                  </a:srgbClr>
                </a:gs>
                <a:gs pos="71429">
                  <a:srgbClr val="FFFFF7">
                    <a:alpha val="4740"/>
                  </a:srgbClr>
                </a:gs>
                <a:gs pos="85714">
                  <a:srgbClr val="FFFFF7">
                    <a:alpha val="1902"/>
                  </a:srgbClr>
                </a:gs>
                <a:gs pos="100000">
                  <a:srgbClr val="FFFFF7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305" name="Splat 305"/>
            <p:cNvSpPr>
              <a:spLocks noGrp="1"/>
            </p:cNvSpPr>
            <p:nvPr/>
          </p:nvSpPr>
          <p:spPr>
            <a:xfrm rot="10068844">
              <a:off x="2432059" y="615842"/>
              <a:ext cx="541929" cy="56670"/>
            </a:xfrm>
            <a:prstGeom prst="ellipse">
              <a:avLst/>
            </a:prstGeom>
            <a:gradFill>
              <a:gsLst>
                <a:gs pos="0">
                  <a:srgbClr val="000000">
                    <a:alpha val="32968"/>
                  </a:srgbClr>
                </a:gs>
                <a:gs pos="14286">
                  <a:srgbClr val="000000">
                    <a:alpha val="30764"/>
                  </a:srgbClr>
                </a:gs>
                <a:gs pos="28571">
                  <a:srgbClr val="000000">
                    <a:alpha val="24833"/>
                  </a:srgbClr>
                </a:gs>
                <a:gs pos="42857">
                  <a:srgbClr val="000000">
                    <a:alpha val="17075"/>
                  </a:srgbClr>
                </a:gs>
                <a:gs pos="57143">
                  <a:srgbClr val="000000">
                    <a:alpha val="9855"/>
                  </a:srgbClr>
                </a:gs>
                <a:gs pos="71429">
                  <a:srgbClr val="000000">
                    <a:alpha val="4740"/>
                  </a:srgbClr>
                </a:gs>
                <a:gs pos="85714">
                  <a:srgbClr val="000000">
                    <a:alpha val="1902"/>
                  </a:srgbClr>
                </a:gs>
                <a:gs pos="100000">
                  <a:srgbClr val="000000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306" name="Splat 306"/>
            <p:cNvSpPr>
              <a:spLocks noGrp="1"/>
            </p:cNvSpPr>
            <p:nvPr/>
          </p:nvSpPr>
          <p:spPr>
            <a:xfrm rot="7018061">
              <a:off x="3268781" y="2973391"/>
              <a:ext cx="324965" cy="91040"/>
            </a:xfrm>
            <a:prstGeom prst="ellipse">
              <a:avLst/>
            </a:prstGeom>
            <a:gradFill>
              <a:gsLst>
                <a:gs pos="0">
                  <a:srgbClr val="8A7363">
                    <a:alpha val="32968"/>
                  </a:srgbClr>
                </a:gs>
                <a:gs pos="14286">
                  <a:srgbClr val="8A7363">
                    <a:alpha val="30764"/>
                  </a:srgbClr>
                </a:gs>
                <a:gs pos="28571">
                  <a:srgbClr val="8A7363">
                    <a:alpha val="24833"/>
                  </a:srgbClr>
                </a:gs>
                <a:gs pos="42857">
                  <a:srgbClr val="8A7363">
                    <a:alpha val="17075"/>
                  </a:srgbClr>
                </a:gs>
                <a:gs pos="57143">
                  <a:srgbClr val="8A7363">
                    <a:alpha val="9855"/>
                  </a:srgbClr>
                </a:gs>
                <a:gs pos="71429">
                  <a:srgbClr val="8A7363">
                    <a:alpha val="4740"/>
                  </a:srgbClr>
                </a:gs>
                <a:gs pos="85714">
                  <a:srgbClr val="8A7363">
                    <a:alpha val="1902"/>
                  </a:srgbClr>
                </a:gs>
                <a:gs pos="100000">
                  <a:srgbClr val="8A7363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307" name="Splat 307"/>
            <p:cNvSpPr>
              <a:spLocks noGrp="1"/>
            </p:cNvSpPr>
            <p:nvPr/>
          </p:nvSpPr>
          <p:spPr>
            <a:xfrm rot="5805769">
              <a:off x="331631" y="622106"/>
              <a:ext cx="539478" cy="37373"/>
            </a:xfrm>
            <a:prstGeom prst="ellipse">
              <a:avLst/>
            </a:prstGeom>
            <a:gradFill>
              <a:gsLst>
                <a:gs pos="0">
                  <a:srgbClr val="FFFFDE">
                    <a:alpha val="32968"/>
                  </a:srgbClr>
                </a:gs>
                <a:gs pos="14286">
                  <a:srgbClr val="FFFFDE">
                    <a:alpha val="30764"/>
                  </a:srgbClr>
                </a:gs>
                <a:gs pos="28571">
                  <a:srgbClr val="FFFFDE">
                    <a:alpha val="24833"/>
                  </a:srgbClr>
                </a:gs>
                <a:gs pos="42857">
                  <a:srgbClr val="FFFFDE">
                    <a:alpha val="17075"/>
                  </a:srgbClr>
                </a:gs>
                <a:gs pos="57143">
                  <a:srgbClr val="FFFFDE">
                    <a:alpha val="9855"/>
                  </a:srgbClr>
                </a:gs>
                <a:gs pos="71429">
                  <a:srgbClr val="FFFFDE">
                    <a:alpha val="4740"/>
                  </a:srgbClr>
                </a:gs>
                <a:gs pos="85714">
                  <a:srgbClr val="FFFFDE">
                    <a:alpha val="1902"/>
                  </a:srgbClr>
                </a:gs>
                <a:gs pos="100000">
                  <a:srgbClr val="FFFFDE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308" name="Splat 308"/>
            <p:cNvSpPr>
              <a:spLocks noGrp="1"/>
            </p:cNvSpPr>
            <p:nvPr/>
          </p:nvSpPr>
          <p:spPr>
            <a:xfrm rot="-9107043">
              <a:off x="1697106" y="2636028"/>
              <a:ext cx="495618" cy="62494"/>
            </a:xfrm>
            <a:prstGeom prst="ellipse">
              <a:avLst/>
            </a:prstGeom>
            <a:gradFill>
              <a:gsLst>
                <a:gs pos="0">
                  <a:srgbClr val="FAFFFF">
                    <a:alpha val="32968"/>
                  </a:srgbClr>
                </a:gs>
                <a:gs pos="14286">
                  <a:srgbClr val="FAFFFF">
                    <a:alpha val="30764"/>
                  </a:srgbClr>
                </a:gs>
                <a:gs pos="28571">
                  <a:srgbClr val="FAFFFF">
                    <a:alpha val="24833"/>
                  </a:srgbClr>
                </a:gs>
                <a:gs pos="42857">
                  <a:srgbClr val="FAFFFF">
                    <a:alpha val="17075"/>
                  </a:srgbClr>
                </a:gs>
                <a:gs pos="57143">
                  <a:srgbClr val="FAFFFF">
                    <a:alpha val="9855"/>
                  </a:srgbClr>
                </a:gs>
                <a:gs pos="71429">
                  <a:srgbClr val="FAFFFF">
                    <a:alpha val="4740"/>
                  </a:srgbClr>
                </a:gs>
                <a:gs pos="85714">
                  <a:srgbClr val="FAFFFF">
                    <a:alpha val="1902"/>
                  </a:srgbClr>
                </a:gs>
                <a:gs pos="100000">
                  <a:srgbClr val="FAFFFF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309" name="Splat 309"/>
            <p:cNvSpPr>
              <a:spLocks noGrp="1"/>
            </p:cNvSpPr>
            <p:nvPr/>
          </p:nvSpPr>
          <p:spPr>
            <a:xfrm rot="8300643">
              <a:off x="-6331" y="255584"/>
              <a:ext cx="565914" cy="60471"/>
            </a:xfrm>
            <a:prstGeom prst="ellipse">
              <a:avLst/>
            </a:prstGeom>
            <a:gradFill>
              <a:gsLst>
                <a:gs pos="0">
                  <a:srgbClr val="000000">
                    <a:alpha val="32968"/>
                  </a:srgbClr>
                </a:gs>
                <a:gs pos="14286">
                  <a:srgbClr val="000000">
                    <a:alpha val="30764"/>
                  </a:srgbClr>
                </a:gs>
                <a:gs pos="28571">
                  <a:srgbClr val="000000">
                    <a:alpha val="24833"/>
                  </a:srgbClr>
                </a:gs>
                <a:gs pos="42857">
                  <a:srgbClr val="000000">
                    <a:alpha val="17075"/>
                  </a:srgbClr>
                </a:gs>
                <a:gs pos="57143">
                  <a:srgbClr val="000000">
                    <a:alpha val="9855"/>
                  </a:srgbClr>
                </a:gs>
                <a:gs pos="71429">
                  <a:srgbClr val="000000">
                    <a:alpha val="4740"/>
                  </a:srgbClr>
                </a:gs>
                <a:gs pos="85714">
                  <a:srgbClr val="000000">
                    <a:alpha val="1902"/>
                  </a:srgbClr>
                </a:gs>
                <a:gs pos="100000">
                  <a:srgbClr val="000000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310" name="Splat 310"/>
            <p:cNvSpPr>
              <a:spLocks noGrp="1"/>
            </p:cNvSpPr>
            <p:nvPr/>
          </p:nvSpPr>
          <p:spPr>
            <a:xfrm rot="6802304">
              <a:off x="2798445" y="1812970"/>
              <a:ext cx="558052" cy="109150"/>
            </a:xfrm>
            <a:prstGeom prst="ellipse">
              <a:avLst/>
            </a:prstGeom>
            <a:gradFill>
              <a:gsLst>
                <a:gs pos="0">
                  <a:srgbClr val="750000">
                    <a:alpha val="32968"/>
                  </a:srgbClr>
                </a:gs>
                <a:gs pos="14286">
                  <a:srgbClr val="750000">
                    <a:alpha val="30764"/>
                  </a:srgbClr>
                </a:gs>
                <a:gs pos="28571">
                  <a:srgbClr val="750000">
                    <a:alpha val="24833"/>
                  </a:srgbClr>
                </a:gs>
                <a:gs pos="42857">
                  <a:srgbClr val="750000">
                    <a:alpha val="17075"/>
                  </a:srgbClr>
                </a:gs>
                <a:gs pos="57143">
                  <a:srgbClr val="750000">
                    <a:alpha val="9855"/>
                  </a:srgbClr>
                </a:gs>
                <a:gs pos="71429">
                  <a:srgbClr val="750000">
                    <a:alpha val="4740"/>
                  </a:srgbClr>
                </a:gs>
                <a:gs pos="85714">
                  <a:srgbClr val="750000">
                    <a:alpha val="1902"/>
                  </a:srgbClr>
                </a:gs>
                <a:gs pos="100000">
                  <a:srgbClr val="750000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311" name="Splat 311"/>
            <p:cNvSpPr>
              <a:spLocks noGrp="1"/>
            </p:cNvSpPr>
            <p:nvPr/>
          </p:nvSpPr>
          <p:spPr>
            <a:xfrm rot="5536552">
              <a:off x="17569" y="1143503"/>
              <a:ext cx="453828" cy="54557"/>
            </a:xfrm>
            <a:prstGeom prst="ellipse">
              <a:avLst/>
            </a:prstGeom>
            <a:gradFill>
              <a:gsLst>
                <a:gs pos="0">
                  <a:srgbClr val="000000">
                    <a:alpha val="32968"/>
                  </a:srgbClr>
                </a:gs>
                <a:gs pos="14286">
                  <a:srgbClr val="000000">
                    <a:alpha val="30764"/>
                  </a:srgbClr>
                </a:gs>
                <a:gs pos="28571">
                  <a:srgbClr val="000000">
                    <a:alpha val="24833"/>
                  </a:srgbClr>
                </a:gs>
                <a:gs pos="42857">
                  <a:srgbClr val="000000">
                    <a:alpha val="17075"/>
                  </a:srgbClr>
                </a:gs>
                <a:gs pos="57143">
                  <a:srgbClr val="000000">
                    <a:alpha val="9855"/>
                  </a:srgbClr>
                </a:gs>
                <a:gs pos="71429">
                  <a:srgbClr val="000000">
                    <a:alpha val="4740"/>
                  </a:srgbClr>
                </a:gs>
                <a:gs pos="85714">
                  <a:srgbClr val="000000">
                    <a:alpha val="1902"/>
                  </a:srgbClr>
                </a:gs>
                <a:gs pos="100000">
                  <a:srgbClr val="000000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312" name="Splat 312"/>
            <p:cNvSpPr>
              <a:spLocks noGrp="1"/>
            </p:cNvSpPr>
            <p:nvPr/>
          </p:nvSpPr>
          <p:spPr>
            <a:xfrm rot="6441912">
              <a:off x="371674" y="1607934"/>
              <a:ext cx="208484" cy="79350"/>
            </a:xfrm>
            <a:prstGeom prst="ellipse">
              <a:avLst/>
            </a:prstGeom>
            <a:gradFill>
              <a:gsLst>
                <a:gs pos="0">
                  <a:srgbClr val="FFFFFD">
                    <a:alpha val="32968"/>
                  </a:srgbClr>
                </a:gs>
                <a:gs pos="14286">
                  <a:srgbClr val="FFFFFD">
                    <a:alpha val="30764"/>
                  </a:srgbClr>
                </a:gs>
                <a:gs pos="28571">
                  <a:srgbClr val="FFFFFD">
                    <a:alpha val="24833"/>
                  </a:srgbClr>
                </a:gs>
                <a:gs pos="42857">
                  <a:srgbClr val="FFFFFD">
                    <a:alpha val="17075"/>
                  </a:srgbClr>
                </a:gs>
                <a:gs pos="57143">
                  <a:srgbClr val="FFFFFD">
                    <a:alpha val="9855"/>
                  </a:srgbClr>
                </a:gs>
                <a:gs pos="71429">
                  <a:srgbClr val="FFFFFD">
                    <a:alpha val="4740"/>
                  </a:srgbClr>
                </a:gs>
                <a:gs pos="85714">
                  <a:srgbClr val="FFFFFD">
                    <a:alpha val="1902"/>
                  </a:srgbClr>
                </a:gs>
                <a:gs pos="100000">
                  <a:srgbClr val="FFFFFD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313" name="Splat 313"/>
            <p:cNvSpPr>
              <a:spLocks noGrp="1"/>
            </p:cNvSpPr>
            <p:nvPr/>
          </p:nvSpPr>
          <p:spPr>
            <a:xfrm rot="4567298">
              <a:off x="2183966" y="3411248"/>
              <a:ext cx="488751" cy="42524"/>
            </a:xfrm>
            <a:prstGeom prst="ellipse">
              <a:avLst/>
            </a:prstGeom>
            <a:gradFill>
              <a:gsLst>
                <a:gs pos="0">
                  <a:srgbClr val="000000">
                    <a:alpha val="32968"/>
                  </a:srgbClr>
                </a:gs>
                <a:gs pos="14286">
                  <a:srgbClr val="000000">
                    <a:alpha val="30764"/>
                  </a:srgbClr>
                </a:gs>
                <a:gs pos="28571">
                  <a:srgbClr val="000000">
                    <a:alpha val="24833"/>
                  </a:srgbClr>
                </a:gs>
                <a:gs pos="42857">
                  <a:srgbClr val="000000">
                    <a:alpha val="17075"/>
                  </a:srgbClr>
                </a:gs>
                <a:gs pos="57143">
                  <a:srgbClr val="000000">
                    <a:alpha val="9855"/>
                  </a:srgbClr>
                </a:gs>
                <a:gs pos="71429">
                  <a:srgbClr val="000000">
                    <a:alpha val="4740"/>
                  </a:srgbClr>
                </a:gs>
                <a:gs pos="85714">
                  <a:srgbClr val="000000">
                    <a:alpha val="1902"/>
                  </a:srgbClr>
                </a:gs>
                <a:gs pos="100000">
                  <a:srgbClr val="000000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314" name="Splat 314"/>
            <p:cNvSpPr>
              <a:spLocks noGrp="1"/>
            </p:cNvSpPr>
            <p:nvPr/>
          </p:nvSpPr>
          <p:spPr>
            <a:xfrm rot="10317241">
              <a:off x="2702766" y="2026548"/>
              <a:ext cx="541877" cy="117154"/>
            </a:xfrm>
            <a:prstGeom prst="ellipse">
              <a:avLst/>
            </a:prstGeom>
            <a:gradFill>
              <a:gsLst>
                <a:gs pos="0">
                  <a:srgbClr val="8C0000">
                    <a:alpha val="32968"/>
                  </a:srgbClr>
                </a:gs>
                <a:gs pos="14286">
                  <a:srgbClr val="8C0000">
                    <a:alpha val="30764"/>
                  </a:srgbClr>
                </a:gs>
                <a:gs pos="28571">
                  <a:srgbClr val="8C0000">
                    <a:alpha val="24833"/>
                  </a:srgbClr>
                </a:gs>
                <a:gs pos="42857">
                  <a:srgbClr val="8C0000">
                    <a:alpha val="17075"/>
                  </a:srgbClr>
                </a:gs>
                <a:gs pos="57143">
                  <a:srgbClr val="8C0000">
                    <a:alpha val="9855"/>
                  </a:srgbClr>
                </a:gs>
                <a:gs pos="71429">
                  <a:srgbClr val="8C0000">
                    <a:alpha val="4740"/>
                  </a:srgbClr>
                </a:gs>
                <a:gs pos="85714">
                  <a:srgbClr val="8C0000">
                    <a:alpha val="1902"/>
                  </a:srgbClr>
                </a:gs>
                <a:gs pos="100000">
                  <a:srgbClr val="8C0000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315" name="Splat 315"/>
            <p:cNvSpPr>
              <a:spLocks noGrp="1"/>
            </p:cNvSpPr>
            <p:nvPr/>
          </p:nvSpPr>
          <p:spPr>
            <a:xfrm rot="7623612">
              <a:off x="3327266" y="3359940"/>
              <a:ext cx="640266" cy="128596"/>
            </a:xfrm>
            <a:prstGeom prst="ellipse">
              <a:avLst/>
            </a:prstGeom>
            <a:gradFill>
              <a:gsLst>
                <a:gs pos="0">
                  <a:srgbClr val="083AA1">
                    <a:alpha val="30195"/>
                  </a:srgbClr>
                </a:gs>
                <a:gs pos="14286">
                  <a:srgbClr val="083AA1">
                    <a:alpha val="28135"/>
                  </a:srgbClr>
                </a:gs>
                <a:gs pos="28571">
                  <a:srgbClr val="083AA1">
                    <a:alpha val="22627"/>
                  </a:srgbClr>
                </a:gs>
                <a:gs pos="42857">
                  <a:srgbClr val="083AA1">
                    <a:alpha val="15487"/>
                  </a:srgbClr>
                </a:gs>
                <a:gs pos="57143">
                  <a:srgbClr val="083AA1">
                    <a:alpha val="8902"/>
                  </a:srgbClr>
                </a:gs>
                <a:gs pos="71429">
                  <a:srgbClr val="083AA1">
                    <a:alpha val="4270"/>
                  </a:srgbClr>
                </a:gs>
                <a:gs pos="85714">
                  <a:srgbClr val="083AA1">
                    <a:alpha val="1711"/>
                  </a:srgbClr>
                </a:gs>
                <a:gs pos="100000">
                  <a:srgbClr val="083AA1">
                    <a:alpha val="575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316" name="Splat 316"/>
            <p:cNvSpPr>
              <a:spLocks noGrp="1"/>
            </p:cNvSpPr>
            <p:nvPr/>
          </p:nvSpPr>
          <p:spPr>
            <a:xfrm rot="6501310">
              <a:off x="-102863" y="2618279"/>
              <a:ext cx="676657" cy="431634"/>
            </a:xfrm>
            <a:prstGeom prst="ellipse">
              <a:avLst/>
            </a:prstGeom>
            <a:gradFill>
              <a:gsLst>
                <a:gs pos="0">
                  <a:srgbClr val="FFFFFF">
                    <a:alpha val="32968"/>
                  </a:srgbClr>
                </a:gs>
                <a:gs pos="14286">
                  <a:srgbClr val="FFFFFF">
                    <a:alpha val="30764"/>
                  </a:srgbClr>
                </a:gs>
                <a:gs pos="28571">
                  <a:srgbClr val="FFFFFF">
                    <a:alpha val="24833"/>
                  </a:srgbClr>
                </a:gs>
                <a:gs pos="42857">
                  <a:srgbClr val="FFFFFF">
                    <a:alpha val="17075"/>
                  </a:srgbClr>
                </a:gs>
                <a:gs pos="57143">
                  <a:srgbClr val="FFFFFF">
                    <a:alpha val="9855"/>
                  </a:srgbClr>
                </a:gs>
                <a:gs pos="71429">
                  <a:srgbClr val="FFFFFF">
                    <a:alpha val="4740"/>
                  </a:srgbClr>
                </a:gs>
                <a:gs pos="85714">
                  <a:srgbClr val="FFFFFF">
                    <a:alpha val="1902"/>
                  </a:srgbClr>
                </a:gs>
                <a:gs pos="100000">
                  <a:srgbClr val="FFFFFF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317" name="Splat 317"/>
            <p:cNvSpPr>
              <a:spLocks noGrp="1"/>
            </p:cNvSpPr>
            <p:nvPr/>
          </p:nvSpPr>
          <p:spPr>
            <a:xfrm rot="10639785">
              <a:off x="1395417" y="328926"/>
              <a:ext cx="650751" cy="484494"/>
            </a:xfrm>
            <a:prstGeom prst="ellipse">
              <a:avLst/>
            </a:prstGeom>
            <a:gradFill>
              <a:gsLst>
                <a:gs pos="0">
                  <a:srgbClr val="FFD500">
                    <a:alpha val="32968"/>
                  </a:srgbClr>
                </a:gs>
                <a:gs pos="14286">
                  <a:srgbClr val="FFD500">
                    <a:alpha val="30764"/>
                  </a:srgbClr>
                </a:gs>
                <a:gs pos="28571">
                  <a:srgbClr val="FFD500">
                    <a:alpha val="24833"/>
                  </a:srgbClr>
                </a:gs>
                <a:gs pos="42857">
                  <a:srgbClr val="FFD500">
                    <a:alpha val="17075"/>
                  </a:srgbClr>
                </a:gs>
                <a:gs pos="57143">
                  <a:srgbClr val="FFD500">
                    <a:alpha val="9855"/>
                  </a:srgbClr>
                </a:gs>
                <a:gs pos="71429">
                  <a:srgbClr val="FFD500">
                    <a:alpha val="4740"/>
                  </a:srgbClr>
                </a:gs>
                <a:gs pos="85714">
                  <a:srgbClr val="FFD500">
                    <a:alpha val="1902"/>
                  </a:srgbClr>
                </a:gs>
                <a:gs pos="100000">
                  <a:srgbClr val="FFD500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318" name="Splat 318"/>
            <p:cNvSpPr>
              <a:spLocks noGrp="1"/>
            </p:cNvSpPr>
            <p:nvPr/>
          </p:nvSpPr>
          <p:spPr>
            <a:xfrm rot="-8822467">
              <a:off x="2239178" y="659629"/>
              <a:ext cx="718538" cy="409441"/>
            </a:xfrm>
            <a:prstGeom prst="ellipse">
              <a:avLst/>
            </a:prstGeom>
            <a:gradFill>
              <a:gsLst>
                <a:gs pos="0">
                  <a:srgbClr val="FEC900">
                    <a:alpha val="32968"/>
                  </a:srgbClr>
                </a:gs>
                <a:gs pos="14286">
                  <a:srgbClr val="FEC900">
                    <a:alpha val="30764"/>
                  </a:srgbClr>
                </a:gs>
                <a:gs pos="28571">
                  <a:srgbClr val="FEC900">
                    <a:alpha val="24833"/>
                  </a:srgbClr>
                </a:gs>
                <a:gs pos="42857">
                  <a:srgbClr val="FEC900">
                    <a:alpha val="17075"/>
                  </a:srgbClr>
                </a:gs>
                <a:gs pos="57143">
                  <a:srgbClr val="FEC900">
                    <a:alpha val="9855"/>
                  </a:srgbClr>
                </a:gs>
                <a:gs pos="71429">
                  <a:srgbClr val="FEC900">
                    <a:alpha val="4740"/>
                  </a:srgbClr>
                </a:gs>
                <a:gs pos="85714">
                  <a:srgbClr val="FEC900">
                    <a:alpha val="1902"/>
                  </a:srgbClr>
                </a:gs>
                <a:gs pos="100000">
                  <a:srgbClr val="FEC900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319" name="Splat 319"/>
            <p:cNvSpPr>
              <a:spLocks noGrp="1"/>
            </p:cNvSpPr>
            <p:nvPr/>
          </p:nvSpPr>
          <p:spPr>
            <a:xfrm rot="5400000">
              <a:off x="2956975" y="3463034"/>
              <a:ext cx="47362" cy="47362"/>
            </a:xfrm>
            <a:prstGeom prst="ellipse">
              <a:avLst/>
            </a:prstGeom>
            <a:gradFill>
              <a:gsLst>
                <a:gs pos="0">
                  <a:srgbClr val="AEACA1">
                    <a:alpha val="17166"/>
                  </a:srgbClr>
                </a:gs>
                <a:gs pos="14286">
                  <a:srgbClr val="AEACA1">
                    <a:alpha val="15895"/>
                  </a:srgbClr>
                </a:gs>
                <a:gs pos="28571">
                  <a:srgbClr val="AEACA1">
                    <a:alpha val="12576"/>
                  </a:srgbClr>
                </a:gs>
                <a:gs pos="42857">
                  <a:srgbClr val="AEACA1">
                    <a:alpha val="8438"/>
                  </a:srgbClr>
                </a:gs>
                <a:gs pos="57143">
                  <a:srgbClr val="AEACA1">
                    <a:alpha val="4767"/>
                  </a:srgbClr>
                </a:gs>
                <a:gs pos="71429">
                  <a:srgbClr val="AEACA1">
                    <a:alpha val="2261"/>
                  </a:srgbClr>
                </a:gs>
                <a:gs pos="85714">
                  <a:srgbClr val="AEACA1">
                    <a:alpha val="900"/>
                  </a:srgbClr>
                </a:gs>
                <a:gs pos="100000">
                  <a:srgbClr val="AEACA1">
                    <a:alpha val="302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320" name="Splat 320"/>
            <p:cNvSpPr>
              <a:spLocks noGrp="1"/>
            </p:cNvSpPr>
            <p:nvPr/>
          </p:nvSpPr>
          <p:spPr>
            <a:xfrm rot="5978693">
              <a:off x="2704902" y="3561051"/>
              <a:ext cx="471089" cy="43620"/>
            </a:xfrm>
            <a:prstGeom prst="ellipse">
              <a:avLst/>
            </a:prstGeom>
            <a:gradFill>
              <a:gsLst>
                <a:gs pos="0">
                  <a:srgbClr val="FFFFFF">
                    <a:alpha val="32968"/>
                  </a:srgbClr>
                </a:gs>
                <a:gs pos="14286">
                  <a:srgbClr val="FFFFFF">
                    <a:alpha val="30764"/>
                  </a:srgbClr>
                </a:gs>
                <a:gs pos="28571">
                  <a:srgbClr val="FFFFFF">
                    <a:alpha val="24833"/>
                  </a:srgbClr>
                </a:gs>
                <a:gs pos="42857">
                  <a:srgbClr val="FFFFFF">
                    <a:alpha val="17075"/>
                  </a:srgbClr>
                </a:gs>
                <a:gs pos="57143">
                  <a:srgbClr val="FFFFFF">
                    <a:alpha val="9855"/>
                  </a:srgbClr>
                </a:gs>
                <a:gs pos="71429">
                  <a:srgbClr val="FFFFFF">
                    <a:alpha val="4740"/>
                  </a:srgbClr>
                </a:gs>
                <a:gs pos="85714">
                  <a:srgbClr val="FFFFFF">
                    <a:alpha val="1902"/>
                  </a:srgbClr>
                </a:gs>
                <a:gs pos="100000">
                  <a:srgbClr val="FFFFFF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321" name="Splat 321"/>
            <p:cNvSpPr>
              <a:spLocks noGrp="1"/>
            </p:cNvSpPr>
            <p:nvPr/>
          </p:nvSpPr>
          <p:spPr>
            <a:xfrm rot="6401554">
              <a:off x="995020" y="727342"/>
              <a:ext cx="521812" cy="64974"/>
            </a:xfrm>
            <a:prstGeom prst="ellipse">
              <a:avLst/>
            </a:prstGeom>
            <a:gradFill>
              <a:gsLst>
                <a:gs pos="0">
                  <a:srgbClr val="FFFFDC">
                    <a:alpha val="32968"/>
                  </a:srgbClr>
                </a:gs>
                <a:gs pos="14286">
                  <a:srgbClr val="FFFFDC">
                    <a:alpha val="30764"/>
                  </a:srgbClr>
                </a:gs>
                <a:gs pos="28571">
                  <a:srgbClr val="FFFFDC">
                    <a:alpha val="24833"/>
                  </a:srgbClr>
                </a:gs>
                <a:gs pos="42857">
                  <a:srgbClr val="FFFFDC">
                    <a:alpha val="17075"/>
                  </a:srgbClr>
                </a:gs>
                <a:gs pos="57143">
                  <a:srgbClr val="FFFFDC">
                    <a:alpha val="9855"/>
                  </a:srgbClr>
                </a:gs>
                <a:gs pos="71429">
                  <a:srgbClr val="FFFFDC">
                    <a:alpha val="4740"/>
                  </a:srgbClr>
                </a:gs>
                <a:gs pos="85714">
                  <a:srgbClr val="FFFFDC">
                    <a:alpha val="1902"/>
                  </a:srgbClr>
                </a:gs>
                <a:gs pos="100000">
                  <a:srgbClr val="FFFFDC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322" name="Splat 322"/>
            <p:cNvSpPr>
              <a:spLocks noGrp="1"/>
            </p:cNvSpPr>
            <p:nvPr/>
          </p:nvSpPr>
          <p:spPr>
            <a:xfrm rot="-10474091">
              <a:off x="3031083" y="2136957"/>
              <a:ext cx="205505" cy="108168"/>
            </a:xfrm>
            <a:prstGeom prst="ellipse">
              <a:avLst/>
            </a:prstGeom>
            <a:gradFill>
              <a:gsLst>
                <a:gs pos="0">
                  <a:srgbClr val="74709A">
                    <a:alpha val="31099"/>
                  </a:srgbClr>
                </a:gs>
                <a:gs pos="14286">
                  <a:srgbClr val="74709A">
                    <a:alpha val="28992"/>
                  </a:srgbClr>
                </a:gs>
                <a:gs pos="28571">
                  <a:srgbClr val="74709A">
                    <a:alpha val="23343"/>
                  </a:srgbClr>
                </a:gs>
                <a:gs pos="42857">
                  <a:srgbClr val="74709A">
                    <a:alpha val="16001"/>
                  </a:srgbClr>
                </a:gs>
                <a:gs pos="57143">
                  <a:srgbClr val="74709A">
                    <a:alpha val="9210"/>
                  </a:srgbClr>
                </a:gs>
                <a:gs pos="71429">
                  <a:srgbClr val="74709A">
                    <a:alpha val="4422"/>
                  </a:srgbClr>
                </a:gs>
                <a:gs pos="85714">
                  <a:srgbClr val="74709A">
                    <a:alpha val="1772"/>
                  </a:srgbClr>
                </a:gs>
                <a:gs pos="100000">
                  <a:srgbClr val="74709A">
                    <a:alpha val="596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323" name="Splat 323"/>
            <p:cNvSpPr>
              <a:spLocks noGrp="1"/>
            </p:cNvSpPr>
            <p:nvPr/>
          </p:nvSpPr>
          <p:spPr>
            <a:xfrm rot="-8516070">
              <a:off x="3025728" y="319714"/>
              <a:ext cx="714711" cy="125337"/>
            </a:xfrm>
            <a:prstGeom prst="ellipse">
              <a:avLst/>
            </a:prstGeom>
            <a:gradFill>
              <a:gsLst>
                <a:gs pos="0">
                  <a:srgbClr val="130052">
                    <a:alpha val="32968"/>
                  </a:srgbClr>
                </a:gs>
                <a:gs pos="14286">
                  <a:srgbClr val="130052">
                    <a:alpha val="30764"/>
                  </a:srgbClr>
                </a:gs>
                <a:gs pos="28571">
                  <a:srgbClr val="130052">
                    <a:alpha val="24833"/>
                  </a:srgbClr>
                </a:gs>
                <a:gs pos="42857">
                  <a:srgbClr val="130052">
                    <a:alpha val="17075"/>
                  </a:srgbClr>
                </a:gs>
                <a:gs pos="57143">
                  <a:srgbClr val="130052">
                    <a:alpha val="9855"/>
                  </a:srgbClr>
                </a:gs>
                <a:gs pos="71429">
                  <a:srgbClr val="130052">
                    <a:alpha val="4740"/>
                  </a:srgbClr>
                </a:gs>
                <a:gs pos="85714">
                  <a:srgbClr val="130052">
                    <a:alpha val="1902"/>
                  </a:srgbClr>
                </a:gs>
                <a:gs pos="100000">
                  <a:srgbClr val="130052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324" name="Splat 324"/>
            <p:cNvSpPr>
              <a:spLocks noGrp="1"/>
            </p:cNvSpPr>
            <p:nvPr/>
          </p:nvSpPr>
          <p:spPr>
            <a:xfrm rot="5660066">
              <a:off x="161212" y="869240"/>
              <a:ext cx="575979" cy="38519"/>
            </a:xfrm>
            <a:prstGeom prst="ellipse">
              <a:avLst/>
            </a:prstGeom>
            <a:gradFill>
              <a:gsLst>
                <a:gs pos="0">
                  <a:srgbClr val="FFF9F6">
                    <a:alpha val="32968"/>
                  </a:srgbClr>
                </a:gs>
                <a:gs pos="14286">
                  <a:srgbClr val="FFF9F6">
                    <a:alpha val="30764"/>
                  </a:srgbClr>
                </a:gs>
                <a:gs pos="28571">
                  <a:srgbClr val="FFF9F6">
                    <a:alpha val="24833"/>
                  </a:srgbClr>
                </a:gs>
                <a:gs pos="42857">
                  <a:srgbClr val="FFF9F6">
                    <a:alpha val="17075"/>
                  </a:srgbClr>
                </a:gs>
                <a:gs pos="57143">
                  <a:srgbClr val="FFF9F6">
                    <a:alpha val="9855"/>
                  </a:srgbClr>
                </a:gs>
                <a:gs pos="71429">
                  <a:srgbClr val="FFF9F6">
                    <a:alpha val="4740"/>
                  </a:srgbClr>
                </a:gs>
                <a:gs pos="85714">
                  <a:srgbClr val="FFF9F6">
                    <a:alpha val="1902"/>
                  </a:srgbClr>
                </a:gs>
                <a:gs pos="100000">
                  <a:srgbClr val="FFF9F6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325" name="Splat 325"/>
            <p:cNvSpPr>
              <a:spLocks noGrp="1"/>
            </p:cNvSpPr>
            <p:nvPr/>
          </p:nvSpPr>
          <p:spPr>
            <a:xfrm rot="4716027">
              <a:off x="1542562" y="557620"/>
              <a:ext cx="718418" cy="407498"/>
            </a:xfrm>
            <a:prstGeom prst="ellipse">
              <a:avLst/>
            </a:prstGeom>
            <a:gradFill>
              <a:gsLst>
                <a:gs pos="0">
                  <a:srgbClr val="FFB000">
                    <a:alpha val="32968"/>
                  </a:srgbClr>
                </a:gs>
                <a:gs pos="14286">
                  <a:srgbClr val="FFB000">
                    <a:alpha val="30764"/>
                  </a:srgbClr>
                </a:gs>
                <a:gs pos="28571">
                  <a:srgbClr val="FFB000">
                    <a:alpha val="24833"/>
                  </a:srgbClr>
                </a:gs>
                <a:gs pos="42857">
                  <a:srgbClr val="FFB000">
                    <a:alpha val="17075"/>
                  </a:srgbClr>
                </a:gs>
                <a:gs pos="57143">
                  <a:srgbClr val="FFB000">
                    <a:alpha val="9855"/>
                  </a:srgbClr>
                </a:gs>
                <a:gs pos="71429">
                  <a:srgbClr val="FFB000">
                    <a:alpha val="4740"/>
                  </a:srgbClr>
                </a:gs>
                <a:gs pos="85714">
                  <a:srgbClr val="FFB000">
                    <a:alpha val="1902"/>
                  </a:srgbClr>
                </a:gs>
                <a:gs pos="100000">
                  <a:srgbClr val="FFB000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326" name="Splat 326"/>
            <p:cNvSpPr>
              <a:spLocks noGrp="1"/>
            </p:cNvSpPr>
            <p:nvPr/>
          </p:nvSpPr>
          <p:spPr>
            <a:xfrm rot="4309139">
              <a:off x="2879891" y="174823"/>
              <a:ext cx="588135" cy="583272"/>
            </a:xfrm>
            <a:prstGeom prst="ellipse">
              <a:avLst/>
            </a:prstGeom>
            <a:gradFill>
              <a:gsLst>
                <a:gs pos="0">
                  <a:srgbClr val="F2FF00">
                    <a:alpha val="10565"/>
                  </a:srgbClr>
                </a:gs>
                <a:gs pos="14286">
                  <a:srgbClr val="F2FF00">
                    <a:alpha val="9754"/>
                  </a:srgbClr>
                </a:gs>
                <a:gs pos="28571">
                  <a:srgbClr val="F2FF00">
                    <a:alpha val="7659"/>
                  </a:srgbClr>
                </a:gs>
                <a:gs pos="42857">
                  <a:srgbClr val="F2FF00">
                    <a:alpha val="5093"/>
                  </a:srgbClr>
                </a:gs>
                <a:gs pos="57143">
                  <a:srgbClr val="F2FF00">
                    <a:alpha val="2855"/>
                  </a:srgbClr>
                </a:gs>
                <a:gs pos="71429">
                  <a:srgbClr val="F2FF00">
                    <a:alpha val="1347"/>
                  </a:srgbClr>
                </a:gs>
                <a:gs pos="85714">
                  <a:srgbClr val="F2FF00">
                    <a:alpha val="535"/>
                  </a:srgbClr>
                </a:gs>
                <a:gs pos="100000">
                  <a:srgbClr val="F2FF00">
                    <a:alpha val="17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327" name="Splat 327"/>
            <p:cNvSpPr>
              <a:spLocks noGrp="1"/>
            </p:cNvSpPr>
            <p:nvPr/>
          </p:nvSpPr>
          <p:spPr>
            <a:xfrm rot="-8270206">
              <a:off x="1344813" y="64076"/>
              <a:ext cx="648923" cy="394606"/>
            </a:xfrm>
            <a:prstGeom prst="ellipse">
              <a:avLst/>
            </a:prstGeom>
            <a:gradFill>
              <a:gsLst>
                <a:gs pos="0">
                  <a:srgbClr val="FFC100">
                    <a:alpha val="32968"/>
                  </a:srgbClr>
                </a:gs>
                <a:gs pos="14286">
                  <a:srgbClr val="FFC100">
                    <a:alpha val="30764"/>
                  </a:srgbClr>
                </a:gs>
                <a:gs pos="28571">
                  <a:srgbClr val="FFC100">
                    <a:alpha val="24833"/>
                  </a:srgbClr>
                </a:gs>
                <a:gs pos="42857">
                  <a:srgbClr val="FFC100">
                    <a:alpha val="17075"/>
                  </a:srgbClr>
                </a:gs>
                <a:gs pos="57143">
                  <a:srgbClr val="FFC100">
                    <a:alpha val="9855"/>
                  </a:srgbClr>
                </a:gs>
                <a:gs pos="71429">
                  <a:srgbClr val="FFC100">
                    <a:alpha val="4740"/>
                  </a:srgbClr>
                </a:gs>
                <a:gs pos="85714">
                  <a:srgbClr val="FFC100">
                    <a:alpha val="1902"/>
                  </a:srgbClr>
                </a:gs>
                <a:gs pos="100000">
                  <a:srgbClr val="FFC100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328" name="Splat 328"/>
            <p:cNvSpPr>
              <a:spLocks noGrp="1"/>
            </p:cNvSpPr>
            <p:nvPr/>
          </p:nvSpPr>
          <p:spPr>
            <a:xfrm rot="8398596">
              <a:off x="2223370" y="379162"/>
              <a:ext cx="385271" cy="29798"/>
            </a:xfrm>
            <a:prstGeom prst="ellipse">
              <a:avLst/>
            </a:prstGeom>
            <a:gradFill>
              <a:gsLst>
                <a:gs pos="0">
                  <a:srgbClr val="000049">
                    <a:alpha val="32968"/>
                  </a:srgbClr>
                </a:gs>
                <a:gs pos="14286">
                  <a:srgbClr val="000049">
                    <a:alpha val="30764"/>
                  </a:srgbClr>
                </a:gs>
                <a:gs pos="28571">
                  <a:srgbClr val="000049">
                    <a:alpha val="24833"/>
                  </a:srgbClr>
                </a:gs>
                <a:gs pos="42857">
                  <a:srgbClr val="000049">
                    <a:alpha val="17075"/>
                  </a:srgbClr>
                </a:gs>
                <a:gs pos="57143">
                  <a:srgbClr val="000049">
                    <a:alpha val="9855"/>
                  </a:srgbClr>
                </a:gs>
                <a:gs pos="71429">
                  <a:srgbClr val="000049">
                    <a:alpha val="4740"/>
                  </a:srgbClr>
                </a:gs>
                <a:gs pos="85714">
                  <a:srgbClr val="000049">
                    <a:alpha val="1902"/>
                  </a:srgbClr>
                </a:gs>
                <a:gs pos="100000">
                  <a:srgbClr val="000049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329" name="Splat 329"/>
            <p:cNvSpPr>
              <a:spLocks noGrp="1"/>
            </p:cNvSpPr>
            <p:nvPr/>
          </p:nvSpPr>
          <p:spPr>
            <a:xfrm rot="9584188">
              <a:off x="2969760" y="488316"/>
              <a:ext cx="231965" cy="130128"/>
            </a:xfrm>
            <a:prstGeom prst="ellipse">
              <a:avLst/>
            </a:prstGeom>
            <a:gradFill>
              <a:gsLst>
                <a:gs pos="0">
                  <a:srgbClr val="0F0008">
                    <a:alpha val="32968"/>
                  </a:srgbClr>
                </a:gs>
                <a:gs pos="14286">
                  <a:srgbClr val="0F0008">
                    <a:alpha val="30764"/>
                  </a:srgbClr>
                </a:gs>
                <a:gs pos="28571">
                  <a:srgbClr val="0F0008">
                    <a:alpha val="24833"/>
                  </a:srgbClr>
                </a:gs>
                <a:gs pos="42857">
                  <a:srgbClr val="0F0008">
                    <a:alpha val="17075"/>
                  </a:srgbClr>
                </a:gs>
                <a:gs pos="57143">
                  <a:srgbClr val="0F0008">
                    <a:alpha val="9855"/>
                  </a:srgbClr>
                </a:gs>
                <a:gs pos="71429">
                  <a:srgbClr val="0F0008">
                    <a:alpha val="4740"/>
                  </a:srgbClr>
                </a:gs>
                <a:gs pos="85714">
                  <a:srgbClr val="0F0008">
                    <a:alpha val="1902"/>
                  </a:srgbClr>
                </a:gs>
                <a:gs pos="100000">
                  <a:srgbClr val="0F0008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330" name="Splat 330"/>
            <p:cNvSpPr>
              <a:spLocks noGrp="1"/>
            </p:cNvSpPr>
            <p:nvPr/>
          </p:nvSpPr>
          <p:spPr>
            <a:xfrm rot="7073863">
              <a:off x="-37380" y="1735784"/>
              <a:ext cx="389536" cy="42802"/>
            </a:xfrm>
            <a:prstGeom prst="ellipse">
              <a:avLst/>
            </a:prstGeom>
            <a:gradFill>
              <a:gsLst>
                <a:gs pos="0">
                  <a:srgbClr val="000000">
                    <a:alpha val="32968"/>
                  </a:srgbClr>
                </a:gs>
                <a:gs pos="14286">
                  <a:srgbClr val="000000">
                    <a:alpha val="30764"/>
                  </a:srgbClr>
                </a:gs>
                <a:gs pos="28571">
                  <a:srgbClr val="000000">
                    <a:alpha val="24833"/>
                  </a:srgbClr>
                </a:gs>
                <a:gs pos="42857">
                  <a:srgbClr val="000000">
                    <a:alpha val="17075"/>
                  </a:srgbClr>
                </a:gs>
                <a:gs pos="57143">
                  <a:srgbClr val="000000">
                    <a:alpha val="9855"/>
                  </a:srgbClr>
                </a:gs>
                <a:gs pos="71429">
                  <a:srgbClr val="000000">
                    <a:alpha val="4740"/>
                  </a:srgbClr>
                </a:gs>
                <a:gs pos="85714">
                  <a:srgbClr val="000000">
                    <a:alpha val="1902"/>
                  </a:srgbClr>
                </a:gs>
                <a:gs pos="100000">
                  <a:srgbClr val="000000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331" name="Splat 331"/>
            <p:cNvSpPr>
              <a:spLocks noGrp="1"/>
            </p:cNvSpPr>
            <p:nvPr/>
          </p:nvSpPr>
          <p:spPr>
            <a:xfrm rot="4860103">
              <a:off x="1072311" y="1555524"/>
              <a:ext cx="502814" cy="59198"/>
            </a:xfrm>
            <a:prstGeom prst="ellipse">
              <a:avLst/>
            </a:prstGeom>
            <a:gradFill>
              <a:gsLst>
                <a:gs pos="0">
                  <a:srgbClr val="650000">
                    <a:alpha val="32968"/>
                  </a:srgbClr>
                </a:gs>
                <a:gs pos="14286">
                  <a:srgbClr val="650000">
                    <a:alpha val="30764"/>
                  </a:srgbClr>
                </a:gs>
                <a:gs pos="28571">
                  <a:srgbClr val="650000">
                    <a:alpha val="24833"/>
                  </a:srgbClr>
                </a:gs>
                <a:gs pos="42857">
                  <a:srgbClr val="650000">
                    <a:alpha val="17075"/>
                  </a:srgbClr>
                </a:gs>
                <a:gs pos="57143">
                  <a:srgbClr val="650000">
                    <a:alpha val="9855"/>
                  </a:srgbClr>
                </a:gs>
                <a:gs pos="71429">
                  <a:srgbClr val="650000">
                    <a:alpha val="4740"/>
                  </a:srgbClr>
                </a:gs>
                <a:gs pos="85714">
                  <a:srgbClr val="650000">
                    <a:alpha val="1902"/>
                  </a:srgbClr>
                </a:gs>
                <a:gs pos="100000">
                  <a:srgbClr val="650000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332" name="Splat 332"/>
            <p:cNvSpPr>
              <a:spLocks noGrp="1"/>
            </p:cNvSpPr>
            <p:nvPr/>
          </p:nvSpPr>
          <p:spPr>
            <a:xfrm rot="2721670">
              <a:off x="1072948" y="1609091"/>
              <a:ext cx="439829" cy="340367"/>
            </a:xfrm>
            <a:prstGeom prst="ellipse">
              <a:avLst/>
            </a:prstGeom>
            <a:gradFill>
              <a:gsLst>
                <a:gs pos="0">
                  <a:srgbClr val="DE9F00">
                    <a:alpha val="32968"/>
                  </a:srgbClr>
                </a:gs>
                <a:gs pos="14286">
                  <a:srgbClr val="DE9F00">
                    <a:alpha val="30764"/>
                  </a:srgbClr>
                </a:gs>
                <a:gs pos="28571">
                  <a:srgbClr val="DE9F00">
                    <a:alpha val="24833"/>
                  </a:srgbClr>
                </a:gs>
                <a:gs pos="42857">
                  <a:srgbClr val="DE9F00">
                    <a:alpha val="17075"/>
                  </a:srgbClr>
                </a:gs>
                <a:gs pos="57143">
                  <a:srgbClr val="DE9F00">
                    <a:alpha val="9855"/>
                  </a:srgbClr>
                </a:gs>
                <a:gs pos="71429">
                  <a:srgbClr val="DE9F00">
                    <a:alpha val="4740"/>
                  </a:srgbClr>
                </a:gs>
                <a:gs pos="85714">
                  <a:srgbClr val="DE9F00">
                    <a:alpha val="1902"/>
                  </a:srgbClr>
                </a:gs>
                <a:gs pos="100000">
                  <a:srgbClr val="DE9F00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333" name="Splat 333"/>
            <p:cNvSpPr>
              <a:spLocks noGrp="1"/>
            </p:cNvSpPr>
            <p:nvPr/>
          </p:nvSpPr>
          <p:spPr>
            <a:xfrm rot="-10379267">
              <a:off x="580169" y="2245432"/>
              <a:ext cx="539089" cy="63088"/>
            </a:xfrm>
            <a:prstGeom prst="ellipse">
              <a:avLst/>
            </a:prstGeom>
            <a:gradFill>
              <a:gsLst>
                <a:gs pos="0">
                  <a:srgbClr val="720000">
                    <a:alpha val="32968"/>
                  </a:srgbClr>
                </a:gs>
                <a:gs pos="14286">
                  <a:srgbClr val="720000">
                    <a:alpha val="30764"/>
                  </a:srgbClr>
                </a:gs>
                <a:gs pos="28571">
                  <a:srgbClr val="720000">
                    <a:alpha val="24833"/>
                  </a:srgbClr>
                </a:gs>
                <a:gs pos="42857">
                  <a:srgbClr val="720000">
                    <a:alpha val="17075"/>
                  </a:srgbClr>
                </a:gs>
                <a:gs pos="57143">
                  <a:srgbClr val="720000">
                    <a:alpha val="9855"/>
                  </a:srgbClr>
                </a:gs>
                <a:gs pos="71429">
                  <a:srgbClr val="720000">
                    <a:alpha val="4740"/>
                  </a:srgbClr>
                </a:gs>
                <a:gs pos="85714">
                  <a:srgbClr val="720000">
                    <a:alpha val="1902"/>
                  </a:srgbClr>
                </a:gs>
                <a:gs pos="100000">
                  <a:srgbClr val="720000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334" name="Splat 334"/>
            <p:cNvSpPr>
              <a:spLocks noGrp="1"/>
            </p:cNvSpPr>
            <p:nvPr/>
          </p:nvSpPr>
          <p:spPr>
            <a:xfrm rot="6118321">
              <a:off x="1219757" y="2694658"/>
              <a:ext cx="544930" cy="217043"/>
            </a:xfrm>
            <a:prstGeom prst="ellipse">
              <a:avLst/>
            </a:prstGeom>
            <a:gradFill>
              <a:gsLst>
                <a:gs pos="0">
                  <a:srgbClr val="FCFFFB">
                    <a:alpha val="32968"/>
                  </a:srgbClr>
                </a:gs>
                <a:gs pos="14286">
                  <a:srgbClr val="FCFFFB">
                    <a:alpha val="30764"/>
                  </a:srgbClr>
                </a:gs>
                <a:gs pos="28571">
                  <a:srgbClr val="FCFFFB">
                    <a:alpha val="24833"/>
                  </a:srgbClr>
                </a:gs>
                <a:gs pos="42857">
                  <a:srgbClr val="FCFFFB">
                    <a:alpha val="17075"/>
                  </a:srgbClr>
                </a:gs>
                <a:gs pos="57143">
                  <a:srgbClr val="FCFFFB">
                    <a:alpha val="9855"/>
                  </a:srgbClr>
                </a:gs>
                <a:gs pos="71429">
                  <a:srgbClr val="FCFFFB">
                    <a:alpha val="4740"/>
                  </a:srgbClr>
                </a:gs>
                <a:gs pos="85714">
                  <a:srgbClr val="FCFFFB">
                    <a:alpha val="1902"/>
                  </a:srgbClr>
                </a:gs>
                <a:gs pos="100000">
                  <a:srgbClr val="FCFFFB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335" name="Splat 335"/>
            <p:cNvSpPr>
              <a:spLocks noGrp="1"/>
            </p:cNvSpPr>
            <p:nvPr/>
          </p:nvSpPr>
          <p:spPr>
            <a:xfrm rot="4436668">
              <a:off x="1517173" y="568067"/>
              <a:ext cx="688583" cy="80056"/>
            </a:xfrm>
            <a:prstGeom prst="ellipse">
              <a:avLst/>
            </a:prstGeom>
            <a:gradFill>
              <a:gsLst>
                <a:gs pos="0">
                  <a:srgbClr val="6C0000">
                    <a:alpha val="32968"/>
                  </a:srgbClr>
                </a:gs>
                <a:gs pos="14286">
                  <a:srgbClr val="6C0000">
                    <a:alpha val="30764"/>
                  </a:srgbClr>
                </a:gs>
                <a:gs pos="28571">
                  <a:srgbClr val="6C0000">
                    <a:alpha val="24833"/>
                  </a:srgbClr>
                </a:gs>
                <a:gs pos="42857">
                  <a:srgbClr val="6C0000">
                    <a:alpha val="17075"/>
                  </a:srgbClr>
                </a:gs>
                <a:gs pos="57143">
                  <a:srgbClr val="6C0000">
                    <a:alpha val="9855"/>
                  </a:srgbClr>
                </a:gs>
                <a:gs pos="71429">
                  <a:srgbClr val="6C0000">
                    <a:alpha val="4740"/>
                  </a:srgbClr>
                </a:gs>
                <a:gs pos="85714">
                  <a:srgbClr val="6C0000">
                    <a:alpha val="1902"/>
                  </a:srgbClr>
                </a:gs>
                <a:gs pos="100000">
                  <a:srgbClr val="6C0000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336" name="Splat 336"/>
            <p:cNvSpPr>
              <a:spLocks noGrp="1"/>
            </p:cNvSpPr>
            <p:nvPr/>
          </p:nvSpPr>
          <p:spPr>
            <a:xfrm rot="10308204">
              <a:off x="1624676" y="2940023"/>
              <a:ext cx="780917" cy="57838"/>
            </a:xfrm>
            <a:prstGeom prst="ellipse">
              <a:avLst/>
            </a:prstGeom>
            <a:gradFill>
              <a:gsLst>
                <a:gs pos="0">
                  <a:srgbClr val="000000">
                    <a:alpha val="32968"/>
                  </a:srgbClr>
                </a:gs>
                <a:gs pos="14286">
                  <a:srgbClr val="000000">
                    <a:alpha val="30764"/>
                  </a:srgbClr>
                </a:gs>
                <a:gs pos="28571">
                  <a:srgbClr val="000000">
                    <a:alpha val="24833"/>
                  </a:srgbClr>
                </a:gs>
                <a:gs pos="42857">
                  <a:srgbClr val="000000">
                    <a:alpha val="17075"/>
                  </a:srgbClr>
                </a:gs>
                <a:gs pos="57143">
                  <a:srgbClr val="000000">
                    <a:alpha val="9855"/>
                  </a:srgbClr>
                </a:gs>
                <a:gs pos="71429">
                  <a:srgbClr val="000000">
                    <a:alpha val="4740"/>
                  </a:srgbClr>
                </a:gs>
                <a:gs pos="85714">
                  <a:srgbClr val="000000">
                    <a:alpha val="1902"/>
                  </a:srgbClr>
                </a:gs>
                <a:gs pos="100000">
                  <a:srgbClr val="000000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337" name="Splat 337"/>
            <p:cNvSpPr>
              <a:spLocks noGrp="1"/>
            </p:cNvSpPr>
            <p:nvPr/>
          </p:nvSpPr>
          <p:spPr>
            <a:xfrm rot="-9003991">
              <a:off x="294970" y="2697804"/>
              <a:ext cx="494218" cy="86105"/>
            </a:xfrm>
            <a:prstGeom prst="ellipse">
              <a:avLst/>
            </a:prstGeom>
            <a:gradFill>
              <a:gsLst>
                <a:gs pos="0">
                  <a:srgbClr val="000000">
                    <a:alpha val="32968"/>
                  </a:srgbClr>
                </a:gs>
                <a:gs pos="14286">
                  <a:srgbClr val="000000">
                    <a:alpha val="30764"/>
                  </a:srgbClr>
                </a:gs>
                <a:gs pos="28571">
                  <a:srgbClr val="000000">
                    <a:alpha val="24833"/>
                  </a:srgbClr>
                </a:gs>
                <a:gs pos="42857">
                  <a:srgbClr val="000000">
                    <a:alpha val="17075"/>
                  </a:srgbClr>
                </a:gs>
                <a:gs pos="57143">
                  <a:srgbClr val="000000">
                    <a:alpha val="9855"/>
                  </a:srgbClr>
                </a:gs>
                <a:gs pos="71429">
                  <a:srgbClr val="000000">
                    <a:alpha val="4740"/>
                  </a:srgbClr>
                </a:gs>
                <a:gs pos="85714">
                  <a:srgbClr val="000000">
                    <a:alpha val="1902"/>
                  </a:srgbClr>
                </a:gs>
                <a:gs pos="100000">
                  <a:srgbClr val="000000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338" name="Splat 338"/>
            <p:cNvSpPr>
              <a:spLocks noGrp="1"/>
            </p:cNvSpPr>
            <p:nvPr/>
          </p:nvSpPr>
          <p:spPr>
            <a:xfrm rot="-10078707">
              <a:off x="854451" y="223611"/>
              <a:ext cx="613126" cy="99082"/>
            </a:xfrm>
            <a:prstGeom prst="ellipse">
              <a:avLst/>
            </a:prstGeom>
            <a:gradFill>
              <a:gsLst>
                <a:gs pos="0">
                  <a:srgbClr val="FFFFE1">
                    <a:alpha val="32968"/>
                  </a:srgbClr>
                </a:gs>
                <a:gs pos="14286">
                  <a:srgbClr val="FFFFE1">
                    <a:alpha val="30764"/>
                  </a:srgbClr>
                </a:gs>
                <a:gs pos="28571">
                  <a:srgbClr val="FFFFE1">
                    <a:alpha val="24833"/>
                  </a:srgbClr>
                </a:gs>
                <a:gs pos="42857">
                  <a:srgbClr val="FFFFE1">
                    <a:alpha val="17075"/>
                  </a:srgbClr>
                </a:gs>
                <a:gs pos="57143">
                  <a:srgbClr val="FFFFE1">
                    <a:alpha val="9855"/>
                  </a:srgbClr>
                </a:gs>
                <a:gs pos="71429">
                  <a:srgbClr val="FFFFE1">
                    <a:alpha val="4740"/>
                  </a:srgbClr>
                </a:gs>
                <a:gs pos="85714">
                  <a:srgbClr val="FFFFE1">
                    <a:alpha val="1902"/>
                  </a:srgbClr>
                </a:gs>
                <a:gs pos="100000">
                  <a:srgbClr val="FFFFE1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339" name="Splat 339"/>
            <p:cNvSpPr>
              <a:spLocks noGrp="1"/>
            </p:cNvSpPr>
            <p:nvPr/>
          </p:nvSpPr>
          <p:spPr>
            <a:xfrm rot="8470515">
              <a:off x="3331419" y="749957"/>
              <a:ext cx="558711" cy="144025"/>
            </a:xfrm>
            <a:prstGeom prst="ellipse">
              <a:avLst/>
            </a:prstGeom>
            <a:gradFill>
              <a:gsLst>
                <a:gs pos="0">
                  <a:srgbClr val="FFFFF7">
                    <a:alpha val="32968"/>
                  </a:srgbClr>
                </a:gs>
                <a:gs pos="14286">
                  <a:srgbClr val="FFFFF7">
                    <a:alpha val="30764"/>
                  </a:srgbClr>
                </a:gs>
                <a:gs pos="28571">
                  <a:srgbClr val="FFFFF7">
                    <a:alpha val="24833"/>
                  </a:srgbClr>
                </a:gs>
                <a:gs pos="42857">
                  <a:srgbClr val="FFFFF7">
                    <a:alpha val="17075"/>
                  </a:srgbClr>
                </a:gs>
                <a:gs pos="57143">
                  <a:srgbClr val="FFFFF7">
                    <a:alpha val="9855"/>
                  </a:srgbClr>
                </a:gs>
                <a:gs pos="71429">
                  <a:srgbClr val="FFFFF7">
                    <a:alpha val="4740"/>
                  </a:srgbClr>
                </a:gs>
                <a:gs pos="85714">
                  <a:srgbClr val="FFFFF7">
                    <a:alpha val="1902"/>
                  </a:srgbClr>
                </a:gs>
                <a:gs pos="100000">
                  <a:srgbClr val="FFFFF7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340" name="Splat 340"/>
            <p:cNvSpPr>
              <a:spLocks noGrp="1"/>
            </p:cNvSpPr>
            <p:nvPr/>
          </p:nvSpPr>
          <p:spPr>
            <a:xfrm rot="4663248">
              <a:off x="811644" y="50683"/>
              <a:ext cx="542721" cy="64421"/>
            </a:xfrm>
            <a:prstGeom prst="ellipse">
              <a:avLst/>
            </a:prstGeom>
            <a:gradFill>
              <a:gsLst>
                <a:gs pos="0">
                  <a:srgbClr val="FFFFF0">
                    <a:alpha val="32968"/>
                  </a:srgbClr>
                </a:gs>
                <a:gs pos="14286">
                  <a:srgbClr val="FFFFF0">
                    <a:alpha val="30764"/>
                  </a:srgbClr>
                </a:gs>
                <a:gs pos="28571">
                  <a:srgbClr val="FFFFF0">
                    <a:alpha val="24833"/>
                  </a:srgbClr>
                </a:gs>
                <a:gs pos="42857">
                  <a:srgbClr val="FFFFF0">
                    <a:alpha val="17075"/>
                  </a:srgbClr>
                </a:gs>
                <a:gs pos="57143">
                  <a:srgbClr val="FFFFF0">
                    <a:alpha val="9855"/>
                  </a:srgbClr>
                </a:gs>
                <a:gs pos="71429">
                  <a:srgbClr val="FFFFF0">
                    <a:alpha val="4740"/>
                  </a:srgbClr>
                </a:gs>
                <a:gs pos="85714">
                  <a:srgbClr val="FFFFF0">
                    <a:alpha val="1902"/>
                  </a:srgbClr>
                </a:gs>
                <a:gs pos="100000">
                  <a:srgbClr val="FFFFF0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341" name="Splat 341"/>
            <p:cNvSpPr>
              <a:spLocks noGrp="1"/>
            </p:cNvSpPr>
            <p:nvPr/>
          </p:nvSpPr>
          <p:spPr>
            <a:xfrm rot="10724802">
              <a:off x="1704977" y="1865940"/>
              <a:ext cx="260359" cy="52015"/>
            </a:xfrm>
            <a:prstGeom prst="ellipse">
              <a:avLst/>
            </a:prstGeom>
            <a:gradFill>
              <a:gsLst>
                <a:gs pos="0">
                  <a:srgbClr val="00003B">
                    <a:alpha val="32968"/>
                  </a:srgbClr>
                </a:gs>
                <a:gs pos="14286">
                  <a:srgbClr val="00003B">
                    <a:alpha val="30764"/>
                  </a:srgbClr>
                </a:gs>
                <a:gs pos="28571">
                  <a:srgbClr val="00003B">
                    <a:alpha val="24833"/>
                  </a:srgbClr>
                </a:gs>
                <a:gs pos="42857">
                  <a:srgbClr val="00003B">
                    <a:alpha val="17075"/>
                  </a:srgbClr>
                </a:gs>
                <a:gs pos="57143">
                  <a:srgbClr val="00003B">
                    <a:alpha val="9855"/>
                  </a:srgbClr>
                </a:gs>
                <a:gs pos="71429">
                  <a:srgbClr val="00003B">
                    <a:alpha val="4740"/>
                  </a:srgbClr>
                </a:gs>
                <a:gs pos="85714">
                  <a:srgbClr val="00003B">
                    <a:alpha val="1902"/>
                  </a:srgbClr>
                </a:gs>
                <a:gs pos="100000">
                  <a:srgbClr val="00003B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342" name="Splat 342"/>
            <p:cNvSpPr>
              <a:spLocks noGrp="1"/>
            </p:cNvSpPr>
            <p:nvPr/>
          </p:nvSpPr>
          <p:spPr>
            <a:xfrm rot="-10182656">
              <a:off x="2564263" y="-20100"/>
              <a:ext cx="544657" cy="86031"/>
            </a:xfrm>
            <a:prstGeom prst="ellipse">
              <a:avLst/>
            </a:prstGeom>
            <a:gradFill>
              <a:gsLst>
                <a:gs pos="0">
                  <a:srgbClr val="310000">
                    <a:alpha val="32968"/>
                  </a:srgbClr>
                </a:gs>
                <a:gs pos="14286">
                  <a:srgbClr val="310000">
                    <a:alpha val="30764"/>
                  </a:srgbClr>
                </a:gs>
                <a:gs pos="28571">
                  <a:srgbClr val="310000">
                    <a:alpha val="24833"/>
                  </a:srgbClr>
                </a:gs>
                <a:gs pos="42857">
                  <a:srgbClr val="310000">
                    <a:alpha val="17075"/>
                  </a:srgbClr>
                </a:gs>
                <a:gs pos="57143">
                  <a:srgbClr val="310000">
                    <a:alpha val="9855"/>
                  </a:srgbClr>
                </a:gs>
                <a:gs pos="71429">
                  <a:srgbClr val="310000">
                    <a:alpha val="4740"/>
                  </a:srgbClr>
                </a:gs>
                <a:gs pos="85714">
                  <a:srgbClr val="310000">
                    <a:alpha val="1902"/>
                  </a:srgbClr>
                </a:gs>
                <a:gs pos="100000">
                  <a:srgbClr val="310000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343" name="Splat 343"/>
            <p:cNvSpPr>
              <a:spLocks noGrp="1"/>
            </p:cNvSpPr>
            <p:nvPr/>
          </p:nvSpPr>
          <p:spPr>
            <a:xfrm rot="5030504">
              <a:off x="1777586" y="1094749"/>
              <a:ext cx="507005" cy="492048"/>
            </a:xfrm>
            <a:prstGeom prst="ellipse">
              <a:avLst/>
            </a:prstGeom>
            <a:gradFill>
              <a:gsLst>
                <a:gs pos="0">
                  <a:srgbClr val="32B5FF">
                    <a:alpha val="10531"/>
                  </a:srgbClr>
                </a:gs>
                <a:gs pos="14286">
                  <a:srgbClr val="32B5FF">
                    <a:alpha val="9722"/>
                  </a:srgbClr>
                </a:gs>
                <a:gs pos="28571">
                  <a:srgbClr val="32B5FF">
                    <a:alpha val="7634"/>
                  </a:srgbClr>
                </a:gs>
                <a:gs pos="42857">
                  <a:srgbClr val="32B5FF">
                    <a:alpha val="5075"/>
                  </a:srgbClr>
                </a:gs>
                <a:gs pos="57143">
                  <a:srgbClr val="32B5FF">
                    <a:alpha val="2845"/>
                  </a:srgbClr>
                </a:gs>
                <a:gs pos="71429">
                  <a:srgbClr val="32B5FF">
                    <a:alpha val="1342"/>
                  </a:srgbClr>
                </a:gs>
                <a:gs pos="85714">
                  <a:srgbClr val="32B5FF">
                    <a:alpha val="533"/>
                  </a:srgbClr>
                </a:gs>
                <a:gs pos="100000">
                  <a:srgbClr val="32B5FF">
                    <a:alpha val="178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344" name="Splat 344"/>
            <p:cNvSpPr>
              <a:spLocks noGrp="1"/>
            </p:cNvSpPr>
            <p:nvPr/>
          </p:nvSpPr>
          <p:spPr>
            <a:xfrm rot="4664729">
              <a:off x="824425" y="3038857"/>
              <a:ext cx="379471" cy="275300"/>
            </a:xfrm>
            <a:prstGeom prst="ellipse">
              <a:avLst/>
            </a:prstGeom>
            <a:gradFill>
              <a:gsLst>
                <a:gs pos="0">
                  <a:srgbClr val="7C4800">
                    <a:alpha val="32968"/>
                  </a:srgbClr>
                </a:gs>
                <a:gs pos="14286">
                  <a:srgbClr val="7C4800">
                    <a:alpha val="30764"/>
                  </a:srgbClr>
                </a:gs>
                <a:gs pos="28571">
                  <a:srgbClr val="7C4800">
                    <a:alpha val="24833"/>
                  </a:srgbClr>
                </a:gs>
                <a:gs pos="42857">
                  <a:srgbClr val="7C4800">
                    <a:alpha val="17075"/>
                  </a:srgbClr>
                </a:gs>
                <a:gs pos="57143">
                  <a:srgbClr val="7C4800">
                    <a:alpha val="9855"/>
                  </a:srgbClr>
                </a:gs>
                <a:gs pos="71429">
                  <a:srgbClr val="7C4800">
                    <a:alpha val="4740"/>
                  </a:srgbClr>
                </a:gs>
                <a:gs pos="85714">
                  <a:srgbClr val="7C4800">
                    <a:alpha val="1902"/>
                  </a:srgbClr>
                </a:gs>
                <a:gs pos="100000">
                  <a:srgbClr val="7C4800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345" name="Splat 345"/>
            <p:cNvSpPr>
              <a:spLocks noGrp="1"/>
            </p:cNvSpPr>
            <p:nvPr/>
          </p:nvSpPr>
          <p:spPr>
            <a:xfrm rot="5997001">
              <a:off x="-131916" y="913344"/>
              <a:ext cx="491761" cy="74099"/>
            </a:xfrm>
            <a:prstGeom prst="ellipse">
              <a:avLst/>
            </a:prstGeom>
            <a:gradFill>
              <a:gsLst>
                <a:gs pos="0">
                  <a:srgbClr val="000000">
                    <a:alpha val="32968"/>
                  </a:srgbClr>
                </a:gs>
                <a:gs pos="14286">
                  <a:srgbClr val="000000">
                    <a:alpha val="30764"/>
                  </a:srgbClr>
                </a:gs>
                <a:gs pos="28571">
                  <a:srgbClr val="000000">
                    <a:alpha val="24833"/>
                  </a:srgbClr>
                </a:gs>
                <a:gs pos="42857">
                  <a:srgbClr val="000000">
                    <a:alpha val="17075"/>
                  </a:srgbClr>
                </a:gs>
                <a:gs pos="57143">
                  <a:srgbClr val="000000">
                    <a:alpha val="9855"/>
                  </a:srgbClr>
                </a:gs>
                <a:gs pos="71429">
                  <a:srgbClr val="000000">
                    <a:alpha val="4740"/>
                  </a:srgbClr>
                </a:gs>
                <a:gs pos="85714">
                  <a:srgbClr val="000000">
                    <a:alpha val="1902"/>
                  </a:srgbClr>
                </a:gs>
                <a:gs pos="100000">
                  <a:srgbClr val="000000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346" name="Splat 346"/>
            <p:cNvSpPr>
              <a:spLocks noGrp="1"/>
            </p:cNvSpPr>
            <p:nvPr/>
          </p:nvSpPr>
          <p:spPr>
            <a:xfrm rot="3133022">
              <a:off x="1101935" y="2685474"/>
              <a:ext cx="484466" cy="129709"/>
            </a:xfrm>
            <a:prstGeom prst="ellipse">
              <a:avLst/>
            </a:prstGeom>
            <a:gradFill>
              <a:gsLst>
                <a:gs pos="0">
                  <a:srgbClr val="F7F9FA">
                    <a:alpha val="32968"/>
                  </a:srgbClr>
                </a:gs>
                <a:gs pos="14286">
                  <a:srgbClr val="F7F9FA">
                    <a:alpha val="30764"/>
                  </a:srgbClr>
                </a:gs>
                <a:gs pos="28571">
                  <a:srgbClr val="F7F9FA">
                    <a:alpha val="24833"/>
                  </a:srgbClr>
                </a:gs>
                <a:gs pos="42857">
                  <a:srgbClr val="F7F9FA">
                    <a:alpha val="17075"/>
                  </a:srgbClr>
                </a:gs>
                <a:gs pos="57143">
                  <a:srgbClr val="F7F9FA">
                    <a:alpha val="9855"/>
                  </a:srgbClr>
                </a:gs>
                <a:gs pos="71429">
                  <a:srgbClr val="F7F9FA">
                    <a:alpha val="4740"/>
                  </a:srgbClr>
                </a:gs>
                <a:gs pos="85714">
                  <a:srgbClr val="F7F9FA">
                    <a:alpha val="1902"/>
                  </a:srgbClr>
                </a:gs>
                <a:gs pos="100000">
                  <a:srgbClr val="F7F9FA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347" name="Splat 347"/>
            <p:cNvSpPr>
              <a:spLocks noGrp="1"/>
            </p:cNvSpPr>
            <p:nvPr/>
          </p:nvSpPr>
          <p:spPr>
            <a:xfrm rot="-8339772">
              <a:off x="2453573" y="2474460"/>
              <a:ext cx="298456" cy="50892"/>
            </a:xfrm>
            <a:prstGeom prst="ellipse">
              <a:avLst/>
            </a:prstGeom>
            <a:gradFill>
              <a:gsLst>
                <a:gs pos="0">
                  <a:srgbClr val="8F0000">
                    <a:alpha val="32968"/>
                  </a:srgbClr>
                </a:gs>
                <a:gs pos="14286">
                  <a:srgbClr val="8F0000">
                    <a:alpha val="30764"/>
                  </a:srgbClr>
                </a:gs>
                <a:gs pos="28571">
                  <a:srgbClr val="8F0000">
                    <a:alpha val="24833"/>
                  </a:srgbClr>
                </a:gs>
                <a:gs pos="42857">
                  <a:srgbClr val="8F0000">
                    <a:alpha val="17075"/>
                  </a:srgbClr>
                </a:gs>
                <a:gs pos="57143">
                  <a:srgbClr val="8F0000">
                    <a:alpha val="9855"/>
                  </a:srgbClr>
                </a:gs>
                <a:gs pos="71429">
                  <a:srgbClr val="8F0000">
                    <a:alpha val="4740"/>
                  </a:srgbClr>
                </a:gs>
                <a:gs pos="85714">
                  <a:srgbClr val="8F0000">
                    <a:alpha val="1902"/>
                  </a:srgbClr>
                </a:gs>
                <a:gs pos="100000">
                  <a:srgbClr val="8F0000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348" name="Splat 348"/>
            <p:cNvSpPr>
              <a:spLocks noGrp="1"/>
            </p:cNvSpPr>
            <p:nvPr/>
          </p:nvSpPr>
          <p:spPr>
            <a:xfrm rot="-8467900">
              <a:off x="2108714" y="2416102"/>
              <a:ext cx="549241" cy="109682"/>
            </a:xfrm>
            <a:prstGeom prst="ellipse">
              <a:avLst/>
            </a:prstGeom>
            <a:gradFill>
              <a:gsLst>
                <a:gs pos="0">
                  <a:srgbClr val="FDFFFF">
                    <a:alpha val="32968"/>
                  </a:srgbClr>
                </a:gs>
                <a:gs pos="14286">
                  <a:srgbClr val="FDFFFF">
                    <a:alpha val="30764"/>
                  </a:srgbClr>
                </a:gs>
                <a:gs pos="28571">
                  <a:srgbClr val="FDFFFF">
                    <a:alpha val="24833"/>
                  </a:srgbClr>
                </a:gs>
                <a:gs pos="42857">
                  <a:srgbClr val="FDFFFF">
                    <a:alpha val="17075"/>
                  </a:srgbClr>
                </a:gs>
                <a:gs pos="57143">
                  <a:srgbClr val="FDFFFF">
                    <a:alpha val="9855"/>
                  </a:srgbClr>
                </a:gs>
                <a:gs pos="71429">
                  <a:srgbClr val="FDFFFF">
                    <a:alpha val="4740"/>
                  </a:srgbClr>
                </a:gs>
                <a:gs pos="85714">
                  <a:srgbClr val="FDFFFF">
                    <a:alpha val="1902"/>
                  </a:srgbClr>
                </a:gs>
                <a:gs pos="100000">
                  <a:srgbClr val="FDFFFF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349" name="Splat 349"/>
            <p:cNvSpPr>
              <a:spLocks noGrp="1"/>
            </p:cNvSpPr>
            <p:nvPr/>
          </p:nvSpPr>
          <p:spPr>
            <a:xfrm rot="4078952">
              <a:off x="3181364" y="2937183"/>
              <a:ext cx="738578" cy="145079"/>
            </a:xfrm>
            <a:prstGeom prst="ellipse">
              <a:avLst/>
            </a:prstGeom>
            <a:gradFill>
              <a:gsLst>
                <a:gs pos="0">
                  <a:srgbClr val="26009E">
                    <a:alpha val="6388"/>
                  </a:srgbClr>
                </a:gs>
                <a:gs pos="14286">
                  <a:srgbClr val="26009E">
                    <a:alpha val="5887"/>
                  </a:srgbClr>
                </a:gs>
                <a:gs pos="28571">
                  <a:srgbClr val="26009E">
                    <a:alpha val="4602"/>
                  </a:srgbClr>
                </a:gs>
                <a:gs pos="42857">
                  <a:srgbClr val="26009E">
                    <a:alpha val="3043"/>
                  </a:srgbClr>
                </a:gs>
                <a:gs pos="57143">
                  <a:srgbClr val="26009E">
                    <a:alpha val="1698"/>
                  </a:srgbClr>
                </a:gs>
                <a:gs pos="71429">
                  <a:srgbClr val="26009E">
                    <a:alpha val="798"/>
                  </a:srgbClr>
                </a:gs>
                <a:gs pos="85714">
                  <a:srgbClr val="26009E">
                    <a:alpha val="316"/>
                  </a:srgbClr>
                </a:gs>
                <a:gs pos="100000">
                  <a:srgbClr val="26009E">
                    <a:alpha val="106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350" name="Splat 350"/>
            <p:cNvSpPr>
              <a:spLocks noGrp="1"/>
            </p:cNvSpPr>
            <p:nvPr/>
          </p:nvSpPr>
          <p:spPr>
            <a:xfrm rot="9893170">
              <a:off x="2235300" y="-33856"/>
              <a:ext cx="565549" cy="92374"/>
            </a:xfrm>
            <a:prstGeom prst="ellipse">
              <a:avLst/>
            </a:prstGeom>
            <a:gradFill>
              <a:gsLst>
                <a:gs pos="0">
                  <a:srgbClr val="7E2500">
                    <a:alpha val="32968"/>
                  </a:srgbClr>
                </a:gs>
                <a:gs pos="14286">
                  <a:srgbClr val="7E2500">
                    <a:alpha val="30764"/>
                  </a:srgbClr>
                </a:gs>
                <a:gs pos="28571">
                  <a:srgbClr val="7E2500">
                    <a:alpha val="24833"/>
                  </a:srgbClr>
                </a:gs>
                <a:gs pos="42857">
                  <a:srgbClr val="7E2500">
                    <a:alpha val="17075"/>
                  </a:srgbClr>
                </a:gs>
                <a:gs pos="57143">
                  <a:srgbClr val="7E2500">
                    <a:alpha val="9855"/>
                  </a:srgbClr>
                </a:gs>
                <a:gs pos="71429">
                  <a:srgbClr val="7E2500">
                    <a:alpha val="4740"/>
                  </a:srgbClr>
                </a:gs>
                <a:gs pos="85714">
                  <a:srgbClr val="7E2500">
                    <a:alpha val="1902"/>
                  </a:srgbClr>
                </a:gs>
                <a:gs pos="100000">
                  <a:srgbClr val="7E2500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351" name="Splat 351"/>
            <p:cNvSpPr>
              <a:spLocks noGrp="1"/>
            </p:cNvSpPr>
            <p:nvPr/>
          </p:nvSpPr>
          <p:spPr>
            <a:xfrm rot="7069053">
              <a:off x="1040043" y="2676030"/>
              <a:ext cx="536972" cy="517619"/>
            </a:xfrm>
            <a:prstGeom prst="ellipse">
              <a:avLst/>
            </a:prstGeom>
            <a:gradFill>
              <a:gsLst>
                <a:gs pos="0">
                  <a:srgbClr val="00B7FF">
                    <a:alpha val="3056"/>
                  </a:srgbClr>
                </a:gs>
                <a:gs pos="14286">
                  <a:srgbClr val="00B7FF">
                    <a:alpha val="2813"/>
                  </a:srgbClr>
                </a:gs>
                <a:gs pos="28571">
                  <a:srgbClr val="00B7FF">
                    <a:alpha val="2191"/>
                  </a:srgbClr>
                </a:gs>
                <a:gs pos="42857">
                  <a:srgbClr val="00B7FF">
                    <a:alpha val="1442"/>
                  </a:srgbClr>
                </a:gs>
                <a:gs pos="57143">
                  <a:srgbClr val="00B7FF">
                    <a:alpha val="802"/>
                  </a:srgbClr>
                </a:gs>
                <a:gs pos="71429">
                  <a:srgbClr val="00B7FF">
                    <a:alpha val="376"/>
                  </a:srgbClr>
                </a:gs>
                <a:gs pos="85714">
                  <a:srgbClr val="00B7FF">
                    <a:alpha val="149"/>
                  </a:srgbClr>
                </a:gs>
                <a:gs pos="100000">
                  <a:srgbClr val="00B7FF">
                    <a:alpha val="50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352" name="Splat 352"/>
            <p:cNvSpPr>
              <a:spLocks noGrp="1"/>
            </p:cNvSpPr>
            <p:nvPr/>
          </p:nvSpPr>
          <p:spPr>
            <a:xfrm rot="-8610074">
              <a:off x="3362527" y="2250843"/>
              <a:ext cx="571096" cy="119396"/>
            </a:xfrm>
            <a:prstGeom prst="ellipse">
              <a:avLst/>
            </a:prstGeom>
            <a:gradFill>
              <a:gsLst>
                <a:gs pos="0">
                  <a:srgbClr val="004E94">
                    <a:alpha val="32736"/>
                  </a:srgbClr>
                </a:gs>
                <a:gs pos="14286">
                  <a:srgbClr val="004E94">
                    <a:alpha val="30543"/>
                  </a:srgbClr>
                </a:gs>
                <a:gs pos="28571">
                  <a:srgbClr val="004E94">
                    <a:alpha val="24647"/>
                  </a:srgbClr>
                </a:gs>
                <a:gs pos="42857">
                  <a:srgbClr val="004E94">
                    <a:alpha val="16941"/>
                  </a:srgbClr>
                </a:gs>
                <a:gs pos="57143">
                  <a:srgbClr val="004E94">
                    <a:alpha val="9774"/>
                  </a:srgbClr>
                </a:gs>
                <a:gs pos="71429">
                  <a:srgbClr val="004E94">
                    <a:alpha val="4700"/>
                  </a:srgbClr>
                </a:gs>
                <a:gs pos="85714">
                  <a:srgbClr val="004E94">
                    <a:alpha val="1886"/>
                  </a:srgbClr>
                </a:gs>
                <a:gs pos="100000">
                  <a:srgbClr val="004E94">
                    <a:alpha val="634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353" name="Splat 353"/>
            <p:cNvSpPr>
              <a:spLocks noGrp="1"/>
            </p:cNvSpPr>
            <p:nvPr/>
          </p:nvSpPr>
          <p:spPr>
            <a:xfrm rot="5172761">
              <a:off x="3042278" y="261828"/>
              <a:ext cx="831735" cy="78838"/>
            </a:xfrm>
            <a:prstGeom prst="ellipse">
              <a:avLst/>
            </a:prstGeom>
            <a:gradFill>
              <a:gsLst>
                <a:gs pos="0">
                  <a:srgbClr val="000483">
                    <a:alpha val="32968"/>
                  </a:srgbClr>
                </a:gs>
                <a:gs pos="14286">
                  <a:srgbClr val="000483">
                    <a:alpha val="30764"/>
                  </a:srgbClr>
                </a:gs>
                <a:gs pos="28571">
                  <a:srgbClr val="000483">
                    <a:alpha val="24833"/>
                  </a:srgbClr>
                </a:gs>
                <a:gs pos="42857">
                  <a:srgbClr val="000483">
                    <a:alpha val="17075"/>
                  </a:srgbClr>
                </a:gs>
                <a:gs pos="57143">
                  <a:srgbClr val="000483">
                    <a:alpha val="9855"/>
                  </a:srgbClr>
                </a:gs>
                <a:gs pos="71429">
                  <a:srgbClr val="000483">
                    <a:alpha val="4740"/>
                  </a:srgbClr>
                </a:gs>
                <a:gs pos="85714">
                  <a:srgbClr val="000483">
                    <a:alpha val="1902"/>
                  </a:srgbClr>
                </a:gs>
                <a:gs pos="100000">
                  <a:srgbClr val="000483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354" name="Splat 354"/>
            <p:cNvSpPr>
              <a:spLocks noGrp="1"/>
            </p:cNvSpPr>
            <p:nvPr/>
          </p:nvSpPr>
          <p:spPr>
            <a:xfrm rot="3452322">
              <a:off x="1350550" y="651176"/>
              <a:ext cx="697612" cy="66368"/>
            </a:xfrm>
            <a:prstGeom prst="ellipse">
              <a:avLst/>
            </a:prstGeom>
            <a:gradFill>
              <a:gsLst>
                <a:gs pos="0">
                  <a:srgbClr val="4B6600">
                    <a:alpha val="32968"/>
                  </a:srgbClr>
                </a:gs>
                <a:gs pos="14286">
                  <a:srgbClr val="4B6600">
                    <a:alpha val="30764"/>
                  </a:srgbClr>
                </a:gs>
                <a:gs pos="28571">
                  <a:srgbClr val="4B6600">
                    <a:alpha val="24833"/>
                  </a:srgbClr>
                </a:gs>
                <a:gs pos="42857">
                  <a:srgbClr val="4B6600">
                    <a:alpha val="17075"/>
                  </a:srgbClr>
                </a:gs>
                <a:gs pos="57143">
                  <a:srgbClr val="4B6600">
                    <a:alpha val="9855"/>
                  </a:srgbClr>
                </a:gs>
                <a:gs pos="71429">
                  <a:srgbClr val="4B6600">
                    <a:alpha val="4740"/>
                  </a:srgbClr>
                </a:gs>
                <a:gs pos="85714">
                  <a:srgbClr val="4B6600">
                    <a:alpha val="1902"/>
                  </a:srgbClr>
                </a:gs>
                <a:gs pos="100000">
                  <a:srgbClr val="4B6600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355" name="Splat 355"/>
            <p:cNvSpPr>
              <a:spLocks noGrp="1"/>
            </p:cNvSpPr>
            <p:nvPr/>
          </p:nvSpPr>
          <p:spPr>
            <a:xfrm rot="10406511">
              <a:off x="2880676" y="1104219"/>
              <a:ext cx="642250" cy="48947"/>
            </a:xfrm>
            <a:prstGeom prst="ellipse">
              <a:avLst/>
            </a:prstGeom>
            <a:gradFill>
              <a:gsLst>
                <a:gs pos="0">
                  <a:srgbClr val="4A0000">
                    <a:alpha val="32968"/>
                  </a:srgbClr>
                </a:gs>
                <a:gs pos="14286">
                  <a:srgbClr val="4A0000">
                    <a:alpha val="30764"/>
                  </a:srgbClr>
                </a:gs>
                <a:gs pos="28571">
                  <a:srgbClr val="4A0000">
                    <a:alpha val="24833"/>
                  </a:srgbClr>
                </a:gs>
                <a:gs pos="42857">
                  <a:srgbClr val="4A0000">
                    <a:alpha val="17075"/>
                  </a:srgbClr>
                </a:gs>
                <a:gs pos="57143">
                  <a:srgbClr val="4A0000">
                    <a:alpha val="9855"/>
                  </a:srgbClr>
                </a:gs>
                <a:gs pos="71429">
                  <a:srgbClr val="4A0000">
                    <a:alpha val="4740"/>
                  </a:srgbClr>
                </a:gs>
                <a:gs pos="85714">
                  <a:srgbClr val="4A0000">
                    <a:alpha val="1902"/>
                  </a:srgbClr>
                </a:gs>
                <a:gs pos="100000">
                  <a:srgbClr val="4A0000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356" name="Splat 356"/>
            <p:cNvSpPr>
              <a:spLocks noGrp="1"/>
            </p:cNvSpPr>
            <p:nvPr/>
          </p:nvSpPr>
          <p:spPr>
            <a:xfrm rot="6733589">
              <a:off x="2920803" y="567188"/>
              <a:ext cx="499816" cy="269511"/>
            </a:xfrm>
            <a:prstGeom prst="ellipse">
              <a:avLst/>
            </a:prstGeom>
            <a:gradFill>
              <a:gsLst>
                <a:gs pos="0">
                  <a:srgbClr val="EEAC00">
                    <a:alpha val="32968"/>
                  </a:srgbClr>
                </a:gs>
                <a:gs pos="14286">
                  <a:srgbClr val="EEAC00">
                    <a:alpha val="30764"/>
                  </a:srgbClr>
                </a:gs>
                <a:gs pos="28571">
                  <a:srgbClr val="EEAC00">
                    <a:alpha val="24833"/>
                  </a:srgbClr>
                </a:gs>
                <a:gs pos="42857">
                  <a:srgbClr val="EEAC00">
                    <a:alpha val="17075"/>
                  </a:srgbClr>
                </a:gs>
                <a:gs pos="57143">
                  <a:srgbClr val="EEAC00">
                    <a:alpha val="9855"/>
                  </a:srgbClr>
                </a:gs>
                <a:gs pos="71429">
                  <a:srgbClr val="EEAC00">
                    <a:alpha val="4740"/>
                  </a:srgbClr>
                </a:gs>
                <a:gs pos="85714">
                  <a:srgbClr val="EEAC00">
                    <a:alpha val="1902"/>
                  </a:srgbClr>
                </a:gs>
                <a:gs pos="100000">
                  <a:srgbClr val="EEAC00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357" name="Splat 357"/>
            <p:cNvSpPr>
              <a:spLocks noGrp="1"/>
            </p:cNvSpPr>
            <p:nvPr/>
          </p:nvSpPr>
          <p:spPr>
            <a:xfrm rot="2964557">
              <a:off x="-130715" y="2104090"/>
              <a:ext cx="664730" cy="123623"/>
            </a:xfrm>
            <a:prstGeom prst="ellipse">
              <a:avLst/>
            </a:prstGeom>
            <a:gradFill>
              <a:gsLst>
                <a:gs pos="0">
                  <a:srgbClr val="FF8800">
                    <a:alpha val="27130"/>
                  </a:srgbClr>
                </a:gs>
                <a:gs pos="14286">
                  <a:srgbClr val="FF8800">
                    <a:alpha val="25241"/>
                  </a:srgbClr>
                </a:gs>
                <a:gs pos="28571">
                  <a:srgbClr val="FF8800">
                    <a:alpha val="20217"/>
                  </a:srgbClr>
                </a:gs>
                <a:gs pos="42857">
                  <a:srgbClr val="FF8800">
                    <a:alpha val="13770"/>
                  </a:srgbClr>
                </a:gs>
                <a:gs pos="57143">
                  <a:srgbClr val="FF8800">
                    <a:alpha val="7881"/>
                  </a:srgbClr>
                </a:gs>
                <a:gs pos="71429">
                  <a:srgbClr val="FF8800">
                    <a:alpha val="3770"/>
                  </a:srgbClr>
                </a:gs>
                <a:gs pos="85714">
                  <a:srgbClr val="FF8800">
                    <a:alpha val="1508"/>
                  </a:srgbClr>
                </a:gs>
                <a:gs pos="100000">
                  <a:srgbClr val="FF8800">
                    <a:alpha val="506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358" name="Splat 358"/>
            <p:cNvSpPr>
              <a:spLocks noGrp="1"/>
            </p:cNvSpPr>
            <p:nvPr/>
          </p:nvSpPr>
          <p:spPr>
            <a:xfrm rot="5400000">
              <a:off x="2994350" y="98793"/>
              <a:ext cx="51805" cy="51805"/>
            </a:xfrm>
            <a:prstGeom prst="ellipse">
              <a:avLst/>
            </a:prstGeom>
            <a:gradFill>
              <a:gsLst>
                <a:gs pos="0">
                  <a:srgbClr val="CDA176">
                    <a:alpha val="16013"/>
                  </a:srgbClr>
                </a:gs>
                <a:gs pos="14286">
                  <a:srgbClr val="CDA176">
                    <a:alpha val="14819"/>
                  </a:srgbClr>
                </a:gs>
                <a:gs pos="28571">
                  <a:srgbClr val="CDA176">
                    <a:alpha val="11709"/>
                  </a:srgbClr>
                </a:gs>
                <a:gs pos="42857">
                  <a:srgbClr val="CDA176">
                    <a:alpha val="7844"/>
                  </a:srgbClr>
                </a:gs>
                <a:gs pos="57143">
                  <a:srgbClr val="CDA176">
                    <a:alpha val="4425"/>
                  </a:srgbClr>
                </a:gs>
                <a:gs pos="71429">
                  <a:srgbClr val="CDA176">
                    <a:alpha val="2096"/>
                  </a:srgbClr>
                </a:gs>
                <a:gs pos="85714">
                  <a:srgbClr val="CDA176">
                    <a:alpha val="834"/>
                  </a:srgbClr>
                </a:gs>
                <a:gs pos="100000">
                  <a:srgbClr val="CDA176">
                    <a:alpha val="27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359" name="Splat 359"/>
            <p:cNvSpPr>
              <a:spLocks noGrp="1"/>
            </p:cNvSpPr>
            <p:nvPr/>
          </p:nvSpPr>
          <p:spPr>
            <a:xfrm rot="9927192">
              <a:off x="3153378" y="165919"/>
              <a:ext cx="479193" cy="453862"/>
            </a:xfrm>
            <a:prstGeom prst="ellipse">
              <a:avLst/>
            </a:prstGeom>
            <a:gradFill>
              <a:gsLst>
                <a:gs pos="0">
                  <a:srgbClr val="84CCD1">
                    <a:alpha val="9312"/>
                  </a:srgbClr>
                </a:gs>
                <a:gs pos="14286">
                  <a:srgbClr val="84CCD1">
                    <a:alpha val="8592"/>
                  </a:srgbClr>
                </a:gs>
                <a:gs pos="28571">
                  <a:srgbClr val="84CCD1">
                    <a:alpha val="6738"/>
                  </a:srgbClr>
                </a:gs>
                <a:gs pos="42857">
                  <a:srgbClr val="84CCD1">
                    <a:alpha val="4472"/>
                  </a:srgbClr>
                </a:gs>
                <a:gs pos="57143">
                  <a:srgbClr val="84CCD1">
                    <a:alpha val="2503"/>
                  </a:srgbClr>
                </a:gs>
                <a:gs pos="71429">
                  <a:srgbClr val="84CCD1">
                    <a:alpha val="1180"/>
                  </a:srgbClr>
                </a:gs>
                <a:gs pos="85714">
                  <a:srgbClr val="84CCD1">
                    <a:alpha val="468"/>
                  </a:srgbClr>
                </a:gs>
                <a:gs pos="100000">
                  <a:srgbClr val="84CCD1">
                    <a:alpha val="157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360" name="Splat 360"/>
            <p:cNvSpPr>
              <a:spLocks noGrp="1"/>
            </p:cNvSpPr>
            <p:nvPr/>
          </p:nvSpPr>
          <p:spPr>
            <a:xfrm rot="-9610569">
              <a:off x="1276065" y="1992888"/>
              <a:ext cx="924236" cy="180205"/>
            </a:xfrm>
            <a:prstGeom prst="ellipse">
              <a:avLst/>
            </a:prstGeom>
            <a:gradFill>
              <a:gsLst>
                <a:gs pos="0">
                  <a:srgbClr val="FBFFF5">
                    <a:alpha val="32968"/>
                  </a:srgbClr>
                </a:gs>
                <a:gs pos="14286">
                  <a:srgbClr val="FBFFF5">
                    <a:alpha val="30764"/>
                  </a:srgbClr>
                </a:gs>
                <a:gs pos="28571">
                  <a:srgbClr val="FBFFF5">
                    <a:alpha val="24833"/>
                  </a:srgbClr>
                </a:gs>
                <a:gs pos="42857">
                  <a:srgbClr val="FBFFF5">
                    <a:alpha val="17075"/>
                  </a:srgbClr>
                </a:gs>
                <a:gs pos="57143">
                  <a:srgbClr val="FBFFF5">
                    <a:alpha val="9855"/>
                  </a:srgbClr>
                </a:gs>
                <a:gs pos="71429">
                  <a:srgbClr val="FBFFF5">
                    <a:alpha val="4740"/>
                  </a:srgbClr>
                </a:gs>
                <a:gs pos="85714">
                  <a:srgbClr val="FBFFF5">
                    <a:alpha val="1902"/>
                  </a:srgbClr>
                </a:gs>
                <a:gs pos="100000">
                  <a:srgbClr val="FBFFF5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361" name="Splat 361"/>
            <p:cNvSpPr>
              <a:spLocks noGrp="1"/>
            </p:cNvSpPr>
            <p:nvPr/>
          </p:nvSpPr>
          <p:spPr>
            <a:xfrm rot="7574847">
              <a:off x="2739107" y="3548340"/>
              <a:ext cx="743675" cy="199244"/>
            </a:xfrm>
            <a:prstGeom prst="ellipse">
              <a:avLst/>
            </a:prstGeom>
            <a:gradFill>
              <a:gsLst>
                <a:gs pos="0">
                  <a:srgbClr val="00DDD8">
                    <a:alpha val="1925"/>
                  </a:srgbClr>
                </a:gs>
                <a:gs pos="14286">
                  <a:srgbClr val="00DDD8">
                    <a:alpha val="1771"/>
                  </a:srgbClr>
                </a:gs>
                <a:gs pos="28571">
                  <a:srgbClr val="00DDD8">
                    <a:alpha val="1378"/>
                  </a:srgbClr>
                </a:gs>
                <a:gs pos="42857">
                  <a:srgbClr val="00DDD8">
                    <a:alpha val="906"/>
                  </a:srgbClr>
                </a:gs>
                <a:gs pos="57143">
                  <a:srgbClr val="00DDD8">
                    <a:alpha val="503"/>
                  </a:srgbClr>
                </a:gs>
                <a:gs pos="71429">
                  <a:srgbClr val="00DDD8">
                    <a:alpha val="236"/>
                  </a:srgbClr>
                </a:gs>
                <a:gs pos="85714">
                  <a:srgbClr val="00DDD8">
                    <a:alpha val="93"/>
                  </a:srgbClr>
                </a:gs>
                <a:gs pos="100000">
                  <a:srgbClr val="00DDD8">
                    <a:alpha val="31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362" name="Splat 362"/>
            <p:cNvSpPr>
              <a:spLocks noGrp="1"/>
            </p:cNvSpPr>
            <p:nvPr/>
          </p:nvSpPr>
          <p:spPr>
            <a:xfrm rot="4318859">
              <a:off x="2938957" y="2110088"/>
              <a:ext cx="584594" cy="93007"/>
            </a:xfrm>
            <a:prstGeom prst="ellipse">
              <a:avLst/>
            </a:prstGeom>
            <a:gradFill>
              <a:gsLst>
                <a:gs pos="0">
                  <a:srgbClr val="FAFFFF">
                    <a:alpha val="27965"/>
                  </a:srgbClr>
                </a:gs>
                <a:gs pos="14286">
                  <a:srgbClr val="FAFFFF">
                    <a:alpha val="26028"/>
                  </a:srgbClr>
                </a:gs>
                <a:gs pos="28571">
                  <a:srgbClr val="FAFFFF">
                    <a:alpha val="20871"/>
                  </a:srgbClr>
                </a:gs>
                <a:gs pos="42857">
                  <a:srgbClr val="FAFFFF">
                    <a:alpha val="14233"/>
                  </a:srgbClr>
                </a:gs>
                <a:gs pos="57143">
                  <a:srgbClr val="FAFFFF">
                    <a:alpha val="8156"/>
                  </a:srgbClr>
                </a:gs>
                <a:gs pos="71429">
                  <a:srgbClr val="FAFFFF">
                    <a:alpha val="3904"/>
                  </a:srgbClr>
                </a:gs>
                <a:gs pos="85714">
                  <a:srgbClr val="FAFFFF">
                    <a:alpha val="1562"/>
                  </a:srgbClr>
                </a:gs>
                <a:gs pos="100000">
                  <a:srgbClr val="FAFFFF">
                    <a:alpha val="525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363" name="Splat 363"/>
            <p:cNvSpPr>
              <a:spLocks noGrp="1"/>
            </p:cNvSpPr>
            <p:nvPr/>
          </p:nvSpPr>
          <p:spPr>
            <a:xfrm rot="5400000">
              <a:off x="2513160" y="2647624"/>
              <a:ext cx="62671" cy="62671"/>
            </a:xfrm>
            <a:prstGeom prst="ellipse">
              <a:avLst/>
            </a:prstGeom>
            <a:gradFill>
              <a:gsLst>
                <a:gs pos="0">
                  <a:srgbClr val="7B3700">
                    <a:alpha val="13125"/>
                  </a:srgbClr>
                </a:gs>
                <a:gs pos="14286">
                  <a:srgbClr val="7B3700">
                    <a:alpha val="12130"/>
                  </a:srgbClr>
                </a:gs>
                <a:gs pos="28571">
                  <a:srgbClr val="7B3700">
                    <a:alpha val="9553"/>
                  </a:srgbClr>
                </a:gs>
                <a:gs pos="42857">
                  <a:srgbClr val="7B3700">
                    <a:alpha val="6374"/>
                  </a:srgbClr>
                </a:gs>
                <a:gs pos="57143">
                  <a:srgbClr val="7B3700">
                    <a:alpha val="3583"/>
                  </a:srgbClr>
                </a:gs>
                <a:gs pos="71429">
                  <a:srgbClr val="7B3700">
                    <a:alpha val="1694"/>
                  </a:srgbClr>
                </a:gs>
                <a:gs pos="85714">
                  <a:srgbClr val="7B3700">
                    <a:alpha val="673"/>
                  </a:srgbClr>
                </a:gs>
                <a:gs pos="100000">
                  <a:srgbClr val="7B3700">
                    <a:alpha val="225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364" name="Splat 364"/>
            <p:cNvSpPr>
              <a:spLocks noGrp="1"/>
            </p:cNvSpPr>
            <p:nvPr/>
          </p:nvSpPr>
          <p:spPr>
            <a:xfrm rot="8429274">
              <a:off x="3308768" y="1373396"/>
              <a:ext cx="537169" cy="445514"/>
            </a:xfrm>
            <a:prstGeom prst="ellipse">
              <a:avLst/>
            </a:prstGeom>
            <a:gradFill>
              <a:gsLst>
                <a:gs pos="0">
                  <a:srgbClr val="F3FFFF">
                    <a:alpha val="14866"/>
                  </a:srgbClr>
                </a:gs>
                <a:gs pos="14286">
                  <a:srgbClr val="F3FFFF">
                    <a:alpha val="13751"/>
                  </a:srgbClr>
                </a:gs>
                <a:gs pos="28571">
                  <a:srgbClr val="F3FFFF">
                    <a:alpha val="10851"/>
                  </a:srgbClr>
                </a:gs>
                <a:gs pos="42857">
                  <a:srgbClr val="F3FFFF">
                    <a:alpha val="7257"/>
                  </a:srgbClr>
                </a:gs>
                <a:gs pos="57143">
                  <a:srgbClr val="F3FFFF">
                    <a:alpha val="4089"/>
                  </a:srgbClr>
                </a:gs>
                <a:gs pos="71429">
                  <a:srgbClr val="F3FFFF">
                    <a:alpha val="1935"/>
                  </a:srgbClr>
                </a:gs>
                <a:gs pos="85714">
                  <a:srgbClr val="F3FFFF">
                    <a:alpha val="770"/>
                  </a:srgbClr>
                </a:gs>
                <a:gs pos="100000">
                  <a:srgbClr val="F3FFFF">
                    <a:alpha val="258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365" name="Splat 365"/>
            <p:cNvSpPr>
              <a:spLocks noGrp="1"/>
            </p:cNvSpPr>
            <p:nvPr/>
          </p:nvSpPr>
          <p:spPr>
            <a:xfrm rot="4806095">
              <a:off x="893889" y="3155100"/>
              <a:ext cx="658060" cy="59733"/>
            </a:xfrm>
            <a:prstGeom prst="ellipse">
              <a:avLst/>
            </a:prstGeom>
            <a:gradFill>
              <a:gsLst>
                <a:gs pos="0">
                  <a:srgbClr val="FDFFFF">
                    <a:alpha val="32968"/>
                  </a:srgbClr>
                </a:gs>
                <a:gs pos="14286">
                  <a:srgbClr val="FDFFFF">
                    <a:alpha val="30764"/>
                  </a:srgbClr>
                </a:gs>
                <a:gs pos="28571">
                  <a:srgbClr val="FDFFFF">
                    <a:alpha val="24833"/>
                  </a:srgbClr>
                </a:gs>
                <a:gs pos="42857">
                  <a:srgbClr val="FDFFFF">
                    <a:alpha val="17075"/>
                  </a:srgbClr>
                </a:gs>
                <a:gs pos="57143">
                  <a:srgbClr val="FDFFFF">
                    <a:alpha val="9855"/>
                  </a:srgbClr>
                </a:gs>
                <a:gs pos="71429">
                  <a:srgbClr val="FDFFFF">
                    <a:alpha val="4740"/>
                  </a:srgbClr>
                </a:gs>
                <a:gs pos="85714">
                  <a:srgbClr val="FDFFFF">
                    <a:alpha val="1902"/>
                  </a:srgbClr>
                </a:gs>
                <a:gs pos="100000">
                  <a:srgbClr val="FDFFFF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366" name="Splat 366"/>
            <p:cNvSpPr>
              <a:spLocks noGrp="1"/>
            </p:cNvSpPr>
            <p:nvPr/>
          </p:nvSpPr>
          <p:spPr>
            <a:xfrm rot="4511382">
              <a:off x="2831018" y="398532"/>
              <a:ext cx="753187" cy="108522"/>
            </a:xfrm>
            <a:prstGeom prst="ellipse">
              <a:avLst/>
            </a:prstGeom>
            <a:gradFill>
              <a:gsLst>
                <a:gs pos="0">
                  <a:srgbClr val="CCD9FF">
                    <a:alpha val="32968"/>
                  </a:srgbClr>
                </a:gs>
                <a:gs pos="14286">
                  <a:srgbClr val="CCD9FF">
                    <a:alpha val="30764"/>
                  </a:srgbClr>
                </a:gs>
                <a:gs pos="28571">
                  <a:srgbClr val="CCD9FF">
                    <a:alpha val="24833"/>
                  </a:srgbClr>
                </a:gs>
                <a:gs pos="42857">
                  <a:srgbClr val="CCD9FF">
                    <a:alpha val="17075"/>
                  </a:srgbClr>
                </a:gs>
                <a:gs pos="57143">
                  <a:srgbClr val="CCD9FF">
                    <a:alpha val="9855"/>
                  </a:srgbClr>
                </a:gs>
                <a:gs pos="71429">
                  <a:srgbClr val="CCD9FF">
                    <a:alpha val="4740"/>
                  </a:srgbClr>
                </a:gs>
                <a:gs pos="85714">
                  <a:srgbClr val="CCD9FF">
                    <a:alpha val="1902"/>
                  </a:srgbClr>
                </a:gs>
                <a:gs pos="100000">
                  <a:srgbClr val="CCD9FF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367" name="Splat 367"/>
            <p:cNvSpPr>
              <a:spLocks noGrp="1"/>
            </p:cNvSpPr>
            <p:nvPr/>
          </p:nvSpPr>
          <p:spPr>
            <a:xfrm rot="5340373">
              <a:off x="2394736" y="2848495"/>
              <a:ext cx="477290" cy="460139"/>
            </a:xfrm>
            <a:prstGeom prst="ellipse">
              <a:avLst/>
            </a:prstGeom>
            <a:gradFill>
              <a:gsLst>
                <a:gs pos="0">
                  <a:srgbClr val="002057">
                    <a:alpha val="1983"/>
                  </a:srgbClr>
                </a:gs>
                <a:gs pos="14286">
                  <a:srgbClr val="002057">
                    <a:alpha val="1824"/>
                  </a:srgbClr>
                </a:gs>
                <a:gs pos="28571">
                  <a:srgbClr val="002057">
                    <a:alpha val="1419"/>
                  </a:srgbClr>
                </a:gs>
                <a:gs pos="42857">
                  <a:srgbClr val="002057">
                    <a:alpha val="933"/>
                  </a:srgbClr>
                </a:gs>
                <a:gs pos="57143">
                  <a:srgbClr val="002057">
                    <a:alpha val="518"/>
                  </a:srgbClr>
                </a:gs>
                <a:gs pos="71429">
                  <a:srgbClr val="002057">
                    <a:alpha val="243"/>
                  </a:srgbClr>
                </a:gs>
                <a:gs pos="85714">
                  <a:srgbClr val="002057">
                    <a:alpha val="96"/>
                  </a:srgbClr>
                </a:gs>
                <a:gs pos="100000">
                  <a:srgbClr val="002057">
                    <a:alpha val="32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368" name="Splat 368"/>
            <p:cNvSpPr>
              <a:spLocks noGrp="1"/>
            </p:cNvSpPr>
            <p:nvPr/>
          </p:nvSpPr>
          <p:spPr>
            <a:xfrm rot="7415173">
              <a:off x="-68604" y="308596"/>
              <a:ext cx="621533" cy="42050"/>
            </a:xfrm>
            <a:prstGeom prst="ellipse">
              <a:avLst/>
            </a:prstGeom>
            <a:gradFill>
              <a:gsLst>
                <a:gs pos="0">
                  <a:srgbClr val="000000">
                    <a:alpha val="32968"/>
                  </a:srgbClr>
                </a:gs>
                <a:gs pos="14286">
                  <a:srgbClr val="000000">
                    <a:alpha val="30764"/>
                  </a:srgbClr>
                </a:gs>
                <a:gs pos="28571">
                  <a:srgbClr val="000000">
                    <a:alpha val="24833"/>
                  </a:srgbClr>
                </a:gs>
                <a:gs pos="42857">
                  <a:srgbClr val="000000">
                    <a:alpha val="17075"/>
                  </a:srgbClr>
                </a:gs>
                <a:gs pos="57143">
                  <a:srgbClr val="000000">
                    <a:alpha val="9855"/>
                  </a:srgbClr>
                </a:gs>
                <a:gs pos="71429">
                  <a:srgbClr val="000000">
                    <a:alpha val="4740"/>
                  </a:srgbClr>
                </a:gs>
                <a:gs pos="85714">
                  <a:srgbClr val="000000">
                    <a:alpha val="1902"/>
                  </a:srgbClr>
                </a:gs>
                <a:gs pos="100000">
                  <a:srgbClr val="000000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369" name="Splat 369"/>
            <p:cNvSpPr>
              <a:spLocks noGrp="1"/>
            </p:cNvSpPr>
            <p:nvPr/>
          </p:nvSpPr>
          <p:spPr>
            <a:xfrm rot="-8482888">
              <a:off x="1642553" y="2725542"/>
              <a:ext cx="762145" cy="73628"/>
            </a:xfrm>
            <a:prstGeom prst="ellipse">
              <a:avLst/>
            </a:prstGeom>
            <a:gradFill>
              <a:gsLst>
                <a:gs pos="0">
                  <a:srgbClr val="000000">
                    <a:alpha val="32968"/>
                  </a:srgbClr>
                </a:gs>
                <a:gs pos="14286">
                  <a:srgbClr val="000000">
                    <a:alpha val="30764"/>
                  </a:srgbClr>
                </a:gs>
                <a:gs pos="28571">
                  <a:srgbClr val="000000">
                    <a:alpha val="24833"/>
                  </a:srgbClr>
                </a:gs>
                <a:gs pos="42857">
                  <a:srgbClr val="000000">
                    <a:alpha val="17075"/>
                  </a:srgbClr>
                </a:gs>
                <a:gs pos="57143">
                  <a:srgbClr val="000000">
                    <a:alpha val="9855"/>
                  </a:srgbClr>
                </a:gs>
                <a:gs pos="71429">
                  <a:srgbClr val="000000">
                    <a:alpha val="4740"/>
                  </a:srgbClr>
                </a:gs>
                <a:gs pos="85714">
                  <a:srgbClr val="000000">
                    <a:alpha val="1902"/>
                  </a:srgbClr>
                </a:gs>
                <a:gs pos="100000">
                  <a:srgbClr val="000000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370" name="Splat 370"/>
            <p:cNvSpPr>
              <a:spLocks noGrp="1"/>
            </p:cNvSpPr>
            <p:nvPr/>
          </p:nvSpPr>
          <p:spPr>
            <a:xfrm rot="-9271135">
              <a:off x="2302257" y="2215021"/>
              <a:ext cx="684543" cy="247533"/>
            </a:xfrm>
            <a:prstGeom prst="ellipse">
              <a:avLst/>
            </a:prstGeom>
            <a:gradFill>
              <a:gsLst>
                <a:gs pos="0">
                  <a:srgbClr val="FFFFF3">
                    <a:alpha val="23128"/>
                  </a:srgbClr>
                </a:gs>
                <a:gs pos="14286">
                  <a:srgbClr val="FFFFF3">
                    <a:alpha val="21475"/>
                  </a:srgbClr>
                </a:gs>
                <a:gs pos="28571">
                  <a:srgbClr val="FFFFF3">
                    <a:alpha val="17114"/>
                  </a:srgbClr>
                </a:gs>
                <a:gs pos="42857">
                  <a:srgbClr val="FFFFF3">
                    <a:alpha val="11584"/>
                  </a:srgbClr>
                </a:gs>
                <a:gs pos="57143">
                  <a:srgbClr val="FFFFF3">
                    <a:alpha val="6595"/>
                  </a:srgbClr>
                </a:gs>
                <a:gs pos="71429">
                  <a:srgbClr val="FFFFF3">
                    <a:alpha val="3143"/>
                  </a:srgbClr>
                </a:gs>
                <a:gs pos="85714">
                  <a:srgbClr val="FFFFF3">
                    <a:alpha val="1255"/>
                  </a:srgbClr>
                </a:gs>
                <a:gs pos="100000">
                  <a:srgbClr val="FFFFF3">
                    <a:alpha val="421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371" name="Splat 371"/>
            <p:cNvSpPr>
              <a:spLocks noGrp="1"/>
            </p:cNvSpPr>
            <p:nvPr/>
          </p:nvSpPr>
          <p:spPr>
            <a:xfrm rot="5132418">
              <a:off x="1485544" y="373655"/>
              <a:ext cx="620316" cy="203592"/>
            </a:xfrm>
            <a:prstGeom prst="ellipse">
              <a:avLst/>
            </a:prstGeom>
            <a:gradFill>
              <a:gsLst>
                <a:gs pos="0">
                  <a:srgbClr val="001C00">
                    <a:alpha val="32968"/>
                  </a:srgbClr>
                </a:gs>
                <a:gs pos="14286">
                  <a:srgbClr val="001C00">
                    <a:alpha val="30764"/>
                  </a:srgbClr>
                </a:gs>
                <a:gs pos="28571">
                  <a:srgbClr val="001C00">
                    <a:alpha val="24833"/>
                  </a:srgbClr>
                </a:gs>
                <a:gs pos="42857">
                  <a:srgbClr val="001C00">
                    <a:alpha val="17075"/>
                  </a:srgbClr>
                </a:gs>
                <a:gs pos="57143">
                  <a:srgbClr val="001C00">
                    <a:alpha val="9855"/>
                  </a:srgbClr>
                </a:gs>
                <a:gs pos="71429">
                  <a:srgbClr val="001C00">
                    <a:alpha val="4740"/>
                  </a:srgbClr>
                </a:gs>
                <a:gs pos="85714">
                  <a:srgbClr val="001C00">
                    <a:alpha val="1902"/>
                  </a:srgbClr>
                </a:gs>
                <a:gs pos="100000">
                  <a:srgbClr val="001C00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372" name="Splat 372"/>
            <p:cNvSpPr>
              <a:spLocks noGrp="1"/>
            </p:cNvSpPr>
            <p:nvPr/>
          </p:nvSpPr>
          <p:spPr>
            <a:xfrm rot="4316302">
              <a:off x="1658792" y="2451969"/>
              <a:ext cx="782611" cy="64821"/>
            </a:xfrm>
            <a:prstGeom prst="ellipse">
              <a:avLst/>
            </a:prstGeom>
            <a:gradFill>
              <a:gsLst>
                <a:gs pos="0">
                  <a:srgbClr val="000000">
                    <a:alpha val="32968"/>
                  </a:srgbClr>
                </a:gs>
                <a:gs pos="14286">
                  <a:srgbClr val="000000">
                    <a:alpha val="30764"/>
                  </a:srgbClr>
                </a:gs>
                <a:gs pos="28571">
                  <a:srgbClr val="000000">
                    <a:alpha val="24833"/>
                  </a:srgbClr>
                </a:gs>
                <a:gs pos="42857">
                  <a:srgbClr val="000000">
                    <a:alpha val="17075"/>
                  </a:srgbClr>
                </a:gs>
                <a:gs pos="57143">
                  <a:srgbClr val="000000">
                    <a:alpha val="9855"/>
                  </a:srgbClr>
                </a:gs>
                <a:gs pos="71429">
                  <a:srgbClr val="000000">
                    <a:alpha val="4740"/>
                  </a:srgbClr>
                </a:gs>
                <a:gs pos="85714">
                  <a:srgbClr val="000000">
                    <a:alpha val="1902"/>
                  </a:srgbClr>
                </a:gs>
                <a:gs pos="100000">
                  <a:srgbClr val="000000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373" name="Splat 373"/>
            <p:cNvSpPr>
              <a:spLocks noGrp="1"/>
            </p:cNvSpPr>
            <p:nvPr/>
          </p:nvSpPr>
          <p:spPr>
            <a:xfrm rot="5286764">
              <a:off x="1590282" y="1108569"/>
              <a:ext cx="616358" cy="225487"/>
            </a:xfrm>
            <a:prstGeom prst="ellipse">
              <a:avLst/>
            </a:prstGeom>
            <a:gradFill>
              <a:gsLst>
                <a:gs pos="0">
                  <a:srgbClr val="F4C200">
                    <a:alpha val="32968"/>
                  </a:srgbClr>
                </a:gs>
                <a:gs pos="14286">
                  <a:srgbClr val="F4C200">
                    <a:alpha val="30764"/>
                  </a:srgbClr>
                </a:gs>
                <a:gs pos="28571">
                  <a:srgbClr val="F4C200">
                    <a:alpha val="24833"/>
                  </a:srgbClr>
                </a:gs>
                <a:gs pos="42857">
                  <a:srgbClr val="F4C200">
                    <a:alpha val="17075"/>
                  </a:srgbClr>
                </a:gs>
                <a:gs pos="57143">
                  <a:srgbClr val="F4C200">
                    <a:alpha val="9855"/>
                  </a:srgbClr>
                </a:gs>
                <a:gs pos="71429">
                  <a:srgbClr val="F4C200">
                    <a:alpha val="4740"/>
                  </a:srgbClr>
                </a:gs>
                <a:gs pos="85714">
                  <a:srgbClr val="F4C200">
                    <a:alpha val="1902"/>
                  </a:srgbClr>
                </a:gs>
                <a:gs pos="100000">
                  <a:srgbClr val="F4C200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374" name="Splat 374"/>
            <p:cNvSpPr>
              <a:spLocks noGrp="1"/>
            </p:cNvSpPr>
            <p:nvPr/>
          </p:nvSpPr>
          <p:spPr>
            <a:xfrm rot="3242653">
              <a:off x="579882" y="2085297"/>
              <a:ext cx="478296" cy="94473"/>
            </a:xfrm>
            <a:prstGeom prst="ellipse">
              <a:avLst/>
            </a:prstGeom>
            <a:gradFill>
              <a:gsLst>
                <a:gs pos="0">
                  <a:srgbClr val="850000">
                    <a:alpha val="32968"/>
                  </a:srgbClr>
                </a:gs>
                <a:gs pos="14286">
                  <a:srgbClr val="850000">
                    <a:alpha val="30764"/>
                  </a:srgbClr>
                </a:gs>
                <a:gs pos="28571">
                  <a:srgbClr val="850000">
                    <a:alpha val="24833"/>
                  </a:srgbClr>
                </a:gs>
                <a:gs pos="42857">
                  <a:srgbClr val="850000">
                    <a:alpha val="17075"/>
                  </a:srgbClr>
                </a:gs>
                <a:gs pos="57143">
                  <a:srgbClr val="850000">
                    <a:alpha val="9855"/>
                  </a:srgbClr>
                </a:gs>
                <a:gs pos="71429">
                  <a:srgbClr val="850000">
                    <a:alpha val="4740"/>
                  </a:srgbClr>
                </a:gs>
                <a:gs pos="85714">
                  <a:srgbClr val="850000">
                    <a:alpha val="1902"/>
                  </a:srgbClr>
                </a:gs>
                <a:gs pos="100000">
                  <a:srgbClr val="850000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375" name="Splat 375"/>
            <p:cNvSpPr>
              <a:spLocks noGrp="1"/>
            </p:cNvSpPr>
            <p:nvPr/>
          </p:nvSpPr>
          <p:spPr>
            <a:xfrm rot="-9471837">
              <a:off x="527488" y="2151264"/>
              <a:ext cx="617795" cy="54887"/>
            </a:xfrm>
            <a:prstGeom prst="ellipse">
              <a:avLst/>
            </a:prstGeom>
            <a:gradFill>
              <a:gsLst>
                <a:gs pos="0">
                  <a:srgbClr val="220000">
                    <a:alpha val="32968"/>
                  </a:srgbClr>
                </a:gs>
                <a:gs pos="14286">
                  <a:srgbClr val="220000">
                    <a:alpha val="30764"/>
                  </a:srgbClr>
                </a:gs>
                <a:gs pos="28571">
                  <a:srgbClr val="220000">
                    <a:alpha val="24833"/>
                  </a:srgbClr>
                </a:gs>
                <a:gs pos="42857">
                  <a:srgbClr val="220000">
                    <a:alpha val="17075"/>
                  </a:srgbClr>
                </a:gs>
                <a:gs pos="57143">
                  <a:srgbClr val="220000">
                    <a:alpha val="9855"/>
                  </a:srgbClr>
                </a:gs>
                <a:gs pos="71429">
                  <a:srgbClr val="220000">
                    <a:alpha val="4740"/>
                  </a:srgbClr>
                </a:gs>
                <a:gs pos="85714">
                  <a:srgbClr val="220000">
                    <a:alpha val="1902"/>
                  </a:srgbClr>
                </a:gs>
                <a:gs pos="100000">
                  <a:srgbClr val="220000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376" name="Splat 376"/>
            <p:cNvSpPr>
              <a:spLocks noGrp="1"/>
            </p:cNvSpPr>
            <p:nvPr/>
          </p:nvSpPr>
          <p:spPr>
            <a:xfrm rot="-9206873">
              <a:off x="2348526" y="946559"/>
              <a:ext cx="599331" cy="272594"/>
            </a:xfrm>
            <a:prstGeom prst="ellipse">
              <a:avLst/>
            </a:prstGeom>
            <a:gradFill>
              <a:gsLst>
                <a:gs pos="0">
                  <a:srgbClr val="FFF700">
                    <a:alpha val="6690"/>
                  </a:srgbClr>
                </a:gs>
                <a:gs pos="14286">
                  <a:srgbClr val="FFF700">
                    <a:alpha val="6166"/>
                  </a:srgbClr>
                </a:gs>
                <a:gs pos="28571">
                  <a:srgbClr val="FFF700">
                    <a:alpha val="4822"/>
                  </a:srgbClr>
                </a:gs>
                <a:gs pos="42857">
                  <a:srgbClr val="FFF700">
                    <a:alpha val="3189"/>
                  </a:srgbClr>
                </a:gs>
                <a:gs pos="57143">
                  <a:srgbClr val="FFF700">
                    <a:alpha val="1780"/>
                  </a:srgbClr>
                </a:gs>
                <a:gs pos="71429">
                  <a:srgbClr val="FFF700">
                    <a:alpha val="837"/>
                  </a:srgbClr>
                </a:gs>
                <a:gs pos="85714">
                  <a:srgbClr val="FFF700">
                    <a:alpha val="332"/>
                  </a:srgbClr>
                </a:gs>
                <a:gs pos="100000">
                  <a:srgbClr val="FFF700">
                    <a:alpha val="111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377" name="Splat 377"/>
            <p:cNvSpPr>
              <a:spLocks noGrp="1"/>
            </p:cNvSpPr>
            <p:nvPr/>
          </p:nvSpPr>
          <p:spPr>
            <a:xfrm rot="7159903">
              <a:off x="2544652" y="1356405"/>
              <a:ext cx="356989" cy="64729"/>
            </a:xfrm>
            <a:prstGeom prst="ellipse">
              <a:avLst/>
            </a:prstGeom>
            <a:gradFill>
              <a:gsLst>
                <a:gs pos="0">
                  <a:srgbClr val="000000">
                    <a:alpha val="32968"/>
                  </a:srgbClr>
                </a:gs>
                <a:gs pos="14286">
                  <a:srgbClr val="000000">
                    <a:alpha val="30764"/>
                  </a:srgbClr>
                </a:gs>
                <a:gs pos="28571">
                  <a:srgbClr val="000000">
                    <a:alpha val="24833"/>
                  </a:srgbClr>
                </a:gs>
                <a:gs pos="42857">
                  <a:srgbClr val="000000">
                    <a:alpha val="17075"/>
                  </a:srgbClr>
                </a:gs>
                <a:gs pos="57143">
                  <a:srgbClr val="000000">
                    <a:alpha val="9855"/>
                  </a:srgbClr>
                </a:gs>
                <a:gs pos="71429">
                  <a:srgbClr val="000000">
                    <a:alpha val="4740"/>
                  </a:srgbClr>
                </a:gs>
                <a:gs pos="85714">
                  <a:srgbClr val="000000">
                    <a:alpha val="1902"/>
                  </a:srgbClr>
                </a:gs>
                <a:gs pos="100000">
                  <a:srgbClr val="000000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378" name="Splat 378"/>
            <p:cNvSpPr>
              <a:spLocks noGrp="1"/>
            </p:cNvSpPr>
            <p:nvPr/>
          </p:nvSpPr>
          <p:spPr>
            <a:xfrm rot="3893462">
              <a:off x="1776838" y="1387181"/>
              <a:ext cx="562056" cy="69091"/>
            </a:xfrm>
            <a:prstGeom prst="ellipse">
              <a:avLst/>
            </a:prstGeom>
            <a:gradFill>
              <a:gsLst>
                <a:gs pos="0">
                  <a:srgbClr val="003B98">
                    <a:alpha val="28427"/>
                  </a:srgbClr>
                </a:gs>
                <a:gs pos="14286">
                  <a:srgbClr val="003B98">
                    <a:alpha val="26464"/>
                  </a:srgbClr>
                </a:gs>
                <a:gs pos="28571">
                  <a:srgbClr val="003B98">
                    <a:alpha val="21233"/>
                  </a:srgbClr>
                </a:gs>
                <a:gs pos="42857">
                  <a:srgbClr val="003B98">
                    <a:alpha val="14491"/>
                  </a:srgbClr>
                </a:gs>
                <a:gs pos="57143">
                  <a:srgbClr val="003B98">
                    <a:alpha val="8309"/>
                  </a:srgbClr>
                </a:gs>
                <a:gs pos="71429">
                  <a:srgbClr val="003B98">
                    <a:alpha val="3979"/>
                  </a:srgbClr>
                </a:gs>
                <a:gs pos="85714">
                  <a:srgbClr val="003B98">
                    <a:alpha val="1593"/>
                  </a:srgbClr>
                </a:gs>
                <a:gs pos="100000">
                  <a:srgbClr val="003B98">
                    <a:alpha val="535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379" name="Splat 379"/>
            <p:cNvSpPr>
              <a:spLocks noGrp="1"/>
            </p:cNvSpPr>
            <p:nvPr/>
          </p:nvSpPr>
          <p:spPr>
            <a:xfrm rot="5305284">
              <a:off x="1524999" y="1059837"/>
              <a:ext cx="754824" cy="155226"/>
            </a:xfrm>
            <a:prstGeom prst="ellipse">
              <a:avLst/>
            </a:prstGeom>
            <a:gradFill>
              <a:gsLst>
                <a:gs pos="0">
                  <a:srgbClr val="7C0000">
                    <a:alpha val="32968"/>
                  </a:srgbClr>
                </a:gs>
                <a:gs pos="14286">
                  <a:srgbClr val="7C0000">
                    <a:alpha val="30764"/>
                  </a:srgbClr>
                </a:gs>
                <a:gs pos="28571">
                  <a:srgbClr val="7C0000">
                    <a:alpha val="24833"/>
                  </a:srgbClr>
                </a:gs>
                <a:gs pos="42857">
                  <a:srgbClr val="7C0000">
                    <a:alpha val="17075"/>
                  </a:srgbClr>
                </a:gs>
                <a:gs pos="57143">
                  <a:srgbClr val="7C0000">
                    <a:alpha val="9855"/>
                  </a:srgbClr>
                </a:gs>
                <a:gs pos="71429">
                  <a:srgbClr val="7C0000">
                    <a:alpha val="4740"/>
                  </a:srgbClr>
                </a:gs>
                <a:gs pos="85714">
                  <a:srgbClr val="7C0000">
                    <a:alpha val="1902"/>
                  </a:srgbClr>
                </a:gs>
                <a:gs pos="100000">
                  <a:srgbClr val="7C0000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380" name="Splat 380"/>
            <p:cNvSpPr>
              <a:spLocks noGrp="1"/>
            </p:cNvSpPr>
            <p:nvPr/>
          </p:nvSpPr>
          <p:spPr>
            <a:xfrm rot="2966223">
              <a:off x="2264392" y="1202603"/>
              <a:ext cx="532957" cy="152848"/>
            </a:xfrm>
            <a:prstGeom prst="ellipse">
              <a:avLst/>
            </a:prstGeom>
            <a:gradFill>
              <a:gsLst>
                <a:gs pos="0">
                  <a:srgbClr val="D7A000">
                    <a:alpha val="32968"/>
                  </a:srgbClr>
                </a:gs>
                <a:gs pos="14286">
                  <a:srgbClr val="D7A000">
                    <a:alpha val="30764"/>
                  </a:srgbClr>
                </a:gs>
                <a:gs pos="28571">
                  <a:srgbClr val="D7A000">
                    <a:alpha val="24833"/>
                  </a:srgbClr>
                </a:gs>
                <a:gs pos="42857">
                  <a:srgbClr val="D7A000">
                    <a:alpha val="17075"/>
                  </a:srgbClr>
                </a:gs>
                <a:gs pos="57143">
                  <a:srgbClr val="D7A000">
                    <a:alpha val="9855"/>
                  </a:srgbClr>
                </a:gs>
                <a:gs pos="71429">
                  <a:srgbClr val="D7A000">
                    <a:alpha val="4740"/>
                  </a:srgbClr>
                </a:gs>
                <a:gs pos="85714">
                  <a:srgbClr val="D7A000">
                    <a:alpha val="1902"/>
                  </a:srgbClr>
                </a:gs>
                <a:gs pos="100000">
                  <a:srgbClr val="D7A000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381" name="Splat 381"/>
            <p:cNvSpPr>
              <a:spLocks noGrp="1"/>
            </p:cNvSpPr>
            <p:nvPr/>
          </p:nvSpPr>
          <p:spPr>
            <a:xfrm rot="4652143">
              <a:off x="1354295" y="2964458"/>
              <a:ext cx="757095" cy="144893"/>
            </a:xfrm>
            <a:prstGeom prst="ellipse">
              <a:avLst/>
            </a:prstGeom>
            <a:gradFill>
              <a:gsLst>
                <a:gs pos="0">
                  <a:srgbClr val="004798">
                    <a:alpha val="22559"/>
                  </a:srgbClr>
                </a:gs>
                <a:gs pos="14286">
                  <a:srgbClr val="004798">
                    <a:alpha val="20941"/>
                  </a:srgbClr>
                </a:gs>
                <a:gs pos="28571">
                  <a:srgbClr val="004798">
                    <a:alpha val="16677"/>
                  </a:srgbClr>
                </a:gs>
                <a:gs pos="42857">
                  <a:srgbClr val="004798">
                    <a:alpha val="11279"/>
                  </a:srgbClr>
                </a:gs>
                <a:gs pos="57143">
                  <a:srgbClr val="004798">
                    <a:alpha val="6416"/>
                  </a:srgbClr>
                </a:gs>
                <a:gs pos="71429">
                  <a:srgbClr val="004798">
                    <a:alpha val="3056"/>
                  </a:srgbClr>
                </a:gs>
                <a:gs pos="85714">
                  <a:srgbClr val="004798">
                    <a:alpha val="1220"/>
                  </a:srgbClr>
                </a:gs>
                <a:gs pos="100000">
                  <a:srgbClr val="004798">
                    <a:alpha val="40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382" name="Splat 382"/>
            <p:cNvSpPr>
              <a:spLocks noGrp="1"/>
            </p:cNvSpPr>
            <p:nvPr/>
          </p:nvSpPr>
          <p:spPr>
            <a:xfrm rot="5400000">
              <a:off x="1259904" y="2904308"/>
              <a:ext cx="52632" cy="52632"/>
            </a:xfrm>
            <a:prstGeom prst="ellipse">
              <a:avLst/>
            </a:prstGeom>
            <a:gradFill>
              <a:gsLst>
                <a:gs pos="0">
                  <a:srgbClr val="DEE4F4">
                    <a:alpha val="15797"/>
                  </a:srgbClr>
                </a:gs>
                <a:gs pos="14286">
                  <a:srgbClr val="DEE4F4">
                    <a:alpha val="14618"/>
                  </a:srgbClr>
                </a:gs>
                <a:gs pos="28571">
                  <a:srgbClr val="DEE4F4">
                    <a:alpha val="11547"/>
                  </a:srgbClr>
                </a:gs>
                <a:gs pos="42857">
                  <a:srgbClr val="DEE4F4">
                    <a:alpha val="7733"/>
                  </a:srgbClr>
                </a:gs>
                <a:gs pos="57143">
                  <a:srgbClr val="DEE4F4">
                    <a:alpha val="4362"/>
                  </a:srgbClr>
                </a:gs>
                <a:gs pos="71429">
                  <a:srgbClr val="DEE4F4">
                    <a:alpha val="2066"/>
                  </a:srgbClr>
                </a:gs>
                <a:gs pos="85714">
                  <a:srgbClr val="DEE4F4">
                    <a:alpha val="822"/>
                  </a:srgbClr>
                </a:gs>
                <a:gs pos="100000">
                  <a:srgbClr val="DEE4F4">
                    <a:alpha val="275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383" name="Splat 383"/>
            <p:cNvSpPr>
              <a:spLocks noGrp="1"/>
            </p:cNvSpPr>
            <p:nvPr/>
          </p:nvSpPr>
          <p:spPr>
            <a:xfrm rot="9050729">
              <a:off x="1374712" y="1728672"/>
              <a:ext cx="387204" cy="93439"/>
            </a:xfrm>
            <a:prstGeom prst="ellipse">
              <a:avLst/>
            </a:prstGeom>
            <a:gradFill>
              <a:gsLst>
                <a:gs pos="0">
                  <a:srgbClr val="410000">
                    <a:alpha val="32968"/>
                  </a:srgbClr>
                </a:gs>
                <a:gs pos="14286">
                  <a:srgbClr val="410000">
                    <a:alpha val="30764"/>
                  </a:srgbClr>
                </a:gs>
                <a:gs pos="28571">
                  <a:srgbClr val="410000">
                    <a:alpha val="24833"/>
                  </a:srgbClr>
                </a:gs>
                <a:gs pos="42857">
                  <a:srgbClr val="410000">
                    <a:alpha val="17075"/>
                  </a:srgbClr>
                </a:gs>
                <a:gs pos="57143">
                  <a:srgbClr val="410000">
                    <a:alpha val="9855"/>
                  </a:srgbClr>
                </a:gs>
                <a:gs pos="71429">
                  <a:srgbClr val="410000">
                    <a:alpha val="4740"/>
                  </a:srgbClr>
                </a:gs>
                <a:gs pos="85714">
                  <a:srgbClr val="410000">
                    <a:alpha val="1902"/>
                  </a:srgbClr>
                </a:gs>
                <a:gs pos="100000">
                  <a:srgbClr val="410000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384" name="Splat 384"/>
            <p:cNvSpPr>
              <a:spLocks noGrp="1"/>
            </p:cNvSpPr>
            <p:nvPr/>
          </p:nvSpPr>
          <p:spPr>
            <a:xfrm rot="4775557">
              <a:off x="970723" y="2827078"/>
              <a:ext cx="643867" cy="279272"/>
            </a:xfrm>
            <a:prstGeom prst="ellipse">
              <a:avLst/>
            </a:prstGeom>
            <a:gradFill>
              <a:gsLst>
                <a:gs pos="0">
                  <a:srgbClr val="8FB5FF">
                    <a:alpha val="2857"/>
                  </a:srgbClr>
                </a:gs>
                <a:gs pos="14286">
                  <a:srgbClr val="8FB5FF">
                    <a:alpha val="2629"/>
                  </a:srgbClr>
                </a:gs>
                <a:gs pos="28571">
                  <a:srgbClr val="8FB5FF">
                    <a:alpha val="2047"/>
                  </a:srgbClr>
                </a:gs>
                <a:gs pos="42857">
                  <a:srgbClr val="8FB5FF">
                    <a:alpha val="1348"/>
                  </a:srgbClr>
                </a:gs>
                <a:gs pos="57143">
                  <a:srgbClr val="8FB5FF">
                    <a:alpha val="749"/>
                  </a:srgbClr>
                </a:gs>
                <a:gs pos="71429">
                  <a:srgbClr val="8FB5FF">
                    <a:alpha val="351"/>
                  </a:srgbClr>
                </a:gs>
                <a:gs pos="85714">
                  <a:srgbClr val="8FB5FF">
                    <a:alpha val="139"/>
                  </a:srgbClr>
                </a:gs>
                <a:gs pos="100000">
                  <a:srgbClr val="8FB5FF">
                    <a:alpha val="46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385" name="Splat 385"/>
            <p:cNvSpPr>
              <a:spLocks noGrp="1"/>
            </p:cNvSpPr>
            <p:nvPr/>
          </p:nvSpPr>
          <p:spPr>
            <a:xfrm rot="-8270604">
              <a:off x="1298691" y="2039561"/>
              <a:ext cx="872145" cy="55428"/>
            </a:xfrm>
            <a:prstGeom prst="ellipse">
              <a:avLst/>
            </a:prstGeom>
            <a:gradFill>
              <a:gsLst>
                <a:gs pos="0">
                  <a:srgbClr val="002750">
                    <a:alpha val="30891"/>
                  </a:srgbClr>
                </a:gs>
                <a:gs pos="14286">
                  <a:srgbClr val="002750">
                    <a:alpha val="28794"/>
                  </a:srgbClr>
                </a:gs>
                <a:gs pos="28571">
                  <a:srgbClr val="002750">
                    <a:alpha val="23178"/>
                  </a:srgbClr>
                </a:gs>
                <a:gs pos="42857">
                  <a:srgbClr val="002750">
                    <a:alpha val="15882"/>
                  </a:srgbClr>
                </a:gs>
                <a:gs pos="57143">
                  <a:srgbClr val="002750">
                    <a:alpha val="9138"/>
                  </a:srgbClr>
                </a:gs>
                <a:gs pos="71429">
                  <a:srgbClr val="002750">
                    <a:alpha val="4387"/>
                  </a:srgbClr>
                </a:gs>
                <a:gs pos="85714">
                  <a:srgbClr val="002750">
                    <a:alpha val="1758"/>
                  </a:srgbClr>
                </a:gs>
                <a:gs pos="100000">
                  <a:srgbClr val="002750">
                    <a:alpha val="591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386" name="Splat 386"/>
            <p:cNvSpPr>
              <a:spLocks noGrp="1"/>
            </p:cNvSpPr>
            <p:nvPr/>
          </p:nvSpPr>
          <p:spPr>
            <a:xfrm rot="-8774704">
              <a:off x="280775" y="120445"/>
              <a:ext cx="733480" cy="487865"/>
            </a:xfrm>
            <a:prstGeom prst="ellipse">
              <a:avLst/>
            </a:prstGeom>
            <a:gradFill>
              <a:gsLst>
                <a:gs pos="0">
                  <a:srgbClr val="FFB600">
                    <a:alpha val="32968"/>
                  </a:srgbClr>
                </a:gs>
                <a:gs pos="14286">
                  <a:srgbClr val="FFB600">
                    <a:alpha val="30764"/>
                  </a:srgbClr>
                </a:gs>
                <a:gs pos="28571">
                  <a:srgbClr val="FFB600">
                    <a:alpha val="24833"/>
                  </a:srgbClr>
                </a:gs>
                <a:gs pos="42857">
                  <a:srgbClr val="FFB600">
                    <a:alpha val="17075"/>
                  </a:srgbClr>
                </a:gs>
                <a:gs pos="57143">
                  <a:srgbClr val="FFB600">
                    <a:alpha val="9855"/>
                  </a:srgbClr>
                </a:gs>
                <a:gs pos="71429">
                  <a:srgbClr val="FFB600">
                    <a:alpha val="4740"/>
                  </a:srgbClr>
                </a:gs>
                <a:gs pos="85714">
                  <a:srgbClr val="FFB600">
                    <a:alpha val="1902"/>
                  </a:srgbClr>
                </a:gs>
                <a:gs pos="100000">
                  <a:srgbClr val="FFB600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387" name="Splat 387"/>
            <p:cNvSpPr>
              <a:spLocks noGrp="1"/>
            </p:cNvSpPr>
            <p:nvPr/>
          </p:nvSpPr>
          <p:spPr>
            <a:xfrm rot="-9270699">
              <a:off x="877521" y="15331"/>
              <a:ext cx="695534" cy="115317"/>
            </a:xfrm>
            <a:prstGeom prst="ellipse">
              <a:avLst/>
            </a:prstGeom>
            <a:gradFill>
              <a:gsLst>
                <a:gs pos="0">
                  <a:srgbClr val="000000">
                    <a:alpha val="32968"/>
                  </a:srgbClr>
                </a:gs>
                <a:gs pos="14286">
                  <a:srgbClr val="000000">
                    <a:alpha val="30764"/>
                  </a:srgbClr>
                </a:gs>
                <a:gs pos="28571">
                  <a:srgbClr val="000000">
                    <a:alpha val="24833"/>
                  </a:srgbClr>
                </a:gs>
                <a:gs pos="42857">
                  <a:srgbClr val="000000">
                    <a:alpha val="17075"/>
                  </a:srgbClr>
                </a:gs>
                <a:gs pos="57143">
                  <a:srgbClr val="000000">
                    <a:alpha val="9855"/>
                  </a:srgbClr>
                </a:gs>
                <a:gs pos="71429">
                  <a:srgbClr val="000000">
                    <a:alpha val="4740"/>
                  </a:srgbClr>
                </a:gs>
                <a:gs pos="85714">
                  <a:srgbClr val="000000">
                    <a:alpha val="1902"/>
                  </a:srgbClr>
                </a:gs>
                <a:gs pos="100000">
                  <a:srgbClr val="000000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388" name="Splat 388"/>
            <p:cNvSpPr>
              <a:spLocks noGrp="1"/>
            </p:cNvSpPr>
            <p:nvPr/>
          </p:nvSpPr>
          <p:spPr>
            <a:xfrm rot="4301421">
              <a:off x="1250055" y="3495496"/>
              <a:ext cx="872550" cy="78688"/>
            </a:xfrm>
            <a:prstGeom prst="ellipse">
              <a:avLst/>
            </a:prstGeom>
            <a:gradFill>
              <a:gsLst>
                <a:gs pos="0">
                  <a:srgbClr val="FBFDFF">
                    <a:alpha val="32426"/>
                  </a:srgbClr>
                </a:gs>
                <a:gs pos="14286">
                  <a:srgbClr val="FBFDFF">
                    <a:alpha val="30249"/>
                  </a:srgbClr>
                </a:gs>
                <a:gs pos="28571">
                  <a:srgbClr val="FBFDFF">
                    <a:alpha val="24400"/>
                  </a:srgbClr>
                </a:gs>
                <a:gs pos="42857">
                  <a:srgbClr val="FBFDFF">
                    <a:alpha val="16762"/>
                  </a:srgbClr>
                </a:gs>
                <a:gs pos="57143">
                  <a:srgbClr val="FBFDFF">
                    <a:alpha val="9666"/>
                  </a:srgbClr>
                </a:gs>
                <a:gs pos="71429">
                  <a:srgbClr val="FBFDFF">
                    <a:alpha val="4647"/>
                  </a:srgbClr>
                </a:gs>
                <a:gs pos="85714">
                  <a:srgbClr val="FBFDFF">
                    <a:alpha val="1864"/>
                  </a:srgbClr>
                </a:gs>
                <a:gs pos="100000">
                  <a:srgbClr val="FBFDFF">
                    <a:alpha val="627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389" name="Splat 389"/>
            <p:cNvSpPr>
              <a:spLocks noGrp="1"/>
            </p:cNvSpPr>
            <p:nvPr/>
          </p:nvSpPr>
          <p:spPr>
            <a:xfrm rot="5746128">
              <a:off x="2983562" y="1197975"/>
              <a:ext cx="719472" cy="89270"/>
            </a:xfrm>
            <a:prstGeom prst="ellipse">
              <a:avLst/>
            </a:prstGeom>
            <a:gradFill>
              <a:gsLst>
                <a:gs pos="0">
                  <a:srgbClr val="0037AC">
                    <a:alpha val="32968"/>
                  </a:srgbClr>
                </a:gs>
                <a:gs pos="14286">
                  <a:srgbClr val="0037AC">
                    <a:alpha val="30764"/>
                  </a:srgbClr>
                </a:gs>
                <a:gs pos="28571">
                  <a:srgbClr val="0037AC">
                    <a:alpha val="24833"/>
                  </a:srgbClr>
                </a:gs>
                <a:gs pos="42857">
                  <a:srgbClr val="0037AC">
                    <a:alpha val="17075"/>
                  </a:srgbClr>
                </a:gs>
                <a:gs pos="57143">
                  <a:srgbClr val="0037AC">
                    <a:alpha val="9855"/>
                  </a:srgbClr>
                </a:gs>
                <a:gs pos="71429">
                  <a:srgbClr val="0037AC">
                    <a:alpha val="4740"/>
                  </a:srgbClr>
                </a:gs>
                <a:gs pos="85714">
                  <a:srgbClr val="0037AC">
                    <a:alpha val="1902"/>
                  </a:srgbClr>
                </a:gs>
                <a:gs pos="100000">
                  <a:srgbClr val="0037AC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390" name="Splat 390"/>
            <p:cNvSpPr>
              <a:spLocks noGrp="1"/>
            </p:cNvSpPr>
            <p:nvPr/>
          </p:nvSpPr>
          <p:spPr>
            <a:xfrm rot="4044387">
              <a:off x="2132852" y="3447768"/>
              <a:ext cx="624889" cy="102101"/>
            </a:xfrm>
            <a:prstGeom prst="ellipse">
              <a:avLst/>
            </a:prstGeom>
            <a:gradFill>
              <a:gsLst>
                <a:gs pos="0">
                  <a:srgbClr val="D09200">
                    <a:alpha val="28422"/>
                  </a:srgbClr>
                </a:gs>
                <a:gs pos="14286">
                  <a:srgbClr val="D09200">
                    <a:alpha val="26460"/>
                  </a:srgbClr>
                </a:gs>
                <a:gs pos="28571">
                  <a:srgbClr val="D09200">
                    <a:alpha val="21230"/>
                  </a:srgbClr>
                </a:gs>
                <a:gs pos="42857">
                  <a:srgbClr val="D09200">
                    <a:alpha val="14489"/>
                  </a:srgbClr>
                </a:gs>
                <a:gs pos="57143">
                  <a:srgbClr val="D09200">
                    <a:alpha val="8308"/>
                  </a:srgbClr>
                </a:gs>
                <a:gs pos="71429">
                  <a:srgbClr val="D09200">
                    <a:alpha val="3979"/>
                  </a:srgbClr>
                </a:gs>
                <a:gs pos="85714">
                  <a:srgbClr val="D09200">
                    <a:alpha val="1593"/>
                  </a:srgbClr>
                </a:gs>
                <a:gs pos="100000">
                  <a:srgbClr val="D09200">
                    <a:alpha val="535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391" name="Splat 391"/>
            <p:cNvSpPr>
              <a:spLocks noGrp="1"/>
            </p:cNvSpPr>
            <p:nvPr/>
          </p:nvSpPr>
          <p:spPr>
            <a:xfrm rot="-9043991">
              <a:off x="476782" y="1882724"/>
              <a:ext cx="678674" cy="49696"/>
            </a:xfrm>
            <a:prstGeom prst="ellipse">
              <a:avLst/>
            </a:prstGeom>
            <a:gradFill>
              <a:gsLst>
                <a:gs pos="0">
                  <a:srgbClr val="F8F4FF">
                    <a:alpha val="32968"/>
                  </a:srgbClr>
                </a:gs>
                <a:gs pos="14286">
                  <a:srgbClr val="F8F4FF">
                    <a:alpha val="30764"/>
                  </a:srgbClr>
                </a:gs>
                <a:gs pos="28571">
                  <a:srgbClr val="F8F4FF">
                    <a:alpha val="24833"/>
                  </a:srgbClr>
                </a:gs>
                <a:gs pos="42857">
                  <a:srgbClr val="F8F4FF">
                    <a:alpha val="17075"/>
                  </a:srgbClr>
                </a:gs>
                <a:gs pos="57143">
                  <a:srgbClr val="F8F4FF">
                    <a:alpha val="9855"/>
                  </a:srgbClr>
                </a:gs>
                <a:gs pos="71429">
                  <a:srgbClr val="F8F4FF">
                    <a:alpha val="4740"/>
                  </a:srgbClr>
                </a:gs>
                <a:gs pos="85714">
                  <a:srgbClr val="F8F4FF">
                    <a:alpha val="1902"/>
                  </a:srgbClr>
                </a:gs>
                <a:gs pos="100000">
                  <a:srgbClr val="F8F4FF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392" name="Splat 392"/>
            <p:cNvSpPr>
              <a:spLocks noGrp="1"/>
            </p:cNvSpPr>
            <p:nvPr/>
          </p:nvSpPr>
          <p:spPr>
            <a:xfrm rot="6097812">
              <a:off x="3227275" y="1546669"/>
              <a:ext cx="414031" cy="84130"/>
            </a:xfrm>
            <a:prstGeom prst="ellipse">
              <a:avLst/>
            </a:prstGeom>
            <a:gradFill>
              <a:gsLst>
                <a:gs pos="0">
                  <a:srgbClr val="FFFFFC">
                    <a:alpha val="27292"/>
                  </a:srgbClr>
                </a:gs>
                <a:gs pos="14286">
                  <a:srgbClr val="FFFFFC">
                    <a:alpha val="25393"/>
                  </a:srgbClr>
                </a:gs>
                <a:gs pos="28571">
                  <a:srgbClr val="FFFFFC">
                    <a:alpha val="20344"/>
                  </a:srgbClr>
                </a:gs>
                <a:gs pos="42857">
                  <a:srgbClr val="FFFFFC">
                    <a:alpha val="13859"/>
                  </a:srgbClr>
                </a:gs>
                <a:gs pos="57143">
                  <a:srgbClr val="FFFFFC">
                    <a:alpha val="7934"/>
                  </a:srgbClr>
                </a:gs>
                <a:gs pos="71429">
                  <a:srgbClr val="FFFFFC">
                    <a:alpha val="3796"/>
                  </a:srgbClr>
                </a:gs>
                <a:gs pos="85714">
                  <a:srgbClr val="FFFFFC">
                    <a:alpha val="1519"/>
                  </a:srgbClr>
                </a:gs>
                <a:gs pos="100000">
                  <a:srgbClr val="FFFFFC">
                    <a:alpha val="510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393" name="Splat 393"/>
            <p:cNvSpPr>
              <a:spLocks noGrp="1"/>
            </p:cNvSpPr>
            <p:nvPr/>
          </p:nvSpPr>
          <p:spPr>
            <a:xfrm rot="-10643477">
              <a:off x="890999" y="2257639"/>
              <a:ext cx="724377" cy="494675"/>
            </a:xfrm>
            <a:prstGeom prst="ellipse">
              <a:avLst/>
            </a:prstGeom>
            <a:gradFill>
              <a:gsLst>
                <a:gs pos="0">
                  <a:srgbClr val="FFFAD6">
                    <a:alpha val="23211"/>
                  </a:srgbClr>
                </a:gs>
                <a:gs pos="14286">
                  <a:srgbClr val="FFFAD6">
                    <a:alpha val="21553"/>
                  </a:srgbClr>
                </a:gs>
                <a:gs pos="28571">
                  <a:srgbClr val="FFFAD6">
                    <a:alpha val="17178"/>
                  </a:srgbClr>
                </a:gs>
                <a:gs pos="42857">
                  <a:srgbClr val="FFFAD6">
                    <a:alpha val="11629"/>
                  </a:srgbClr>
                </a:gs>
                <a:gs pos="57143">
                  <a:srgbClr val="FFFAD6">
                    <a:alpha val="6621"/>
                  </a:srgbClr>
                </a:gs>
                <a:gs pos="71429">
                  <a:srgbClr val="FFFAD6">
                    <a:alpha val="3156"/>
                  </a:srgbClr>
                </a:gs>
                <a:gs pos="85714">
                  <a:srgbClr val="FFFAD6">
                    <a:alpha val="1260"/>
                  </a:srgbClr>
                </a:gs>
                <a:gs pos="100000">
                  <a:srgbClr val="FFFAD6">
                    <a:alpha val="423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394" name="Splat 394"/>
            <p:cNvSpPr>
              <a:spLocks noGrp="1"/>
            </p:cNvSpPr>
            <p:nvPr/>
          </p:nvSpPr>
          <p:spPr>
            <a:xfrm rot="2810811">
              <a:off x="1240939" y="3029362"/>
              <a:ext cx="717224" cy="150360"/>
            </a:xfrm>
            <a:prstGeom prst="ellipse">
              <a:avLst/>
            </a:prstGeom>
            <a:gradFill>
              <a:gsLst>
                <a:gs pos="0">
                  <a:srgbClr val="0000FF">
                    <a:alpha val="10335"/>
                  </a:srgbClr>
                </a:gs>
                <a:gs pos="14286">
                  <a:srgbClr val="0000FF">
                    <a:alpha val="9541"/>
                  </a:srgbClr>
                </a:gs>
                <a:gs pos="28571">
                  <a:srgbClr val="0000FF">
                    <a:alpha val="7490"/>
                  </a:srgbClr>
                </a:gs>
                <a:gs pos="42857">
                  <a:srgbClr val="0000FF">
                    <a:alpha val="4978"/>
                  </a:srgbClr>
                </a:gs>
                <a:gs pos="57143">
                  <a:srgbClr val="0000FF">
                    <a:alpha val="2790"/>
                  </a:srgbClr>
                </a:gs>
                <a:gs pos="71429">
                  <a:srgbClr val="0000FF">
                    <a:alpha val="1316"/>
                  </a:srgbClr>
                </a:gs>
                <a:gs pos="85714">
                  <a:srgbClr val="0000FF">
                    <a:alpha val="522"/>
                  </a:srgbClr>
                </a:gs>
                <a:gs pos="100000">
                  <a:srgbClr val="0000FF">
                    <a:alpha val="175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395" name="Splat 395"/>
            <p:cNvSpPr>
              <a:spLocks noGrp="1"/>
            </p:cNvSpPr>
            <p:nvPr/>
          </p:nvSpPr>
          <p:spPr>
            <a:xfrm rot="7366216">
              <a:off x="3227731" y="1763560"/>
              <a:ext cx="471460" cy="380923"/>
            </a:xfrm>
            <a:prstGeom prst="ellipse">
              <a:avLst/>
            </a:prstGeom>
            <a:gradFill>
              <a:gsLst>
                <a:gs pos="0">
                  <a:srgbClr val="0050AC">
                    <a:alpha val="32968"/>
                  </a:srgbClr>
                </a:gs>
                <a:gs pos="14286">
                  <a:srgbClr val="0050AC">
                    <a:alpha val="30764"/>
                  </a:srgbClr>
                </a:gs>
                <a:gs pos="28571">
                  <a:srgbClr val="0050AC">
                    <a:alpha val="24833"/>
                  </a:srgbClr>
                </a:gs>
                <a:gs pos="42857">
                  <a:srgbClr val="0050AC">
                    <a:alpha val="17075"/>
                  </a:srgbClr>
                </a:gs>
                <a:gs pos="57143">
                  <a:srgbClr val="0050AC">
                    <a:alpha val="9855"/>
                  </a:srgbClr>
                </a:gs>
                <a:gs pos="71429">
                  <a:srgbClr val="0050AC">
                    <a:alpha val="4740"/>
                  </a:srgbClr>
                </a:gs>
                <a:gs pos="85714">
                  <a:srgbClr val="0050AC">
                    <a:alpha val="1902"/>
                  </a:srgbClr>
                </a:gs>
                <a:gs pos="100000">
                  <a:srgbClr val="0050AC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396" name="Splat 396"/>
            <p:cNvSpPr>
              <a:spLocks noGrp="1"/>
            </p:cNvSpPr>
            <p:nvPr/>
          </p:nvSpPr>
          <p:spPr>
            <a:xfrm rot="7868067">
              <a:off x="2580793" y="2459777"/>
              <a:ext cx="583952" cy="356223"/>
            </a:xfrm>
            <a:prstGeom prst="ellipse">
              <a:avLst/>
            </a:prstGeom>
            <a:gradFill>
              <a:gsLst>
                <a:gs pos="0">
                  <a:srgbClr val="00DAFF">
                    <a:alpha val="1960"/>
                  </a:srgbClr>
                </a:gs>
                <a:gs pos="14286">
                  <a:srgbClr val="00DAFF">
                    <a:alpha val="1803"/>
                  </a:srgbClr>
                </a:gs>
                <a:gs pos="28571">
                  <a:srgbClr val="00DAFF">
                    <a:alpha val="1403"/>
                  </a:srgbClr>
                </a:gs>
                <a:gs pos="42857">
                  <a:srgbClr val="00DAFF">
                    <a:alpha val="922"/>
                  </a:srgbClr>
                </a:gs>
                <a:gs pos="57143">
                  <a:srgbClr val="00DAFF">
                    <a:alpha val="512"/>
                  </a:srgbClr>
                </a:gs>
                <a:gs pos="71429">
                  <a:srgbClr val="00DAFF">
                    <a:alpha val="240"/>
                  </a:srgbClr>
                </a:gs>
                <a:gs pos="85714">
                  <a:srgbClr val="00DAFF">
                    <a:alpha val="95"/>
                  </a:srgbClr>
                </a:gs>
                <a:gs pos="100000">
                  <a:srgbClr val="00DAFF">
                    <a:alpha val="32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397" name="Splat 397"/>
            <p:cNvSpPr>
              <a:spLocks noGrp="1"/>
            </p:cNvSpPr>
            <p:nvPr/>
          </p:nvSpPr>
          <p:spPr>
            <a:xfrm rot="3122597">
              <a:off x="-117203" y="2160149"/>
              <a:ext cx="608361" cy="80360"/>
            </a:xfrm>
            <a:prstGeom prst="ellipse">
              <a:avLst/>
            </a:prstGeom>
            <a:gradFill>
              <a:gsLst>
                <a:gs pos="0">
                  <a:srgbClr val="FFFAFF">
                    <a:alpha val="32968"/>
                  </a:srgbClr>
                </a:gs>
                <a:gs pos="14286">
                  <a:srgbClr val="FFFAFF">
                    <a:alpha val="30764"/>
                  </a:srgbClr>
                </a:gs>
                <a:gs pos="28571">
                  <a:srgbClr val="FFFAFF">
                    <a:alpha val="24833"/>
                  </a:srgbClr>
                </a:gs>
                <a:gs pos="42857">
                  <a:srgbClr val="FFFAFF">
                    <a:alpha val="17075"/>
                  </a:srgbClr>
                </a:gs>
                <a:gs pos="57143">
                  <a:srgbClr val="FFFAFF">
                    <a:alpha val="9855"/>
                  </a:srgbClr>
                </a:gs>
                <a:gs pos="71429">
                  <a:srgbClr val="FFFAFF">
                    <a:alpha val="4740"/>
                  </a:srgbClr>
                </a:gs>
                <a:gs pos="85714">
                  <a:srgbClr val="FFFAFF">
                    <a:alpha val="1902"/>
                  </a:srgbClr>
                </a:gs>
                <a:gs pos="100000">
                  <a:srgbClr val="FFFAFF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398" name="Splat 398"/>
            <p:cNvSpPr>
              <a:spLocks noGrp="1"/>
            </p:cNvSpPr>
            <p:nvPr/>
          </p:nvSpPr>
          <p:spPr>
            <a:xfrm rot="5445297">
              <a:off x="3414734" y="1193926"/>
              <a:ext cx="446365" cy="443124"/>
            </a:xfrm>
            <a:prstGeom prst="ellipse">
              <a:avLst/>
            </a:prstGeom>
            <a:gradFill>
              <a:gsLst>
                <a:gs pos="0">
                  <a:srgbClr val="A886FF">
                    <a:alpha val="1229"/>
                  </a:srgbClr>
                </a:gs>
                <a:gs pos="14286">
                  <a:srgbClr val="A886FF">
                    <a:alpha val="1130"/>
                  </a:srgbClr>
                </a:gs>
                <a:gs pos="28571">
                  <a:srgbClr val="A886FF">
                    <a:alpha val="879"/>
                  </a:srgbClr>
                </a:gs>
                <a:gs pos="42857">
                  <a:srgbClr val="A886FF">
                    <a:alpha val="577"/>
                  </a:srgbClr>
                </a:gs>
                <a:gs pos="57143">
                  <a:srgbClr val="A886FF">
                    <a:alpha val="320"/>
                  </a:srgbClr>
                </a:gs>
                <a:gs pos="71429">
                  <a:srgbClr val="A886FF">
                    <a:alpha val="150"/>
                  </a:srgbClr>
                </a:gs>
                <a:gs pos="85714">
                  <a:srgbClr val="A886FF">
                    <a:alpha val="59"/>
                  </a:srgbClr>
                </a:gs>
                <a:gs pos="100000">
                  <a:srgbClr val="A886FF">
                    <a:alpha val="20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399" name="Splat 399"/>
            <p:cNvSpPr>
              <a:spLocks noGrp="1"/>
            </p:cNvSpPr>
            <p:nvPr/>
          </p:nvSpPr>
          <p:spPr>
            <a:xfrm rot="5531573">
              <a:off x="909669" y="3396419"/>
              <a:ext cx="388209" cy="245341"/>
            </a:xfrm>
            <a:prstGeom prst="ellipse">
              <a:avLst/>
            </a:prstGeom>
            <a:gradFill>
              <a:gsLst>
                <a:gs pos="0">
                  <a:srgbClr val="CA8400">
                    <a:alpha val="22520"/>
                  </a:srgbClr>
                </a:gs>
                <a:gs pos="14286">
                  <a:srgbClr val="CA8400">
                    <a:alpha val="20904"/>
                  </a:srgbClr>
                </a:gs>
                <a:gs pos="28571">
                  <a:srgbClr val="CA8400">
                    <a:alpha val="16647"/>
                  </a:srgbClr>
                </a:gs>
                <a:gs pos="42857">
                  <a:srgbClr val="CA8400">
                    <a:alpha val="11258"/>
                  </a:srgbClr>
                </a:gs>
                <a:gs pos="57143">
                  <a:srgbClr val="CA8400">
                    <a:alpha val="6404"/>
                  </a:srgbClr>
                </a:gs>
                <a:gs pos="71429">
                  <a:srgbClr val="CA8400">
                    <a:alpha val="3050"/>
                  </a:srgbClr>
                </a:gs>
                <a:gs pos="85714">
                  <a:srgbClr val="CA8400">
                    <a:alpha val="1217"/>
                  </a:srgbClr>
                </a:gs>
                <a:gs pos="100000">
                  <a:srgbClr val="CA8400">
                    <a:alpha val="408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400" name="Splat 400"/>
            <p:cNvSpPr>
              <a:spLocks noGrp="1"/>
            </p:cNvSpPr>
            <p:nvPr/>
          </p:nvSpPr>
          <p:spPr>
            <a:xfrm rot="4601188">
              <a:off x="2353915" y="2855665"/>
              <a:ext cx="551910" cy="530199"/>
            </a:xfrm>
            <a:prstGeom prst="ellipse">
              <a:avLst/>
            </a:prstGeom>
            <a:gradFill>
              <a:gsLst>
                <a:gs pos="0">
                  <a:srgbClr val="A8BD00">
                    <a:alpha val="3959"/>
                  </a:srgbClr>
                </a:gs>
                <a:gs pos="14286">
                  <a:srgbClr val="A8BD00">
                    <a:alpha val="3644"/>
                  </a:srgbClr>
                </a:gs>
                <a:gs pos="28571">
                  <a:srgbClr val="A8BD00">
                    <a:alpha val="2841"/>
                  </a:srgbClr>
                </a:gs>
                <a:gs pos="42857">
                  <a:srgbClr val="A8BD00">
                    <a:alpha val="1873"/>
                  </a:srgbClr>
                </a:gs>
                <a:gs pos="57143">
                  <a:srgbClr val="A8BD00">
                    <a:alpha val="1042"/>
                  </a:srgbClr>
                </a:gs>
                <a:gs pos="71429">
                  <a:srgbClr val="A8BD00">
                    <a:alpha val="489"/>
                  </a:srgbClr>
                </a:gs>
                <a:gs pos="85714">
                  <a:srgbClr val="A8BD00">
                    <a:alpha val="194"/>
                  </a:srgbClr>
                </a:gs>
                <a:gs pos="100000">
                  <a:srgbClr val="A8BD00">
                    <a:alpha val="65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401" name="Splat 401"/>
            <p:cNvSpPr>
              <a:spLocks noGrp="1"/>
            </p:cNvSpPr>
            <p:nvPr/>
          </p:nvSpPr>
          <p:spPr>
            <a:xfrm rot="5554623">
              <a:off x="3021661" y="3210546"/>
              <a:ext cx="371837" cy="367631"/>
            </a:xfrm>
            <a:prstGeom prst="ellipse">
              <a:avLst/>
            </a:prstGeom>
            <a:gradFill>
              <a:gsLst>
                <a:gs pos="0">
                  <a:srgbClr val="BBE67D">
                    <a:alpha val="3433"/>
                  </a:srgbClr>
                </a:gs>
                <a:gs pos="14286">
                  <a:srgbClr val="BBE67D">
                    <a:alpha val="3159"/>
                  </a:srgbClr>
                </a:gs>
                <a:gs pos="28571">
                  <a:srgbClr val="BBE67D">
                    <a:alpha val="2462"/>
                  </a:srgbClr>
                </a:gs>
                <a:gs pos="42857">
                  <a:srgbClr val="BBE67D">
                    <a:alpha val="1622"/>
                  </a:srgbClr>
                </a:gs>
                <a:gs pos="57143">
                  <a:srgbClr val="BBE67D">
                    <a:alpha val="902"/>
                  </a:srgbClr>
                </a:gs>
                <a:gs pos="71429">
                  <a:srgbClr val="BBE67D">
                    <a:alpha val="423"/>
                  </a:srgbClr>
                </a:gs>
                <a:gs pos="85714">
                  <a:srgbClr val="BBE67D">
                    <a:alpha val="168"/>
                  </a:srgbClr>
                </a:gs>
                <a:gs pos="100000">
                  <a:srgbClr val="BBE67D">
                    <a:alpha val="56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402" name="Splat 402"/>
            <p:cNvSpPr>
              <a:spLocks noGrp="1"/>
            </p:cNvSpPr>
            <p:nvPr/>
          </p:nvSpPr>
          <p:spPr>
            <a:xfrm rot="6618179">
              <a:off x="2375236" y="3545684"/>
              <a:ext cx="619881" cy="125994"/>
            </a:xfrm>
            <a:prstGeom prst="ellipse">
              <a:avLst/>
            </a:prstGeom>
            <a:gradFill>
              <a:gsLst>
                <a:gs pos="0">
                  <a:srgbClr val="0076A4">
                    <a:alpha val="24540"/>
                  </a:srgbClr>
                </a:gs>
                <a:gs pos="14286">
                  <a:srgbClr val="0076A4">
                    <a:alpha val="22801"/>
                  </a:srgbClr>
                </a:gs>
                <a:gs pos="28571">
                  <a:srgbClr val="0076A4">
                    <a:alpha val="18203"/>
                  </a:srgbClr>
                </a:gs>
                <a:gs pos="42857">
                  <a:srgbClr val="0076A4">
                    <a:alpha val="12348"/>
                  </a:srgbClr>
                </a:gs>
                <a:gs pos="57143">
                  <a:srgbClr val="0076A4">
                    <a:alpha val="7043"/>
                  </a:srgbClr>
                </a:gs>
                <a:gs pos="71429">
                  <a:srgbClr val="0076A4">
                    <a:alpha val="3361"/>
                  </a:srgbClr>
                </a:gs>
                <a:gs pos="85714">
                  <a:srgbClr val="0076A4">
                    <a:alpha val="1343"/>
                  </a:srgbClr>
                </a:gs>
                <a:gs pos="100000">
                  <a:srgbClr val="0076A4">
                    <a:alpha val="451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403" name="Splat 403"/>
            <p:cNvSpPr>
              <a:spLocks noGrp="1"/>
            </p:cNvSpPr>
            <p:nvPr/>
          </p:nvSpPr>
          <p:spPr>
            <a:xfrm rot="3784838">
              <a:off x="3060696" y="340618"/>
              <a:ext cx="638396" cy="113465"/>
            </a:xfrm>
            <a:prstGeom prst="ellipse">
              <a:avLst/>
            </a:prstGeom>
            <a:gradFill>
              <a:gsLst>
                <a:gs pos="0">
                  <a:srgbClr val="FCFCEA">
                    <a:alpha val="28414"/>
                  </a:srgbClr>
                </a:gs>
                <a:gs pos="14286">
                  <a:srgbClr val="FCFCEA">
                    <a:alpha val="26452"/>
                  </a:srgbClr>
                </a:gs>
                <a:gs pos="28571">
                  <a:srgbClr val="FCFCEA">
                    <a:alpha val="21223"/>
                  </a:srgbClr>
                </a:gs>
                <a:gs pos="42857">
                  <a:srgbClr val="FCFCEA">
                    <a:alpha val="14484"/>
                  </a:srgbClr>
                </a:gs>
                <a:gs pos="57143">
                  <a:srgbClr val="FCFCEA">
                    <a:alpha val="8305"/>
                  </a:srgbClr>
                </a:gs>
                <a:gs pos="71429">
                  <a:srgbClr val="FCFCEA">
                    <a:alpha val="3977"/>
                  </a:srgbClr>
                </a:gs>
                <a:gs pos="85714">
                  <a:srgbClr val="FCFCEA">
                    <a:alpha val="1592"/>
                  </a:srgbClr>
                </a:gs>
                <a:gs pos="100000">
                  <a:srgbClr val="FCFCEA">
                    <a:alpha val="535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404" name="Splat 404"/>
            <p:cNvSpPr>
              <a:spLocks noGrp="1"/>
            </p:cNvSpPr>
            <p:nvPr/>
          </p:nvSpPr>
          <p:spPr>
            <a:xfrm rot="-8356588">
              <a:off x="1761874" y="2469452"/>
              <a:ext cx="758492" cy="558108"/>
            </a:xfrm>
            <a:prstGeom prst="ellipse">
              <a:avLst/>
            </a:prstGeom>
            <a:gradFill>
              <a:gsLst>
                <a:gs pos="0">
                  <a:srgbClr val="8F9800">
                    <a:alpha val="32968"/>
                  </a:srgbClr>
                </a:gs>
                <a:gs pos="14286">
                  <a:srgbClr val="8F9800">
                    <a:alpha val="30764"/>
                  </a:srgbClr>
                </a:gs>
                <a:gs pos="28571">
                  <a:srgbClr val="8F9800">
                    <a:alpha val="24833"/>
                  </a:srgbClr>
                </a:gs>
                <a:gs pos="42857">
                  <a:srgbClr val="8F9800">
                    <a:alpha val="17075"/>
                  </a:srgbClr>
                </a:gs>
                <a:gs pos="57143">
                  <a:srgbClr val="8F9800">
                    <a:alpha val="9855"/>
                  </a:srgbClr>
                </a:gs>
                <a:gs pos="71429">
                  <a:srgbClr val="8F9800">
                    <a:alpha val="4740"/>
                  </a:srgbClr>
                </a:gs>
                <a:gs pos="85714">
                  <a:srgbClr val="8F9800">
                    <a:alpha val="1902"/>
                  </a:srgbClr>
                </a:gs>
                <a:gs pos="100000">
                  <a:srgbClr val="8F9800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405" name="Splat 405"/>
            <p:cNvSpPr>
              <a:spLocks noGrp="1"/>
            </p:cNvSpPr>
            <p:nvPr/>
          </p:nvSpPr>
          <p:spPr>
            <a:xfrm rot="10708226">
              <a:off x="3048960" y="1050778"/>
              <a:ext cx="405873" cy="335780"/>
            </a:xfrm>
            <a:prstGeom prst="ellipse">
              <a:avLst/>
            </a:prstGeom>
            <a:gradFill>
              <a:gsLst>
                <a:gs pos="0">
                  <a:srgbClr val="000000">
                    <a:alpha val="12478"/>
                  </a:srgbClr>
                </a:gs>
                <a:gs pos="14286">
                  <a:srgbClr val="000000">
                    <a:alpha val="11530"/>
                  </a:srgbClr>
                </a:gs>
                <a:gs pos="28571">
                  <a:srgbClr val="000000">
                    <a:alpha val="9073"/>
                  </a:srgbClr>
                </a:gs>
                <a:gs pos="42857">
                  <a:srgbClr val="000000">
                    <a:alpha val="6048"/>
                  </a:srgbClr>
                </a:gs>
                <a:gs pos="57143">
                  <a:srgbClr val="000000">
                    <a:alpha val="3398"/>
                  </a:srgbClr>
                </a:gs>
                <a:gs pos="71429">
                  <a:srgbClr val="000000">
                    <a:alpha val="1605"/>
                  </a:srgbClr>
                </a:gs>
                <a:gs pos="85714">
                  <a:srgbClr val="000000">
                    <a:alpha val="638"/>
                  </a:srgbClr>
                </a:gs>
                <a:gs pos="100000">
                  <a:srgbClr val="000000">
                    <a:alpha val="214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406" name="Splat 406"/>
            <p:cNvSpPr>
              <a:spLocks noGrp="1"/>
            </p:cNvSpPr>
            <p:nvPr/>
          </p:nvSpPr>
          <p:spPr>
            <a:xfrm rot="7542098">
              <a:off x="3213456" y="3015217"/>
              <a:ext cx="854886" cy="384459"/>
            </a:xfrm>
            <a:prstGeom prst="ellipse">
              <a:avLst/>
            </a:prstGeom>
            <a:gradFill>
              <a:gsLst>
                <a:gs pos="0">
                  <a:srgbClr val="BFC9D6">
                    <a:alpha val="29066"/>
                  </a:srgbClr>
                </a:gs>
                <a:gs pos="14286">
                  <a:srgbClr val="BFC9D6">
                    <a:alpha val="27068"/>
                  </a:srgbClr>
                </a:gs>
                <a:gs pos="28571">
                  <a:srgbClr val="BFC9D6">
                    <a:alpha val="21736"/>
                  </a:srgbClr>
                </a:gs>
                <a:gs pos="42857">
                  <a:srgbClr val="BFC9D6">
                    <a:alpha val="14850"/>
                  </a:srgbClr>
                </a:gs>
                <a:gs pos="57143">
                  <a:srgbClr val="BFC9D6">
                    <a:alpha val="8522"/>
                  </a:srgbClr>
                </a:gs>
                <a:gs pos="71429">
                  <a:srgbClr val="BFC9D6">
                    <a:alpha val="4084"/>
                  </a:srgbClr>
                </a:gs>
                <a:gs pos="85714">
                  <a:srgbClr val="BFC9D6">
                    <a:alpha val="1635"/>
                  </a:srgbClr>
                </a:gs>
                <a:gs pos="100000">
                  <a:srgbClr val="BFC9D6">
                    <a:alpha val="54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407" name="Splat 407"/>
            <p:cNvSpPr>
              <a:spLocks noGrp="1"/>
            </p:cNvSpPr>
            <p:nvPr/>
          </p:nvSpPr>
          <p:spPr>
            <a:xfrm rot="4594921">
              <a:off x="3106551" y="2553027"/>
              <a:ext cx="676881" cy="135967"/>
            </a:xfrm>
            <a:prstGeom prst="ellipse">
              <a:avLst/>
            </a:prstGeom>
            <a:gradFill>
              <a:gsLst>
                <a:gs pos="0">
                  <a:srgbClr val="FCFFFA">
                    <a:alpha val="15261"/>
                  </a:srgbClr>
                </a:gs>
                <a:gs pos="14286">
                  <a:srgbClr val="FCFFFA">
                    <a:alpha val="14119"/>
                  </a:srgbClr>
                </a:gs>
                <a:gs pos="28571">
                  <a:srgbClr val="FCFFFA">
                    <a:alpha val="11146"/>
                  </a:srgbClr>
                </a:gs>
                <a:gs pos="42857">
                  <a:srgbClr val="FCFFFA">
                    <a:alpha val="7459"/>
                  </a:srgbClr>
                </a:gs>
                <a:gs pos="57143">
                  <a:srgbClr val="FCFFFA">
                    <a:alpha val="4204"/>
                  </a:srgbClr>
                </a:gs>
                <a:gs pos="71429">
                  <a:srgbClr val="FCFFFA">
                    <a:alpha val="1990"/>
                  </a:srgbClr>
                </a:gs>
                <a:gs pos="85714">
                  <a:srgbClr val="FCFFFA">
                    <a:alpha val="792"/>
                  </a:srgbClr>
                </a:gs>
                <a:gs pos="100000">
                  <a:srgbClr val="FCFFFA">
                    <a:alpha val="265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408" name="Splat 408"/>
            <p:cNvSpPr>
              <a:spLocks noGrp="1"/>
            </p:cNvSpPr>
            <p:nvPr/>
          </p:nvSpPr>
          <p:spPr>
            <a:xfrm rot="-8949831">
              <a:off x="2542139" y="2061181"/>
              <a:ext cx="635226" cy="112146"/>
            </a:xfrm>
            <a:prstGeom prst="ellipse">
              <a:avLst/>
            </a:prstGeom>
            <a:gradFill>
              <a:gsLst>
                <a:gs pos="0">
                  <a:srgbClr val="FFFFF8">
                    <a:alpha val="32968"/>
                  </a:srgbClr>
                </a:gs>
                <a:gs pos="14286">
                  <a:srgbClr val="FFFFF8">
                    <a:alpha val="30764"/>
                  </a:srgbClr>
                </a:gs>
                <a:gs pos="28571">
                  <a:srgbClr val="FFFFF8">
                    <a:alpha val="24833"/>
                  </a:srgbClr>
                </a:gs>
                <a:gs pos="42857">
                  <a:srgbClr val="FFFFF8">
                    <a:alpha val="17075"/>
                  </a:srgbClr>
                </a:gs>
                <a:gs pos="57143">
                  <a:srgbClr val="FFFFF8">
                    <a:alpha val="9855"/>
                  </a:srgbClr>
                </a:gs>
                <a:gs pos="71429">
                  <a:srgbClr val="FFFFF8">
                    <a:alpha val="4740"/>
                  </a:srgbClr>
                </a:gs>
                <a:gs pos="85714">
                  <a:srgbClr val="FFFFF8">
                    <a:alpha val="1902"/>
                  </a:srgbClr>
                </a:gs>
                <a:gs pos="100000">
                  <a:srgbClr val="FFFFF8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409" name="Splat 409"/>
            <p:cNvSpPr>
              <a:spLocks noGrp="1"/>
            </p:cNvSpPr>
            <p:nvPr/>
          </p:nvSpPr>
          <p:spPr>
            <a:xfrm rot="4092778">
              <a:off x="1506569" y="3158872"/>
              <a:ext cx="499578" cy="63385"/>
            </a:xfrm>
            <a:prstGeom prst="ellipse">
              <a:avLst/>
            </a:prstGeom>
            <a:gradFill>
              <a:gsLst>
                <a:gs pos="0">
                  <a:srgbClr val="F9FCFF">
                    <a:alpha val="31393"/>
                  </a:srgbClr>
                </a:gs>
                <a:gs pos="14286">
                  <a:srgbClr val="F9FCFF">
                    <a:alpha val="29270"/>
                  </a:srgbClr>
                </a:gs>
                <a:gs pos="28571">
                  <a:srgbClr val="F9FCFF">
                    <a:alpha val="23577"/>
                  </a:srgbClr>
                </a:gs>
                <a:gs pos="42857">
                  <a:srgbClr val="F9FCFF">
                    <a:alpha val="16169"/>
                  </a:srgbClr>
                </a:gs>
                <a:gs pos="57143">
                  <a:srgbClr val="F9FCFF">
                    <a:alpha val="9310"/>
                  </a:srgbClr>
                </a:gs>
                <a:gs pos="71429">
                  <a:srgbClr val="F9FCFF">
                    <a:alpha val="4471"/>
                  </a:srgbClr>
                </a:gs>
                <a:gs pos="85714">
                  <a:srgbClr val="F9FCFF">
                    <a:alpha val="1793"/>
                  </a:srgbClr>
                </a:gs>
                <a:gs pos="100000">
                  <a:srgbClr val="F9FCFF">
                    <a:alpha val="602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410" name="Splat 410"/>
            <p:cNvSpPr>
              <a:spLocks noGrp="1"/>
            </p:cNvSpPr>
            <p:nvPr/>
          </p:nvSpPr>
          <p:spPr>
            <a:xfrm rot="3317178">
              <a:off x="449484" y="296015"/>
              <a:ext cx="355309" cy="185814"/>
            </a:xfrm>
            <a:prstGeom prst="ellipse">
              <a:avLst/>
            </a:prstGeom>
            <a:gradFill>
              <a:gsLst>
                <a:gs pos="0">
                  <a:srgbClr val="480000">
                    <a:alpha val="32968"/>
                  </a:srgbClr>
                </a:gs>
                <a:gs pos="14286">
                  <a:srgbClr val="480000">
                    <a:alpha val="30764"/>
                  </a:srgbClr>
                </a:gs>
                <a:gs pos="28571">
                  <a:srgbClr val="480000">
                    <a:alpha val="24833"/>
                  </a:srgbClr>
                </a:gs>
                <a:gs pos="42857">
                  <a:srgbClr val="480000">
                    <a:alpha val="17075"/>
                  </a:srgbClr>
                </a:gs>
                <a:gs pos="57143">
                  <a:srgbClr val="480000">
                    <a:alpha val="9855"/>
                  </a:srgbClr>
                </a:gs>
                <a:gs pos="71429">
                  <a:srgbClr val="480000">
                    <a:alpha val="4740"/>
                  </a:srgbClr>
                </a:gs>
                <a:gs pos="85714">
                  <a:srgbClr val="480000">
                    <a:alpha val="1902"/>
                  </a:srgbClr>
                </a:gs>
                <a:gs pos="100000">
                  <a:srgbClr val="480000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411" name="Splat 411"/>
            <p:cNvSpPr>
              <a:spLocks noGrp="1"/>
            </p:cNvSpPr>
            <p:nvPr/>
          </p:nvSpPr>
          <p:spPr>
            <a:xfrm rot="5095319">
              <a:off x="42520" y="1195615"/>
              <a:ext cx="761224" cy="73824"/>
            </a:xfrm>
            <a:prstGeom prst="ellipse">
              <a:avLst/>
            </a:prstGeom>
            <a:gradFill>
              <a:gsLst>
                <a:gs pos="0">
                  <a:srgbClr val="000000">
                    <a:alpha val="32968"/>
                  </a:srgbClr>
                </a:gs>
                <a:gs pos="14286">
                  <a:srgbClr val="000000">
                    <a:alpha val="30764"/>
                  </a:srgbClr>
                </a:gs>
                <a:gs pos="28571">
                  <a:srgbClr val="000000">
                    <a:alpha val="24833"/>
                  </a:srgbClr>
                </a:gs>
                <a:gs pos="42857">
                  <a:srgbClr val="000000">
                    <a:alpha val="17075"/>
                  </a:srgbClr>
                </a:gs>
                <a:gs pos="57143">
                  <a:srgbClr val="000000">
                    <a:alpha val="9855"/>
                  </a:srgbClr>
                </a:gs>
                <a:gs pos="71429">
                  <a:srgbClr val="000000">
                    <a:alpha val="4740"/>
                  </a:srgbClr>
                </a:gs>
                <a:gs pos="85714">
                  <a:srgbClr val="000000">
                    <a:alpha val="1902"/>
                  </a:srgbClr>
                </a:gs>
                <a:gs pos="100000">
                  <a:srgbClr val="000000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412" name="Splat 412"/>
            <p:cNvSpPr>
              <a:spLocks noGrp="1"/>
            </p:cNvSpPr>
            <p:nvPr/>
          </p:nvSpPr>
          <p:spPr>
            <a:xfrm rot="4023070">
              <a:off x="2227537" y="766583"/>
              <a:ext cx="638732" cy="123177"/>
            </a:xfrm>
            <a:prstGeom prst="ellipse">
              <a:avLst/>
            </a:prstGeom>
            <a:gradFill>
              <a:gsLst>
                <a:gs pos="0">
                  <a:srgbClr val="660000">
                    <a:alpha val="32968"/>
                  </a:srgbClr>
                </a:gs>
                <a:gs pos="14286">
                  <a:srgbClr val="660000">
                    <a:alpha val="30764"/>
                  </a:srgbClr>
                </a:gs>
                <a:gs pos="28571">
                  <a:srgbClr val="660000">
                    <a:alpha val="24833"/>
                  </a:srgbClr>
                </a:gs>
                <a:gs pos="42857">
                  <a:srgbClr val="660000">
                    <a:alpha val="17075"/>
                  </a:srgbClr>
                </a:gs>
                <a:gs pos="57143">
                  <a:srgbClr val="660000">
                    <a:alpha val="9855"/>
                  </a:srgbClr>
                </a:gs>
                <a:gs pos="71429">
                  <a:srgbClr val="660000">
                    <a:alpha val="4740"/>
                  </a:srgbClr>
                </a:gs>
                <a:gs pos="85714">
                  <a:srgbClr val="660000">
                    <a:alpha val="1902"/>
                  </a:srgbClr>
                </a:gs>
                <a:gs pos="100000">
                  <a:srgbClr val="660000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413" name="Splat 413"/>
            <p:cNvSpPr>
              <a:spLocks noGrp="1"/>
            </p:cNvSpPr>
            <p:nvPr/>
          </p:nvSpPr>
          <p:spPr>
            <a:xfrm rot="9046555">
              <a:off x="2734156" y="3508857"/>
              <a:ext cx="771041" cy="199624"/>
            </a:xfrm>
            <a:prstGeom prst="ellipse">
              <a:avLst/>
            </a:prstGeom>
            <a:gradFill>
              <a:gsLst>
                <a:gs pos="0">
                  <a:srgbClr val="A1ADFF">
                    <a:alpha val="2177"/>
                  </a:srgbClr>
                </a:gs>
                <a:gs pos="14286">
                  <a:srgbClr val="A1ADFF">
                    <a:alpha val="2003"/>
                  </a:srgbClr>
                </a:gs>
                <a:gs pos="28571">
                  <a:srgbClr val="A1ADFF">
                    <a:alpha val="1559"/>
                  </a:srgbClr>
                </a:gs>
                <a:gs pos="42857">
                  <a:srgbClr val="A1ADFF">
                    <a:alpha val="1025"/>
                  </a:srgbClr>
                </a:gs>
                <a:gs pos="57143">
                  <a:srgbClr val="A1ADFF">
                    <a:alpha val="569"/>
                  </a:srgbClr>
                </a:gs>
                <a:gs pos="71429">
                  <a:srgbClr val="A1ADFF">
                    <a:alpha val="267"/>
                  </a:srgbClr>
                </a:gs>
                <a:gs pos="85714">
                  <a:srgbClr val="A1ADFF">
                    <a:alpha val="106"/>
                  </a:srgbClr>
                </a:gs>
                <a:gs pos="100000">
                  <a:srgbClr val="A1ADFF">
                    <a:alpha val="35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414" name="Splat 414"/>
            <p:cNvSpPr>
              <a:spLocks noGrp="1"/>
            </p:cNvSpPr>
            <p:nvPr/>
          </p:nvSpPr>
          <p:spPr>
            <a:xfrm rot="-10397868">
              <a:off x="2296580" y="1714693"/>
              <a:ext cx="500132" cy="331308"/>
            </a:xfrm>
            <a:prstGeom prst="ellipse">
              <a:avLst/>
            </a:prstGeom>
            <a:gradFill>
              <a:gsLst>
                <a:gs pos="0">
                  <a:srgbClr val="683F00">
                    <a:alpha val="32968"/>
                  </a:srgbClr>
                </a:gs>
                <a:gs pos="14286">
                  <a:srgbClr val="683F00">
                    <a:alpha val="30764"/>
                  </a:srgbClr>
                </a:gs>
                <a:gs pos="28571">
                  <a:srgbClr val="683F00">
                    <a:alpha val="24833"/>
                  </a:srgbClr>
                </a:gs>
                <a:gs pos="42857">
                  <a:srgbClr val="683F00">
                    <a:alpha val="17075"/>
                  </a:srgbClr>
                </a:gs>
                <a:gs pos="57143">
                  <a:srgbClr val="683F00">
                    <a:alpha val="9855"/>
                  </a:srgbClr>
                </a:gs>
                <a:gs pos="71429">
                  <a:srgbClr val="683F00">
                    <a:alpha val="4740"/>
                  </a:srgbClr>
                </a:gs>
                <a:gs pos="85714">
                  <a:srgbClr val="683F00">
                    <a:alpha val="1902"/>
                  </a:srgbClr>
                </a:gs>
                <a:gs pos="100000">
                  <a:srgbClr val="683F00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415" name="Splat 415"/>
            <p:cNvSpPr>
              <a:spLocks noGrp="1"/>
            </p:cNvSpPr>
            <p:nvPr/>
          </p:nvSpPr>
          <p:spPr>
            <a:xfrm rot="-10732366">
              <a:off x="272794" y="2581821"/>
              <a:ext cx="689568" cy="44662"/>
            </a:xfrm>
            <a:prstGeom prst="ellipse">
              <a:avLst/>
            </a:prstGeom>
            <a:gradFill>
              <a:gsLst>
                <a:gs pos="0">
                  <a:srgbClr val="000000">
                    <a:alpha val="32968"/>
                  </a:srgbClr>
                </a:gs>
                <a:gs pos="14286">
                  <a:srgbClr val="000000">
                    <a:alpha val="30764"/>
                  </a:srgbClr>
                </a:gs>
                <a:gs pos="28571">
                  <a:srgbClr val="000000">
                    <a:alpha val="24833"/>
                  </a:srgbClr>
                </a:gs>
                <a:gs pos="42857">
                  <a:srgbClr val="000000">
                    <a:alpha val="17075"/>
                  </a:srgbClr>
                </a:gs>
                <a:gs pos="57143">
                  <a:srgbClr val="000000">
                    <a:alpha val="9855"/>
                  </a:srgbClr>
                </a:gs>
                <a:gs pos="71429">
                  <a:srgbClr val="000000">
                    <a:alpha val="4740"/>
                  </a:srgbClr>
                </a:gs>
                <a:gs pos="85714">
                  <a:srgbClr val="000000">
                    <a:alpha val="1902"/>
                  </a:srgbClr>
                </a:gs>
                <a:gs pos="100000">
                  <a:srgbClr val="000000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416" name="Splat 416"/>
            <p:cNvSpPr>
              <a:spLocks noGrp="1"/>
            </p:cNvSpPr>
            <p:nvPr/>
          </p:nvSpPr>
          <p:spPr>
            <a:xfrm rot="-10673942">
              <a:off x="1751847" y="2078193"/>
              <a:ext cx="459069" cy="411742"/>
            </a:xfrm>
            <a:prstGeom prst="ellipse">
              <a:avLst/>
            </a:prstGeom>
            <a:gradFill>
              <a:gsLst>
                <a:gs pos="0">
                  <a:srgbClr val="FCEE00">
                    <a:alpha val="3526"/>
                  </a:srgbClr>
                </a:gs>
                <a:gs pos="14286">
                  <a:srgbClr val="FCEE00">
                    <a:alpha val="3245"/>
                  </a:srgbClr>
                </a:gs>
                <a:gs pos="28571">
                  <a:srgbClr val="FCEE00">
                    <a:alpha val="2529"/>
                  </a:srgbClr>
                </a:gs>
                <a:gs pos="42857">
                  <a:srgbClr val="FCEE00">
                    <a:alpha val="1666"/>
                  </a:srgbClr>
                </a:gs>
                <a:gs pos="57143">
                  <a:srgbClr val="FCEE00">
                    <a:alpha val="927"/>
                  </a:srgbClr>
                </a:gs>
                <a:gs pos="71429">
                  <a:srgbClr val="FCEE00">
                    <a:alpha val="435"/>
                  </a:srgbClr>
                </a:gs>
                <a:gs pos="85714">
                  <a:srgbClr val="FCEE00">
                    <a:alpha val="172"/>
                  </a:srgbClr>
                </a:gs>
                <a:gs pos="100000">
                  <a:srgbClr val="FCEE00">
                    <a:alpha val="58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417" name="Splat 417"/>
            <p:cNvSpPr>
              <a:spLocks noGrp="1"/>
            </p:cNvSpPr>
            <p:nvPr/>
          </p:nvSpPr>
          <p:spPr>
            <a:xfrm rot="3881338">
              <a:off x="1250740" y="2941539"/>
              <a:ext cx="614132" cy="177953"/>
            </a:xfrm>
            <a:prstGeom prst="ellipse">
              <a:avLst/>
            </a:prstGeom>
            <a:gradFill>
              <a:gsLst>
                <a:gs pos="0">
                  <a:srgbClr val="9BEEFC">
                    <a:alpha val="5826"/>
                  </a:srgbClr>
                </a:gs>
                <a:gs pos="14286">
                  <a:srgbClr val="9BEEFC">
                    <a:alpha val="5367"/>
                  </a:srgbClr>
                </a:gs>
                <a:gs pos="28571">
                  <a:srgbClr val="9BEEFC">
                    <a:alpha val="4193"/>
                  </a:srgbClr>
                </a:gs>
                <a:gs pos="42857">
                  <a:srgbClr val="9BEEFC">
                    <a:alpha val="2771"/>
                  </a:srgbClr>
                </a:gs>
                <a:gs pos="57143">
                  <a:srgbClr val="9BEEFC">
                    <a:alpha val="1545"/>
                  </a:srgbClr>
                </a:gs>
                <a:gs pos="71429">
                  <a:srgbClr val="9BEEFC">
                    <a:alpha val="726"/>
                  </a:srgbClr>
                </a:gs>
                <a:gs pos="85714">
                  <a:srgbClr val="9BEEFC">
                    <a:alpha val="288"/>
                  </a:srgbClr>
                </a:gs>
                <a:gs pos="100000">
                  <a:srgbClr val="9BEEFC">
                    <a:alpha val="96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418" name="Splat 418"/>
            <p:cNvSpPr>
              <a:spLocks noGrp="1"/>
            </p:cNvSpPr>
            <p:nvPr/>
          </p:nvSpPr>
          <p:spPr>
            <a:xfrm rot="-9428340">
              <a:off x="3326505" y="949237"/>
              <a:ext cx="512662" cy="316209"/>
            </a:xfrm>
            <a:prstGeom prst="ellipse">
              <a:avLst/>
            </a:prstGeom>
            <a:gradFill>
              <a:gsLst>
                <a:gs pos="0">
                  <a:srgbClr val="004ACC">
                    <a:alpha val="11160"/>
                  </a:srgbClr>
                </a:gs>
                <a:gs pos="14286">
                  <a:srgbClr val="004ACC">
                    <a:alpha val="10306"/>
                  </a:srgbClr>
                </a:gs>
                <a:gs pos="28571">
                  <a:srgbClr val="004ACC">
                    <a:alpha val="8098"/>
                  </a:srgbClr>
                </a:gs>
                <a:gs pos="42857">
                  <a:srgbClr val="004ACC">
                    <a:alpha val="5389"/>
                  </a:srgbClr>
                </a:gs>
                <a:gs pos="57143">
                  <a:srgbClr val="004ACC">
                    <a:alpha val="3023"/>
                  </a:srgbClr>
                </a:gs>
                <a:gs pos="71429">
                  <a:srgbClr val="004ACC">
                    <a:alpha val="1426"/>
                  </a:srgbClr>
                </a:gs>
                <a:gs pos="85714">
                  <a:srgbClr val="004ACC">
                    <a:alpha val="567"/>
                  </a:srgbClr>
                </a:gs>
                <a:gs pos="100000">
                  <a:srgbClr val="004ACC">
                    <a:alpha val="190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419" name="Splat 419"/>
            <p:cNvSpPr>
              <a:spLocks noGrp="1"/>
            </p:cNvSpPr>
            <p:nvPr/>
          </p:nvSpPr>
          <p:spPr>
            <a:xfrm rot="5400000">
              <a:off x="2148090" y="2862733"/>
              <a:ext cx="63185" cy="63185"/>
            </a:xfrm>
            <a:prstGeom prst="ellipse">
              <a:avLst/>
            </a:prstGeom>
            <a:gradFill>
              <a:gsLst>
                <a:gs pos="0">
                  <a:srgbClr val="78572F">
                    <a:alpha val="12986"/>
                  </a:srgbClr>
                </a:gs>
                <a:gs pos="14286">
                  <a:srgbClr val="78572F">
                    <a:alpha val="12001"/>
                  </a:srgbClr>
                </a:gs>
                <a:gs pos="28571">
                  <a:srgbClr val="78572F">
                    <a:alpha val="9450"/>
                  </a:srgbClr>
                </a:gs>
                <a:gs pos="42857">
                  <a:srgbClr val="78572F">
                    <a:alpha val="6304"/>
                  </a:srgbClr>
                </a:gs>
                <a:gs pos="57143">
                  <a:srgbClr val="78572F">
                    <a:alpha val="3543"/>
                  </a:srgbClr>
                </a:gs>
                <a:gs pos="71429">
                  <a:srgbClr val="78572F">
                    <a:alpha val="1675"/>
                  </a:srgbClr>
                </a:gs>
                <a:gs pos="85714">
                  <a:srgbClr val="78572F">
                    <a:alpha val="666"/>
                  </a:srgbClr>
                </a:gs>
                <a:gs pos="100000">
                  <a:srgbClr val="78572F">
                    <a:alpha val="223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420" name="Splat 420"/>
            <p:cNvSpPr>
              <a:spLocks noGrp="1"/>
            </p:cNvSpPr>
            <p:nvPr/>
          </p:nvSpPr>
          <p:spPr>
            <a:xfrm rot="5400000">
              <a:off x="2743191" y="2601467"/>
              <a:ext cx="57005" cy="57005"/>
            </a:xfrm>
            <a:prstGeom prst="ellipse">
              <a:avLst/>
            </a:prstGeom>
            <a:gradFill>
              <a:gsLst>
                <a:gs pos="0">
                  <a:srgbClr val="818DA7">
                    <a:alpha val="14643"/>
                  </a:srgbClr>
                </a:gs>
                <a:gs pos="14286">
                  <a:srgbClr val="818DA7">
                    <a:alpha val="13543"/>
                  </a:srgbClr>
                </a:gs>
                <a:gs pos="28571">
                  <a:srgbClr val="818DA7">
                    <a:alpha val="10684"/>
                  </a:srgbClr>
                </a:gs>
                <a:gs pos="42857">
                  <a:srgbClr val="818DA7">
                    <a:alpha val="7143"/>
                  </a:srgbClr>
                </a:gs>
                <a:gs pos="57143">
                  <a:srgbClr val="818DA7">
                    <a:alpha val="4023"/>
                  </a:srgbClr>
                </a:gs>
                <a:gs pos="71429">
                  <a:srgbClr val="818DA7">
                    <a:alpha val="1904"/>
                  </a:srgbClr>
                </a:gs>
                <a:gs pos="85714">
                  <a:srgbClr val="818DA7">
                    <a:alpha val="757"/>
                  </a:srgbClr>
                </a:gs>
                <a:gs pos="100000">
                  <a:srgbClr val="818DA7">
                    <a:alpha val="254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421" name="Splat 421"/>
            <p:cNvSpPr>
              <a:spLocks noGrp="1"/>
            </p:cNvSpPr>
            <p:nvPr/>
          </p:nvSpPr>
          <p:spPr>
            <a:xfrm rot="5400000">
              <a:off x="2098186" y="2221149"/>
              <a:ext cx="57636" cy="57636"/>
            </a:xfrm>
            <a:prstGeom prst="ellipse">
              <a:avLst/>
            </a:prstGeom>
            <a:gradFill>
              <a:gsLst>
                <a:gs pos="0">
                  <a:srgbClr val="9B7D4A">
                    <a:alpha val="14475"/>
                  </a:srgbClr>
                </a:gs>
                <a:gs pos="14286">
                  <a:srgbClr val="9B7D4A">
                    <a:alpha val="13387"/>
                  </a:srgbClr>
                </a:gs>
                <a:gs pos="28571">
                  <a:srgbClr val="9B7D4A">
                    <a:alpha val="10559"/>
                  </a:srgbClr>
                </a:gs>
                <a:gs pos="42857">
                  <a:srgbClr val="9B7D4A">
                    <a:alpha val="7058"/>
                  </a:srgbClr>
                </a:gs>
                <a:gs pos="57143">
                  <a:srgbClr val="9B7D4A">
                    <a:alpha val="3975"/>
                  </a:srgbClr>
                </a:gs>
                <a:gs pos="71429">
                  <a:srgbClr val="9B7D4A">
                    <a:alpha val="1881"/>
                  </a:srgbClr>
                </a:gs>
                <a:gs pos="85714">
                  <a:srgbClr val="9B7D4A">
                    <a:alpha val="748"/>
                  </a:srgbClr>
                </a:gs>
                <a:gs pos="100000">
                  <a:srgbClr val="9B7D4A">
                    <a:alpha val="250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422" name="Splat 422"/>
            <p:cNvSpPr>
              <a:spLocks noGrp="1"/>
            </p:cNvSpPr>
            <p:nvPr/>
          </p:nvSpPr>
          <p:spPr>
            <a:xfrm rot="-9774338">
              <a:off x="2563968" y="225357"/>
              <a:ext cx="670734" cy="65939"/>
            </a:xfrm>
            <a:prstGeom prst="ellipse">
              <a:avLst/>
            </a:prstGeom>
            <a:gradFill>
              <a:gsLst>
                <a:gs pos="0">
                  <a:srgbClr val="000000">
                    <a:alpha val="32968"/>
                  </a:srgbClr>
                </a:gs>
                <a:gs pos="14286">
                  <a:srgbClr val="000000">
                    <a:alpha val="30764"/>
                  </a:srgbClr>
                </a:gs>
                <a:gs pos="28571">
                  <a:srgbClr val="000000">
                    <a:alpha val="24833"/>
                  </a:srgbClr>
                </a:gs>
                <a:gs pos="42857">
                  <a:srgbClr val="000000">
                    <a:alpha val="17075"/>
                  </a:srgbClr>
                </a:gs>
                <a:gs pos="57143">
                  <a:srgbClr val="000000">
                    <a:alpha val="9855"/>
                  </a:srgbClr>
                </a:gs>
                <a:gs pos="71429">
                  <a:srgbClr val="000000">
                    <a:alpha val="4740"/>
                  </a:srgbClr>
                </a:gs>
                <a:gs pos="85714">
                  <a:srgbClr val="000000">
                    <a:alpha val="1902"/>
                  </a:srgbClr>
                </a:gs>
                <a:gs pos="100000">
                  <a:srgbClr val="000000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423" name="Splat 423"/>
            <p:cNvSpPr>
              <a:spLocks noGrp="1"/>
            </p:cNvSpPr>
            <p:nvPr/>
          </p:nvSpPr>
          <p:spPr>
            <a:xfrm rot="4929013">
              <a:off x="1492466" y="476611"/>
              <a:ext cx="622084" cy="208424"/>
            </a:xfrm>
            <a:prstGeom prst="ellipse">
              <a:avLst/>
            </a:prstGeom>
            <a:gradFill>
              <a:gsLst>
                <a:gs pos="0">
                  <a:srgbClr val="450000">
                    <a:alpha val="32968"/>
                  </a:srgbClr>
                </a:gs>
                <a:gs pos="14286">
                  <a:srgbClr val="450000">
                    <a:alpha val="30764"/>
                  </a:srgbClr>
                </a:gs>
                <a:gs pos="28571">
                  <a:srgbClr val="450000">
                    <a:alpha val="24833"/>
                  </a:srgbClr>
                </a:gs>
                <a:gs pos="42857">
                  <a:srgbClr val="450000">
                    <a:alpha val="17075"/>
                  </a:srgbClr>
                </a:gs>
                <a:gs pos="57143">
                  <a:srgbClr val="450000">
                    <a:alpha val="9855"/>
                  </a:srgbClr>
                </a:gs>
                <a:gs pos="71429">
                  <a:srgbClr val="450000">
                    <a:alpha val="4740"/>
                  </a:srgbClr>
                </a:gs>
                <a:gs pos="85714">
                  <a:srgbClr val="450000">
                    <a:alpha val="1902"/>
                  </a:srgbClr>
                </a:gs>
                <a:gs pos="100000">
                  <a:srgbClr val="450000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424" name="Splat 424"/>
            <p:cNvSpPr>
              <a:spLocks noGrp="1"/>
            </p:cNvSpPr>
            <p:nvPr/>
          </p:nvSpPr>
          <p:spPr>
            <a:xfrm rot="7747427">
              <a:off x="1153457" y="2083523"/>
              <a:ext cx="787152" cy="94536"/>
            </a:xfrm>
            <a:prstGeom prst="ellipse">
              <a:avLst/>
            </a:prstGeom>
            <a:gradFill>
              <a:gsLst>
                <a:gs pos="0">
                  <a:srgbClr val="FFFDF1">
                    <a:alpha val="32968"/>
                  </a:srgbClr>
                </a:gs>
                <a:gs pos="14286">
                  <a:srgbClr val="FFFDF1">
                    <a:alpha val="30764"/>
                  </a:srgbClr>
                </a:gs>
                <a:gs pos="28571">
                  <a:srgbClr val="FFFDF1">
                    <a:alpha val="24833"/>
                  </a:srgbClr>
                </a:gs>
                <a:gs pos="42857">
                  <a:srgbClr val="FFFDF1">
                    <a:alpha val="17075"/>
                  </a:srgbClr>
                </a:gs>
                <a:gs pos="57143">
                  <a:srgbClr val="FFFDF1">
                    <a:alpha val="9855"/>
                  </a:srgbClr>
                </a:gs>
                <a:gs pos="71429">
                  <a:srgbClr val="FFFDF1">
                    <a:alpha val="4740"/>
                  </a:srgbClr>
                </a:gs>
                <a:gs pos="85714">
                  <a:srgbClr val="FFFDF1">
                    <a:alpha val="1902"/>
                  </a:srgbClr>
                </a:gs>
                <a:gs pos="100000">
                  <a:srgbClr val="FFFDF1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425" name="Splat 425"/>
            <p:cNvSpPr>
              <a:spLocks noGrp="1"/>
            </p:cNvSpPr>
            <p:nvPr/>
          </p:nvSpPr>
          <p:spPr>
            <a:xfrm rot="4403920">
              <a:off x="1826025" y="1331519"/>
              <a:ext cx="593576" cy="101532"/>
            </a:xfrm>
            <a:prstGeom prst="ellipse">
              <a:avLst/>
            </a:prstGeom>
            <a:gradFill>
              <a:gsLst>
                <a:gs pos="0">
                  <a:srgbClr val="EAA600">
                    <a:alpha val="32968"/>
                  </a:srgbClr>
                </a:gs>
                <a:gs pos="14286">
                  <a:srgbClr val="EAA600">
                    <a:alpha val="30764"/>
                  </a:srgbClr>
                </a:gs>
                <a:gs pos="28571">
                  <a:srgbClr val="EAA600">
                    <a:alpha val="24833"/>
                  </a:srgbClr>
                </a:gs>
                <a:gs pos="42857">
                  <a:srgbClr val="EAA600">
                    <a:alpha val="17075"/>
                  </a:srgbClr>
                </a:gs>
                <a:gs pos="57143">
                  <a:srgbClr val="EAA600">
                    <a:alpha val="9855"/>
                  </a:srgbClr>
                </a:gs>
                <a:gs pos="71429">
                  <a:srgbClr val="EAA600">
                    <a:alpha val="4740"/>
                  </a:srgbClr>
                </a:gs>
                <a:gs pos="85714">
                  <a:srgbClr val="EAA600">
                    <a:alpha val="1902"/>
                  </a:srgbClr>
                </a:gs>
                <a:gs pos="100000">
                  <a:srgbClr val="EAA600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426" name="Splat 426"/>
            <p:cNvSpPr>
              <a:spLocks noGrp="1"/>
            </p:cNvSpPr>
            <p:nvPr/>
          </p:nvSpPr>
          <p:spPr>
            <a:xfrm rot="9602682">
              <a:off x="2061666" y="3387330"/>
              <a:ext cx="603149" cy="176713"/>
            </a:xfrm>
            <a:prstGeom prst="ellipse">
              <a:avLst/>
            </a:prstGeom>
            <a:gradFill>
              <a:gsLst>
                <a:gs pos="0">
                  <a:srgbClr val="937100">
                    <a:alpha val="32968"/>
                  </a:srgbClr>
                </a:gs>
                <a:gs pos="14286">
                  <a:srgbClr val="937100">
                    <a:alpha val="30764"/>
                  </a:srgbClr>
                </a:gs>
                <a:gs pos="28571">
                  <a:srgbClr val="937100">
                    <a:alpha val="24833"/>
                  </a:srgbClr>
                </a:gs>
                <a:gs pos="42857">
                  <a:srgbClr val="937100">
                    <a:alpha val="17075"/>
                  </a:srgbClr>
                </a:gs>
                <a:gs pos="57143">
                  <a:srgbClr val="937100">
                    <a:alpha val="9855"/>
                  </a:srgbClr>
                </a:gs>
                <a:gs pos="71429">
                  <a:srgbClr val="937100">
                    <a:alpha val="4740"/>
                  </a:srgbClr>
                </a:gs>
                <a:gs pos="85714">
                  <a:srgbClr val="937100">
                    <a:alpha val="1902"/>
                  </a:srgbClr>
                </a:gs>
                <a:gs pos="100000">
                  <a:srgbClr val="937100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427" name="Splat 427"/>
            <p:cNvSpPr>
              <a:spLocks noGrp="1"/>
            </p:cNvSpPr>
            <p:nvPr/>
          </p:nvSpPr>
          <p:spPr>
            <a:xfrm rot="6636173">
              <a:off x="-343950" y="1305538"/>
              <a:ext cx="710678" cy="108286"/>
            </a:xfrm>
            <a:prstGeom prst="ellipse">
              <a:avLst/>
            </a:prstGeom>
            <a:gradFill>
              <a:gsLst>
                <a:gs pos="0">
                  <a:srgbClr val="520000">
                    <a:alpha val="32968"/>
                  </a:srgbClr>
                </a:gs>
                <a:gs pos="14286">
                  <a:srgbClr val="520000">
                    <a:alpha val="30764"/>
                  </a:srgbClr>
                </a:gs>
                <a:gs pos="28571">
                  <a:srgbClr val="520000">
                    <a:alpha val="24833"/>
                  </a:srgbClr>
                </a:gs>
                <a:gs pos="42857">
                  <a:srgbClr val="520000">
                    <a:alpha val="17075"/>
                  </a:srgbClr>
                </a:gs>
                <a:gs pos="57143">
                  <a:srgbClr val="520000">
                    <a:alpha val="9855"/>
                  </a:srgbClr>
                </a:gs>
                <a:gs pos="71429">
                  <a:srgbClr val="520000">
                    <a:alpha val="4740"/>
                  </a:srgbClr>
                </a:gs>
                <a:gs pos="85714">
                  <a:srgbClr val="520000">
                    <a:alpha val="1902"/>
                  </a:srgbClr>
                </a:gs>
                <a:gs pos="100000">
                  <a:srgbClr val="520000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428" name="Splat 428"/>
            <p:cNvSpPr>
              <a:spLocks noGrp="1"/>
            </p:cNvSpPr>
            <p:nvPr/>
          </p:nvSpPr>
          <p:spPr>
            <a:xfrm rot="7135880">
              <a:off x="2966335" y="3582066"/>
              <a:ext cx="756893" cy="132018"/>
            </a:xfrm>
            <a:prstGeom prst="ellipse">
              <a:avLst/>
            </a:prstGeom>
            <a:gradFill>
              <a:gsLst>
                <a:gs pos="0">
                  <a:srgbClr val="00008F">
                    <a:alpha val="17755"/>
                  </a:srgbClr>
                </a:gs>
                <a:gs pos="14286">
                  <a:srgbClr val="00008F">
                    <a:alpha val="16444"/>
                  </a:srgbClr>
                </a:gs>
                <a:gs pos="28571">
                  <a:srgbClr val="00008F">
                    <a:alpha val="13020"/>
                  </a:srgbClr>
                </a:gs>
                <a:gs pos="42857">
                  <a:srgbClr val="00008F">
                    <a:alpha val="8744"/>
                  </a:srgbClr>
                </a:gs>
                <a:gs pos="57143">
                  <a:srgbClr val="00008F">
                    <a:alpha val="4944"/>
                  </a:srgbClr>
                </a:gs>
                <a:gs pos="71429">
                  <a:srgbClr val="00008F">
                    <a:alpha val="2345"/>
                  </a:srgbClr>
                </a:gs>
                <a:gs pos="85714">
                  <a:srgbClr val="00008F">
                    <a:alpha val="934"/>
                  </a:srgbClr>
                </a:gs>
                <a:gs pos="100000">
                  <a:srgbClr val="00008F">
                    <a:alpha val="313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429" name="Splat 429"/>
            <p:cNvSpPr>
              <a:spLocks noGrp="1"/>
            </p:cNvSpPr>
            <p:nvPr/>
          </p:nvSpPr>
          <p:spPr>
            <a:xfrm rot="6798113">
              <a:off x="898698" y="2744454"/>
              <a:ext cx="439260" cy="405318"/>
            </a:xfrm>
            <a:prstGeom prst="ellipse">
              <a:avLst/>
            </a:prstGeom>
            <a:gradFill>
              <a:gsLst>
                <a:gs pos="0">
                  <a:srgbClr val="F5FF00">
                    <a:alpha val="3814"/>
                  </a:srgbClr>
                </a:gs>
                <a:gs pos="14286">
                  <a:srgbClr val="F5FF00">
                    <a:alpha val="3511"/>
                  </a:srgbClr>
                </a:gs>
                <a:gs pos="28571">
                  <a:srgbClr val="F5FF00">
                    <a:alpha val="2737"/>
                  </a:srgbClr>
                </a:gs>
                <a:gs pos="42857">
                  <a:srgbClr val="F5FF00">
                    <a:alpha val="1804"/>
                  </a:srgbClr>
                </a:gs>
                <a:gs pos="57143">
                  <a:srgbClr val="F5FF00">
                    <a:alpha val="1003"/>
                  </a:srgbClr>
                </a:gs>
                <a:gs pos="71429">
                  <a:srgbClr val="F5FF00">
                    <a:alpha val="471"/>
                  </a:srgbClr>
                </a:gs>
                <a:gs pos="85714">
                  <a:srgbClr val="F5FF00">
                    <a:alpha val="186"/>
                  </a:srgbClr>
                </a:gs>
                <a:gs pos="100000">
                  <a:srgbClr val="F5FF00">
                    <a:alpha val="62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430" name="Splat 430"/>
            <p:cNvSpPr>
              <a:spLocks noGrp="1"/>
            </p:cNvSpPr>
            <p:nvPr/>
          </p:nvSpPr>
          <p:spPr>
            <a:xfrm rot="-8600894">
              <a:off x="262975" y="3547112"/>
              <a:ext cx="768053" cy="47638"/>
            </a:xfrm>
            <a:prstGeom prst="ellipse">
              <a:avLst/>
            </a:prstGeom>
            <a:gradFill>
              <a:gsLst>
                <a:gs pos="0">
                  <a:srgbClr val="000000">
                    <a:alpha val="32968"/>
                  </a:srgbClr>
                </a:gs>
                <a:gs pos="14286">
                  <a:srgbClr val="000000">
                    <a:alpha val="30764"/>
                  </a:srgbClr>
                </a:gs>
                <a:gs pos="28571">
                  <a:srgbClr val="000000">
                    <a:alpha val="24833"/>
                  </a:srgbClr>
                </a:gs>
                <a:gs pos="42857">
                  <a:srgbClr val="000000">
                    <a:alpha val="17075"/>
                  </a:srgbClr>
                </a:gs>
                <a:gs pos="57143">
                  <a:srgbClr val="000000">
                    <a:alpha val="9855"/>
                  </a:srgbClr>
                </a:gs>
                <a:gs pos="71429">
                  <a:srgbClr val="000000">
                    <a:alpha val="4740"/>
                  </a:srgbClr>
                </a:gs>
                <a:gs pos="85714">
                  <a:srgbClr val="000000">
                    <a:alpha val="1902"/>
                  </a:srgbClr>
                </a:gs>
                <a:gs pos="100000">
                  <a:srgbClr val="000000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431" name="Splat 431"/>
            <p:cNvSpPr>
              <a:spLocks noGrp="1"/>
            </p:cNvSpPr>
            <p:nvPr/>
          </p:nvSpPr>
          <p:spPr>
            <a:xfrm rot="4266627">
              <a:off x="1521562" y="3229534"/>
              <a:ext cx="815130" cy="106885"/>
            </a:xfrm>
            <a:prstGeom prst="ellipse">
              <a:avLst/>
            </a:prstGeom>
            <a:gradFill>
              <a:gsLst>
                <a:gs pos="0">
                  <a:srgbClr val="0081DA">
                    <a:alpha val="32968"/>
                  </a:srgbClr>
                </a:gs>
                <a:gs pos="14286">
                  <a:srgbClr val="0081DA">
                    <a:alpha val="30764"/>
                  </a:srgbClr>
                </a:gs>
                <a:gs pos="28571">
                  <a:srgbClr val="0081DA">
                    <a:alpha val="24833"/>
                  </a:srgbClr>
                </a:gs>
                <a:gs pos="42857">
                  <a:srgbClr val="0081DA">
                    <a:alpha val="17075"/>
                  </a:srgbClr>
                </a:gs>
                <a:gs pos="57143">
                  <a:srgbClr val="0081DA">
                    <a:alpha val="9855"/>
                  </a:srgbClr>
                </a:gs>
                <a:gs pos="71429">
                  <a:srgbClr val="0081DA">
                    <a:alpha val="4740"/>
                  </a:srgbClr>
                </a:gs>
                <a:gs pos="85714">
                  <a:srgbClr val="0081DA">
                    <a:alpha val="1902"/>
                  </a:srgbClr>
                </a:gs>
                <a:gs pos="100000">
                  <a:srgbClr val="0081DA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432" name="Splat 432"/>
            <p:cNvSpPr>
              <a:spLocks noGrp="1"/>
            </p:cNvSpPr>
            <p:nvPr/>
          </p:nvSpPr>
          <p:spPr>
            <a:xfrm rot="5400000">
              <a:off x="2000351" y="91939"/>
              <a:ext cx="58266" cy="58266"/>
            </a:xfrm>
            <a:prstGeom prst="ellipse">
              <a:avLst/>
            </a:prstGeom>
            <a:gradFill>
              <a:gsLst>
                <a:gs pos="0">
                  <a:srgbClr val="E9CCA9">
                    <a:alpha val="14308"/>
                  </a:srgbClr>
                </a:gs>
                <a:gs pos="14286">
                  <a:srgbClr val="E9CCA9">
                    <a:alpha val="13231"/>
                  </a:srgbClr>
                </a:gs>
                <a:gs pos="28571">
                  <a:srgbClr val="E9CCA9">
                    <a:alpha val="10434"/>
                  </a:srgbClr>
                </a:gs>
                <a:gs pos="42857">
                  <a:srgbClr val="E9CCA9">
                    <a:alpha val="6973"/>
                  </a:srgbClr>
                </a:gs>
                <a:gs pos="57143">
                  <a:srgbClr val="E9CCA9">
                    <a:alpha val="3926"/>
                  </a:srgbClr>
                </a:gs>
                <a:gs pos="71429">
                  <a:srgbClr val="E9CCA9">
                    <a:alpha val="1857"/>
                  </a:srgbClr>
                </a:gs>
                <a:gs pos="85714">
                  <a:srgbClr val="E9CCA9">
                    <a:alpha val="739"/>
                  </a:srgbClr>
                </a:gs>
                <a:gs pos="100000">
                  <a:srgbClr val="E9CCA9">
                    <a:alpha val="247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433" name="Splat 433"/>
            <p:cNvSpPr>
              <a:spLocks noGrp="1"/>
            </p:cNvSpPr>
            <p:nvPr/>
          </p:nvSpPr>
          <p:spPr>
            <a:xfrm rot="6454991">
              <a:off x="2144036" y="1466965"/>
              <a:ext cx="363848" cy="108401"/>
            </a:xfrm>
            <a:prstGeom prst="ellipse">
              <a:avLst/>
            </a:prstGeom>
            <a:gradFill>
              <a:gsLst>
                <a:gs pos="0">
                  <a:srgbClr val="500000">
                    <a:alpha val="32968"/>
                  </a:srgbClr>
                </a:gs>
                <a:gs pos="14286">
                  <a:srgbClr val="500000">
                    <a:alpha val="30764"/>
                  </a:srgbClr>
                </a:gs>
                <a:gs pos="28571">
                  <a:srgbClr val="500000">
                    <a:alpha val="24833"/>
                  </a:srgbClr>
                </a:gs>
                <a:gs pos="42857">
                  <a:srgbClr val="500000">
                    <a:alpha val="17075"/>
                  </a:srgbClr>
                </a:gs>
                <a:gs pos="57143">
                  <a:srgbClr val="500000">
                    <a:alpha val="9855"/>
                  </a:srgbClr>
                </a:gs>
                <a:gs pos="71429">
                  <a:srgbClr val="500000">
                    <a:alpha val="4740"/>
                  </a:srgbClr>
                </a:gs>
                <a:gs pos="85714">
                  <a:srgbClr val="500000">
                    <a:alpha val="1902"/>
                  </a:srgbClr>
                </a:gs>
                <a:gs pos="100000">
                  <a:srgbClr val="500000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434" name="Splat 434"/>
            <p:cNvSpPr>
              <a:spLocks noGrp="1"/>
            </p:cNvSpPr>
            <p:nvPr/>
          </p:nvSpPr>
          <p:spPr>
            <a:xfrm rot="7908444">
              <a:off x="1248662" y="2308888"/>
              <a:ext cx="598538" cy="272251"/>
            </a:xfrm>
            <a:prstGeom prst="ellipse">
              <a:avLst/>
            </a:prstGeom>
            <a:gradFill>
              <a:gsLst>
                <a:gs pos="0">
                  <a:srgbClr val="FDFFFF">
                    <a:alpha val="32968"/>
                  </a:srgbClr>
                </a:gs>
                <a:gs pos="14286">
                  <a:srgbClr val="FDFFFF">
                    <a:alpha val="30764"/>
                  </a:srgbClr>
                </a:gs>
                <a:gs pos="28571">
                  <a:srgbClr val="FDFFFF">
                    <a:alpha val="24833"/>
                  </a:srgbClr>
                </a:gs>
                <a:gs pos="42857">
                  <a:srgbClr val="FDFFFF">
                    <a:alpha val="17075"/>
                  </a:srgbClr>
                </a:gs>
                <a:gs pos="57143">
                  <a:srgbClr val="FDFFFF">
                    <a:alpha val="9855"/>
                  </a:srgbClr>
                </a:gs>
                <a:gs pos="71429">
                  <a:srgbClr val="FDFFFF">
                    <a:alpha val="4740"/>
                  </a:srgbClr>
                </a:gs>
                <a:gs pos="85714">
                  <a:srgbClr val="FDFFFF">
                    <a:alpha val="1902"/>
                  </a:srgbClr>
                </a:gs>
                <a:gs pos="100000">
                  <a:srgbClr val="FDFFFF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435" name="Splat 435"/>
            <p:cNvSpPr>
              <a:spLocks noGrp="1"/>
            </p:cNvSpPr>
            <p:nvPr/>
          </p:nvSpPr>
          <p:spPr>
            <a:xfrm rot="5400000">
              <a:off x="1930766" y="1141382"/>
              <a:ext cx="58335" cy="58335"/>
            </a:xfrm>
            <a:prstGeom prst="ellipse">
              <a:avLst/>
            </a:prstGeom>
            <a:gradFill>
              <a:gsLst>
                <a:gs pos="0">
                  <a:srgbClr val="D9DADD">
                    <a:alpha val="14289"/>
                  </a:srgbClr>
                </a:gs>
                <a:gs pos="14286">
                  <a:srgbClr val="D9DADD">
                    <a:alpha val="13213"/>
                  </a:srgbClr>
                </a:gs>
                <a:gs pos="28571">
                  <a:srgbClr val="D9DADD">
                    <a:alpha val="10420"/>
                  </a:srgbClr>
                </a:gs>
                <a:gs pos="42857">
                  <a:srgbClr val="D9DADD">
                    <a:alpha val="6963"/>
                  </a:srgbClr>
                </a:gs>
                <a:gs pos="57143">
                  <a:srgbClr val="D9DADD">
                    <a:alpha val="3920"/>
                  </a:srgbClr>
                </a:gs>
                <a:gs pos="71429">
                  <a:srgbClr val="D9DADD">
                    <a:alpha val="1855"/>
                  </a:srgbClr>
                </a:gs>
                <a:gs pos="85714">
                  <a:srgbClr val="D9DADD">
                    <a:alpha val="738"/>
                  </a:srgbClr>
                </a:gs>
                <a:gs pos="100000">
                  <a:srgbClr val="D9DADD">
                    <a:alpha val="247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436" name="Splat 436"/>
            <p:cNvSpPr>
              <a:spLocks noGrp="1"/>
            </p:cNvSpPr>
            <p:nvPr/>
          </p:nvSpPr>
          <p:spPr>
            <a:xfrm rot="2724477">
              <a:off x="1184736" y="123718"/>
              <a:ext cx="696838" cy="90753"/>
            </a:xfrm>
            <a:prstGeom prst="ellipse">
              <a:avLst/>
            </a:prstGeom>
            <a:gradFill>
              <a:gsLst>
                <a:gs pos="0">
                  <a:srgbClr val="000000">
                    <a:alpha val="32968"/>
                  </a:srgbClr>
                </a:gs>
                <a:gs pos="14286">
                  <a:srgbClr val="000000">
                    <a:alpha val="30764"/>
                  </a:srgbClr>
                </a:gs>
                <a:gs pos="28571">
                  <a:srgbClr val="000000">
                    <a:alpha val="24833"/>
                  </a:srgbClr>
                </a:gs>
                <a:gs pos="42857">
                  <a:srgbClr val="000000">
                    <a:alpha val="17075"/>
                  </a:srgbClr>
                </a:gs>
                <a:gs pos="57143">
                  <a:srgbClr val="000000">
                    <a:alpha val="9855"/>
                  </a:srgbClr>
                </a:gs>
                <a:gs pos="71429">
                  <a:srgbClr val="000000">
                    <a:alpha val="4740"/>
                  </a:srgbClr>
                </a:gs>
                <a:gs pos="85714">
                  <a:srgbClr val="000000">
                    <a:alpha val="1902"/>
                  </a:srgbClr>
                </a:gs>
                <a:gs pos="100000">
                  <a:srgbClr val="000000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437" name="Splat 437"/>
            <p:cNvSpPr>
              <a:spLocks noGrp="1"/>
            </p:cNvSpPr>
            <p:nvPr/>
          </p:nvSpPr>
          <p:spPr>
            <a:xfrm rot="4364382">
              <a:off x="3182163" y="3574855"/>
              <a:ext cx="663332" cy="146440"/>
            </a:xfrm>
            <a:prstGeom prst="ellipse">
              <a:avLst/>
            </a:prstGeom>
            <a:gradFill>
              <a:gsLst>
                <a:gs pos="0">
                  <a:srgbClr val="003590">
                    <a:alpha val="32968"/>
                  </a:srgbClr>
                </a:gs>
                <a:gs pos="14286">
                  <a:srgbClr val="003590">
                    <a:alpha val="30764"/>
                  </a:srgbClr>
                </a:gs>
                <a:gs pos="28571">
                  <a:srgbClr val="003590">
                    <a:alpha val="24833"/>
                  </a:srgbClr>
                </a:gs>
                <a:gs pos="42857">
                  <a:srgbClr val="003590">
                    <a:alpha val="17075"/>
                  </a:srgbClr>
                </a:gs>
                <a:gs pos="57143">
                  <a:srgbClr val="003590">
                    <a:alpha val="9855"/>
                  </a:srgbClr>
                </a:gs>
                <a:gs pos="71429">
                  <a:srgbClr val="003590">
                    <a:alpha val="4740"/>
                  </a:srgbClr>
                </a:gs>
                <a:gs pos="85714">
                  <a:srgbClr val="003590">
                    <a:alpha val="1902"/>
                  </a:srgbClr>
                </a:gs>
                <a:gs pos="100000">
                  <a:srgbClr val="003590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438" name="Splat 438"/>
            <p:cNvSpPr>
              <a:spLocks noGrp="1"/>
            </p:cNvSpPr>
            <p:nvPr/>
          </p:nvSpPr>
          <p:spPr>
            <a:xfrm rot="10501318">
              <a:off x="1007530" y="1733577"/>
              <a:ext cx="536329" cy="503119"/>
            </a:xfrm>
            <a:prstGeom prst="ellipse">
              <a:avLst/>
            </a:prstGeom>
            <a:gradFill>
              <a:gsLst>
                <a:gs pos="0">
                  <a:srgbClr val="80FFEF">
                    <a:alpha val="7285"/>
                  </a:srgbClr>
                </a:gs>
                <a:gs pos="14286">
                  <a:srgbClr val="80FFEF">
                    <a:alpha val="6716"/>
                  </a:srgbClr>
                </a:gs>
                <a:gs pos="28571">
                  <a:srgbClr val="80FFEF">
                    <a:alpha val="5255"/>
                  </a:srgbClr>
                </a:gs>
                <a:gs pos="42857">
                  <a:srgbClr val="80FFEF">
                    <a:alpha val="3479"/>
                  </a:srgbClr>
                </a:gs>
                <a:gs pos="57143">
                  <a:srgbClr val="80FFEF">
                    <a:alpha val="1943"/>
                  </a:srgbClr>
                </a:gs>
                <a:gs pos="71429">
                  <a:srgbClr val="80FFEF">
                    <a:alpha val="914"/>
                  </a:srgbClr>
                </a:gs>
                <a:gs pos="85714">
                  <a:srgbClr val="80FFEF">
                    <a:alpha val="362"/>
                  </a:srgbClr>
                </a:gs>
                <a:gs pos="100000">
                  <a:srgbClr val="80FFEF">
                    <a:alpha val="121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439" name="Splat 439"/>
            <p:cNvSpPr>
              <a:spLocks noGrp="1"/>
            </p:cNvSpPr>
            <p:nvPr/>
          </p:nvSpPr>
          <p:spPr>
            <a:xfrm rot="4818007">
              <a:off x="232183" y="1122688"/>
              <a:ext cx="785722" cy="67763"/>
            </a:xfrm>
            <a:prstGeom prst="ellipse">
              <a:avLst/>
            </a:prstGeom>
            <a:gradFill>
              <a:gsLst>
                <a:gs pos="0">
                  <a:srgbClr val="000000">
                    <a:alpha val="32968"/>
                  </a:srgbClr>
                </a:gs>
                <a:gs pos="14286">
                  <a:srgbClr val="000000">
                    <a:alpha val="30764"/>
                  </a:srgbClr>
                </a:gs>
                <a:gs pos="28571">
                  <a:srgbClr val="000000">
                    <a:alpha val="24833"/>
                  </a:srgbClr>
                </a:gs>
                <a:gs pos="42857">
                  <a:srgbClr val="000000">
                    <a:alpha val="17075"/>
                  </a:srgbClr>
                </a:gs>
                <a:gs pos="57143">
                  <a:srgbClr val="000000">
                    <a:alpha val="9855"/>
                  </a:srgbClr>
                </a:gs>
                <a:gs pos="71429">
                  <a:srgbClr val="000000">
                    <a:alpha val="4740"/>
                  </a:srgbClr>
                </a:gs>
                <a:gs pos="85714">
                  <a:srgbClr val="000000">
                    <a:alpha val="1902"/>
                  </a:srgbClr>
                </a:gs>
                <a:gs pos="100000">
                  <a:srgbClr val="000000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440" name="Splat 440"/>
            <p:cNvSpPr>
              <a:spLocks noGrp="1"/>
            </p:cNvSpPr>
            <p:nvPr/>
          </p:nvSpPr>
          <p:spPr>
            <a:xfrm rot="9564042">
              <a:off x="1912810" y="3154544"/>
              <a:ext cx="489375" cy="137494"/>
            </a:xfrm>
            <a:prstGeom prst="ellipse">
              <a:avLst/>
            </a:prstGeom>
            <a:gradFill>
              <a:gsLst>
                <a:gs pos="0">
                  <a:srgbClr val="380000">
                    <a:alpha val="32968"/>
                  </a:srgbClr>
                </a:gs>
                <a:gs pos="14286">
                  <a:srgbClr val="380000">
                    <a:alpha val="30764"/>
                  </a:srgbClr>
                </a:gs>
                <a:gs pos="28571">
                  <a:srgbClr val="380000">
                    <a:alpha val="24833"/>
                  </a:srgbClr>
                </a:gs>
                <a:gs pos="42857">
                  <a:srgbClr val="380000">
                    <a:alpha val="17075"/>
                  </a:srgbClr>
                </a:gs>
                <a:gs pos="57143">
                  <a:srgbClr val="380000">
                    <a:alpha val="9855"/>
                  </a:srgbClr>
                </a:gs>
                <a:gs pos="71429">
                  <a:srgbClr val="380000">
                    <a:alpha val="4740"/>
                  </a:srgbClr>
                </a:gs>
                <a:gs pos="85714">
                  <a:srgbClr val="380000">
                    <a:alpha val="1902"/>
                  </a:srgbClr>
                </a:gs>
                <a:gs pos="100000">
                  <a:srgbClr val="380000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441" name="Splat 441"/>
            <p:cNvSpPr>
              <a:spLocks noGrp="1"/>
            </p:cNvSpPr>
            <p:nvPr/>
          </p:nvSpPr>
          <p:spPr>
            <a:xfrm rot="6354284">
              <a:off x="2721602" y="1755401"/>
              <a:ext cx="941756" cy="76635"/>
            </a:xfrm>
            <a:prstGeom prst="ellipse">
              <a:avLst/>
            </a:prstGeom>
            <a:gradFill>
              <a:gsLst>
                <a:gs pos="0">
                  <a:srgbClr val="F2F7FF">
                    <a:alpha val="29119"/>
                  </a:srgbClr>
                </a:gs>
                <a:gs pos="14286">
                  <a:srgbClr val="F2F7FF">
                    <a:alpha val="27118"/>
                  </a:srgbClr>
                </a:gs>
                <a:gs pos="28571">
                  <a:srgbClr val="F2F7FF">
                    <a:alpha val="21777"/>
                  </a:srgbClr>
                </a:gs>
                <a:gs pos="42857">
                  <a:srgbClr val="F2F7FF">
                    <a:alpha val="14879"/>
                  </a:srgbClr>
                </a:gs>
                <a:gs pos="57143">
                  <a:srgbClr val="F2F7FF">
                    <a:alpha val="8540"/>
                  </a:srgbClr>
                </a:gs>
                <a:gs pos="71429">
                  <a:srgbClr val="F2F7FF">
                    <a:alpha val="4092"/>
                  </a:srgbClr>
                </a:gs>
                <a:gs pos="85714">
                  <a:srgbClr val="F2F7FF">
                    <a:alpha val="1639"/>
                  </a:srgbClr>
                </a:gs>
                <a:gs pos="100000">
                  <a:srgbClr val="F2F7FF">
                    <a:alpha val="550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442" name="Splat 442"/>
            <p:cNvSpPr>
              <a:spLocks noGrp="1"/>
            </p:cNvSpPr>
            <p:nvPr/>
          </p:nvSpPr>
          <p:spPr>
            <a:xfrm rot="5312085">
              <a:off x="116309" y="2508184"/>
              <a:ext cx="550828" cy="410889"/>
            </a:xfrm>
            <a:prstGeom prst="ellipse">
              <a:avLst/>
            </a:prstGeom>
            <a:gradFill>
              <a:gsLst>
                <a:gs pos="0">
                  <a:srgbClr val="FFC800">
                    <a:alpha val="17218"/>
                  </a:srgbClr>
                </a:gs>
                <a:gs pos="14286">
                  <a:srgbClr val="FFC800">
                    <a:alpha val="15943"/>
                  </a:srgbClr>
                </a:gs>
                <a:gs pos="28571">
                  <a:srgbClr val="FFC800">
                    <a:alpha val="12616"/>
                  </a:srgbClr>
                </a:gs>
                <a:gs pos="42857">
                  <a:srgbClr val="FFC800">
                    <a:alpha val="8465"/>
                  </a:srgbClr>
                </a:gs>
                <a:gs pos="57143">
                  <a:srgbClr val="FFC800">
                    <a:alpha val="4783"/>
                  </a:srgbClr>
                </a:gs>
                <a:gs pos="71429">
                  <a:srgbClr val="FFC800">
                    <a:alpha val="2268"/>
                  </a:srgbClr>
                </a:gs>
                <a:gs pos="85714">
                  <a:srgbClr val="FFC800">
                    <a:alpha val="903"/>
                  </a:srgbClr>
                </a:gs>
                <a:gs pos="100000">
                  <a:srgbClr val="FFC800">
                    <a:alpha val="303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443" name="Splat 443"/>
            <p:cNvSpPr>
              <a:spLocks noGrp="1"/>
            </p:cNvSpPr>
            <p:nvPr/>
          </p:nvSpPr>
          <p:spPr>
            <a:xfrm rot="4312861">
              <a:off x="1321165" y="2206413"/>
              <a:ext cx="740430" cy="46183"/>
            </a:xfrm>
            <a:prstGeom prst="ellipse">
              <a:avLst/>
            </a:prstGeom>
            <a:gradFill>
              <a:gsLst>
                <a:gs pos="0">
                  <a:srgbClr val="000036">
                    <a:alpha val="32968"/>
                  </a:srgbClr>
                </a:gs>
                <a:gs pos="14286">
                  <a:srgbClr val="000036">
                    <a:alpha val="30764"/>
                  </a:srgbClr>
                </a:gs>
                <a:gs pos="28571">
                  <a:srgbClr val="000036">
                    <a:alpha val="24833"/>
                  </a:srgbClr>
                </a:gs>
                <a:gs pos="42857">
                  <a:srgbClr val="000036">
                    <a:alpha val="17075"/>
                  </a:srgbClr>
                </a:gs>
                <a:gs pos="57143">
                  <a:srgbClr val="000036">
                    <a:alpha val="9855"/>
                  </a:srgbClr>
                </a:gs>
                <a:gs pos="71429">
                  <a:srgbClr val="000036">
                    <a:alpha val="4740"/>
                  </a:srgbClr>
                </a:gs>
                <a:gs pos="85714">
                  <a:srgbClr val="000036">
                    <a:alpha val="1902"/>
                  </a:srgbClr>
                </a:gs>
                <a:gs pos="100000">
                  <a:srgbClr val="000036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444" name="Splat 444"/>
            <p:cNvSpPr>
              <a:spLocks noGrp="1"/>
            </p:cNvSpPr>
            <p:nvPr/>
          </p:nvSpPr>
          <p:spPr>
            <a:xfrm rot="5830400">
              <a:off x="6496" y="526807"/>
              <a:ext cx="251528" cy="65747"/>
            </a:xfrm>
            <a:prstGeom prst="ellipse">
              <a:avLst/>
            </a:prstGeom>
            <a:gradFill>
              <a:gsLst>
                <a:gs pos="0">
                  <a:srgbClr val="00000F">
                    <a:alpha val="32968"/>
                  </a:srgbClr>
                </a:gs>
                <a:gs pos="14286">
                  <a:srgbClr val="00000F">
                    <a:alpha val="30764"/>
                  </a:srgbClr>
                </a:gs>
                <a:gs pos="28571">
                  <a:srgbClr val="00000F">
                    <a:alpha val="24833"/>
                  </a:srgbClr>
                </a:gs>
                <a:gs pos="42857">
                  <a:srgbClr val="00000F">
                    <a:alpha val="17075"/>
                  </a:srgbClr>
                </a:gs>
                <a:gs pos="57143">
                  <a:srgbClr val="00000F">
                    <a:alpha val="9855"/>
                  </a:srgbClr>
                </a:gs>
                <a:gs pos="71429">
                  <a:srgbClr val="00000F">
                    <a:alpha val="4740"/>
                  </a:srgbClr>
                </a:gs>
                <a:gs pos="85714">
                  <a:srgbClr val="00000F">
                    <a:alpha val="1902"/>
                  </a:srgbClr>
                </a:gs>
                <a:gs pos="100000">
                  <a:srgbClr val="00000F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445" name="Splat 445"/>
            <p:cNvSpPr>
              <a:spLocks noGrp="1"/>
            </p:cNvSpPr>
            <p:nvPr/>
          </p:nvSpPr>
          <p:spPr>
            <a:xfrm rot="-10217876">
              <a:off x="2745481" y="2326683"/>
              <a:ext cx="533814" cy="115095"/>
            </a:xfrm>
            <a:prstGeom prst="ellipse">
              <a:avLst/>
            </a:prstGeom>
            <a:gradFill>
              <a:gsLst>
                <a:gs pos="0">
                  <a:srgbClr val="FFFEF4">
                    <a:alpha val="32968"/>
                  </a:srgbClr>
                </a:gs>
                <a:gs pos="14286">
                  <a:srgbClr val="FFFEF4">
                    <a:alpha val="30764"/>
                  </a:srgbClr>
                </a:gs>
                <a:gs pos="28571">
                  <a:srgbClr val="FFFEF4">
                    <a:alpha val="24833"/>
                  </a:srgbClr>
                </a:gs>
                <a:gs pos="42857">
                  <a:srgbClr val="FFFEF4">
                    <a:alpha val="17075"/>
                  </a:srgbClr>
                </a:gs>
                <a:gs pos="57143">
                  <a:srgbClr val="FFFEF4">
                    <a:alpha val="9855"/>
                  </a:srgbClr>
                </a:gs>
                <a:gs pos="71429">
                  <a:srgbClr val="FFFEF4">
                    <a:alpha val="4740"/>
                  </a:srgbClr>
                </a:gs>
                <a:gs pos="85714">
                  <a:srgbClr val="FFFEF4">
                    <a:alpha val="1902"/>
                  </a:srgbClr>
                </a:gs>
                <a:gs pos="100000">
                  <a:srgbClr val="FFFEF4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446" name="Splat 446"/>
            <p:cNvSpPr>
              <a:spLocks noGrp="1"/>
            </p:cNvSpPr>
            <p:nvPr/>
          </p:nvSpPr>
          <p:spPr>
            <a:xfrm rot="4015248">
              <a:off x="2581667" y="-20557"/>
              <a:ext cx="792116" cy="134804"/>
            </a:xfrm>
            <a:prstGeom prst="ellipse">
              <a:avLst/>
            </a:prstGeom>
            <a:gradFill>
              <a:gsLst>
                <a:gs pos="0">
                  <a:srgbClr val="893900">
                    <a:alpha val="32968"/>
                  </a:srgbClr>
                </a:gs>
                <a:gs pos="14286">
                  <a:srgbClr val="893900">
                    <a:alpha val="30764"/>
                  </a:srgbClr>
                </a:gs>
                <a:gs pos="28571">
                  <a:srgbClr val="893900">
                    <a:alpha val="24833"/>
                  </a:srgbClr>
                </a:gs>
                <a:gs pos="42857">
                  <a:srgbClr val="893900">
                    <a:alpha val="17075"/>
                  </a:srgbClr>
                </a:gs>
                <a:gs pos="57143">
                  <a:srgbClr val="893900">
                    <a:alpha val="9855"/>
                  </a:srgbClr>
                </a:gs>
                <a:gs pos="71429">
                  <a:srgbClr val="893900">
                    <a:alpha val="4740"/>
                  </a:srgbClr>
                </a:gs>
                <a:gs pos="85714">
                  <a:srgbClr val="893900">
                    <a:alpha val="1902"/>
                  </a:srgbClr>
                </a:gs>
                <a:gs pos="100000">
                  <a:srgbClr val="893900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447" name="Splat 447"/>
            <p:cNvSpPr>
              <a:spLocks noGrp="1"/>
            </p:cNvSpPr>
            <p:nvPr/>
          </p:nvSpPr>
          <p:spPr>
            <a:xfrm rot="5400000">
              <a:off x="395976" y="2525834"/>
              <a:ext cx="58845" cy="58845"/>
            </a:xfrm>
            <a:prstGeom prst="ellipse">
              <a:avLst/>
            </a:prstGeom>
            <a:gradFill>
              <a:gsLst>
                <a:gs pos="0">
                  <a:srgbClr val="9A784E">
                    <a:alpha val="14153"/>
                  </a:srgbClr>
                </a:gs>
                <a:gs pos="14286">
                  <a:srgbClr val="9A784E">
                    <a:alpha val="13087"/>
                  </a:srgbClr>
                </a:gs>
                <a:gs pos="28571">
                  <a:srgbClr val="9A784E">
                    <a:alpha val="10318"/>
                  </a:srgbClr>
                </a:gs>
                <a:gs pos="42857">
                  <a:srgbClr val="9A784E">
                    <a:alpha val="6894"/>
                  </a:srgbClr>
                </a:gs>
                <a:gs pos="57143">
                  <a:srgbClr val="9A784E">
                    <a:alpha val="3881"/>
                  </a:srgbClr>
                </a:gs>
                <a:gs pos="71429">
                  <a:srgbClr val="9A784E">
                    <a:alpha val="1836"/>
                  </a:srgbClr>
                </a:gs>
                <a:gs pos="85714">
                  <a:srgbClr val="9A784E">
                    <a:alpha val="730"/>
                  </a:srgbClr>
                </a:gs>
                <a:gs pos="100000">
                  <a:srgbClr val="9A784E">
                    <a:alpha val="244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448" name="Splat 448"/>
            <p:cNvSpPr>
              <a:spLocks noGrp="1"/>
            </p:cNvSpPr>
            <p:nvPr/>
          </p:nvSpPr>
          <p:spPr>
            <a:xfrm rot="9717953">
              <a:off x="1152026" y="2371963"/>
              <a:ext cx="447245" cy="423606"/>
            </a:xfrm>
            <a:prstGeom prst="ellipse">
              <a:avLst/>
            </a:prstGeom>
            <a:gradFill>
              <a:gsLst>
                <a:gs pos="0">
                  <a:srgbClr val="EF9EFF">
                    <a:alpha val="1333"/>
                  </a:srgbClr>
                </a:gs>
                <a:gs pos="14286">
                  <a:srgbClr val="EF9EFF">
                    <a:alpha val="1226"/>
                  </a:srgbClr>
                </a:gs>
                <a:gs pos="28571">
                  <a:srgbClr val="EF9EFF">
                    <a:alpha val="953"/>
                  </a:srgbClr>
                </a:gs>
                <a:gs pos="42857">
                  <a:srgbClr val="EF9EFF">
                    <a:alpha val="626"/>
                  </a:srgbClr>
                </a:gs>
                <a:gs pos="57143">
                  <a:srgbClr val="EF9EFF">
                    <a:alpha val="347"/>
                  </a:srgbClr>
                </a:gs>
                <a:gs pos="71429">
                  <a:srgbClr val="EF9EFF">
                    <a:alpha val="163"/>
                  </a:srgbClr>
                </a:gs>
                <a:gs pos="85714">
                  <a:srgbClr val="EF9EFF">
                    <a:alpha val="64"/>
                  </a:srgbClr>
                </a:gs>
                <a:gs pos="100000">
                  <a:srgbClr val="EF9EFF">
                    <a:alpha val="22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449" name="Splat 449"/>
            <p:cNvSpPr>
              <a:spLocks noGrp="1"/>
            </p:cNvSpPr>
            <p:nvPr/>
          </p:nvSpPr>
          <p:spPr>
            <a:xfrm rot="9530683">
              <a:off x="2051349" y="2706789"/>
              <a:ext cx="749185" cy="65290"/>
            </a:xfrm>
            <a:prstGeom prst="ellipse">
              <a:avLst/>
            </a:prstGeom>
            <a:gradFill>
              <a:gsLst>
                <a:gs pos="0">
                  <a:srgbClr val="2B0000">
                    <a:alpha val="32968"/>
                  </a:srgbClr>
                </a:gs>
                <a:gs pos="14286">
                  <a:srgbClr val="2B0000">
                    <a:alpha val="30764"/>
                  </a:srgbClr>
                </a:gs>
                <a:gs pos="28571">
                  <a:srgbClr val="2B0000">
                    <a:alpha val="24833"/>
                  </a:srgbClr>
                </a:gs>
                <a:gs pos="42857">
                  <a:srgbClr val="2B0000">
                    <a:alpha val="17075"/>
                  </a:srgbClr>
                </a:gs>
                <a:gs pos="57143">
                  <a:srgbClr val="2B0000">
                    <a:alpha val="9855"/>
                  </a:srgbClr>
                </a:gs>
                <a:gs pos="71429">
                  <a:srgbClr val="2B0000">
                    <a:alpha val="4740"/>
                  </a:srgbClr>
                </a:gs>
                <a:gs pos="85714">
                  <a:srgbClr val="2B0000">
                    <a:alpha val="1902"/>
                  </a:srgbClr>
                </a:gs>
                <a:gs pos="100000">
                  <a:srgbClr val="2B0000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450" name="Splat 450"/>
            <p:cNvSpPr>
              <a:spLocks noGrp="1"/>
            </p:cNvSpPr>
            <p:nvPr/>
          </p:nvSpPr>
          <p:spPr>
            <a:xfrm rot="3959894">
              <a:off x="999548" y="2476275"/>
              <a:ext cx="722209" cy="145369"/>
            </a:xfrm>
            <a:prstGeom prst="ellipse">
              <a:avLst/>
            </a:prstGeom>
            <a:gradFill>
              <a:gsLst>
                <a:gs pos="0">
                  <a:srgbClr val="C6C7F4">
                    <a:alpha val="13563"/>
                  </a:srgbClr>
                </a:gs>
                <a:gs pos="14286">
                  <a:srgbClr val="C6C7F4">
                    <a:alpha val="12538"/>
                  </a:srgbClr>
                </a:gs>
                <a:gs pos="28571">
                  <a:srgbClr val="C6C7F4">
                    <a:alpha val="9879"/>
                  </a:srgbClr>
                </a:gs>
                <a:gs pos="42857">
                  <a:srgbClr val="C6C7F4">
                    <a:alpha val="6595"/>
                  </a:srgbClr>
                </a:gs>
                <a:gs pos="57143">
                  <a:srgbClr val="C6C7F4">
                    <a:alpha val="3710"/>
                  </a:srgbClr>
                </a:gs>
                <a:gs pos="71429">
                  <a:srgbClr val="C6C7F4">
                    <a:alpha val="1754"/>
                  </a:srgbClr>
                </a:gs>
                <a:gs pos="85714">
                  <a:srgbClr val="C6C7F4">
                    <a:alpha val="697"/>
                  </a:srgbClr>
                </a:gs>
                <a:gs pos="100000">
                  <a:srgbClr val="C6C7F4">
                    <a:alpha val="233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451" name="Splat 451"/>
            <p:cNvSpPr>
              <a:spLocks noGrp="1"/>
            </p:cNvSpPr>
            <p:nvPr/>
          </p:nvSpPr>
          <p:spPr>
            <a:xfrm rot="6954070">
              <a:off x="-310651" y="57108"/>
              <a:ext cx="684907" cy="94247"/>
            </a:xfrm>
            <a:prstGeom prst="ellipse">
              <a:avLst/>
            </a:prstGeom>
            <a:gradFill>
              <a:gsLst>
                <a:gs pos="0">
                  <a:srgbClr val="000000">
                    <a:alpha val="32968"/>
                  </a:srgbClr>
                </a:gs>
                <a:gs pos="14286">
                  <a:srgbClr val="000000">
                    <a:alpha val="30764"/>
                  </a:srgbClr>
                </a:gs>
                <a:gs pos="28571">
                  <a:srgbClr val="000000">
                    <a:alpha val="24833"/>
                  </a:srgbClr>
                </a:gs>
                <a:gs pos="42857">
                  <a:srgbClr val="000000">
                    <a:alpha val="17075"/>
                  </a:srgbClr>
                </a:gs>
                <a:gs pos="57143">
                  <a:srgbClr val="000000">
                    <a:alpha val="9855"/>
                  </a:srgbClr>
                </a:gs>
                <a:gs pos="71429">
                  <a:srgbClr val="000000">
                    <a:alpha val="4740"/>
                  </a:srgbClr>
                </a:gs>
                <a:gs pos="85714">
                  <a:srgbClr val="000000">
                    <a:alpha val="1902"/>
                  </a:srgbClr>
                </a:gs>
                <a:gs pos="100000">
                  <a:srgbClr val="000000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452" name="Splat 452"/>
            <p:cNvSpPr>
              <a:spLocks noGrp="1"/>
            </p:cNvSpPr>
            <p:nvPr/>
          </p:nvSpPr>
          <p:spPr>
            <a:xfrm rot="-8161079">
              <a:off x="1815922" y="240368"/>
              <a:ext cx="581635" cy="130952"/>
            </a:xfrm>
            <a:prstGeom prst="ellipse">
              <a:avLst/>
            </a:prstGeom>
            <a:gradFill>
              <a:gsLst>
                <a:gs pos="0">
                  <a:srgbClr val="FFFF97">
                    <a:alpha val="5769"/>
                  </a:srgbClr>
                </a:gs>
                <a:gs pos="14286">
                  <a:srgbClr val="FFFF97">
                    <a:alpha val="5315"/>
                  </a:srgbClr>
                </a:gs>
                <a:gs pos="28571">
                  <a:srgbClr val="FFFF97">
                    <a:alpha val="4152"/>
                  </a:srgbClr>
                </a:gs>
                <a:gs pos="42857">
                  <a:srgbClr val="FFFF97">
                    <a:alpha val="2743"/>
                  </a:srgbClr>
                </a:gs>
                <a:gs pos="57143">
                  <a:srgbClr val="FFFF97">
                    <a:alpha val="1529"/>
                  </a:srgbClr>
                </a:gs>
                <a:gs pos="71429">
                  <a:srgbClr val="FFFF97">
                    <a:alpha val="719"/>
                  </a:srgbClr>
                </a:gs>
                <a:gs pos="85714">
                  <a:srgbClr val="FFFF97">
                    <a:alpha val="285"/>
                  </a:srgbClr>
                </a:gs>
                <a:gs pos="100000">
                  <a:srgbClr val="FFFF97">
                    <a:alpha val="95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453" name="Splat 453"/>
            <p:cNvSpPr>
              <a:spLocks noGrp="1"/>
            </p:cNvSpPr>
            <p:nvPr/>
          </p:nvSpPr>
          <p:spPr>
            <a:xfrm rot="3362917">
              <a:off x="371281" y="1740903"/>
              <a:ext cx="999368" cy="151794"/>
            </a:xfrm>
            <a:prstGeom prst="ellipse">
              <a:avLst/>
            </a:prstGeom>
            <a:gradFill>
              <a:gsLst>
                <a:gs pos="0">
                  <a:srgbClr val="F9F4F4">
                    <a:alpha val="32968"/>
                  </a:srgbClr>
                </a:gs>
                <a:gs pos="14286">
                  <a:srgbClr val="F9F4F4">
                    <a:alpha val="30764"/>
                  </a:srgbClr>
                </a:gs>
                <a:gs pos="28571">
                  <a:srgbClr val="F9F4F4">
                    <a:alpha val="24833"/>
                  </a:srgbClr>
                </a:gs>
                <a:gs pos="42857">
                  <a:srgbClr val="F9F4F4">
                    <a:alpha val="17075"/>
                  </a:srgbClr>
                </a:gs>
                <a:gs pos="57143">
                  <a:srgbClr val="F9F4F4">
                    <a:alpha val="9855"/>
                  </a:srgbClr>
                </a:gs>
                <a:gs pos="71429">
                  <a:srgbClr val="F9F4F4">
                    <a:alpha val="4740"/>
                  </a:srgbClr>
                </a:gs>
                <a:gs pos="85714">
                  <a:srgbClr val="F9F4F4">
                    <a:alpha val="1902"/>
                  </a:srgbClr>
                </a:gs>
                <a:gs pos="100000">
                  <a:srgbClr val="F9F4F4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454" name="Splat 454"/>
            <p:cNvSpPr>
              <a:spLocks noGrp="1"/>
            </p:cNvSpPr>
            <p:nvPr/>
          </p:nvSpPr>
          <p:spPr>
            <a:xfrm rot="3596135">
              <a:off x="3135288" y="1673939"/>
              <a:ext cx="747213" cy="106927"/>
            </a:xfrm>
            <a:prstGeom prst="ellipse">
              <a:avLst/>
            </a:prstGeom>
            <a:gradFill>
              <a:gsLst>
                <a:gs pos="0">
                  <a:srgbClr val="000063">
                    <a:alpha val="32968"/>
                  </a:srgbClr>
                </a:gs>
                <a:gs pos="14286">
                  <a:srgbClr val="000063">
                    <a:alpha val="30764"/>
                  </a:srgbClr>
                </a:gs>
                <a:gs pos="28571">
                  <a:srgbClr val="000063">
                    <a:alpha val="24833"/>
                  </a:srgbClr>
                </a:gs>
                <a:gs pos="42857">
                  <a:srgbClr val="000063">
                    <a:alpha val="17075"/>
                  </a:srgbClr>
                </a:gs>
                <a:gs pos="57143">
                  <a:srgbClr val="000063">
                    <a:alpha val="9855"/>
                  </a:srgbClr>
                </a:gs>
                <a:gs pos="71429">
                  <a:srgbClr val="000063">
                    <a:alpha val="4740"/>
                  </a:srgbClr>
                </a:gs>
                <a:gs pos="85714">
                  <a:srgbClr val="000063">
                    <a:alpha val="1902"/>
                  </a:srgbClr>
                </a:gs>
                <a:gs pos="100000">
                  <a:srgbClr val="000063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455" name="Splat 455"/>
            <p:cNvSpPr>
              <a:spLocks noGrp="1"/>
            </p:cNvSpPr>
            <p:nvPr/>
          </p:nvSpPr>
          <p:spPr>
            <a:xfrm rot="-8831452">
              <a:off x="2251666" y="3118757"/>
              <a:ext cx="629258" cy="90190"/>
            </a:xfrm>
            <a:prstGeom prst="ellipse">
              <a:avLst/>
            </a:prstGeom>
            <a:gradFill>
              <a:gsLst>
                <a:gs pos="0">
                  <a:srgbClr val="6A0000">
                    <a:alpha val="32968"/>
                  </a:srgbClr>
                </a:gs>
                <a:gs pos="14286">
                  <a:srgbClr val="6A0000">
                    <a:alpha val="30764"/>
                  </a:srgbClr>
                </a:gs>
                <a:gs pos="28571">
                  <a:srgbClr val="6A0000">
                    <a:alpha val="24833"/>
                  </a:srgbClr>
                </a:gs>
                <a:gs pos="42857">
                  <a:srgbClr val="6A0000">
                    <a:alpha val="17075"/>
                  </a:srgbClr>
                </a:gs>
                <a:gs pos="57143">
                  <a:srgbClr val="6A0000">
                    <a:alpha val="9855"/>
                  </a:srgbClr>
                </a:gs>
                <a:gs pos="71429">
                  <a:srgbClr val="6A0000">
                    <a:alpha val="4740"/>
                  </a:srgbClr>
                </a:gs>
                <a:gs pos="85714">
                  <a:srgbClr val="6A0000">
                    <a:alpha val="1902"/>
                  </a:srgbClr>
                </a:gs>
                <a:gs pos="100000">
                  <a:srgbClr val="6A0000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456" name="Splat 456"/>
            <p:cNvSpPr>
              <a:spLocks noGrp="1"/>
            </p:cNvSpPr>
            <p:nvPr/>
          </p:nvSpPr>
          <p:spPr>
            <a:xfrm rot="5400000">
              <a:off x="3073525" y="2333392"/>
              <a:ext cx="59217" cy="59217"/>
            </a:xfrm>
            <a:prstGeom prst="ellipse">
              <a:avLst/>
            </a:prstGeom>
            <a:gradFill>
              <a:gsLst>
                <a:gs pos="0">
                  <a:srgbClr val="8794A9">
                    <a:alpha val="14053"/>
                  </a:srgbClr>
                </a:gs>
                <a:gs pos="14286">
                  <a:srgbClr val="8794A9">
                    <a:alpha val="12994"/>
                  </a:srgbClr>
                </a:gs>
                <a:gs pos="28571">
                  <a:srgbClr val="8794A9">
                    <a:alpha val="10244"/>
                  </a:srgbClr>
                </a:gs>
                <a:gs pos="42857">
                  <a:srgbClr val="8794A9">
                    <a:alpha val="6844"/>
                  </a:srgbClr>
                </a:gs>
                <a:gs pos="57143">
                  <a:srgbClr val="8794A9">
                    <a:alpha val="3852"/>
                  </a:srgbClr>
                </a:gs>
                <a:gs pos="71429">
                  <a:srgbClr val="8794A9">
                    <a:alpha val="1822"/>
                  </a:srgbClr>
                </a:gs>
                <a:gs pos="85714">
                  <a:srgbClr val="8794A9">
                    <a:alpha val="724"/>
                  </a:srgbClr>
                </a:gs>
                <a:gs pos="100000">
                  <a:srgbClr val="8794A9">
                    <a:alpha val="243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457" name="Splat 457"/>
            <p:cNvSpPr>
              <a:spLocks noGrp="1"/>
            </p:cNvSpPr>
            <p:nvPr/>
          </p:nvSpPr>
          <p:spPr>
            <a:xfrm rot="9430777">
              <a:off x="354189" y="368709"/>
              <a:ext cx="567650" cy="106050"/>
            </a:xfrm>
            <a:prstGeom prst="ellipse">
              <a:avLst/>
            </a:prstGeom>
            <a:gradFill>
              <a:gsLst>
                <a:gs pos="0">
                  <a:srgbClr val="3F0000">
                    <a:alpha val="32968"/>
                  </a:srgbClr>
                </a:gs>
                <a:gs pos="14286">
                  <a:srgbClr val="3F0000">
                    <a:alpha val="30764"/>
                  </a:srgbClr>
                </a:gs>
                <a:gs pos="28571">
                  <a:srgbClr val="3F0000">
                    <a:alpha val="24833"/>
                  </a:srgbClr>
                </a:gs>
                <a:gs pos="42857">
                  <a:srgbClr val="3F0000">
                    <a:alpha val="17075"/>
                  </a:srgbClr>
                </a:gs>
                <a:gs pos="57143">
                  <a:srgbClr val="3F0000">
                    <a:alpha val="9855"/>
                  </a:srgbClr>
                </a:gs>
                <a:gs pos="71429">
                  <a:srgbClr val="3F0000">
                    <a:alpha val="4740"/>
                  </a:srgbClr>
                </a:gs>
                <a:gs pos="85714">
                  <a:srgbClr val="3F0000">
                    <a:alpha val="1902"/>
                  </a:srgbClr>
                </a:gs>
                <a:gs pos="100000">
                  <a:srgbClr val="3F0000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458" name="Splat 458"/>
            <p:cNvSpPr>
              <a:spLocks noGrp="1"/>
            </p:cNvSpPr>
            <p:nvPr/>
          </p:nvSpPr>
          <p:spPr>
            <a:xfrm rot="-8142795">
              <a:off x="1172500" y="571217"/>
              <a:ext cx="769673" cy="59361"/>
            </a:xfrm>
            <a:prstGeom prst="ellipse">
              <a:avLst/>
            </a:prstGeom>
            <a:gradFill>
              <a:gsLst>
                <a:gs pos="0">
                  <a:srgbClr val="000000">
                    <a:alpha val="32968"/>
                  </a:srgbClr>
                </a:gs>
                <a:gs pos="14286">
                  <a:srgbClr val="000000">
                    <a:alpha val="30764"/>
                  </a:srgbClr>
                </a:gs>
                <a:gs pos="28571">
                  <a:srgbClr val="000000">
                    <a:alpha val="24833"/>
                  </a:srgbClr>
                </a:gs>
                <a:gs pos="42857">
                  <a:srgbClr val="000000">
                    <a:alpha val="17075"/>
                  </a:srgbClr>
                </a:gs>
                <a:gs pos="57143">
                  <a:srgbClr val="000000">
                    <a:alpha val="9855"/>
                  </a:srgbClr>
                </a:gs>
                <a:gs pos="71429">
                  <a:srgbClr val="000000">
                    <a:alpha val="4740"/>
                  </a:srgbClr>
                </a:gs>
                <a:gs pos="85714">
                  <a:srgbClr val="000000">
                    <a:alpha val="1902"/>
                  </a:srgbClr>
                </a:gs>
                <a:gs pos="100000">
                  <a:srgbClr val="000000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459" name="Splat 459"/>
            <p:cNvSpPr>
              <a:spLocks noGrp="1"/>
            </p:cNvSpPr>
            <p:nvPr/>
          </p:nvSpPr>
          <p:spPr>
            <a:xfrm rot="4873083">
              <a:off x="909041" y="1670876"/>
              <a:ext cx="595235" cy="209621"/>
            </a:xfrm>
            <a:prstGeom prst="ellipse">
              <a:avLst/>
            </a:prstGeom>
            <a:gradFill>
              <a:gsLst>
                <a:gs pos="0">
                  <a:srgbClr val="865C00">
                    <a:alpha val="32968"/>
                  </a:srgbClr>
                </a:gs>
                <a:gs pos="14286">
                  <a:srgbClr val="865C00">
                    <a:alpha val="30764"/>
                  </a:srgbClr>
                </a:gs>
                <a:gs pos="28571">
                  <a:srgbClr val="865C00">
                    <a:alpha val="24833"/>
                  </a:srgbClr>
                </a:gs>
                <a:gs pos="42857">
                  <a:srgbClr val="865C00">
                    <a:alpha val="17075"/>
                  </a:srgbClr>
                </a:gs>
                <a:gs pos="57143">
                  <a:srgbClr val="865C00">
                    <a:alpha val="9855"/>
                  </a:srgbClr>
                </a:gs>
                <a:gs pos="71429">
                  <a:srgbClr val="865C00">
                    <a:alpha val="4740"/>
                  </a:srgbClr>
                </a:gs>
                <a:gs pos="85714">
                  <a:srgbClr val="865C00">
                    <a:alpha val="1902"/>
                  </a:srgbClr>
                </a:gs>
                <a:gs pos="100000">
                  <a:srgbClr val="865C00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460" name="Splat 460"/>
            <p:cNvSpPr>
              <a:spLocks noGrp="1"/>
            </p:cNvSpPr>
            <p:nvPr/>
          </p:nvSpPr>
          <p:spPr>
            <a:xfrm rot="-10217661">
              <a:off x="70239" y="3404470"/>
              <a:ext cx="795876" cy="38666"/>
            </a:xfrm>
            <a:prstGeom prst="ellipse">
              <a:avLst/>
            </a:prstGeom>
            <a:gradFill>
              <a:gsLst>
                <a:gs pos="0">
                  <a:srgbClr val="000000">
                    <a:alpha val="32968"/>
                  </a:srgbClr>
                </a:gs>
                <a:gs pos="14286">
                  <a:srgbClr val="000000">
                    <a:alpha val="30764"/>
                  </a:srgbClr>
                </a:gs>
                <a:gs pos="28571">
                  <a:srgbClr val="000000">
                    <a:alpha val="24833"/>
                  </a:srgbClr>
                </a:gs>
                <a:gs pos="42857">
                  <a:srgbClr val="000000">
                    <a:alpha val="17075"/>
                  </a:srgbClr>
                </a:gs>
                <a:gs pos="57143">
                  <a:srgbClr val="000000">
                    <a:alpha val="9855"/>
                  </a:srgbClr>
                </a:gs>
                <a:gs pos="71429">
                  <a:srgbClr val="000000">
                    <a:alpha val="4740"/>
                  </a:srgbClr>
                </a:gs>
                <a:gs pos="85714">
                  <a:srgbClr val="000000">
                    <a:alpha val="1902"/>
                  </a:srgbClr>
                </a:gs>
                <a:gs pos="100000">
                  <a:srgbClr val="000000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461" name="Splat 461"/>
            <p:cNvSpPr>
              <a:spLocks noGrp="1"/>
            </p:cNvSpPr>
            <p:nvPr/>
          </p:nvSpPr>
          <p:spPr>
            <a:xfrm rot="6472619">
              <a:off x="595196" y="1926838"/>
              <a:ext cx="559030" cy="90798"/>
            </a:xfrm>
            <a:prstGeom prst="ellipse">
              <a:avLst/>
            </a:prstGeom>
            <a:gradFill>
              <a:gsLst>
                <a:gs pos="0">
                  <a:srgbClr val="000034">
                    <a:alpha val="22931"/>
                  </a:srgbClr>
                </a:gs>
                <a:gs pos="14286">
                  <a:srgbClr val="000034">
                    <a:alpha val="21290"/>
                  </a:srgbClr>
                </a:gs>
                <a:gs pos="28571">
                  <a:srgbClr val="000034">
                    <a:alpha val="16963"/>
                  </a:srgbClr>
                </a:gs>
                <a:gs pos="42857">
                  <a:srgbClr val="000034">
                    <a:alpha val="11478"/>
                  </a:srgbClr>
                </a:gs>
                <a:gs pos="57143">
                  <a:srgbClr val="000034">
                    <a:alpha val="6533"/>
                  </a:srgbClr>
                </a:gs>
                <a:gs pos="71429">
                  <a:srgbClr val="000034">
                    <a:alpha val="3113"/>
                  </a:srgbClr>
                </a:gs>
                <a:gs pos="85714">
                  <a:srgbClr val="000034">
                    <a:alpha val="1243"/>
                  </a:srgbClr>
                </a:gs>
                <a:gs pos="100000">
                  <a:srgbClr val="000034">
                    <a:alpha val="417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462" name="Splat 462"/>
            <p:cNvSpPr>
              <a:spLocks noGrp="1"/>
            </p:cNvSpPr>
            <p:nvPr/>
          </p:nvSpPr>
          <p:spPr>
            <a:xfrm rot="5400000">
              <a:off x="863" y="168976"/>
              <a:ext cx="59186" cy="59186"/>
            </a:xfrm>
            <a:prstGeom prst="ellipse">
              <a:avLst/>
            </a:prstGeom>
            <a:gradFill>
              <a:gsLst>
                <a:gs pos="0">
                  <a:srgbClr val="B49070">
                    <a:alpha val="14062"/>
                  </a:srgbClr>
                </a:gs>
                <a:gs pos="14286">
                  <a:srgbClr val="B49070">
                    <a:alpha val="13002"/>
                  </a:srgbClr>
                </a:gs>
                <a:gs pos="28571">
                  <a:srgbClr val="B49070">
                    <a:alpha val="10250"/>
                  </a:srgbClr>
                </a:gs>
                <a:gs pos="42857">
                  <a:srgbClr val="B49070">
                    <a:alpha val="6848"/>
                  </a:srgbClr>
                </a:gs>
                <a:gs pos="57143">
                  <a:srgbClr val="B49070">
                    <a:alpha val="3854"/>
                  </a:srgbClr>
                </a:gs>
                <a:gs pos="71429">
                  <a:srgbClr val="B49070">
                    <a:alpha val="1823"/>
                  </a:srgbClr>
                </a:gs>
                <a:gs pos="85714">
                  <a:srgbClr val="B49070">
                    <a:alpha val="725"/>
                  </a:srgbClr>
                </a:gs>
                <a:gs pos="100000">
                  <a:srgbClr val="B49070">
                    <a:alpha val="243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463" name="Splat 463"/>
            <p:cNvSpPr>
              <a:spLocks noGrp="1"/>
            </p:cNvSpPr>
            <p:nvPr/>
          </p:nvSpPr>
          <p:spPr>
            <a:xfrm rot="-8623623">
              <a:off x="314489" y="1514396"/>
              <a:ext cx="378598" cy="62682"/>
            </a:xfrm>
            <a:prstGeom prst="ellipse">
              <a:avLst/>
            </a:prstGeom>
            <a:gradFill>
              <a:gsLst>
                <a:gs pos="0">
                  <a:srgbClr val="FFFFFF">
                    <a:alpha val="32968"/>
                  </a:srgbClr>
                </a:gs>
                <a:gs pos="14286">
                  <a:srgbClr val="FFFFFF">
                    <a:alpha val="30764"/>
                  </a:srgbClr>
                </a:gs>
                <a:gs pos="28571">
                  <a:srgbClr val="FFFFFF">
                    <a:alpha val="24833"/>
                  </a:srgbClr>
                </a:gs>
                <a:gs pos="42857">
                  <a:srgbClr val="FFFFFF">
                    <a:alpha val="17075"/>
                  </a:srgbClr>
                </a:gs>
                <a:gs pos="57143">
                  <a:srgbClr val="FFFFFF">
                    <a:alpha val="9855"/>
                  </a:srgbClr>
                </a:gs>
                <a:gs pos="71429">
                  <a:srgbClr val="FFFFFF">
                    <a:alpha val="4740"/>
                  </a:srgbClr>
                </a:gs>
                <a:gs pos="85714">
                  <a:srgbClr val="FFFFFF">
                    <a:alpha val="1902"/>
                  </a:srgbClr>
                </a:gs>
                <a:gs pos="100000">
                  <a:srgbClr val="FFFFFF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464" name="Splat 464"/>
            <p:cNvSpPr>
              <a:spLocks noGrp="1"/>
            </p:cNvSpPr>
            <p:nvPr/>
          </p:nvSpPr>
          <p:spPr>
            <a:xfrm rot="5188583">
              <a:off x="1030816" y="2485552"/>
              <a:ext cx="659938" cy="172232"/>
            </a:xfrm>
            <a:prstGeom prst="ellipse">
              <a:avLst/>
            </a:prstGeom>
            <a:gradFill>
              <a:gsLst>
                <a:gs pos="0">
                  <a:srgbClr val="00AAFF">
                    <a:alpha val="8538"/>
                  </a:srgbClr>
                </a:gs>
                <a:gs pos="14286">
                  <a:srgbClr val="00AAFF">
                    <a:alpha val="7875"/>
                  </a:srgbClr>
                </a:gs>
                <a:gs pos="28571">
                  <a:srgbClr val="00AAFF">
                    <a:alpha val="6170"/>
                  </a:srgbClr>
                </a:gs>
                <a:gs pos="42857">
                  <a:srgbClr val="00AAFF">
                    <a:alpha val="4091"/>
                  </a:srgbClr>
                </a:gs>
                <a:gs pos="57143">
                  <a:srgbClr val="00AAFF">
                    <a:alpha val="2288"/>
                  </a:srgbClr>
                </a:gs>
                <a:gs pos="71429">
                  <a:srgbClr val="00AAFF">
                    <a:alpha val="1078"/>
                  </a:srgbClr>
                </a:gs>
                <a:gs pos="85714">
                  <a:srgbClr val="00AAFF">
                    <a:alpha val="428"/>
                  </a:srgbClr>
                </a:gs>
                <a:gs pos="100000">
                  <a:srgbClr val="00AAFF">
                    <a:alpha val="143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465" name="Splat 465"/>
            <p:cNvSpPr>
              <a:spLocks noGrp="1"/>
            </p:cNvSpPr>
            <p:nvPr/>
          </p:nvSpPr>
          <p:spPr>
            <a:xfrm rot="-9435485">
              <a:off x="1931187" y="1797718"/>
              <a:ext cx="885517" cy="56016"/>
            </a:xfrm>
            <a:prstGeom prst="ellipse">
              <a:avLst/>
            </a:prstGeom>
            <a:gradFill>
              <a:gsLst>
                <a:gs pos="0">
                  <a:srgbClr val="FFFFF0">
                    <a:alpha val="29344"/>
                  </a:srgbClr>
                </a:gs>
                <a:gs pos="14286">
                  <a:srgbClr val="FFFFF0">
                    <a:alpha val="27331"/>
                  </a:srgbClr>
                </a:gs>
                <a:gs pos="28571">
                  <a:srgbClr val="FFFFF0">
                    <a:alpha val="21955"/>
                  </a:srgbClr>
                </a:gs>
                <a:gs pos="42857">
                  <a:srgbClr val="FFFFF0">
                    <a:alpha val="15006"/>
                  </a:srgbClr>
                </a:gs>
                <a:gs pos="57143">
                  <a:srgbClr val="FFFFF0">
                    <a:alpha val="8615"/>
                  </a:srgbClr>
                </a:gs>
                <a:gs pos="71429">
                  <a:srgbClr val="FFFFF0">
                    <a:alpha val="4130"/>
                  </a:srgbClr>
                </a:gs>
                <a:gs pos="85714">
                  <a:srgbClr val="FFFFF0">
                    <a:alpha val="1654"/>
                  </a:srgbClr>
                </a:gs>
                <a:gs pos="100000">
                  <a:srgbClr val="FFFFF0">
                    <a:alpha val="556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466" name="Splat 466"/>
            <p:cNvSpPr>
              <a:spLocks noGrp="1"/>
            </p:cNvSpPr>
            <p:nvPr/>
          </p:nvSpPr>
          <p:spPr>
            <a:xfrm rot="4475926">
              <a:off x="1368020" y="140608"/>
              <a:ext cx="677111" cy="59043"/>
            </a:xfrm>
            <a:prstGeom prst="ellipse">
              <a:avLst/>
            </a:prstGeom>
            <a:gradFill>
              <a:gsLst>
                <a:gs pos="0">
                  <a:srgbClr val="000000">
                    <a:alpha val="32968"/>
                  </a:srgbClr>
                </a:gs>
                <a:gs pos="14286">
                  <a:srgbClr val="000000">
                    <a:alpha val="30764"/>
                  </a:srgbClr>
                </a:gs>
                <a:gs pos="28571">
                  <a:srgbClr val="000000">
                    <a:alpha val="24833"/>
                  </a:srgbClr>
                </a:gs>
                <a:gs pos="42857">
                  <a:srgbClr val="000000">
                    <a:alpha val="17075"/>
                  </a:srgbClr>
                </a:gs>
                <a:gs pos="57143">
                  <a:srgbClr val="000000">
                    <a:alpha val="9855"/>
                  </a:srgbClr>
                </a:gs>
                <a:gs pos="71429">
                  <a:srgbClr val="000000">
                    <a:alpha val="4740"/>
                  </a:srgbClr>
                </a:gs>
                <a:gs pos="85714">
                  <a:srgbClr val="000000">
                    <a:alpha val="1902"/>
                  </a:srgbClr>
                </a:gs>
                <a:gs pos="100000">
                  <a:srgbClr val="000000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467" name="Splat 467"/>
            <p:cNvSpPr>
              <a:spLocks noGrp="1"/>
            </p:cNvSpPr>
            <p:nvPr/>
          </p:nvSpPr>
          <p:spPr>
            <a:xfrm rot="5400000">
              <a:off x="2339874" y="2683242"/>
              <a:ext cx="59154" cy="59154"/>
            </a:xfrm>
            <a:prstGeom prst="ellipse">
              <a:avLst/>
            </a:prstGeom>
            <a:gradFill>
              <a:gsLst>
                <a:gs pos="0">
                  <a:srgbClr val="A9B1C5">
                    <a:alpha val="14070"/>
                  </a:srgbClr>
                </a:gs>
                <a:gs pos="14286">
                  <a:srgbClr val="A9B1C5">
                    <a:alpha val="13010"/>
                  </a:srgbClr>
                </a:gs>
                <a:gs pos="28571">
                  <a:srgbClr val="A9B1C5">
                    <a:alpha val="10257"/>
                  </a:srgbClr>
                </a:gs>
                <a:gs pos="42857">
                  <a:srgbClr val="A9B1C5">
                    <a:alpha val="6852"/>
                  </a:srgbClr>
                </a:gs>
                <a:gs pos="57143">
                  <a:srgbClr val="A9B1C5">
                    <a:alpha val="3857"/>
                  </a:srgbClr>
                </a:gs>
                <a:gs pos="71429">
                  <a:srgbClr val="A9B1C5">
                    <a:alpha val="1824"/>
                  </a:srgbClr>
                </a:gs>
                <a:gs pos="85714">
                  <a:srgbClr val="A9B1C5">
                    <a:alpha val="725"/>
                  </a:srgbClr>
                </a:gs>
                <a:gs pos="100000">
                  <a:srgbClr val="A9B1C5">
                    <a:alpha val="243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468" name="Splat 468"/>
            <p:cNvSpPr>
              <a:spLocks noGrp="1"/>
            </p:cNvSpPr>
            <p:nvPr/>
          </p:nvSpPr>
          <p:spPr>
            <a:xfrm rot="5400000">
              <a:off x="662169" y="1209294"/>
              <a:ext cx="59801" cy="59801"/>
            </a:xfrm>
            <a:prstGeom prst="ellipse">
              <a:avLst/>
            </a:prstGeom>
            <a:gradFill>
              <a:gsLst>
                <a:gs pos="0">
                  <a:srgbClr val="AA8C8E">
                    <a:alpha val="13897"/>
                  </a:srgbClr>
                </a:gs>
                <a:gs pos="14286">
                  <a:srgbClr val="AA8C8E">
                    <a:alpha val="12849"/>
                  </a:srgbClr>
                </a:gs>
                <a:gs pos="28571">
                  <a:srgbClr val="AA8C8E">
                    <a:alpha val="10128"/>
                  </a:srgbClr>
                </a:gs>
                <a:gs pos="42857">
                  <a:srgbClr val="AA8C8E">
                    <a:alpha val="6764"/>
                  </a:srgbClr>
                </a:gs>
                <a:gs pos="57143">
                  <a:srgbClr val="AA8C8E">
                    <a:alpha val="3807"/>
                  </a:srgbClr>
                </a:gs>
                <a:gs pos="71429">
                  <a:srgbClr val="AA8C8E">
                    <a:alpha val="1800"/>
                  </a:srgbClr>
                </a:gs>
                <a:gs pos="85714">
                  <a:srgbClr val="AA8C8E">
                    <a:alpha val="716"/>
                  </a:srgbClr>
                </a:gs>
                <a:gs pos="100000">
                  <a:srgbClr val="AA8C8E">
                    <a:alpha val="240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469" name="Splat 469"/>
            <p:cNvSpPr>
              <a:spLocks noGrp="1"/>
            </p:cNvSpPr>
            <p:nvPr/>
          </p:nvSpPr>
          <p:spPr>
            <a:xfrm rot="5564580">
              <a:off x="-310765" y="1149743"/>
              <a:ext cx="657095" cy="131542"/>
            </a:xfrm>
            <a:prstGeom prst="ellipse">
              <a:avLst/>
            </a:prstGeom>
            <a:gradFill>
              <a:gsLst>
                <a:gs pos="0">
                  <a:srgbClr val="FFDA00">
                    <a:alpha val="6258"/>
                  </a:srgbClr>
                </a:gs>
                <a:gs pos="14286">
                  <a:srgbClr val="FFDA00">
                    <a:alpha val="5766"/>
                  </a:srgbClr>
                </a:gs>
                <a:gs pos="28571">
                  <a:srgbClr val="FFDA00">
                    <a:alpha val="4507"/>
                  </a:srgbClr>
                </a:gs>
                <a:gs pos="42857">
                  <a:srgbClr val="FFDA00">
                    <a:alpha val="2979"/>
                  </a:srgbClr>
                </a:gs>
                <a:gs pos="57143">
                  <a:srgbClr val="FFDA00">
                    <a:alpha val="1662"/>
                  </a:srgbClr>
                </a:gs>
                <a:gs pos="71429">
                  <a:srgbClr val="FFDA00">
                    <a:alpha val="781"/>
                  </a:srgbClr>
                </a:gs>
                <a:gs pos="85714">
                  <a:srgbClr val="FFDA00">
                    <a:alpha val="310"/>
                  </a:srgbClr>
                </a:gs>
                <a:gs pos="100000">
                  <a:srgbClr val="FFDA00">
                    <a:alpha val="104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470" name="Splat 470"/>
            <p:cNvSpPr>
              <a:spLocks noGrp="1"/>
            </p:cNvSpPr>
            <p:nvPr/>
          </p:nvSpPr>
          <p:spPr>
            <a:xfrm rot="5792467">
              <a:off x="2964808" y="1563827"/>
              <a:ext cx="686725" cy="140328"/>
            </a:xfrm>
            <a:prstGeom prst="ellipse">
              <a:avLst/>
            </a:prstGeom>
            <a:gradFill>
              <a:gsLst>
                <a:gs pos="0">
                  <a:srgbClr val="F6FFFF">
                    <a:alpha val="13471"/>
                  </a:srgbClr>
                </a:gs>
                <a:gs pos="14286">
                  <a:srgbClr val="F6FFFF">
                    <a:alpha val="12453"/>
                  </a:srgbClr>
                </a:gs>
                <a:gs pos="28571">
                  <a:srgbClr val="F6FFFF">
                    <a:alpha val="9811"/>
                  </a:srgbClr>
                </a:gs>
                <a:gs pos="42857">
                  <a:srgbClr val="F6FFFF">
                    <a:alpha val="6549"/>
                  </a:srgbClr>
                </a:gs>
                <a:gs pos="57143">
                  <a:srgbClr val="F6FFFF">
                    <a:alpha val="3683"/>
                  </a:srgbClr>
                </a:gs>
                <a:gs pos="71429">
                  <a:srgbClr val="F6FFFF">
                    <a:alpha val="1741"/>
                  </a:srgbClr>
                </a:gs>
                <a:gs pos="85714">
                  <a:srgbClr val="F6FFFF">
                    <a:alpha val="692"/>
                  </a:srgbClr>
                </a:gs>
                <a:gs pos="100000">
                  <a:srgbClr val="F6FFFF">
                    <a:alpha val="232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471" name="Splat 471"/>
            <p:cNvSpPr>
              <a:spLocks noGrp="1"/>
            </p:cNvSpPr>
            <p:nvPr/>
          </p:nvSpPr>
          <p:spPr>
            <a:xfrm rot="-8429593">
              <a:off x="1156304" y="293107"/>
              <a:ext cx="663975" cy="66943"/>
            </a:xfrm>
            <a:prstGeom prst="ellipse">
              <a:avLst/>
            </a:prstGeom>
            <a:gradFill>
              <a:gsLst>
                <a:gs pos="0">
                  <a:srgbClr val="000000">
                    <a:alpha val="32968"/>
                  </a:srgbClr>
                </a:gs>
                <a:gs pos="14286">
                  <a:srgbClr val="000000">
                    <a:alpha val="30764"/>
                  </a:srgbClr>
                </a:gs>
                <a:gs pos="28571">
                  <a:srgbClr val="000000">
                    <a:alpha val="24833"/>
                  </a:srgbClr>
                </a:gs>
                <a:gs pos="42857">
                  <a:srgbClr val="000000">
                    <a:alpha val="17075"/>
                  </a:srgbClr>
                </a:gs>
                <a:gs pos="57143">
                  <a:srgbClr val="000000">
                    <a:alpha val="9855"/>
                  </a:srgbClr>
                </a:gs>
                <a:gs pos="71429">
                  <a:srgbClr val="000000">
                    <a:alpha val="4740"/>
                  </a:srgbClr>
                </a:gs>
                <a:gs pos="85714">
                  <a:srgbClr val="000000">
                    <a:alpha val="1902"/>
                  </a:srgbClr>
                </a:gs>
                <a:gs pos="100000">
                  <a:srgbClr val="000000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472" name="Splat 472"/>
            <p:cNvSpPr>
              <a:spLocks noGrp="1"/>
            </p:cNvSpPr>
            <p:nvPr/>
          </p:nvSpPr>
          <p:spPr>
            <a:xfrm rot="5406876">
              <a:off x="2193941" y="3513631"/>
              <a:ext cx="481638" cy="60479"/>
            </a:xfrm>
            <a:prstGeom prst="ellipse">
              <a:avLst/>
            </a:prstGeom>
            <a:gradFill>
              <a:gsLst>
                <a:gs pos="0">
                  <a:srgbClr val="551200">
                    <a:alpha val="30289"/>
                  </a:srgbClr>
                </a:gs>
                <a:gs pos="14286">
                  <a:srgbClr val="551200">
                    <a:alpha val="28225"/>
                  </a:srgbClr>
                </a:gs>
                <a:gs pos="28571">
                  <a:srgbClr val="551200">
                    <a:alpha val="22701"/>
                  </a:srgbClr>
                </a:gs>
                <a:gs pos="42857">
                  <a:srgbClr val="551200">
                    <a:alpha val="15540"/>
                  </a:srgbClr>
                </a:gs>
                <a:gs pos="57143">
                  <a:srgbClr val="551200">
                    <a:alpha val="8934"/>
                  </a:srgbClr>
                </a:gs>
                <a:gs pos="71429">
                  <a:srgbClr val="551200">
                    <a:alpha val="4286"/>
                  </a:srgbClr>
                </a:gs>
                <a:gs pos="85714">
                  <a:srgbClr val="551200">
                    <a:alpha val="1717"/>
                  </a:srgbClr>
                </a:gs>
                <a:gs pos="100000">
                  <a:srgbClr val="551200">
                    <a:alpha val="577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473" name="Splat 473"/>
            <p:cNvSpPr>
              <a:spLocks noGrp="1"/>
            </p:cNvSpPr>
            <p:nvPr/>
          </p:nvSpPr>
          <p:spPr>
            <a:xfrm rot="10322100">
              <a:off x="3101739" y="1388988"/>
              <a:ext cx="507078" cy="114689"/>
            </a:xfrm>
            <a:prstGeom prst="ellipse">
              <a:avLst/>
            </a:prstGeom>
            <a:gradFill>
              <a:gsLst>
                <a:gs pos="0">
                  <a:srgbClr val="0000E6">
                    <a:alpha val="2631"/>
                  </a:srgbClr>
                </a:gs>
                <a:gs pos="14286">
                  <a:srgbClr val="0000E6">
                    <a:alpha val="2420"/>
                  </a:srgbClr>
                </a:gs>
                <a:gs pos="28571">
                  <a:srgbClr val="0000E6">
                    <a:alpha val="1884"/>
                  </a:srgbClr>
                </a:gs>
                <a:gs pos="42857">
                  <a:srgbClr val="0000E6">
                    <a:alpha val="1240"/>
                  </a:srgbClr>
                </a:gs>
                <a:gs pos="57143">
                  <a:srgbClr val="0000E6">
                    <a:alpha val="689"/>
                  </a:srgbClr>
                </a:gs>
                <a:gs pos="71429">
                  <a:srgbClr val="0000E6">
                    <a:alpha val="323"/>
                  </a:srgbClr>
                </a:gs>
                <a:gs pos="85714">
                  <a:srgbClr val="0000E6">
                    <a:alpha val="128"/>
                  </a:srgbClr>
                </a:gs>
                <a:gs pos="100000">
                  <a:srgbClr val="0000E6">
                    <a:alpha val="43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474" name="Splat 474"/>
            <p:cNvSpPr>
              <a:spLocks noGrp="1"/>
            </p:cNvSpPr>
            <p:nvPr/>
          </p:nvSpPr>
          <p:spPr>
            <a:xfrm rot="5400000">
              <a:off x="3010191" y="3472299"/>
              <a:ext cx="60690" cy="60690"/>
            </a:xfrm>
            <a:prstGeom prst="ellipse">
              <a:avLst/>
            </a:prstGeom>
            <a:gradFill>
              <a:gsLst>
                <a:gs pos="0">
                  <a:srgbClr val="F4F2F1">
                    <a:alpha val="13659"/>
                  </a:srgbClr>
                </a:gs>
                <a:gs pos="14286">
                  <a:srgbClr val="F4F2F1">
                    <a:alpha val="12627"/>
                  </a:srgbClr>
                </a:gs>
                <a:gs pos="28571">
                  <a:srgbClr val="F4F2F1">
                    <a:alpha val="9950"/>
                  </a:srgbClr>
                </a:gs>
                <a:gs pos="42857">
                  <a:srgbClr val="F4F2F1">
                    <a:alpha val="6643"/>
                  </a:srgbClr>
                </a:gs>
                <a:gs pos="57143">
                  <a:srgbClr val="F4F2F1">
                    <a:alpha val="3738"/>
                  </a:srgbClr>
                </a:gs>
                <a:gs pos="71429">
                  <a:srgbClr val="F4F2F1">
                    <a:alpha val="1767"/>
                  </a:srgbClr>
                </a:gs>
                <a:gs pos="85714">
                  <a:srgbClr val="F4F2F1">
                    <a:alpha val="703"/>
                  </a:srgbClr>
                </a:gs>
                <a:gs pos="100000">
                  <a:srgbClr val="F4F2F1">
                    <a:alpha val="235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475" name="Splat 475"/>
            <p:cNvSpPr>
              <a:spLocks noGrp="1"/>
            </p:cNvSpPr>
            <p:nvPr/>
          </p:nvSpPr>
          <p:spPr>
            <a:xfrm rot="5400000">
              <a:off x="3400994" y="3325531"/>
              <a:ext cx="60297" cy="60297"/>
            </a:xfrm>
            <a:prstGeom prst="ellipse">
              <a:avLst/>
            </a:prstGeom>
            <a:gradFill>
              <a:gsLst>
                <a:gs pos="0">
                  <a:srgbClr val="EDEAED">
                    <a:alpha val="13764"/>
                  </a:srgbClr>
                </a:gs>
                <a:gs pos="14286">
                  <a:srgbClr val="EDEAED">
                    <a:alpha val="12725"/>
                  </a:srgbClr>
                </a:gs>
                <a:gs pos="28571">
                  <a:srgbClr val="EDEAED">
                    <a:alpha val="10029"/>
                  </a:srgbClr>
                </a:gs>
                <a:gs pos="42857">
                  <a:srgbClr val="EDEAED">
                    <a:alpha val="6697"/>
                  </a:srgbClr>
                </a:gs>
                <a:gs pos="57143">
                  <a:srgbClr val="EDEAED">
                    <a:alpha val="3768"/>
                  </a:srgbClr>
                </a:gs>
                <a:gs pos="71429">
                  <a:srgbClr val="EDEAED">
                    <a:alpha val="1782"/>
                  </a:srgbClr>
                </a:gs>
                <a:gs pos="85714">
                  <a:srgbClr val="EDEAED">
                    <a:alpha val="708"/>
                  </a:srgbClr>
                </a:gs>
                <a:gs pos="100000">
                  <a:srgbClr val="EDEAED">
                    <a:alpha val="237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476" name="Splat 476"/>
            <p:cNvSpPr>
              <a:spLocks noGrp="1"/>
            </p:cNvSpPr>
            <p:nvPr/>
          </p:nvSpPr>
          <p:spPr>
            <a:xfrm rot="5400000">
              <a:off x="1115546" y="110363"/>
              <a:ext cx="59569" cy="59569"/>
            </a:xfrm>
            <a:prstGeom prst="ellipse">
              <a:avLst/>
            </a:prstGeom>
            <a:gradFill>
              <a:gsLst>
                <a:gs pos="0">
                  <a:srgbClr val="CFB999">
                    <a:alpha val="13959"/>
                  </a:srgbClr>
                </a:gs>
                <a:gs pos="14286">
                  <a:srgbClr val="CFB999">
                    <a:alpha val="12907"/>
                  </a:srgbClr>
                </a:gs>
                <a:gs pos="28571">
                  <a:srgbClr val="CFB999">
                    <a:alpha val="10174"/>
                  </a:srgbClr>
                </a:gs>
                <a:gs pos="42857">
                  <a:srgbClr val="CFB999">
                    <a:alpha val="6796"/>
                  </a:srgbClr>
                </a:gs>
                <a:gs pos="57143">
                  <a:srgbClr val="CFB999">
                    <a:alpha val="3825"/>
                  </a:srgbClr>
                </a:gs>
                <a:gs pos="71429">
                  <a:srgbClr val="CFB999">
                    <a:alpha val="1809"/>
                  </a:srgbClr>
                </a:gs>
                <a:gs pos="85714">
                  <a:srgbClr val="CFB999">
                    <a:alpha val="719"/>
                  </a:srgbClr>
                </a:gs>
                <a:gs pos="100000">
                  <a:srgbClr val="CFB999">
                    <a:alpha val="241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477" name="Splat 477"/>
            <p:cNvSpPr>
              <a:spLocks noGrp="1"/>
            </p:cNvSpPr>
            <p:nvPr/>
          </p:nvSpPr>
          <p:spPr>
            <a:xfrm rot="5400000">
              <a:off x="3557946" y="1067886"/>
              <a:ext cx="59945" cy="59945"/>
            </a:xfrm>
            <a:prstGeom prst="ellipse">
              <a:avLst/>
            </a:prstGeom>
            <a:gradFill>
              <a:gsLst>
                <a:gs pos="0">
                  <a:srgbClr val="8E8DAE">
                    <a:alpha val="13859"/>
                  </a:srgbClr>
                </a:gs>
                <a:gs pos="14286">
                  <a:srgbClr val="8E8DAE">
                    <a:alpha val="12813"/>
                  </a:srgbClr>
                </a:gs>
                <a:gs pos="28571">
                  <a:srgbClr val="8E8DAE">
                    <a:alpha val="10099"/>
                  </a:srgbClr>
                </a:gs>
                <a:gs pos="42857">
                  <a:srgbClr val="8E8DAE">
                    <a:alpha val="6745"/>
                  </a:srgbClr>
                </a:gs>
                <a:gs pos="57143">
                  <a:srgbClr val="8E8DAE">
                    <a:alpha val="3795"/>
                  </a:srgbClr>
                </a:gs>
                <a:gs pos="71429">
                  <a:srgbClr val="8E8DAE">
                    <a:alpha val="1795"/>
                  </a:srgbClr>
                </a:gs>
                <a:gs pos="85714">
                  <a:srgbClr val="8E8DAE">
                    <a:alpha val="714"/>
                  </a:srgbClr>
                </a:gs>
                <a:gs pos="100000">
                  <a:srgbClr val="8E8DAE">
                    <a:alpha val="2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478" name="Splat 478"/>
            <p:cNvSpPr>
              <a:spLocks noGrp="1"/>
            </p:cNvSpPr>
            <p:nvPr/>
          </p:nvSpPr>
          <p:spPr>
            <a:xfrm rot="3754721">
              <a:off x="1592900" y="821386"/>
              <a:ext cx="691889" cy="220060"/>
            </a:xfrm>
            <a:prstGeom prst="ellipse">
              <a:avLst/>
            </a:prstGeom>
            <a:gradFill>
              <a:gsLst>
                <a:gs pos="0">
                  <a:srgbClr val="C81F00">
                    <a:alpha val="32968"/>
                  </a:srgbClr>
                </a:gs>
                <a:gs pos="14286">
                  <a:srgbClr val="C81F00">
                    <a:alpha val="30764"/>
                  </a:srgbClr>
                </a:gs>
                <a:gs pos="28571">
                  <a:srgbClr val="C81F00">
                    <a:alpha val="24833"/>
                  </a:srgbClr>
                </a:gs>
                <a:gs pos="42857">
                  <a:srgbClr val="C81F00">
                    <a:alpha val="17075"/>
                  </a:srgbClr>
                </a:gs>
                <a:gs pos="57143">
                  <a:srgbClr val="C81F00">
                    <a:alpha val="9855"/>
                  </a:srgbClr>
                </a:gs>
                <a:gs pos="71429">
                  <a:srgbClr val="C81F00">
                    <a:alpha val="4740"/>
                  </a:srgbClr>
                </a:gs>
                <a:gs pos="85714">
                  <a:srgbClr val="C81F00">
                    <a:alpha val="1902"/>
                  </a:srgbClr>
                </a:gs>
                <a:gs pos="100000">
                  <a:srgbClr val="C81F00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479" name="Splat 479"/>
            <p:cNvSpPr>
              <a:spLocks noGrp="1"/>
            </p:cNvSpPr>
            <p:nvPr/>
          </p:nvSpPr>
          <p:spPr>
            <a:xfrm rot="3016414">
              <a:off x="12673" y="2072258"/>
              <a:ext cx="539190" cy="260557"/>
            </a:xfrm>
            <a:prstGeom prst="ellipse">
              <a:avLst/>
            </a:prstGeom>
            <a:gradFill>
              <a:gsLst>
                <a:gs pos="0">
                  <a:srgbClr val="FFD500">
                    <a:alpha val="12908"/>
                  </a:srgbClr>
                </a:gs>
                <a:gs pos="14286">
                  <a:srgbClr val="FFD500">
                    <a:alpha val="11929"/>
                  </a:srgbClr>
                </a:gs>
                <a:gs pos="28571">
                  <a:srgbClr val="FFD500">
                    <a:alpha val="9392"/>
                  </a:srgbClr>
                </a:gs>
                <a:gs pos="42857">
                  <a:srgbClr val="FFD500">
                    <a:alpha val="6264"/>
                  </a:srgbClr>
                </a:gs>
                <a:gs pos="57143">
                  <a:srgbClr val="FFD500">
                    <a:alpha val="3521"/>
                  </a:srgbClr>
                </a:gs>
                <a:gs pos="71429">
                  <a:srgbClr val="FFD500">
                    <a:alpha val="1664"/>
                  </a:srgbClr>
                </a:gs>
                <a:gs pos="85714">
                  <a:srgbClr val="FFD500">
                    <a:alpha val="661"/>
                  </a:srgbClr>
                </a:gs>
                <a:gs pos="100000">
                  <a:srgbClr val="FFD500">
                    <a:alpha val="221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480" name="Splat 480"/>
            <p:cNvSpPr>
              <a:spLocks noGrp="1"/>
            </p:cNvSpPr>
            <p:nvPr/>
          </p:nvSpPr>
          <p:spPr>
            <a:xfrm rot="9612133">
              <a:off x="285697" y="1454409"/>
              <a:ext cx="608663" cy="260050"/>
            </a:xfrm>
            <a:prstGeom prst="ellipse">
              <a:avLst/>
            </a:prstGeom>
            <a:gradFill>
              <a:gsLst>
                <a:gs pos="0">
                  <a:srgbClr val="FFEDA2">
                    <a:alpha val="15419"/>
                  </a:srgbClr>
                </a:gs>
                <a:gs pos="14286">
                  <a:srgbClr val="FFEDA2">
                    <a:alpha val="14266"/>
                  </a:srgbClr>
                </a:gs>
                <a:gs pos="28571">
                  <a:srgbClr val="FFEDA2">
                    <a:alpha val="11265"/>
                  </a:srgbClr>
                </a:gs>
                <a:gs pos="42857">
                  <a:srgbClr val="FFEDA2">
                    <a:alpha val="7540"/>
                  </a:srgbClr>
                </a:gs>
                <a:gs pos="57143">
                  <a:srgbClr val="FFEDA2">
                    <a:alpha val="4251"/>
                  </a:srgbClr>
                </a:gs>
                <a:gs pos="71429">
                  <a:srgbClr val="FFEDA2">
                    <a:alpha val="2013"/>
                  </a:srgbClr>
                </a:gs>
                <a:gs pos="85714">
                  <a:srgbClr val="FFEDA2">
                    <a:alpha val="801"/>
                  </a:srgbClr>
                </a:gs>
                <a:gs pos="100000">
                  <a:srgbClr val="FFEDA2">
                    <a:alpha val="268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481" name="Splat 481"/>
            <p:cNvSpPr>
              <a:spLocks noGrp="1"/>
            </p:cNvSpPr>
            <p:nvPr/>
          </p:nvSpPr>
          <p:spPr>
            <a:xfrm rot="5987352">
              <a:off x="3026080" y="2644561"/>
              <a:ext cx="559570" cy="342169"/>
            </a:xfrm>
            <a:prstGeom prst="ellipse">
              <a:avLst/>
            </a:prstGeom>
            <a:gradFill>
              <a:gsLst>
                <a:gs pos="0">
                  <a:srgbClr val="DDE3FF">
                    <a:alpha val="5734"/>
                  </a:srgbClr>
                </a:gs>
                <a:gs pos="14286">
                  <a:srgbClr val="DDE3FF">
                    <a:alpha val="5283"/>
                  </a:srgbClr>
                </a:gs>
                <a:gs pos="28571">
                  <a:srgbClr val="DDE3FF">
                    <a:alpha val="4126"/>
                  </a:srgbClr>
                </a:gs>
                <a:gs pos="42857">
                  <a:srgbClr val="DDE3FF">
                    <a:alpha val="2726"/>
                  </a:srgbClr>
                </a:gs>
                <a:gs pos="57143">
                  <a:srgbClr val="DDE3FF">
                    <a:alpha val="1520"/>
                  </a:srgbClr>
                </a:gs>
                <a:gs pos="71429">
                  <a:srgbClr val="DDE3FF">
                    <a:alpha val="714"/>
                  </a:srgbClr>
                </a:gs>
                <a:gs pos="85714">
                  <a:srgbClr val="DDE3FF">
                    <a:alpha val="283"/>
                  </a:srgbClr>
                </a:gs>
                <a:gs pos="100000">
                  <a:srgbClr val="DDE3FF">
                    <a:alpha val="95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482" name="Splat 482"/>
            <p:cNvSpPr>
              <a:spLocks noGrp="1"/>
            </p:cNvSpPr>
            <p:nvPr/>
          </p:nvSpPr>
          <p:spPr>
            <a:xfrm rot="3254339">
              <a:off x="545001" y="1761763"/>
              <a:ext cx="699566" cy="87178"/>
            </a:xfrm>
            <a:prstGeom prst="ellipse">
              <a:avLst/>
            </a:prstGeom>
            <a:gradFill>
              <a:gsLst>
                <a:gs pos="0">
                  <a:srgbClr val="001A7A">
                    <a:alpha val="32968"/>
                  </a:srgbClr>
                </a:gs>
                <a:gs pos="14286">
                  <a:srgbClr val="001A7A">
                    <a:alpha val="30764"/>
                  </a:srgbClr>
                </a:gs>
                <a:gs pos="28571">
                  <a:srgbClr val="001A7A">
                    <a:alpha val="24833"/>
                  </a:srgbClr>
                </a:gs>
                <a:gs pos="42857">
                  <a:srgbClr val="001A7A">
                    <a:alpha val="17075"/>
                  </a:srgbClr>
                </a:gs>
                <a:gs pos="57143">
                  <a:srgbClr val="001A7A">
                    <a:alpha val="9855"/>
                  </a:srgbClr>
                </a:gs>
                <a:gs pos="71429">
                  <a:srgbClr val="001A7A">
                    <a:alpha val="4740"/>
                  </a:srgbClr>
                </a:gs>
                <a:gs pos="85714">
                  <a:srgbClr val="001A7A">
                    <a:alpha val="1902"/>
                  </a:srgbClr>
                </a:gs>
                <a:gs pos="100000">
                  <a:srgbClr val="001A7A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483" name="Splat 483"/>
            <p:cNvSpPr>
              <a:spLocks noGrp="1"/>
            </p:cNvSpPr>
            <p:nvPr/>
          </p:nvSpPr>
          <p:spPr>
            <a:xfrm rot="4387198">
              <a:off x="1633798" y="42320"/>
              <a:ext cx="628542" cy="243793"/>
            </a:xfrm>
            <a:prstGeom prst="ellipse">
              <a:avLst/>
            </a:prstGeom>
            <a:gradFill>
              <a:gsLst>
                <a:gs pos="0">
                  <a:srgbClr val="730000">
                    <a:alpha val="32968"/>
                  </a:srgbClr>
                </a:gs>
                <a:gs pos="14286">
                  <a:srgbClr val="730000">
                    <a:alpha val="30764"/>
                  </a:srgbClr>
                </a:gs>
                <a:gs pos="28571">
                  <a:srgbClr val="730000">
                    <a:alpha val="24833"/>
                  </a:srgbClr>
                </a:gs>
                <a:gs pos="42857">
                  <a:srgbClr val="730000">
                    <a:alpha val="17075"/>
                  </a:srgbClr>
                </a:gs>
                <a:gs pos="57143">
                  <a:srgbClr val="730000">
                    <a:alpha val="9855"/>
                  </a:srgbClr>
                </a:gs>
                <a:gs pos="71429">
                  <a:srgbClr val="730000">
                    <a:alpha val="4740"/>
                  </a:srgbClr>
                </a:gs>
                <a:gs pos="85714">
                  <a:srgbClr val="730000">
                    <a:alpha val="1902"/>
                  </a:srgbClr>
                </a:gs>
                <a:gs pos="100000">
                  <a:srgbClr val="730000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484" name="Splat 484"/>
            <p:cNvSpPr>
              <a:spLocks noGrp="1"/>
            </p:cNvSpPr>
            <p:nvPr/>
          </p:nvSpPr>
          <p:spPr>
            <a:xfrm rot="4991487">
              <a:off x="2413203" y="3403963"/>
              <a:ext cx="189013" cy="64465"/>
            </a:xfrm>
            <a:prstGeom prst="ellipse">
              <a:avLst/>
            </a:prstGeom>
            <a:gradFill>
              <a:gsLst>
                <a:gs pos="0">
                  <a:srgbClr val="580000">
                    <a:alpha val="32968"/>
                  </a:srgbClr>
                </a:gs>
                <a:gs pos="14286">
                  <a:srgbClr val="580000">
                    <a:alpha val="30764"/>
                  </a:srgbClr>
                </a:gs>
                <a:gs pos="28571">
                  <a:srgbClr val="580000">
                    <a:alpha val="24833"/>
                  </a:srgbClr>
                </a:gs>
                <a:gs pos="42857">
                  <a:srgbClr val="580000">
                    <a:alpha val="17075"/>
                  </a:srgbClr>
                </a:gs>
                <a:gs pos="57143">
                  <a:srgbClr val="580000">
                    <a:alpha val="9855"/>
                  </a:srgbClr>
                </a:gs>
                <a:gs pos="71429">
                  <a:srgbClr val="580000">
                    <a:alpha val="4740"/>
                  </a:srgbClr>
                </a:gs>
                <a:gs pos="85714">
                  <a:srgbClr val="580000">
                    <a:alpha val="1902"/>
                  </a:srgbClr>
                </a:gs>
                <a:gs pos="100000">
                  <a:srgbClr val="580000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485" name="Splat 485"/>
            <p:cNvSpPr>
              <a:spLocks noGrp="1"/>
            </p:cNvSpPr>
            <p:nvPr/>
          </p:nvSpPr>
          <p:spPr>
            <a:xfrm rot="-9921961">
              <a:off x="2546748" y="2642117"/>
              <a:ext cx="631624" cy="106650"/>
            </a:xfrm>
            <a:prstGeom prst="ellipse">
              <a:avLst/>
            </a:prstGeom>
            <a:gradFill>
              <a:gsLst>
                <a:gs pos="0">
                  <a:srgbClr val="FFFDFF">
                    <a:alpha val="17438"/>
                  </a:srgbClr>
                </a:gs>
                <a:gs pos="14286">
                  <a:srgbClr val="FFFDFF">
                    <a:alpha val="16148"/>
                  </a:srgbClr>
                </a:gs>
                <a:gs pos="28571">
                  <a:srgbClr val="FFFDFF">
                    <a:alpha val="12781"/>
                  </a:srgbClr>
                </a:gs>
                <a:gs pos="42857">
                  <a:srgbClr val="FFFDFF">
                    <a:alpha val="8579"/>
                  </a:srgbClr>
                </a:gs>
                <a:gs pos="57143">
                  <a:srgbClr val="FFFDFF">
                    <a:alpha val="4849"/>
                  </a:srgbClr>
                </a:gs>
                <a:gs pos="71429">
                  <a:srgbClr val="FFFDFF">
                    <a:alpha val="2300"/>
                  </a:srgbClr>
                </a:gs>
                <a:gs pos="85714">
                  <a:srgbClr val="FFFDFF">
                    <a:alpha val="916"/>
                  </a:srgbClr>
                </a:gs>
                <a:gs pos="100000">
                  <a:srgbClr val="FFFDFF">
                    <a:alpha val="307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486" name="Splat 486"/>
            <p:cNvSpPr>
              <a:spLocks noGrp="1"/>
            </p:cNvSpPr>
            <p:nvPr/>
          </p:nvSpPr>
          <p:spPr>
            <a:xfrm rot="9104326">
              <a:off x="2111954" y="24356"/>
              <a:ext cx="530741" cy="64069"/>
            </a:xfrm>
            <a:prstGeom prst="ellipse">
              <a:avLst/>
            </a:prstGeom>
            <a:gradFill>
              <a:gsLst>
                <a:gs pos="0">
                  <a:srgbClr val="00002D">
                    <a:alpha val="32968"/>
                  </a:srgbClr>
                </a:gs>
                <a:gs pos="14286">
                  <a:srgbClr val="00002D">
                    <a:alpha val="30764"/>
                  </a:srgbClr>
                </a:gs>
                <a:gs pos="28571">
                  <a:srgbClr val="00002D">
                    <a:alpha val="24833"/>
                  </a:srgbClr>
                </a:gs>
                <a:gs pos="42857">
                  <a:srgbClr val="00002D">
                    <a:alpha val="17075"/>
                  </a:srgbClr>
                </a:gs>
                <a:gs pos="57143">
                  <a:srgbClr val="00002D">
                    <a:alpha val="9855"/>
                  </a:srgbClr>
                </a:gs>
                <a:gs pos="71429">
                  <a:srgbClr val="00002D">
                    <a:alpha val="4740"/>
                  </a:srgbClr>
                </a:gs>
                <a:gs pos="85714">
                  <a:srgbClr val="00002D">
                    <a:alpha val="1902"/>
                  </a:srgbClr>
                </a:gs>
                <a:gs pos="100000">
                  <a:srgbClr val="00002D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487" name="Splat 487"/>
            <p:cNvSpPr>
              <a:spLocks noGrp="1"/>
            </p:cNvSpPr>
            <p:nvPr/>
          </p:nvSpPr>
          <p:spPr>
            <a:xfrm rot="3684845">
              <a:off x="3041215" y="195478"/>
              <a:ext cx="875838" cy="74854"/>
            </a:xfrm>
            <a:prstGeom prst="ellipse">
              <a:avLst/>
            </a:prstGeom>
            <a:gradFill>
              <a:gsLst>
                <a:gs pos="0">
                  <a:srgbClr val="FBFFFD">
                    <a:alpha val="32968"/>
                  </a:srgbClr>
                </a:gs>
                <a:gs pos="14286">
                  <a:srgbClr val="FBFFFD">
                    <a:alpha val="30764"/>
                  </a:srgbClr>
                </a:gs>
                <a:gs pos="28571">
                  <a:srgbClr val="FBFFFD">
                    <a:alpha val="24833"/>
                  </a:srgbClr>
                </a:gs>
                <a:gs pos="42857">
                  <a:srgbClr val="FBFFFD">
                    <a:alpha val="17075"/>
                  </a:srgbClr>
                </a:gs>
                <a:gs pos="57143">
                  <a:srgbClr val="FBFFFD">
                    <a:alpha val="9855"/>
                  </a:srgbClr>
                </a:gs>
                <a:gs pos="71429">
                  <a:srgbClr val="FBFFFD">
                    <a:alpha val="4740"/>
                  </a:srgbClr>
                </a:gs>
                <a:gs pos="85714">
                  <a:srgbClr val="FBFFFD">
                    <a:alpha val="1902"/>
                  </a:srgbClr>
                </a:gs>
                <a:gs pos="100000">
                  <a:srgbClr val="FBFFFD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488" name="Splat 488"/>
            <p:cNvSpPr>
              <a:spLocks noGrp="1"/>
            </p:cNvSpPr>
            <p:nvPr/>
          </p:nvSpPr>
          <p:spPr>
            <a:xfrm rot="2714755">
              <a:off x="366308" y="3133909"/>
              <a:ext cx="706967" cy="67227"/>
            </a:xfrm>
            <a:prstGeom prst="ellipse">
              <a:avLst/>
            </a:prstGeom>
            <a:gradFill>
              <a:gsLst>
                <a:gs pos="0">
                  <a:srgbClr val="680000">
                    <a:alpha val="32968"/>
                  </a:srgbClr>
                </a:gs>
                <a:gs pos="14286">
                  <a:srgbClr val="680000">
                    <a:alpha val="30764"/>
                  </a:srgbClr>
                </a:gs>
                <a:gs pos="28571">
                  <a:srgbClr val="680000">
                    <a:alpha val="24833"/>
                  </a:srgbClr>
                </a:gs>
                <a:gs pos="42857">
                  <a:srgbClr val="680000">
                    <a:alpha val="17075"/>
                  </a:srgbClr>
                </a:gs>
                <a:gs pos="57143">
                  <a:srgbClr val="680000">
                    <a:alpha val="9855"/>
                  </a:srgbClr>
                </a:gs>
                <a:gs pos="71429">
                  <a:srgbClr val="680000">
                    <a:alpha val="4740"/>
                  </a:srgbClr>
                </a:gs>
                <a:gs pos="85714">
                  <a:srgbClr val="680000">
                    <a:alpha val="1902"/>
                  </a:srgbClr>
                </a:gs>
                <a:gs pos="100000">
                  <a:srgbClr val="680000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489" name="Splat 489"/>
            <p:cNvSpPr>
              <a:spLocks noGrp="1"/>
            </p:cNvSpPr>
            <p:nvPr/>
          </p:nvSpPr>
          <p:spPr>
            <a:xfrm rot="5400000">
              <a:off x="36172" y="1515032"/>
              <a:ext cx="60299" cy="60299"/>
            </a:xfrm>
            <a:prstGeom prst="ellipse">
              <a:avLst/>
            </a:prstGeom>
            <a:gradFill>
              <a:gsLst>
                <a:gs pos="0">
                  <a:srgbClr val="CFA879">
                    <a:alpha val="13763"/>
                  </a:srgbClr>
                </a:gs>
                <a:gs pos="14286">
                  <a:srgbClr val="CFA879">
                    <a:alpha val="12724"/>
                  </a:srgbClr>
                </a:gs>
                <a:gs pos="28571">
                  <a:srgbClr val="CFA879">
                    <a:alpha val="10028"/>
                  </a:srgbClr>
                </a:gs>
                <a:gs pos="42857">
                  <a:srgbClr val="CFA879">
                    <a:alpha val="6697"/>
                  </a:srgbClr>
                </a:gs>
                <a:gs pos="57143">
                  <a:srgbClr val="CFA879">
                    <a:alpha val="3768"/>
                  </a:srgbClr>
                </a:gs>
                <a:gs pos="71429">
                  <a:srgbClr val="CFA879">
                    <a:alpha val="1782"/>
                  </a:srgbClr>
                </a:gs>
                <a:gs pos="85714">
                  <a:srgbClr val="CFA879">
                    <a:alpha val="708"/>
                  </a:srgbClr>
                </a:gs>
                <a:gs pos="100000">
                  <a:srgbClr val="CFA879">
                    <a:alpha val="237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490" name="Splat 490"/>
            <p:cNvSpPr>
              <a:spLocks noGrp="1"/>
            </p:cNvSpPr>
            <p:nvPr/>
          </p:nvSpPr>
          <p:spPr>
            <a:xfrm rot="7504283">
              <a:off x="159330" y="1188552"/>
              <a:ext cx="162091" cy="98076"/>
            </a:xfrm>
            <a:prstGeom prst="ellipse">
              <a:avLst/>
            </a:prstGeom>
            <a:gradFill>
              <a:gsLst>
                <a:gs pos="0">
                  <a:srgbClr val="290000">
                    <a:alpha val="32968"/>
                  </a:srgbClr>
                </a:gs>
                <a:gs pos="14286">
                  <a:srgbClr val="290000">
                    <a:alpha val="30764"/>
                  </a:srgbClr>
                </a:gs>
                <a:gs pos="28571">
                  <a:srgbClr val="290000">
                    <a:alpha val="24833"/>
                  </a:srgbClr>
                </a:gs>
                <a:gs pos="42857">
                  <a:srgbClr val="290000">
                    <a:alpha val="17075"/>
                  </a:srgbClr>
                </a:gs>
                <a:gs pos="57143">
                  <a:srgbClr val="290000">
                    <a:alpha val="9855"/>
                  </a:srgbClr>
                </a:gs>
                <a:gs pos="71429">
                  <a:srgbClr val="290000">
                    <a:alpha val="4740"/>
                  </a:srgbClr>
                </a:gs>
                <a:gs pos="85714">
                  <a:srgbClr val="290000">
                    <a:alpha val="1902"/>
                  </a:srgbClr>
                </a:gs>
                <a:gs pos="100000">
                  <a:srgbClr val="290000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491" name="Splat 491"/>
            <p:cNvSpPr>
              <a:spLocks noGrp="1"/>
            </p:cNvSpPr>
            <p:nvPr/>
          </p:nvSpPr>
          <p:spPr>
            <a:xfrm rot="5289647">
              <a:off x="1230509" y="3140928"/>
              <a:ext cx="824496" cy="146994"/>
            </a:xfrm>
            <a:prstGeom prst="ellipse">
              <a:avLst/>
            </a:prstGeom>
            <a:gradFill>
              <a:gsLst>
                <a:gs pos="0">
                  <a:srgbClr val="FFFEF1">
                    <a:alpha val="32968"/>
                  </a:srgbClr>
                </a:gs>
                <a:gs pos="14286">
                  <a:srgbClr val="FFFEF1">
                    <a:alpha val="30764"/>
                  </a:srgbClr>
                </a:gs>
                <a:gs pos="28571">
                  <a:srgbClr val="FFFEF1">
                    <a:alpha val="24833"/>
                  </a:srgbClr>
                </a:gs>
                <a:gs pos="42857">
                  <a:srgbClr val="FFFEF1">
                    <a:alpha val="17075"/>
                  </a:srgbClr>
                </a:gs>
                <a:gs pos="57143">
                  <a:srgbClr val="FFFEF1">
                    <a:alpha val="9855"/>
                  </a:srgbClr>
                </a:gs>
                <a:gs pos="71429">
                  <a:srgbClr val="FFFEF1">
                    <a:alpha val="4740"/>
                  </a:srgbClr>
                </a:gs>
                <a:gs pos="85714">
                  <a:srgbClr val="FFFEF1">
                    <a:alpha val="1902"/>
                  </a:srgbClr>
                </a:gs>
                <a:gs pos="100000">
                  <a:srgbClr val="FFFEF1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492" name="Splat 492"/>
            <p:cNvSpPr>
              <a:spLocks noGrp="1"/>
            </p:cNvSpPr>
            <p:nvPr/>
          </p:nvSpPr>
          <p:spPr>
            <a:xfrm rot="5669668">
              <a:off x="1526691" y="2698837"/>
              <a:ext cx="583601" cy="248555"/>
            </a:xfrm>
            <a:prstGeom prst="ellipse">
              <a:avLst/>
            </a:prstGeom>
            <a:gradFill>
              <a:gsLst>
                <a:gs pos="0">
                  <a:srgbClr val="D29E00">
                    <a:alpha val="32968"/>
                  </a:srgbClr>
                </a:gs>
                <a:gs pos="14286">
                  <a:srgbClr val="D29E00">
                    <a:alpha val="30764"/>
                  </a:srgbClr>
                </a:gs>
                <a:gs pos="28571">
                  <a:srgbClr val="D29E00">
                    <a:alpha val="24833"/>
                  </a:srgbClr>
                </a:gs>
                <a:gs pos="42857">
                  <a:srgbClr val="D29E00">
                    <a:alpha val="17075"/>
                  </a:srgbClr>
                </a:gs>
                <a:gs pos="57143">
                  <a:srgbClr val="D29E00">
                    <a:alpha val="9855"/>
                  </a:srgbClr>
                </a:gs>
                <a:gs pos="71429">
                  <a:srgbClr val="D29E00">
                    <a:alpha val="4740"/>
                  </a:srgbClr>
                </a:gs>
                <a:gs pos="85714">
                  <a:srgbClr val="D29E00">
                    <a:alpha val="1902"/>
                  </a:srgbClr>
                </a:gs>
                <a:gs pos="100000">
                  <a:srgbClr val="D29E00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493" name="Splat 493"/>
            <p:cNvSpPr>
              <a:spLocks noGrp="1"/>
            </p:cNvSpPr>
            <p:nvPr/>
          </p:nvSpPr>
          <p:spPr>
            <a:xfrm rot="5095659">
              <a:off x="2821261" y="273169"/>
              <a:ext cx="647686" cy="39466"/>
            </a:xfrm>
            <a:prstGeom prst="ellipse">
              <a:avLst/>
            </a:prstGeom>
            <a:gradFill>
              <a:gsLst>
                <a:gs pos="0">
                  <a:srgbClr val="FFFFFF">
                    <a:alpha val="32968"/>
                  </a:srgbClr>
                </a:gs>
                <a:gs pos="14286">
                  <a:srgbClr val="FFFFFF">
                    <a:alpha val="30764"/>
                  </a:srgbClr>
                </a:gs>
                <a:gs pos="28571">
                  <a:srgbClr val="FFFFFF">
                    <a:alpha val="24833"/>
                  </a:srgbClr>
                </a:gs>
                <a:gs pos="42857">
                  <a:srgbClr val="FFFFFF">
                    <a:alpha val="17075"/>
                  </a:srgbClr>
                </a:gs>
                <a:gs pos="57143">
                  <a:srgbClr val="FFFFFF">
                    <a:alpha val="9855"/>
                  </a:srgbClr>
                </a:gs>
                <a:gs pos="71429">
                  <a:srgbClr val="FFFFFF">
                    <a:alpha val="4740"/>
                  </a:srgbClr>
                </a:gs>
                <a:gs pos="85714">
                  <a:srgbClr val="FFFFFF">
                    <a:alpha val="1902"/>
                  </a:srgbClr>
                </a:gs>
                <a:gs pos="100000">
                  <a:srgbClr val="FFFFFF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494" name="Splat 494"/>
            <p:cNvSpPr>
              <a:spLocks noGrp="1"/>
            </p:cNvSpPr>
            <p:nvPr/>
          </p:nvSpPr>
          <p:spPr>
            <a:xfrm rot="5300826">
              <a:off x="1633854" y="2287838"/>
              <a:ext cx="631345" cy="84131"/>
            </a:xfrm>
            <a:prstGeom prst="ellipse">
              <a:avLst/>
            </a:prstGeom>
            <a:gradFill>
              <a:gsLst>
                <a:gs pos="0">
                  <a:srgbClr val="6D3200">
                    <a:alpha val="31281"/>
                  </a:srgbClr>
                </a:gs>
                <a:gs pos="14286">
                  <a:srgbClr val="6D3200">
                    <a:alpha val="29164"/>
                  </a:srgbClr>
                </a:gs>
                <a:gs pos="28571">
                  <a:srgbClr val="6D3200">
                    <a:alpha val="23488"/>
                  </a:srgbClr>
                </a:gs>
                <a:gs pos="42857">
                  <a:srgbClr val="6D3200">
                    <a:alpha val="16105"/>
                  </a:srgbClr>
                </a:gs>
                <a:gs pos="57143">
                  <a:srgbClr val="6D3200">
                    <a:alpha val="9272"/>
                  </a:srgbClr>
                </a:gs>
                <a:gs pos="71429">
                  <a:srgbClr val="6D3200">
                    <a:alpha val="4453"/>
                  </a:srgbClr>
                </a:gs>
                <a:gs pos="85714">
                  <a:srgbClr val="6D3200">
                    <a:alpha val="1785"/>
                  </a:srgbClr>
                </a:gs>
                <a:gs pos="100000">
                  <a:srgbClr val="6D3200">
                    <a:alpha val="600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495" name="Splat 495"/>
            <p:cNvSpPr>
              <a:spLocks noGrp="1"/>
            </p:cNvSpPr>
            <p:nvPr/>
          </p:nvSpPr>
          <p:spPr>
            <a:xfrm rot="4235000">
              <a:off x="1668299" y="1055122"/>
              <a:ext cx="722606" cy="98316"/>
            </a:xfrm>
            <a:prstGeom prst="ellipse">
              <a:avLst/>
            </a:prstGeom>
            <a:gradFill>
              <a:gsLst>
                <a:gs pos="0">
                  <a:srgbClr val="000000">
                    <a:alpha val="32968"/>
                  </a:srgbClr>
                </a:gs>
                <a:gs pos="14286">
                  <a:srgbClr val="000000">
                    <a:alpha val="30764"/>
                  </a:srgbClr>
                </a:gs>
                <a:gs pos="28571">
                  <a:srgbClr val="000000">
                    <a:alpha val="24833"/>
                  </a:srgbClr>
                </a:gs>
                <a:gs pos="42857">
                  <a:srgbClr val="000000">
                    <a:alpha val="17075"/>
                  </a:srgbClr>
                </a:gs>
                <a:gs pos="57143">
                  <a:srgbClr val="000000">
                    <a:alpha val="9855"/>
                  </a:srgbClr>
                </a:gs>
                <a:gs pos="71429">
                  <a:srgbClr val="000000">
                    <a:alpha val="4740"/>
                  </a:srgbClr>
                </a:gs>
                <a:gs pos="85714">
                  <a:srgbClr val="000000">
                    <a:alpha val="1902"/>
                  </a:srgbClr>
                </a:gs>
                <a:gs pos="100000">
                  <a:srgbClr val="000000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496" name="Splat 496"/>
            <p:cNvSpPr>
              <a:spLocks noGrp="1"/>
            </p:cNvSpPr>
            <p:nvPr/>
          </p:nvSpPr>
          <p:spPr>
            <a:xfrm rot="-8985693">
              <a:off x="131613" y="2900793"/>
              <a:ext cx="638552" cy="96018"/>
            </a:xfrm>
            <a:prstGeom prst="ellipse">
              <a:avLst/>
            </a:prstGeom>
            <a:gradFill>
              <a:gsLst>
                <a:gs pos="0">
                  <a:srgbClr val="740000">
                    <a:alpha val="32968"/>
                  </a:srgbClr>
                </a:gs>
                <a:gs pos="14286">
                  <a:srgbClr val="740000">
                    <a:alpha val="30764"/>
                  </a:srgbClr>
                </a:gs>
                <a:gs pos="28571">
                  <a:srgbClr val="740000">
                    <a:alpha val="24833"/>
                  </a:srgbClr>
                </a:gs>
                <a:gs pos="42857">
                  <a:srgbClr val="740000">
                    <a:alpha val="17075"/>
                  </a:srgbClr>
                </a:gs>
                <a:gs pos="57143">
                  <a:srgbClr val="740000">
                    <a:alpha val="9855"/>
                  </a:srgbClr>
                </a:gs>
                <a:gs pos="71429">
                  <a:srgbClr val="740000">
                    <a:alpha val="4740"/>
                  </a:srgbClr>
                </a:gs>
                <a:gs pos="85714">
                  <a:srgbClr val="740000">
                    <a:alpha val="1902"/>
                  </a:srgbClr>
                </a:gs>
                <a:gs pos="100000">
                  <a:srgbClr val="740000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497" name="Splat 497"/>
            <p:cNvSpPr>
              <a:spLocks noGrp="1"/>
            </p:cNvSpPr>
            <p:nvPr/>
          </p:nvSpPr>
          <p:spPr>
            <a:xfrm rot="5270168">
              <a:off x="-132779" y="735476"/>
              <a:ext cx="636559" cy="57989"/>
            </a:xfrm>
            <a:prstGeom prst="ellipse">
              <a:avLst/>
            </a:prstGeom>
            <a:gradFill>
              <a:gsLst>
                <a:gs pos="0">
                  <a:srgbClr val="380000">
                    <a:alpha val="32968"/>
                  </a:srgbClr>
                </a:gs>
                <a:gs pos="14286">
                  <a:srgbClr val="380000">
                    <a:alpha val="30764"/>
                  </a:srgbClr>
                </a:gs>
                <a:gs pos="28571">
                  <a:srgbClr val="380000">
                    <a:alpha val="24833"/>
                  </a:srgbClr>
                </a:gs>
                <a:gs pos="42857">
                  <a:srgbClr val="380000">
                    <a:alpha val="17075"/>
                  </a:srgbClr>
                </a:gs>
                <a:gs pos="57143">
                  <a:srgbClr val="380000">
                    <a:alpha val="9855"/>
                  </a:srgbClr>
                </a:gs>
                <a:gs pos="71429">
                  <a:srgbClr val="380000">
                    <a:alpha val="4740"/>
                  </a:srgbClr>
                </a:gs>
                <a:gs pos="85714">
                  <a:srgbClr val="380000">
                    <a:alpha val="1902"/>
                  </a:srgbClr>
                </a:gs>
                <a:gs pos="100000">
                  <a:srgbClr val="380000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498" name="Splat 498"/>
            <p:cNvSpPr>
              <a:spLocks noGrp="1"/>
            </p:cNvSpPr>
            <p:nvPr/>
          </p:nvSpPr>
          <p:spPr>
            <a:xfrm rot="3176627">
              <a:off x="-133488" y="2191730"/>
              <a:ext cx="757970" cy="53369"/>
            </a:xfrm>
            <a:prstGeom prst="ellipse">
              <a:avLst/>
            </a:prstGeom>
            <a:gradFill>
              <a:gsLst>
                <a:gs pos="0">
                  <a:srgbClr val="3E0000">
                    <a:alpha val="32968"/>
                  </a:srgbClr>
                </a:gs>
                <a:gs pos="14286">
                  <a:srgbClr val="3E0000">
                    <a:alpha val="30764"/>
                  </a:srgbClr>
                </a:gs>
                <a:gs pos="28571">
                  <a:srgbClr val="3E0000">
                    <a:alpha val="24833"/>
                  </a:srgbClr>
                </a:gs>
                <a:gs pos="42857">
                  <a:srgbClr val="3E0000">
                    <a:alpha val="17075"/>
                  </a:srgbClr>
                </a:gs>
                <a:gs pos="57143">
                  <a:srgbClr val="3E0000">
                    <a:alpha val="9855"/>
                  </a:srgbClr>
                </a:gs>
                <a:gs pos="71429">
                  <a:srgbClr val="3E0000">
                    <a:alpha val="4740"/>
                  </a:srgbClr>
                </a:gs>
                <a:gs pos="85714">
                  <a:srgbClr val="3E0000">
                    <a:alpha val="1902"/>
                  </a:srgbClr>
                </a:gs>
                <a:gs pos="100000">
                  <a:srgbClr val="3E0000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499" name="Splat 499"/>
            <p:cNvSpPr>
              <a:spLocks noGrp="1"/>
            </p:cNvSpPr>
            <p:nvPr/>
          </p:nvSpPr>
          <p:spPr>
            <a:xfrm rot="5400000">
              <a:off x="172751" y="1415155"/>
              <a:ext cx="60640" cy="60640"/>
            </a:xfrm>
            <a:prstGeom prst="ellipse">
              <a:avLst/>
            </a:prstGeom>
            <a:gradFill>
              <a:gsLst>
                <a:gs pos="0">
                  <a:srgbClr val="BFB1A4">
                    <a:alpha val="13672"/>
                  </a:srgbClr>
                </a:gs>
                <a:gs pos="14286">
                  <a:srgbClr val="BFB1A4">
                    <a:alpha val="12639"/>
                  </a:srgbClr>
                </a:gs>
                <a:gs pos="28571">
                  <a:srgbClr val="BFB1A4">
                    <a:alpha val="9960"/>
                  </a:srgbClr>
                </a:gs>
                <a:gs pos="42857">
                  <a:srgbClr val="BFB1A4">
                    <a:alpha val="6650"/>
                  </a:srgbClr>
                </a:gs>
                <a:gs pos="57143">
                  <a:srgbClr val="BFB1A4">
                    <a:alpha val="3741"/>
                  </a:srgbClr>
                </a:gs>
                <a:gs pos="71429">
                  <a:srgbClr val="BFB1A4">
                    <a:alpha val="1769"/>
                  </a:srgbClr>
                </a:gs>
                <a:gs pos="85714">
                  <a:srgbClr val="BFB1A4">
                    <a:alpha val="703"/>
                  </a:srgbClr>
                </a:gs>
                <a:gs pos="100000">
                  <a:srgbClr val="BFB1A4">
                    <a:alpha val="236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500" name="Splat 500"/>
            <p:cNvSpPr>
              <a:spLocks noGrp="1"/>
            </p:cNvSpPr>
            <p:nvPr/>
          </p:nvSpPr>
          <p:spPr>
            <a:xfrm rot="5400000">
              <a:off x="2396620" y="549485"/>
              <a:ext cx="61352" cy="61352"/>
            </a:xfrm>
            <a:prstGeom prst="ellipse">
              <a:avLst/>
            </a:prstGeom>
            <a:gradFill>
              <a:gsLst>
                <a:gs pos="0">
                  <a:srgbClr val="666264">
                    <a:alpha val="13480"/>
                  </a:srgbClr>
                </a:gs>
                <a:gs pos="14286">
                  <a:srgbClr val="666264">
                    <a:alpha val="12461"/>
                  </a:srgbClr>
                </a:gs>
                <a:gs pos="28571">
                  <a:srgbClr val="666264">
                    <a:alpha val="9818"/>
                  </a:srgbClr>
                </a:gs>
                <a:gs pos="42857">
                  <a:srgbClr val="666264">
                    <a:alpha val="6553"/>
                  </a:srgbClr>
                </a:gs>
                <a:gs pos="57143">
                  <a:srgbClr val="666264">
                    <a:alpha val="3686"/>
                  </a:srgbClr>
                </a:gs>
                <a:gs pos="71429">
                  <a:srgbClr val="666264">
                    <a:alpha val="1743"/>
                  </a:srgbClr>
                </a:gs>
                <a:gs pos="85714">
                  <a:srgbClr val="666264">
                    <a:alpha val="693"/>
                  </a:srgbClr>
                </a:gs>
                <a:gs pos="100000">
                  <a:srgbClr val="666264">
                    <a:alpha val="232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501" name="Splat 501"/>
            <p:cNvSpPr>
              <a:spLocks noGrp="1"/>
            </p:cNvSpPr>
            <p:nvPr/>
          </p:nvSpPr>
          <p:spPr>
            <a:xfrm rot="9630995">
              <a:off x="1258802" y="3190693"/>
              <a:ext cx="541417" cy="196600"/>
            </a:xfrm>
            <a:prstGeom prst="ellipse">
              <a:avLst/>
            </a:prstGeom>
            <a:gradFill>
              <a:gsLst>
                <a:gs pos="0">
                  <a:srgbClr val="FEFFFE">
                    <a:alpha val="28205"/>
                  </a:srgbClr>
                </a:gs>
                <a:gs pos="14286">
                  <a:srgbClr val="FEFFFE">
                    <a:alpha val="26255"/>
                  </a:srgbClr>
                </a:gs>
                <a:gs pos="28571">
                  <a:srgbClr val="FEFFFE">
                    <a:alpha val="21059"/>
                  </a:srgbClr>
                </a:gs>
                <a:gs pos="42857">
                  <a:srgbClr val="FEFFFE">
                    <a:alpha val="14367"/>
                  </a:srgbClr>
                </a:gs>
                <a:gs pos="57143">
                  <a:srgbClr val="FEFFFE">
                    <a:alpha val="8235"/>
                  </a:srgbClr>
                </a:gs>
                <a:gs pos="71429">
                  <a:srgbClr val="FEFFFE">
                    <a:alpha val="3943"/>
                  </a:srgbClr>
                </a:gs>
                <a:gs pos="85714">
                  <a:srgbClr val="FEFFFE">
                    <a:alpha val="1578"/>
                  </a:srgbClr>
                </a:gs>
                <a:gs pos="100000">
                  <a:srgbClr val="FEFFFE">
                    <a:alpha val="530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502" name="Splat 502"/>
            <p:cNvSpPr>
              <a:spLocks noGrp="1"/>
            </p:cNvSpPr>
            <p:nvPr/>
          </p:nvSpPr>
          <p:spPr>
            <a:xfrm rot="5400000">
              <a:off x="1290428" y="710226"/>
              <a:ext cx="61552" cy="61552"/>
            </a:xfrm>
            <a:prstGeom prst="ellipse">
              <a:avLst/>
            </a:prstGeom>
            <a:gradFill>
              <a:gsLst>
                <a:gs pos="0">
                  <a:srgbClr val="704600">
                    <a:alpha val="13427"/>
                  </a:srgbClr>
                </a:gs>
                <a:gs pos="14286">
                  <a:srgbClr val="704600">
                    <a:alpha val="12411"/>
                  </a:srgbClr>
                </a:gs>
                <a:gs pos="28571">
                  <a:srgbClr val="704600">
                    <a:alpha val="9777"/>
                  </a:srgbClr>
                </a:gs>
                <a:gs pos="42857">
                  <a:srgbClr val="704600">
                    <a:alpha val="6526"/>
                  </a:srgbClr>
                </a:gs>
                <a:gs pos="57143">
                  <a:srgbClr val="704600">
                    <a:alpha val="3671"/>
                  </a:srgbClr>
                </a:gs>
                <a:gs pos="71429">
                  <a:srgbClr val="704600">
                    <a:alpha val="1735"/>
                  </a:srgbClr>
                </a:gs>
                <a:gs pos="85714">
                  <a:srgbClr val="704600">
                    <a:alpha val="690"/>
                  </a:srgbClr>
                </a:gs>
                <a:gs pos="100000">
                  <a:srgbClr val="704600">
                    <a:alpha val="231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503" name="Splat 503"/>
            <p:cNvSpPr>
              <a:spLocks noGrp="1"/>
            </p:cNvSpPr>
            <p:nvPr/>
          </p:nvSpPr>
          <p:spPr>
            <a:xfrm rot="3398545">
              <a:off x="2559619" y="1662572"/>
              <a:ext cx="633631" cy="54345"/>
            </a:xfrm>
            <a:prstGeom prst="ellipse">
              <a:avLst/>
            </a:prstGeom>
            <a:gradFill>
              <a:gsLst>
                <a:gs pos="0">
                  <a:srgbClr val="000000">
                    <a:alpha val="32968"/>
                  </a:srgbClr>
                </a:gs>
                <a:gs pos="14286">
                  <a:srgbClr val="000000">
                    <a:alpha val="30764"/>
                  </a:srgbClr>
                </a:gs>
                <a:gs pos="28571">
                  <a:srgbClr val="000000">
                    <a:alpha val="24833"/>
                  </a:srgbClr>
                </a:gs>
                <a:gs pos="42857">
                  <a:srgbClr val="000000">
                    <a:alpha val="17075"/>
                  </a:srgbClr>
                </a:gs>
                <a:gs pos="57143">
                  <a:srgbClr val="000000">
                    <a:alpha val="9855"/>
                  </a:srgbClr>
                </a:gs>
                <a:gs pos="71429">
                  <a:srgbClr val="000000">
                    <a:alpha val="4740"/>
                  </a:srgbClr>
                </a:gs>
                <a:gs pos="85714">
                  <a:srgbClr val="000000">
                    <a:alpha val="1902"/>
                  </a:srgbClr>
                </a:gs>
                <a:gs pos="100000">
                  <a:srgbClr val="000000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504" name="Splat 504"/>
            <p:cNvSpPr>
              <a:spLocks noGrp="1"/>
            </p:cNvSpPr>
            <p:nvPr/>
          </p:nvSpPr>
          <p:spPr>
            <a:xfrm rot="7206412">
              <a:off x="3224778" y="1998527"/>
              <a:ext cx="515458" cy="54583"/>
            </a:xfrm>
            <a:prstGeom prst="ellipse">
              <a:avLst/>
            </a:prstGeom>
            <a:gradFill>
              <a:gsLst>
                <a:gs pos="0">
                  <a:srgbClr val="EAF8FF">
                    <a:alpha val="20753"/>
                  </a:srgbClr>
                </a:gs>
                <a:gs pos="14286">
                  <a:srgbClr val="EAF8FF">
                    <a:alpha val="19248"/>
                  </a:srgbClr>
                </a:gs>
                <a:gs pos="28571">
                  <a:srgbClr val="EAF8FF">
                    <a:alpha val="15295"/>
                  </a:srgbClr>
                </a:gs>
                <a:gs pos="42857">
                  <a:srgbClr val="EAF8FF">
                    <a:alpha val="10316"/>
                  </a:srgbClr>
                </a:gs>
                <a:gs pos="57143">
                  <a:srgbClr val="EAF8FF">
                    <a:alpha val="5855"/>
                  </a:srgbClr>
                </a:gs>
                <a:gs pos="71429">
                  <a:srgbClr val="EAF8FF">
                    <a:alpha val="2785"/>
                  </a:srgbClr>
                </a:gs>
                <a:gs pos="85714">
                  <a:srgbClr val="EAF8FF">
                    <a:alpha val="1110"/>
                  </a:srgbClr>
                </a:gs>
                <a:gs pos="100000">
                  <a:srgbClr val="EAF8FF">
                    <a:alpha val="372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505" name="Splat 505"/>
            <p:cNvSpPr>
              <a:spLocks noGrp="1"/>
            </p:cNvSpPr>
            <p:nvPr/>
          </p:nvSpPr>
          <p:spPr>
            <a:xfrm rot="10245821">
              <a:off x="2242778" y="3369556"/>
              <a:ext cx="367456" cy="344810"/>
            </a:xfrm>
            <a:prstGeom prst="ellipse">
              <a:avLst/>
            </a:prstGeom>
            <a:gradFill>
              <a:gsLst>
                <a:gs pos="0">
                  <a:srgbClr val="00D3E7">
                    <a:alpha val="4695"/>
                  </a:srgbClr>
                </a:gs>
                <a:gs pos="14286">
                  <a:srgbClr val="00D3E7">
                    <a:alpha val="4324"/>
                  </a:srgbClr>
                </a:gs>
                <a:gs pos="28571">
                  <a:srgbClr val="00D3E7">
                    <a:alpha val="3374"/>
                  </a:srgbClr>
                </a:gs>
                <a:gs pos="42857">
                  <a:srgbClr val="00D3E7">
                    <a:alpha val="2226"/>
                  </a:srgbClr>
                </a:gs>
                <a:gs pos="57143">
                  <a:srgbClr val="00D3E7">
                    <a:alpha val="1240"/>
                  </a:srgbClr>
                </a:gs>
                <a:gs pos="71429">
                  <a:srgbClr val="00D3E7">
                    <a:alpha val="582"/>
                  </a:srgbClr>
                </a:gs>
                <a:gs pos="85714">
                  <a:srgbClr val="00D3E7">
                    <a:alpha val="231"/>
                  </a:srgbClr>
                </a:gs>
                <a:gs pos="100000">
                  <a:srgbClr val="00D3E7">
                    <a:alpha val="77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506" name="Splat 506"/>
            <p:cNvSpPr>
              <a:spLocks noGrp="1"/>
            </p:cNvSpPr>
            <p:nvPr/>
          </p:nvSpPr>
          <p:spPr>
            <a:xfrm rot="5476789">
              <a:off x="200183" y="216524"/>
              <a:ext cx="754422" cy="71293"/>
            </a:xfrm>
            <a:prstGeom prst="ellipse">
              <a:avLst/>
            </a:prstGeom>
            <a:gradFill>
              <a:gsLst>
                <a:gs pos="0">
                  <a:srgbClr val="580000">
                    <a:alpha val="32968"/>
                  </a:srgbClr>
                </a:gs>
                <a:gs pos="14286">
                  <a:srgbClr val="580000">
                    <a:alpha val="30764"/>
                  </a:srgbClr>
                </a:gs>
                <a:gs pos="28571">
                  <a:srgbClr val="580000">
                    <a:alpha val="24833"/>
                  </a:srgbClr>
                </a:gs>
                <a:gs pos="42857">
                  <a:srgbClr val="580000">
                    <a:alpha val="17075"/>
                  </a:srgbClr>
                </a:gs>
                <a:gs pos="57143">
                  <a:srgbClr val="580000">
                    <a:alpha val="9855"/>
                  </a:srgbClr>
                </a:gs>
                <a:gs pos="71429">
                  <a:srgbClr val="580000">
                    <a:alpha val="4740"/>
                  </a:srgbClr>
                </a:gs>
                <a:gs pos="85714">
                  <a:srgbClr val="580000">
                    <a:alpha val="1902"/>
                  </a:srgbClr>
                </a:gs>
                <a:gs pos="100000">
                  <a:srgbClr val="580000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507" name="Splat 507"/>
            <p:cNvSpPr>
              <a:spLocks noGrp="1"/>
            </p:cNvSpPr>
            <p:nvPr/>
          </p:nvSpPr>
          <p:spPr>
            <a:xfrm rot="3296723">
              <a:off x="1028421" y="101467"/>
              <a:ext cx="231749" cy="51561"/>
            </a:xfrm>
            <a:prstGeom prst="ellipse">
              <a:avLst/>
            </a:prstGeom>
            <a:gradFill>
              <a:gsLst>
                <a:gs pos="0">
                  <a:srgbClr val="000000">
                    <a:alpha val="32968"/>
                  </a:srgbClr>
                </a:gs>
                <a:gs pos="14286">
                  <a:srgbClr val="000000">
                    <a:alpha val="30764"/>
                  </a:srgbClr>
                </a:gs>
                <a:gs pos="28571">
                  <a:srgbClr val="000000">
                    <a:alpha val="24833"/>
                  </a:srgbClr>
                </a:gs>
                <a:gs pos="42857">
                  <a:srgbClr val="000000">
                    <a:alpha val="17075"/>
                  </a:srgbClr>
                </a:gs>
                <a:gs pos="57143">
                  <a:srgbClr val="000000">
                    <a:alpha val="9855"/>
                  </a:srgbClr>
                </a:gs>
                <a:gs pos="71429">
                  <a:srgbClr val="000000">
                    <a:alpha val="4740"/>
                  </a:srgbClr>
                </a:gs>
                <a:gs pos="85714">
                  <a:srgbClr val="000000">
                    <a:alpha val="1902"/>
                  </a:srgbClr>
                </a:gs>
                <a:gs pos="100000">
                  <a:srgbClr val="000000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508" name="Splat 508"/>
            <p:cNvSpPr>
              <a:spLocks noGrp="1"/>
            </p:cNvSpPr>
            <p:nvPr/>
          </p:nvSpPr>
          <p:spPr>
            <a:xfrm rot="5400000">
              <a:off x="1891551" y="2891411"/>
              <a:ext cx="60874" cy="60874"/>
            </a:xfrm>
            <a:prstGeom prst="ellipse">
              <a:avLst/>
            </a:prstGeom>
            <a:gradFill>
              <a:gsLst>
                <a:gs pos="0">
                  <a:srgbClr val="ABA6A2">
                    <a:alpha val="13609"/>
                  </a:srgbClr>
                </a:gs>
                <a:gs pos="14286">
                  <a:srgbClr val="ABA6A2">
                    <a:alpha val="12581"/>
                  </a:srgbClr>
                </a:gs>
                <a:gs pos="28571">
                  <a:srgbClr val="ABA6A2">
                    <a:alpha val="9913"/>
                  </a:srgbClr>
                </a:gs>
                <a:gs pos="42857">
                  <a:srgbClr val="ABA6A2">
                    <a:alpha val="6619"/>
                  </a:srgbClr>
                </a:gs>
                <a:gs pos="57143">
                  <a:srgbClr val="ABA6A2">
                    <a:alpha val="3723"/>
                  </a:srgbClr>
                </a:gs>
                <a:gs pos="71429">
                  <a:srgbClr val="ABA6A2">
                    <a:alpha val="1760"/>
                  </a:srgbClr>
                </a:gs>
                <a:gs pos="85714">
                  <a:srgbClr val="ABA6A2">
                    <a:alpha val="700"/>
                  </a:srgbClr>
                </a:gs>
                <a:gs pos="100000">
                  <a:srgbClr val="ABA6A2">
                    <a:alpha val="234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509" name="Splat 509"/>
            <p:cNvSpPr>
              <a:spLocks noGrp="1"/>
            </p:cNvSpPr>
            <p:nvPr/>
          </p:nvSpPr>
          <p:spPr>
            <a:xfrm rot="-10408459">
              <a:off x="2478384" y="1057433"/>
              <a:ext cx="780280" cy="88205"/>
            </a:xfrm>
            <a:prstGeom prst="ellipse">
              <a:avLst/>
            </a:prstGeom>
            <a:gradFill>
              <a:gsLst>
                <a:gs pos="0">
                  <a:srgbClr val="000000">
                    <a:alpha val="32968"/>
                  </a:srgbClr>
                </a:gs>
                <a:gs pos="14286">
                  <a:srgbClr val="000000">
                    <a:alpha val="30764"/>
                  </a:srgbClr>
                </a:gs>
                <a:gs pos="28571">
                  <a:srgbClr val="000000">
                    <a:alpha val="24833"/>
                  </a:srgbClr>
                </a:gs>
                <a:gs pos="42857">
                  <a:srgbClr val="000000">
                    <a:alpha val="17075"/>
                  </a:srgbClr>
                </a:gs>
                <a:gs pos="57143">
                  <a:srgbClr val="000000">
                    <a:alpha val="9855"/>
                  </a:srgbClr>
                </a:gs>
                <a:gs pos="71429">
                  <a:srgbClr val="000000">
                    <a:alpha val="4740"/>
                  </a:srgbClr>
                </a:gs>
                <a:gs pos="85714">
                  <a:srgbClr val="000000">
                    <a:alpha val="1902"/>
                  </a:srgbClr>
                </a:gs>
                <a:gs pos="100000">
                  <a:srgbClr val="000000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510" name="Splat 510"/>
            <p:cNvSpPr>
              <a:spLocks noGrp="1"/>
            </p:cNvSpPr>
            <p:nvPr/>
          </p:nvSpPr>
          <p:spPr>
            <a:xfrm rot="5400000">
              <a:off x="1628869" y="2263054"/>
              <a:ext cx="59753" cy="59753"/>
            </a:xfrm>
            <a:prstGeom prst="ellipse">
              <a:avLst/>
            </a:prstGeom>
            <a:gradFill>
              <a:gsLst>
                <a:gs pos="0">
                  <a:srgbClr val="C9C4BF">
                    <a:alpha val="13910"/>
                  </a:srgbClr>
                </a:gs>
                <a:gs pos="14286">
                  <a:srgbClr val="C9C4BF">
                    <a:alpha val="12861"/>
                  </a:srgbClr>
                </a:gs>
                <a:gs pos="28571">
                  <a:srgbClr val="C9C4BF">
                    <a:alpha val="10137"/>
                  </a:srgbClr>
                </a:gs>
                <a:gs pos="42857">
                  <a:srgbClr val="C9C4BF">
                    <a:alpha val="6771"/>
                  </a:srgbClr>
                </a:gs>
                <a:gs pos="57143">
                  <a:srgbClr val="C9C4BF">
                    <a:alpha val="3810"/>
                  </a:srgbClr>
                </a:gs>
                <a:gs pos="71429">
                  <a:srgbClr val="C9C4BF">
                    <a:alpha val="1802"/>
                  </a:srgbClr>
                </a:gs>
                <a:gs pos="85714">
                  <a:srgbClr val="C9C4BF">
                    <a:alpha val="716"/>
                  </a:srgbClr>
                </a:gs>
                <a:gs pos="100000">
                  <a:srgbClr val="C9C4BF">
                    <a:alpha val="240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511" name="Splat 511"/>
            <p:cNvSpPr>
              <a:spLocks noGrp="1"/>
            </p:cNvSpPr>
            <p:nvPr/>
          </p:nvSpPr>
          <p:spPr>
            <a:xfrm rot="-10434693">
              <a:off x="631617" y="2748192"/>
              <a:ext cx="435002" cy="69263"/>
            </a:xfrm>
            <a:prstGeom prst="ellipse">
              <a:avLst/>
            </a:prstGeom>
            <a:gradFill>
              <a:gsLst>
                <a:gs pos="0">
                  <a:srgbClr val="FFFFE8">
                    <a:alpha val="32968"/>
                  </a:srgbClr>
                </a:gs>
                <a:gs pos="14286">
                  <a:srgbClr val="FFFFE8">
                    <a:alpha val="30764"/>
                  </a:srgbClr>
                </a:gs>
                <a:gs pos="28571">
                  <a:srgbClr val="FFFFE8">
                    <a:alpha val="24833"/>
                  </a:srgbClr>
                </a:gs>
                <a:gs pos="42857">
                  <a:srgbClr val="FFFFE8">
                    <a:alpha val="17075"/>
                  </a:srgbClr>
                </a:gs>
                <a:gs pos="57143">
                  <a:srgbClr val="FFFFE8">
                    <a:alpha val="9855"/>
                  </a:srgbClr>
                </a:gs>
                <a:gs pos="71429">
                  <a:srgbClr val="FFFFE8">
                    <a:alpha val="4740"/>
                  </a:srgbClr>
                </a:gs>
                <a:gs pos="85714">
                  <a:srgbClr val="FFFFE8">
                    <a:alpha val="1902"/>
                  </a:srgbClr>
                </a:gs>
                <a:gs pos="100000">
                  <a:srgbClr val="FFFFE8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512" name="Splat 512"/>
            <p:cNvSpPr>
              <a:spLocks noGrp="1"/>
            </p:cNvSpPr>
            <p:nvPr/>
          </p:nvSpPr>
          <p:spPr>
            <a:xfrm rot="7024335">
              <a:off x="2176816" y="992775"/>
              <a:ext cx="435313" cy="265674"/>
            </a:xfrm>
            <a:prstGeom prst="ellipse">
              <a:avLst/>
            </a:prstGeom>
            <a:gradFill>
              <a:gsLst>
                <a:gs pos="0">
                  <a:srgbClr val="380002">
                    <a:alpha val="32968"/>
                  </a:srgbClr>
                </a:gs>
                <a:gs pos="14286">
                  <a:srgbClr val="380002">
                    <a:alpha val="30764"/>
                  </a:srgbClr>
                </a:gs>
                <a:gs pos="28571">
                  <a:srgbClr val="380002">
                    <a:alpha val="24833"/>
                  </a:srgbClr>
                </a:gs>
                <a:gs pos="42857">
                  <a:srgbClr val="380002">
                    <a:alpha val="17075"/>
                  </a:srgbClr>
                </a:gs>
                <a:gs pos="57143">
                  <a:srgbClr val="380002">
                    <a:alpha val="9855"/>
                  </a:srgbClr>
                </a:gs>
                <a:gs pos="71429">
                  <a:srgbClr val="380002">
                    <a:alpha val="4740"/>
                  </a:srgbClr>
                </a:gs>
                <a:gs pos="85714">
                  <a:srgbClr val="380002">
                    <a:alpha val="1902"/>
                  </a:srgbClr>
                </a:gs>
                <a:gs pos="100000">
                  <a:srgbClr val="380002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513" name="Splat 513"/>
            <p:cNvSpPr>
              <a:spLocks noGrp="1"/>
            </p:cNvSpPr>
            <p:nvPr/>
          </p:nvSpPr>
          <p:spPr>
            <a:xfrm rot="4952330">
              <a:off x="900709" y="72492"/>
              <a:ext cx="351589" cy="218496"/>
            </a:xfrm>
            <a:prstGeom prst="ellipse">
              <a:avLst/>
            </a:prstGeom>
            <a:gradFill>
              <a:gsLst>
                <a:gs pos="0">
                  <a:srgbClr val="E7F8FF">
                    <a:alpha val="32968"/>
                  </a:srgbClr>
                </a:gs>
                <a:gs pos="14286">
                  <a:srgbClr val="E7F8FF">
                    <a:alpha val="30764"/>
                  </a:srgbClr>
                </a:gs>
                <a:gs pos="28571">
                  <a:srgbClr val="E7F8FF">
                    <a:alpha val="24833"/>
                  </a:srgbClr>
                </a:gs>
                <a:gs pos="42857">
                  <a:srgbClr val="E7F8FF">
                    <a:alpha val="17075"/>
                  </a:srgbClr>
                </a:gs>
                <a:gs pos="57143">
                  <a:srgbClr val="E7F8FF">
                    <a:alpha val="9855"/>
                  </a:srgbClr>
                </a:gs>
                <a:gs pos="71429">
                  <a:srgbClr val="E7F8FF">
                    <a:alpha val="4740"/>
                  </a:srgbClr>
                </a:gs>
                <a:gs pos="85714">
                  <a:srgbClr val="E7F8FF">
                    <a:alpha val="1902"/>
                  </a:srgbClr>
                </a:gs>
                <a:gs pos="100000">
                  <a:srgbClr val="E7F8FF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514" name="Splat 514"/>
            <p:cNvSpPr>
              <a:spLocks noGrp="1"/>
            </p:cNvSpPr>
            <p:nvPr/>
          </p:nvSpPr>
          <p:spPr>
            <a:xfrm rot="-8408531">
              <a:off x="610790" y="622133"/>
              <a:ext cx="341701" cy="141723"/>
            </a:xfrm>
            <a:prstGeom prst="ellipse">
              <a:avLst/>
            </a:prstGeom>
            <a:gradFill>
              <a:gsLst>
                <a:gs pos="0">
                  <a:srgbClr val="004900">
                    <a:alpha val="32968"/>
                  </a:srgbClr>
                </a:gs>
                <a:gs pos="14286">
                  <a:srgbClr val="004900">
                    <a:alpha val="30764"/>
                  </a:srgbClr>
                </a:gs>
                <a:gs pos="28571">
                  <a:srgbClr val="004900">
                    <a:alpha val="24833"/>
                  </a:srgbClr>
                </a:gs>
                <a:gs pos="42857">
                  <a:srgbClr val="004900">
                    <a:alpha val="17075"/>
                  </a:srgbClr>
                </a:gs>
                <a:gs pos="57143">
                  <a:srgbClr val="004900">
                    <a:alpha val="9855"/>
                  </a:srgbClr>
                </a:gs>
                <a:gs pos="71429">
                  <a:srgbClr val="004900">
                    <a:alpha val="4740"/>
                  </a:srgbClr>
                </a:gs>
                <a:gs pos="85714">
                  <a:srgbClr val="004900">
                    <a:alpha val="1902"/>
                  </a:srgbClr>
                </a:gs>
                <a:gs pos="100000">
                  <a:srgbClr val="004900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515" name="Splat 515"/>
            <p:cNvSpPr>
              <a:spLocks noGrp="1"/>
            </p:cNvSpPr>
            <p:nvPr/>
          </p:nvSpPr>
          <p:spPr>
            <a:xfrm rot="5658609">
              <a:off x="221468" y="921073"/>
              <a:ext cx="769848" cy="226238"/>
            </a:xfrm>
            <a:prstGeom prst="ellipse">
              <a:avLst/>
            </a:prstGeom>
            <a:gradFill>
              <a:gsLst>
                <a:gs pos="0">
                  <a:srgbClr val="750800">
                    <a:alpha val="32968"/>
                  </a:srgbClr>
                </a:gs>
                <a:gs pos="14286">
                  <a:srgbClr val="750800">
                    <a:alpha val="30764"/>
                  </a:srgbClr>
                </a:gs>
                <a:gs pos="28571">
                  <a:srgbClr val="750800">
                    <a:alpha val="24833"/>
                  </a:srgbClr>
                </a:gs>
                <a:gs pos="42857">
                  <a:srgbClr val="750800">
                    <a:alpha val="17075"/>
                  </a:srgbClr>
                </a:gs>
                <a:gs pos="57143">
                  <a:srgbClr val="750800">
                    <a:alpha val="9855"/>
                  </a:srgbClr>
                </a:gs>
                <a:gs pos="71429">
                  <a:srgbClr val="750800">
                    <a:alpha val="4740"/>
                  </a:srgbClr>
                </a:gs>
                <a:gs pos="85714">
                  <a:srgbClr val="750800">
                    <a:alpha val="1902"/>
                  </a:srgbClr>
                </a:gs>
                <a:gs pos="100000">
                  <a:srgbClr val="750800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516" name="Splat 516"/>
            <p:cNvSpPr>
              <a:spLocks noGrp="1"/>
            </p:cNvSpPr>
            <p:nvPr/>
          </p:nvSpPr>
          <p:spPr>
            <a:xfrm rot="5400000">
              <a:off x="204368" y="342213"/>
              <a:ext cx="61951" cy="61951"/>
            </a:xfrm>
            <a:prstGeom prst="ellipse">
              <a:avLst/>
            </a:prstGeom>
            <a:gradFill>
              <a:gsLst>
                <a:gs pos="0">
                  <a:srgbClr val="BA966E">
                    <a:alpha val="13319"/>
                  </a:srgbClr>
                </a:gs>
                <a:gs pos="14286">
                  <a:srgbClr val="BA966E">
                    <a:alpha val="12311"/>
                  </a:srgbClr>
                </a:gs>
                <a:gs pos="28571">
                  <a:srgbClr val="BA966E">
                    <a:alpha val="9697"/>
                  </a:srgbClr>
                </a:gs>
                <a:gs pos="42857">
                  <a:srgbClr val="BA966E">
                    <a:alpha val="6472"/>
                  </a:srgbClr>
                </a:gs>
                <a:gs pos="57143">
                  <a:srgbClr val="BA966E">
                    <a:alpha val="3639"/>
                  </a:srgbClr>
                </a:gs>
                <a:gs pos="71429">
                  <a:srgbClr val="BA966E">
                    <a:alpha val="1720"/>
                  </a:srgbClr>
                </a:gs>
                <a:gs pos="85714">
                  <a:srgbClr val="BA966E">
                    <a:alpha val="684"/>
                  </a:srgbClr>
                </a:gs>
                <a:gs pos="100000">
                  <a:srgbClr val="BA966E">
                    <a:alpha val="22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517" name="Splat 517"/>
            <p:cNvSpPr>
              <a:spLocks noGrp="1"/>
            </p:cNvSpPr>
            <p:nvPr/>
          </p:nvSpPr>
          <p:spPr>
            <a:xfrm rot="9167623">
              <a:off x="2243551" y="89728"/>
              <a:ext cx="401849" cy="62386"/>
            </a:xfrm>
            <a:prstGeom prst="ellipse">
              <a:avLst/>
            </a:prstGeom>
            <a:gradFill>
              <a:gsLst>
                <a:gs pos="0">
                  <a:srgbClr val="00004E">
                    <a:alpha val="32968"/>
                  </a:srgbClr>
                </a:gs>
                <a:gs pos="14286">
                  <a:srgbClr val="00004E">
                    <a:alpha val="30764"/>
                  </a:srgbClr>
                </a:gs>
                <a:gs pos="28571">
                  <a:srgbClr val="00004E">
                    <a:alpha val="24833"/>
                  </a:srgbClr>
                </a:gs>
                <a:gs pos="42857">
                  <a:srgbClr val="00004E">
                    <a:alpha val="17075"/>
                  </a:srgbClr>
                </a:gs>
                <a:gs pos="57143">
                  <a:srgbClr val="00004E">
                    <a:alpha val="9855"/>
                  </a:srgbClr>
                </a:gs>
                <a:gs pos="71429">
                  <a:srgbClr val="00004E">
                    <a:alpha val="4740"/>
                  </a:srgbClr>
                </a:gs>
                <a:gs pos="85714">
                  <a:srgbClr val="00004E">
                    <a:alpha val="1902"/>
                  </a:srgbClr>
                </a:gs>
                <a:gs pos="100000">
                  <a:srgbClr val="00004E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518" name="Splat 518"/>
            <p:cNvSpPr>
              <a:spLocks noGrp="1"/>
            </p:cNvSpPr>
            <p:nvPr/>
          </p:nvSpPr>
          <p:spPr>
            <a:xfrm rot="7368320">
              <a:off x="889125" y="855985"/>
              <a:ext cx="691399" cy="138537"/>
            </a:xfrm>
            <a:prstGeom prst="ellipse">
              <a:avLst/>
            </a:prstGeom>
            <a:gradFill>
              <a:gsLst>
                <a:gs pos="0">
                  <a:srgbClr val="640000">
                    <a:alpha val="32968"/>
                  </a:srgbClr>
                </a:gs>
                <a:gs pos="14286">
                  <a:srgbClr val="640000">
                    <a:alpha val="30764"/>
                  </a:srgbClr>
                </a:gs>
                <a:gs pos="28571">
                  <a:srgbClr val="640000">
                    <a:alpha val="24833"/>
                  </a:srgbClr>
                </a:gs>
                <a:gs pos="42857">
                  <a:srgbClr val="640000">
                    <a:alpha val="17075"/>
                  </a:srgbClr>
                </a:gs>
                <a:gs pos="57143">
                  <a:srgbClr val="640000">
                    <a:alpha val="9855"/>
                  </a:srgbClr>
                </a:gs>
                <a:gs pos="71429">
                  <a:srgbClr val="640000">
                    <a:alpha val="4740"/>
                  </a:srgbClr>
                </a:gs>
                <a:gs pos="85714">
                  <a:srgbClr val="640000">
                    <a:alpha val="1902"/>
                  </a:srgbClr>
                </a:gs>
                <a:gs pos="100000">
                  <a:srgbClr val="640000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519" name="Splat 519"/>
            <p:cNvSpPr>
              <a:spLocks noGrp="1"/>
            </p:cNvSpPr>
            <p:nvPr/>
          </p:nvSpPr>
          <p:spPr>
            <a:xfrm rot="7871477">
              <a:off x="3072432" y="1195725"/>
              <a:ext cx="304357" cy="303833"/>
            </a:xfrm>
            <a:prstGeom prst="ellipse">
              <a:avLst/>
            </a:prstGeom>
            <a:gradFill>
              <a:gsLst>
                <a:gs pos="0">
                  <a:srgbClr val="E49F00">
                    <a:alpha val="32968"/>
                  </a:srgbClr>
                </a:gs>
                <a:gs pos="14286">
                  <a:srgbClr val="E49F00">
                    <a:alpha val="30764"/>
                  </a:srgbClr>
                </a:gs>
                <a:gs pos="28571">
                  <a:srgbClr val="E49F00">
                    <a:alpha val="24833"/>
                  </a:srgbClr>
                </a:gs>
                <a:gs pos="42857">
                  <a:srgbClr val="E49F00">
                    <a:alpha val="17075"/>
                  </a:srgbClr>
                </a:gs>
                <a:gs pos="57143">
                  <a:srgbClr val="E49F00">
                    <a:alpha val="9855"/>
                  </a:srgbClr>
                </a:gs>
                <a:gs pos="71429">
                  <a:srgbClr val="E49F00">
                    <a:alpha val="4740"/>
                  </a:srgbClr>
                </a:gs>
                <a:gs pos="85714">
                  <a:srgbClr val="E49F00">
                    <a:alpha val="1902"/>
                  </a:srgbClr>
                </a:gs>
                <a:gs pos="100000">
                  <a:srgbClr val="E49F00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520" name="Splat 520"/>
            <p:cNvSpPr>
              <a:spLocks noGrp="1"/>
            </p:cNvSpPr>
            <p:nvPr/>
          </p:nvSpPr>
          <p:spPr>
            <a:xfrm rot="3709637">
              <a:off x="972933" y="803520"/>
              <a:ext cx="461102" cy="172741"/>
            </a:xfrm>
            <a:prstGeom prst="ellipse">
              <a:avLst/>
            </a:prstGeom>
            <a:gradFill>
              <a:gsLst>
                <a:gs pos="0">
                  <a:srgbClr val="5C0000">
                    <a:alpha val="32968"/>
                  </a:srgbClr>
                </a:gs>
                <a:gs pos="14286">
                  <a:srgbClr val="5C0000">
                    <a:alpha val="30764"/>
                  </a:srgbClr>
                </a:gs>
                <a:gs pos="28571">
                  <a:srgbClr val="5C0000">
                    <a:alpha val="24833"/>
                  </a:srgbClr>
                </a:gs>
                <a:gs pos="42857">
                  <a:srgbClr val="5C0000">
                    <a:alpha val="17075"/>
                  </a:srgbClr>
                </a:gs>
                <a:gs pos="57143">
                  <a:srgbClr val="5C0000">
                    <a:alpha val="9855"/>
                  </a:srgbClr>
                </a:gs>
                <a:gs pos="71429">
                  <a:srgbClr val="5C0000">
                    <a:alpha val="4740"/>
                  </a:srgbClr>
                </a:gs>
                <a:gs pos="85714">
                  <a:srgbClr val="5C0000">
                    <a:alpha val="1902"/>
                  </a:srgbClr>
                </a:gs>
                <a:gs pos="100000">
                  <a:srgbClr val="5C0000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521" name="Splat 521"/>
            <p:cNvSpPr>
              <a:spLocks noGrp="1"/>
            </p:cNvSpPr>
            <p:nvPr/>
          </p:nvSpPr>
          <p:spPr>
            <a:xfrm rot="9802776">
              <a:off x="1028131" y="1961352"/>
              <a:ext cx="556729" cy="59910"/>
            </a:xfrm>
            <a:prstGeom prst="ellipse">
              <a:avLst/>
            </a:prstGeom>
            <a:gradFill>
              <a:gsLst>
                <a:gs pos="0">
                  <a:srgbClr val="000072">
                    <a:alpha val="32968"/>
                  </a:srgbClr>
                </a:gs>
                <a:gs pos="14286">
                  <a:srgbClr val="000072">
                    <a:alpha val="30764"/>
                  </a:srgbClr>
                </a:gs>
                <a:gs pos="28571">
                  <a:srgbClr val="000072">
                    <a:alpha val="24833"/>
                  </a:srgbClr>
                </a:gs>
                <a:gs pos="42857">
                  <a:srgbClr val="000072">
                    <a:alpha val="17075"/>
                  </a:srgbClr>
                </a:gs>
                <a:gs pos="57143">
                  <a:srgbClr val="000072">
                    <a:alpha val="9855"/>
                  </a:srgbClr>
                </a:gs>
                <a:gs pos="71429">
                  <a:srgbClr val="000072">
                    <a:alpha val="4740"/>
                  </a:srgbClr>
                </a:gs>
                <a:gs pos="85714">
                  <a:srgbClr val="000072">
                    <a:alpha val="1902"/>
                  </a:srgbClr>
                </a:gs>
                <a:gs pos="100000">
                  <a:srgbClr val="000072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522" name="Splat 522"/>
            <p:cNvSpPr>
              <a:spLocks noGrp="1"/>
            </p:cNvSpPr>
            <p:nvPr/>
          </p:nvSpPr>
          <p:spPr>
            <a:xfrm rot="9164938">
              <a:off x="222405" y="2314763"/>
              <a:ext cx="348424" cy="34994"/>
            </a:xfrm>
            <a:prstGeom prst="ellipse">
              <a:avLst/>
            </a:prstGeom>
            <a:gradFill>
              <a:gsLst>
                <a:gs pos="0">
                  <a:srgbClr val="000049">
                    <a:alpha val="32968"/>
                  </a:srgbClr>
                </a:gs>
                <a:gs pos="14286">
                  <a:srgbClr val="000049">
                    <a:alpha val="30764"/>
                  </a:srgbClr>
                </a:gs>
                <a:gs pos="28571">
                  <a:srgbClr val="000049">
                    <a:alpha val="24833"/>
                  </a:srgbClr>
                </a:gs>
                <a:gs pos="42857">
                  <a:srgbClr val="000049">
                    <a:alpha val="17075"/>
                  </a:srgbClr>
                </a:gs>
                <a:gs pos="57143">
                  <a:srgbClr val="000049">
                    <a:alpha val="9855"/>
                  </a:srgbClr>
                </a:gs>
                <a:gs pos="71429">
                  <a:srgbClr val="000049">
                    <a:alpha val="4740"/>
                  </a:srgbClr>
                </a:gs>
                <a:gs pos="85714">
                  <a:srgbClr val="000049">
                    <a:alpha val="1902"/>
                  </a:srgbClr>
                </a:gs>
                <a:gs pos="100000">
                  <a:srgbClr val="000049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523" name="Splat 523"/>
            <p:cNvSpPr>
              <a:spLocks noGrp="1"/>
            </p:cNvSpPr>
            <p:nvPr/>
          </p:nvSpPr>
          <p:spPr>
            <a:xfrm rot="6393584">
              <a:off x="878958" y="3151437"/>
              <a:ext cx="422699" cy="136468"/>
            </a:xfrm>
            <a:prstGeom prst="ellipse">
              <a:avLst/>
            </a:prstGeom>
            <a:gradFill>
              <a:gsLst>
                <a:gs pos="0">
                  <a:srgbClr val="B96200">
                    <a:alpha val="17473"/>
                  </a:srgbClr>
                </a:gs>
                <a:gs pos="14286">
                  <a:srgbClr val="B96200">
                    <a:alpha val="16181"/>
                  </a:srgbClr>
                </a:gs>
                <a:gs pos="28571">
                  <a:srgbClr val="B96200">
                    <a:alpha val="12808"/>
                  </a:srgbClr>
                </a:gs>
                <a:gs pos="42857">
                  <a:srgbClr val="B96200">
                    <a:alpha val="8597"/>
                  </a:srgbClr>
                </a:gs>
                <a:gs pos="57143">
                  <a:srgbClr val="B96200">
                    <a:alpha val="4859"/>
                  </a:srgbClr>
                </a:gs>
                <a:gs pos="71429">
                  <a:srgbClr val="B96200">
                    <a:alpha val="2305"/>
                  </a:srgbClr>
                </a:gs>
                <a:gs pos="85714">
                  <a:srgbClr val="B96200">
                    <a:alpha val="918"/>
                  </a:srgbClr>
                </a:gs>
                <a:gs pos="100000">
                  <a:srgbClr val="B96200">
                    <a:alpha val="308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524" name="Splat 524"/>
            <p:cNvSpPr>
              <a:spLocks noGrp="1"/>
            </p:cNvSpPr>
            <p:nvPr/>
          </p:nvSpPr>
          <p:spPr>
            <a:xfrm rot="8982572">
              <a:off x="1216187" y="2101659"/>
              <a:ext cx="496750" cy="63799"/>
            </a:xfrm>
            <a:prstGeom prst="ellipse">
              <a:avLst/>
            </a:prstGeom>
            <a:gradFill>
              <a:gsLst>
                <a:gs pos="0">
                  <a:srgbClr val="0F0055">
                    <a:alpha val="32968"/>
                  </a:srgbClr>
                </a:gs>
                <a:gs pos="14286">
                  <a:srgbClr val="0F0055">
                    <a:alpha val="30764"/>
                  </a:srgbClr>
                </a:gs>
                <a:gs pos="28571">
                  <a:srgbClr val="0F0055">
                    <a:alpha val="24833"/>
                  </a:srgbClr>
                </a:gs>
                <a:gs pos="42857">
                  <a:srgbClr val="0F0055">
                    <a:alpha val="17075"/>
                  </a:srgbClr>
                </a:gs>
                <a:gs pos="57143">
                  <a:srgbClr val="0F0055">
                    <a:alpha val="9855"/>
                  </a:srgbClr>
                </a:gs>
                <a:gs pos="71429">
                  <a:srgbClr val="0F0055">
                    <a:alpha val="4740"/>
                  </a:srgbClr>
                </a:gs>
                <a:gs pos="85714">
                  <a:srgbClr val="0F0055">
                    <a:alpha val="1902"/>
                  </a:srgbClr>
                </a:gs>
                <a:gs pos="100000">
                  <a:srgbClr val="0F0055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525" name="Splat 525"/>
            <p:cNvSpPr>
              <a:spLocks noGrp="1"/>
            </p:cNvSpPr>
            <p:nvPr/>
          </p:nvSpPr>
          <p:spPr>
            <a:xfrm rot="5400000">
              <a:off x="2750547" y="2569017"/>
              <a:ext cx="62065" cy="62065"/>
            </a:xfrm>
            <a:prstGeom prst="ellipse">
              <a:avLst/>
            </a:prstGeom>
            <a:gradFill>
              <a:gsLst>
                <a:gs pos="0">
                  <a:srgbClr val="A9B1C9">
                    <a:alpha val="13288"/>
                  </a:srgbClr>
                </a:gs>
                <a:gs pos="14286">
                  <a:srgbClr val="A9B1C9">
                    <a:alpha val="12282"/>
                  </a:srgbClr>
                </a:gs>
                <a:gs pos="28571">
                  <a:srgbClr val="A9B1C9">
                    <a:alpha val="9675"/>
                  </a:srgbClr>
                </a:gs>
                <a:gs pos="42857">
                  <a:srgbClr val="A9B1C9">
                    <a:alpha val="6456"/>
                  </a:srgbClr>
                </a:gs>
                <a:gs pos="57143">
                  <a:srgbClr val="A9B1C9">
                    <a:alpha val="3631"/>
                  </a:srgbClr>
                </a:gs>
                <a:gs pos="71429">
                  <a:srgbClr val="A9B1C9">
                    <a:alpha val="1716"/>
                  </a:srgbClr>
                </a:gs>
                <a:gs pos="85714">
                  <a:srgbClr val="A9B1C9">
                    <a:alpha val="682"/>
                  </a:srgbClr>
                </a:gs>
                <a:gs pos="100000">
                  <a:srgbClr val="A9B1C9">
                    <a:alpha val="228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526" name="Splat 526"/>
            <p:cNvSpPr>
              <a:spLocks noGrp="1"/>
            </p:cNvSpPr>
            <p:nvPr/>
          </p:nvSpPr>
          <p:spPr>
            <a:xfrm rot="4144053">
              <a:off x="1443715" y="1205703"/>
              <a:ext cx="434350" cy="89654"/>
            </a:xfrm>
            <a:prstGeom prst="ellipse">
              <a:avLst/>
            </a:prstGeom>
            <a:gradFill>
              <a:gsLst>
                <a:gs pos="0">
                  <a:srgbClr val="F5BA7E">
                    <a:alpha val="28221"/>
                  </a:srgbClr>
                </a:gs>
                <a:gs pos="14286">
                  <a:srgbClr val="F5BA7E">
                    <a:alpha val="26270"/>
                  </a:srgbClr>
                </a:gs>
                <a:gs pos="28571">
                  <a:srgbClr val="F5BA7E">
                    <a:alpha val="21071"/>
                  </a:srgbClr>
                </a:gs>
                <a:gs pos="42857">
                  <a:srgbClr val="F5BA7E">
                    <a:alpha val="14376"/>
                  </a:srgbClr>
                </a:gs>
                <a:gs pos="57143">
                  <a:srgbClr val="F5BA7E">
                    <a:alpha val="8241"/>
                  </a:srgbClr>
                </a:gs>
                <a:gs pos="71429">
                  <a:srgbClr val="F5BA7E">
                    <a:alpha val="3946"/>
                  </a:srgbClr>
                </a:gs>
                <a:gs pos="85714">
                  <a:srgbClr val="F5BA7E">
                    <a:alpha val="1579"/>
                  </a:srgbClr>
                </a:gs>
                <a:gs pos="100000">
                  <a:srgbClr val="F5BA7E">
                    <a:alpha val="530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527" name="Splat 527"/>
            <p:cNvSpPr>
              <a:spLocks noGrp="1"/>
            </p:cNvSpPr>
            <p:nvPr/>
          </p:nvSpPr>
          <p:spPr>
            <a:xfrm rot="5400000">
              <a:off x="789380" y="2427527"/>
              <a:ext cx="62033" cy="62033"/>
            </a:xfrm>
            <a:prstGeom prst="ellipse">
              <a:avLst/>
            </a:prstGeom>
            <a:gradFill>
              <a:gsLst>
                <a:gs pos="0">
                  <a:srgbClr val="967353">
                    <a:alpha val="13297"/>
                  </a:srgbClr>
                </a:gs>
                <a:gs pos="14286">
                  <a:srgbClr val="967353">
                    <a:alpha val="12290"/>
                  </a:srgbClr>
                </a:gs>
                <a:gs pos="28571">
                  <a:srgbClr val="967353">
                    <a:alpha val="9681"/>
                  </a:srgbClr>
                </a:gs>
                <a:gs pos="42857">
                  <a:srgbClr val="967353">
                    <a:alpha val="6461"/>
                  </a:srgbClr>
                </a:gs>
                <a:gs pos="57143">
                  <a:srgbClr val="967353">
                    <a:alpha val="3633"/>
                  </a:srgbClr>
                </a:gs>
                <a:gs pos="71429">
                  <a:srgbClr val="967353">
                    <a:alpha val="1717"/>
                  </a:srgbClr>
                </a:gs>
                <a:gs pos="85714">
                  <a:srgbClr val="967353">
                    <a:alpha val="683"/>
                  </a:srgbClr>
                </a:gs>
                <a:gs pos="100000">
                  <a:srgbClr val="967353">
                    <a:alpha val="22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528" name="Splat 528"/>
            <p:cNvSpPr>
              <a:spLocks noGrp="1"/>
            </p:cNvSpPr>
            <p:nvPr/>
          </p:nvSpPr>
          <p:spPr>
            <a:xfrm rot="5400000">
              <a:off x="2491663" y="26101"/>
              <a:ext cx="62030" cy="62030"/>
            </a:xfrm>
            <a:prstGeom prst="ellipse">
              <a:avLst/>
            </a:prstGeom>
            <a:gradFill>
              <a:gsLst>
                <a:gs pos="0">
                  <a:srgbClr val="B89267">
                    <a:alpha val="13298"/>
                  </a:srgbClr>
                </a:gs>
                <a:gs pos="14286">
                  <a:srgbClr val="B89267">
                    <a:alpha val="12291"/>
                  </a:srgbClr>
                </a:gs>
                <a:gs pos="28571">
                  <a:srgbClr val="B89267">
                    <a:alpha val="9682"/>
                  </a:srgbClr>
                </a:gs>
                <a:gs pos="42857">
                  <a:srgbClr val="B89267">
                    <a:alpha val="6461"/>
                  </a:srgbClr>
                </a:gs>
                <a:gs pos="57143">
                  <a:srgbClr val="B89267">
                    <a:alpha val="3633"/>
                  </a:srgbClr>
                </a:gs>
                <a:gs pos="71429">
                  <a:srgbClr val="B89267">
                    <a:alpha val="1717"/>
                  </a:srgbClr>
                </a:gs>
                <a:gs pos="85714">
                  <a:srgbClr val="B89267">
                    <a:alpha val="683"/>
                  </a:srgbClr>
                </a:gs>
                <a:gs pos="100000">
                  <a:srgbClr val="B89267">
                    <a:alpha val="22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529" name="Splat 529"/>
            <p:cNvSpPr>
              <a:spLocks noGrp="1"/>
            </p:cNvSpPr>
            <p:nvPr/>
          </p:nvSpPr>
          <p:spPr>
            <a:xfrm rot="6629795">
              <a:off x="-44601" y="1597410"/>
              <a:ext cx="593155" cy="134319"/>
            </a:xfrm>
            <a:prstGeom prst="ellipse">
              <a:avLst/>
            </a:prstGeom>
            <a:gradFill>
              <a:gsLst>
                <a:gs pos="0">
                  <a:srgbClr val="D47100">
                    <a:alpha val="32968"/>
                  </a:srgbClr>
                </a:gs>
                <a:gs pos="14286">
                  <a:srgbClr val="D47100">
                    <a:alpha val="30764"/>
                  </a:srgbClr>
                </a:gs>
                <a:gs pos="28571">
                  <a:srgbClr val="D47100">
                    <a:alpha val="24833"/>
                  </a:srgbClr>
                </a:gs>
                <a:gs pos="42857">
                  <a:srgbClr val="D47100">
                    <a:alpha val="17075"/>
                  </a:srgbClr>
                </a:gs>
                <a:gs pos="57143">
                  <a:srgbClr val="D47100">
                    <a:alpha val="9855"/>
                  </a:srgbClr>
                </a:gs>
                <a:gs pos="71429">
                  <a:srgbClr val="D47100">
                    <a:alpha val="4740"/>
                  </a:srgbClr>
                </a:gs>
                <a:gs pos="85714">
                  <a:srgbClr val="D47100">
                    <a:alpha val="1902"/>
                  </a:srgbClr>
                </a:gs>
                <a:gs pos="100000">
                  <a:srgbClr val="D47100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530" name="Splat 530"/>
            <p:cNvSpPr>
              <a:spLocks noGrp="1"/>
            </p:cNvSpPr>
            <p:nvPr/>
          </p:nvSpPr>
          <p:spPr>
            <a:xfrm rot="5795217">
              <a:off x="3215540" y="2915986"/>
              <a:ext cx="727282" cy="117479"/>
            </a:xfrm>
            <a:prstGeom prst="ellipse">
              <a:avLst/>
            </a:prstGeom>
            <a:gradFill>
              <a:gsLst>
                <a:gs pos="0">
                  <a:srgbClr val="00017E">
                    <a:alpha val="23497"/>
                  </a:srgbClr>
                </a:gs>
                <a:gs pos="14286">
                  <a:srgbClr val="00017E">
                    <a:alpha val="21822"/>
                  </a:srgbClr>
                </a:gs>
                <a:gs pos="28571">
                  <a:srgbClr val="00017E">
                    <a:alpha val="17398"/>
                  </a:srgbClr>
                </a:gs>
                <a:gs pos="42857">
                  <a:srgbClr val="00017E">
                    <a:alpha val="11783"/>
                  </a:srgbClr>
                </a:gs>
                <a:gs pos="57143">
                  <a:srgbClr val="00017E">
                    <a:alpha val="6711"/>
                  </a:srgbClr>
                </a:gs>
                <a:gs pos="71429">
                  <a:srgbClr val="00017E">
                    <a:alpha val="3200"/>
                  </a:srgbClr>
                </a:gs>
                <a:gs pos="85714">
                  <a:srgbClr val="00017E">
                    <a:alpha val="1278"/>
                  </a:srgbClr>
                </a:gs>
                <a:gs pos="100000">
                  <a:srgbClr val="00017E">
                    <a:alpha val="42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531" name="Splat 531"/>
            <p:cNvSpPr>
              <a:spLocks noGrp="1"/>
            </p:cNvSpPr>
            <p:nvPr/>
          </p:nvSpPr>
          <p:spPr>
            <a:xfrm rot="7074241">
              <a:off x="1984517" y="3023584"/>
              <a:ext cx="561569" cy="209851"/>
            </a:xfrm>
            <a:prstGeom prst="ellipse">
              <a:avLst/>
            </a:prstGeom>
            <a:gradFill>
              <a:gsLst>
                <a:gs pos="0">
                  <a:srgbClr val="510000">
                    <a:alpha val="32968"/>
                  </a:srgbClr>
                </a:gs>
                <a:gs pos="14286">
                  <a:srgbClr val="510000">
                    <a:alpha val="30764"/>
                  </a:srgbClr>
                </a:gs>
                <a:gs pos="28571">
                  <a:srgbClr val="510000">
                    <a:alpha val="24833"/>
                  </a:srgbClr>
                </a:gs>
                <a:gs pos="42857">
                  <a:srgbClr val="510000">
                    <a:alpha val="17075"/>
                  </a:srgbClr>
                </a:gs>
                <a:gs pos="57143">
                  <a:srgbClr val="510000">
                    <a:alpha val="9855"/>
                  </a:srgbClr>
                </a:gs>
                <a:gs pos="71429">
                  <a:srgbClr val="510000">
                    <a:alpha val="4740"/>
                  </a:srgbClr>
                </a:gs>
                <a:gs pos="85714">
                  <a:srgbClr val="510000">
                    <a:alpha val="1902"/>
                  </a:srgbClr>
                </a:gs>
                <a:gs pos="100000">
                  <a:srgbClr val="510000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532" name="Splat 532"/>
            <p:cNvSpPr>
              <a:spLocks noGrp="1"/>
            </p:cNvSpPr>
            <p:nvPr/>
          </p:nvSpPr>
          <p:spPr>
            <a:xfrm rot="5400000">
              <a:off x="2594866" y="2416538"/>
              <a:ext cx="61629" cy="61629"/>
            </a:xfrm>
            <a:prstGeom prst="ellipse">
              <a:avLst/>
            </a:prstGeom>
            <a:gradFill>
              <a:gsLst>
                <a:gs pos="0">
                  <a:srgbClr val="D2D0D8">
                    <a:alpha val="13406"/>
                  </a:srgbClr>
                </a:gs>
                <a:gs pos="14286">
                  <a:srgbClr val="D2D0D8">
                    <a:alpha val="12392"/>
                  </a:srgbClr>
                </a:gs>
                <a:gs pos="28571">
                  <a:srgbClr val="D2D0D8">
                    <a:alpha val="9762"/>
                  </a:srgbClr>
                </a:gs>
                <a:gs pos="42857">
                  <a:srgbClr val="D2D0D8">
                    <a:alpha val="6516"/>
                  </a:srgbClr>
                </a:gs>
                <a:gs pos="57143">
                  <a:srgbClr val="D2D0D8">
                    <a:alpha val="3665"/>
                  </a:srgbClr>
                </a:gs>
                <a:gs pos="71429">
                  <a:srgbClr val="D2D0D8">
                    <a:alpha val="1732"/>
                  </a:srgbClr>
                </a:gs>
                <a:gs pos="85714">
                  <a:srgbClr val="D2D0D8">
                    <a:alpha val="689"/>
                  </a:srgbClr>
                </a:gs>
                <a:gs pos="100000">
                  <a:srgbClr val="D2D0D8">
                    <a:alpha val="231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533" name="Splat 533"/>
            <p:cNvSpPr>
              <a:spLocks noGrp="1"/>
            </p:cNvSpPr>
            <p:nvPr/>
          </p:nvSpPr>
          <p:spPr>
            <a:xfrm rot="5390163">
              <a:off x="958301" y="2844272"/>
              <a:ext cx="548576" cy="121372"/>
            </a:xfrm>
            <a:prstGeom prst="ellipse">
              <a:avLst/>
            </a:prstGeom>
            <a:gradFill>
              <a:gsLst>
                <a:gs pos="0">
                  <a:srgbClr val="000079">
                    <a:alpha val="23653"/>
                  </a:srgbClr>
                </a:gs>
                <a:gs pos="14286">
                  <a:srgbClr val="000079">
                    <a:alpha val="21968"/>
                  </a:srgbClr>
                </a:gs>
                <a:gs pos="28571">
                  <a:srgbClr val="000079">
                    <a:alpha val="17519"/>
                  </a:srgbClr>
                </a:gs>
                <a:gs pos="42857">
                  <a:srgbClr val="000079">
                    <a:alpha val="11868"/>
                  </a:srgbClr>
                </a:gs>
                <a:gs pos="57143">
                  <a:srgbClr val="000079">
                    <a:alpha val="6761"/>
                  </a:srgbClr>
                </a:gs>
                <a:gs pos="71429">
                  <a:srgbClr val="000079">
                    <a:alpha val="3224"/>
                  </a:srgbClr>
                </a:gs>
                <a:gs pos="85714">
                  <a:srgbClr val="000079">
                    <a:alpha val="1287"/>
                  </a:srgbClr>
                </a:gs>
                <a:gs pos="100000">
                  <a:srgbClr val="000079">
                    <a:alpha val="432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534" name="Splat 534"/>
            <p:cNvSpPr>
              <a:spLocks noGrp="1"/>
            </p:cNvSpPr>
            <p:nvPr/>
          </p:nvSpPr>
          <p:spPr>
            <a:xfrm rot="-9122014">
              <a:off x="2001202" y="3519041"/>
              <a:ext cx="632224" cy="164536"/>
            </a:xfrm>
            <a:prstGeom prst="ellipse">
              <a:avLst/>
            </a:prstGeom>
            <a:gradFill>
              <a:gsLst>
                <a:gs pos="0">
                  <a:srgbClr val="FFEBB1">
                    <a:alpha val="31589"/>
                  </a:srgbClr>
                </a:gs>
                <a:gs pos="14286">
                  <a:srgbClr val="FFEBB1">
                    <a:alpha val="29456"/>
                  </a:srgbClr>
                </a:gs>
                <a:gs pos="28571">
                  <a:srgbClr val="FFEBB1">
                    <a:alpha val="23733"/>
                  </a:srgbClr>
                </a:gs>
                <a:gs pos="42857">
                  <a:srgbClr val="FFEBB1">
                    <a:alpha val="16281"/>
                  </a:srgbClr>
                </a:gs>
                <a:gs pos="57143">
                  <a:srgbClr val="FFEBB1">
                    <a:alpha val="9378"/>
                  </a:srgbClr>
                </a:gs>
                <a:gs pos="71429">
                  <a:srgbClr val="FFEBB1">
                    <a:alpha val="4505"/>
                  </a:srgbClr>
                </a:gs>
                <a:gs pos="85714">
                  <a:srgbClr val="FFEBB1">
                    <a:alpha val="1806"/>
                  </a:srgbClr>
                </a:gs>
                <a:gs pos="100000">
                  <a:srgbClr val="FFEBB1">
                    <a:alpha val="607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535" name="Splat 535"/>
            <p:cNvSpPr>
              <a:spLocks noGrp="1"/>
            </p:cNvSpPr>
            <p:nvPr/>
          </p:nvSpPr>
          <p:spPr>
            <a:xfrm rot="3926277">
              <a:off x="2554390" y="2603812"/>
              <a:ext cx="598845" cy="144352"/>
            </a:xfrm>
            <a:prstGeom prst="ellipse">
              <a:avLst/>
            </a:prstGeom>
            <a:gradFill>
              <a:gsLst>
                <a:gs pos="0">
                  <a:srgbClr val="F9FFEB">
                    <a:alpha val="13055"/>
                  </a:srgbClr>
                </a:gs>
                <a:gs pos="14286">
                  <a:srgbClr val="F9FFEB">
                    <a:alpha val="12066"/>
                  </a:srgbClr>
                </a:gs>
                <a:gs pos="28571">
                  <a:srgbClr val="F9FFEB">
                    <a:alpha val="9501"/>
                  </a:srgbClr>
                </a:gs>
                <a:gs pos="42857">
                  <a:srgbClr val="F9FFEB">
                    <a:alpha val="6339"/>
                  </a:srgbClr>
                </a:gs>
                <a:gs pos="57143">
                  <a:srgbClr val="F9FFEB">
                    <a:alpha val="3563"/>
                  </a:srgbClr>
                </a:gs>
                <a:gs pos="71429">
                  <a:srgbClr val="F9FFEB">
                    <a:alpha val="1684"/>
                  </a:srgbClr>
                </a:gs>
                <a:gs pos="85714">
                  <a:srgbClr val="F9FFEB">
                    <a:alpha val="669"/>
                  </a:srgbClr>
                </a:gs>
                <a:gs pos="100000">
                  <a:srgbClr val="F9FFEB">
                    <a:alpha val="224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536" name="Splat 536"/>
            <p:cNvSpPr>
              <a:spLocks noGrp="1"/>
            </p:cNvSpPr>
            <p:nvPr/>
          </p:nvSpPr>
          <p:spPr>
            <a:xfrm rot="9217403">
              <a:off x="507599" y="3075617"/>
              <a:ext cx="471036" cy="398915"/>
            </a:xfrm>
            <a:prstGeom prst="ellipse">
              <a:avLst/>
            </a:prstGeom>
            <a:gradFill>
              <a:gsLst>
                <a:gs pos="0">
                  <a:srgbClr val="060000">
                    <a:alpha val="19836"/>
                  </a:srgbClr>
                </a:gs>
                <a:gs pos="14286">
                  <a:srgbClr val="060000">
                    <a:alpha val="18389"/>
                  </a:srgbClr>
                </a:gs>
                <a:gs pos="28571">
                  <a:srgbClr val="060000">
                    <a:alpha val="14596"/>
                  </a:srgbClr>
                </a:gs>
                <a:gs pos="42857">
                  <a:srgbClr val="060000">
                    <a:alpha val="9832"/>
                  </a:srgbClr>
                </a:gs>
                <a:gs pos="57143">
                  <a:srgbClr val="060000">
                    <a:alpha val="5573"/>
                  </a:srgbClr>
                </a:gs>
                <a:gs pos="71429">
                  <a:srgbClr val="060000">
                    <a:alpha val="2649"/>
                  </a:srgbClr>
                </a:gs>
                <a:gs pos="85714">
                  <a:srgbClr val="060000">
                    <a:alpha val="1056"/>
                  </a:srgbClr>
                </a:gs>
                <a:gs pos="100000">
                  <a:srgbClr val="060000">
                    <a:alpha val="354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537" name="Splat 537"/>
            <p:cNvSpPr>
              <a:spLocks noGrp="1"/>
            </p:cNvSpPr>
            <p:nvPr/>
          </p:nvSpPr>
          <p:spPr>
            <a:xfrm rot="4927554">
              <a:off x="2552539" y="1632412"/>
              <a:ext cx="370340" cy="325097"/>
            </a:xfrm>
            <a:prstGeom prst="ellipse">
              <a:avLst/>
            </a:prstGeom>
            <a:gradFill>
              <a:gsLst>
                <a:gs pos="0">
                  <a:srgbClr val="D6AC16">
                    <a:alpha val="9969"/>
                  </a:srgbClr>
                </a:gs>
                <a:gs pos="14286">
                  <a:srgbClr val="D6AC16">
                    <a:alpha val="9201"/>
                  </a:srgbClr>
                </a:gs>
                <a:gs pos="28571">
                  <a:srgbClr val="D6AC16">
                    <a:alpha val="7220"/>
                  </a:srgbClr>
                </a:gs>
                <a:gs pos="42857">
                  <a:srgbClr val="D6AC16">
                    <a:alpha val="4797"/>
                  </a:srgbClr>
                </a:gs>
                <a:gs pos="57143">
                  <a:srgbClr val="D6AC16">
                    <a:alpha val="2687"/>
                  </a:srgbClr>
                </a:gs>
                <a:gs pos="71429">
                  <a:srgbClr val="D6AC16">
                    <a:alpha val="1267"/>
                  </a:srgbClr>
                </a:gs>
                <a:gs pos="85714">
                  <a:srgbClr val="D6AC16">
                    <a:alpha val="503"/>
                  </a:srgbClr>
                </a:gs>
                <a:gs pos="100000">
                  <a:srgbClr val="D6AC16">
                    <a:alpha val="168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538" name="Splat 538"/>
            <p:cNvSpPr>
              <a:spLocks noGrp="1"/>
            </p:cNvSpPr>
            <p:nvPr/>
          </p:nvSpPr>
          <p:spPr>
            <a:xfrm rot="8217518">
              <a:off x="3123341" y="1510629"/>
              <a:ext cx="701429" cy="144093"/>
            </a:xfrm>
            <a:prstGeom prst="ellipse">
              <a:avLst/>
            </a:prstGeom>
            <a:gradFill>
              <a:gsLst>
                <a:gs pos="0">
                  <a:srgbClr val="0048B4">
                    <a:alpha val="12870"/>
                  </a:srgbClr>
                </a:gs>
                <a:gs pos="14286">
                  <a:srgbClr val="0048B4">
                    <a:alpha val="11894"/>
                  </a:srgbClr>
                </a:gs>
                <a:gs pos="28571">
                  <a:srgbClr val="0048B4">
                    <a:alpha val="9364"/>
                  </a:srgbClr>
                </a:gs>
                <a:gs pos="42857">
                  <a:srgbClr val="0048B4">
                    <a:alpha val="6245"/>
                  </a:srgbClr>
                </a:gs>
                <a:gs pos="57143">
                  <a:srgbClr val="0048B4">
                    <a:alpha val="3510"/>
                  </a:srgbClr>
                </a:gs>
                <a:gs pos="71429">
                  <a:srgbClr val="0048B4">
                    <a:alpha val="1659"/>
                  </a:srgbClr>
                </a:gs>
                <a:gs pos="85714">
                  <a:srgbClr val="0048B4">
                    <a:alpha val="659"/>
                  </a:srgbClr>
                </a:gs>
                <a:gs pos="100000">
                  <a:srgbClr val="0048B4">
                    <a:alpha val="221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539" name="Splat 539"/>
            <p:cNvSpPr>
              <a:spLocks noGrp="1"/>
            </p:cNvSpPr>
            <p:nvPr/>
          </p:nvSpPr>
          <p:spPr>
            <a:xfrm rot="5400000">
              <a:off x="471714" y="3292590"/>
              <a:ext cx="62551" cy="62551"/>
            </a:xfrm>
            <a:prstGeom prst="ellipse">
              <a:avLst/>
            </a:prstGeom>
            <a:gradFill>
              <a:gsLst>
                <a:gs pos="0">
                  <a:srgbClr val="CDB286">
                    <a:alpha val="13157"/>
                  </a:srgbClr>
                </a:gs>
                <a:gs pos="14286">
                  <a:srgbClr val="CDB286">
                    <a:alpha val="12160"/>
                  </a:srgbClr>
                </a:gs>
                <a:gs pos="28571">
                  <a:srgbClr val="CDB286">
                    <a:alpha val="9577"/>
                  </a:srgbClr>
                </a:gs>
                <a:gs pos="42857">
                  <a:srgbClr val="CDB286">
                    <a:alpha val="6390"/>
                  </a:srgbClr>
                </a:gs>
                <a:gs pos="57143">
                  <a:srgbClr val="CDB286">
                    <a:alpha val="3593"/>
                  </a:srgbClr>
                </a:gs>
                <a:gs pos="71429">
                  <a:srgbClr val="CDB286">
                    <a:alpha val="1698"/>
                  </a:srgbClr>
                </a:gs>
                <a:gs pos="85714">
                  <a:srgbClr val="CDB286">
                    <a:alpha val="675"/>
                  </a:srgbClr>
                </a:gs>
                <a:gs pos="100000">
                  <a:srgbClr val="CDB286">
                    <a:alpha val="226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540" name="Splat 540"/>
            <p:cNvSpPr>
              <a:spLocks noGrp="1"/>
            </p:cNvSpPr>
            <p:nvPr/>
          </p:nvSpPr>
          <p:spPr>
            <a:xfrm rot="5400000">
              <a:off x="2092333" y="2570687"/>
              <a:ext cx="62858" cy="62858"/>
            </a:xfrm>
            <a:prstGeom prst="ellipse">
              <a:avLst/>
            </a:prstGeom>
            <a:gradFill>
              <a:gsLst>
                <a:gs pos="0">
                  <a:srgbClr val="C7A174">
                    <a:alpha val="13074"/>
                  </a:srgbClr>
                </a:gs>
                <a:gs pos="14286">
                  <a:srgbClr val="C7A174">
                    <a:alpha val="12083"/>
                  </a:srgbClr>
                </a:gs>
                <a:gs pos="28571">
                  <a:srgbClr val="C7A174">
                    <a:alpha val="9515"/>
                  </a:srgbClr>
                </a:gs>
                <a:gs pos="42857">
                  <a:srgbClr val="C7A174">
                    <a:alpha val="6348"/>
                  </a:srgbClr>
                </a:gs>
                <a:gs pos="57143">
                  <a:srgbClr val="C7A174">
                    <a:alpha val="3569"/>
                  </a:srgbClr>
                </a:gs>
                <a:gs pos="71429">
                  <a:srgbClr val="C7A174">
                    <a:alpha val="1687"/>
                  </a:srgbClr>
                </a:gs>
                <a:gs pos="85714">
                  <a:srgbClr val="C7A174">
                    <a:alpha val="670"/>
                  </a:srgbClr>
                </a:gs>
                <a:gs pos="100000">
                  <a:srgbClr val="C7A174">
                    <a:alpha val="224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541" name="Splat 541"/>
            <p:cNvSpPr>
              <a:spLocks noGrp="1"/>
            </p:cNvSpPr>
            <p:nvPr/>
          </p:nvSpPr>
          <p:spPr>
            <a:xfrm rot="5400000">
              <a:off x="799764" y="3311199"/>
              <a:ext cx="62553" cy="62553"/>
            </a:xfrm>
            <a:prstGeom prst="ellipse">
              <a:avLst/>
            </a:prstGeom>
            <a:gradFill>
              <a:gsLst>
                <a:gs pos="0">
                  <a:srgbClr val="B89F7B">
                    <a:alpha val="13157"/>
                  </a:srgbClr>
                </a:gs>
                <a:gs pos="14286">
                  <a:srgbClr val="B89F7B">
                    <a:alpha val="12160"/>
                  </a:srgbClr>
                </a:gs>
                <a:gs pos="28571">
                  <a:srgbClr val="B89F7B">
                    <a:alpha val="9577"/>
                  </a:srgbClr>
                </a:gs>
                <a:gs pos="42857">
                  <a:srgbClr val="B89F7B">
                    <a:alpha val="6390"/>
                  </a:srgbClr>
                </a:gs>
                <a:gs pos="57143">
                  <a:srgbClr val="B89F7B">
                    <a:alpha val="3593"/>
                  </a:srgbClr>
                </a:gs>
                <a:gs pos="71429">
                  <a:srgbClr val="B89F7B">
                    <a:alpha val="1698"/>
                  </a:srgbClr>
                </a:gs>
                <a:gs pos="85714">
                  <a:srgbClr val="B89F7B">
                    <a:alpha val="675"/>
                  </a:srgbClr>
                </a:gs>
                <a:gs pos="100000">
                  <a:srgbClr val="B89F7B">
                    <a:alpha val="226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542" name="Splat 542"/>
            <p:cNvSpPr>
              <a:spLocks noGrp="1"/>
            </p:cNvSpPr>
            <p:nvPr/>
          </p:nvSpPr>
          <p:spPr>
            <a:xfrm rot="5400000">
              <a:off x="2495228" y="948766"/>
              <a:ext cx="62682" cy="62682"/>
            </a:xfrm>
            <a:prstGeom prst="ellipse">
              <a:avLst/>
            </a:prstGeom>
            <a:gradFill>
              <a:gsLst>
                <a:gs pos="0">
                  <a:srgbClr val="E5DDCE">
                    <a:alpha val="13122"/>
                  </a:srgbClr>
                </a:gs>
                <a:gs pos="14286">
                  <a:srgbClr val="E5DDCE">
                    <a:alpha val="12128"/>
                  </a:srgbClr>
                </a:gs>
                <a:gs pos="28571">
                  <a:srgbClr val="E5DDCE">
                    <a:alpha val="9551"/>
                  </a:srgbClr>
                </a:gs>
                <a:gs pos="42857">
                  <a:srgbClr val="E5DDCE">
                    <a:alpha val="6372"/>
                  </a:srgbClr>
                </a:gs>
                <a:gs pos="57143">
                  <a:srgbClr val="E5DDCE">
                    <a:alpha val="3583"/>
                  </a:srgbClr>
                </a:gs>
                <a:gs pos="71429">
                  <a:srgbClr val="E5DDCE">
                    <a:alpha val="1693"/>
                  </a:srgbClr>
                </a:gs>
                <a:gs pos="85714">
                  <a:srgbClr val="E5DDCE">
                    <a:alpha val="673"/>
                  </a:srgbClr>
                </a:gs>
                <a:gs pos="100000">
                  <a:srgbClr val="E5DDCE">
                    <a:alpha val="225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543" name="Splat 543"/>
            <p:cNvSpPr>
              <a:spLocks noGrp="1"/>
            </p:cNvSpPr>
            <p:nvPr/>
          </p:nvSpPr>
          <p:spPr>
            <a:xfrm rot="5400000">
              <a:off x="349840" y="1685646"/>
              <a:ext cx="62636" cy="62636"/>
            </a:xfrm>
            <a:prstGeom prst="ellipse">
              <a:avLst/>
            </a:prstGeom>
            <a:gradFill>
              <a:gsLst>
                <a:gs pos="0">
                  <a:srgbClr val="ADA595">
                    <a:alpha val="13134"/>
                  </a:srgbClr>
                </a:gs>
                <a:gs pos="14286">
                  <a:srgbClr val="ADA595">
                    <a:alpha val="12139"/>
                  </a:srgbClr>
                </a:gs>
                <a:gs pos="28571">
                  <a:srgbClr val="ADA595">
                    <a:alpha val="9560"/>
                  </a:srgbClr>
                </a:gs>
                <a:gs pos="42857">
                  <a:srgbClr val="ADA595">
                    <a:alpha val="6379"/>
                  </a:srgbClr>
                </a:gs>
                <a:gs pos="57143">
                  <a:srgbClr val="ADA595">
                    <a:alpha val="3586"/>
                  </a:srgbClr>
                </a:gs>
                <a:gs pos="71429">
                  <a:srgbClr val="ADA595">
                    <a:alpha val="1695"/>
                  </a:srgbClr>
                </a:gs>
                <a:gs pos="85714">
                  <a:srgbClr val="ADA595">
                    <a:alpha val="674"/>
                  </a:srgbClr>
                </a:gs>
                <a:gs pos="100000">
                  <a:srgbClr val="ADA595">
                    <a:alpha val="226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544" name="Splat 544"/>
            <p:cNvSpPr>
              <a:spLocks noGrp="1"/>
            </p:cNvSpPr>
            <p:nvPr/>
          </p:nvSpPr>
          <p:spPr>
            <a:xfrm rot="7094162">
              <a:off x="2984519" y="-82452"/>
              <a:ext cx="672803" cy="349707"/>
            </a:xfrm>
            <a:prstGeom prst="ellipse">
              <a:avLst/>
            </a:prstGeom>
            <a:gradFill>
              <a:gsLst>
                <a:gs pos="0">
                  <a:srgbClr val="0055AC">
                    <a:alpha val="32968"/>
                  </a:srgbClr>
                </a:gs>
                <a:gs pos="14286">
                  <a:srgbClr val="0055AC">
                    <a:alpha val="30764"/>
                  </a:srgbClr>
                </a:gs>
                <a:gs pos="28571">
                  <a:srgbClr val="0055AC">
                    <a:alpha val="24833"/>
                  </a:srgbClr>
                </a:gs>
                <a:gs pos="42857">
                  <a:srgbClr val="0055AC">
                    <a:alpha val="17075"/>
                  </a:srgbClr>
                </a:gs>
                <a:gs pos="57143">
                  <a:srgbClr val="0055AC">
                    <a:alpha val="9855"/>
                  </a:srgbClr>
                </a:gs>
                <a:gs pos="71429">
                  <a:srgbClr val="0055AC">
                    <a:alpha val="4740"/>
                  </a:srgbClr>
                </a:gs>
                <a:gs pos="85714">
                  <a:srgbClr val="0055AC">
                    <a:alpha val="1902"/>
                  </a:srgbClr>
                </a:gs>
                <a:gs pos="100000">
                  <a:srgbClr val="0055AC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545" name="Splat 545"/>
            <p:cNvSpPr>
              <a:spLocks noGrp="1"/>
            </p:cNvSpPr>
            <p:nvPr/>
          </p:nvSpPr>
          <p:spPr>
            <a:xfrm rot="-9087895">
              <a:off x="477851" y="2985753"/>
              <a:ext cx="597395" cy="154969"/>
            </a:xfrm>
            <a:prstGeom prst="ellipse">
              <a:avLst/>
            </a:prstGeom>
            <a:gradFill>
              <a:gsLst>
                <a:gs pos="0">
                  <a:srgbClr val="FFCD00">
                    <a:alpha val="14140"/>
                  </a:srgbClr>
                </a:gs>
                <a:gs pos="14286">
                  <a:srgbClr val="FFCD00">
                    <a:alpha val="13075"/>
                  </a:srgbClr>
                </a:gs>
                <a:gs pos="28571">
                  <a:srgbClr val="FFCD00">
                    <a:alpha val="10309"/>
                  </a:srgbClr>
                </a:gs>
                <a:gs pos="42857">
                  <a:srgbClr val="FFCD00">
                    <a:alpha val="6888"/>
                  </a:srgbClr>
                </a:gs>
                <a:gs pos="57143">
                  <a:srgbClr val="FFCD00">
                    <a:alpha val="3877"/>
                  </a:srgbClr>
                </a:gs>
                <a:gs pos="71429">
                  <a:srgbClr val="FFCD00">
                    <a:alpha val="1834"/>
                  </a:srgbClr>
                </a:gs>
                <a:gs pos="85714">
                  <a:srgbClr val="FFCD00">
                    <a:alpha val="729"/>
                  </a:srgbClr>
                </a:gs>
                <a:gs pos="100000">
                  <a:srgbClr val="FFCD00">
                    <a:alpha val="244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546" name="Splat 546"/>
            <p:cNvSpPr>
              <a:spLocks noGrp="1"/>
            </p:cNvSpPr>
            <p:nvPr/>
          </p:nvSpPr>
          <p:spPr>
            <a:xfrm rot="4659346">
              <a:off x="3016486" y="2307371"/>
              <a:ext cx="267176" cy="62705"/>
            </a:xfrm>
            <a:prstGeom prst="ellipse">
              <a:avLst/>
            </a:prstGeom>
            <a:gradFill>
              <a:gsLst>
                <a:gs pos="0">
                  <a:srgbClr val="000078">
                    <a:alpha val="32968"/>
                  </a:srgbClr>
                </a:gs>
                <a:gs pos="14286">
                  <a:srgbClr val="000078">
                    <a:alpha val="30764"/>
                  </a:srgbClr>
                </a:gs>
                <a:gs pos="28571">
                  <a:srgbClr val="000078">
                    <a:alpha val="24833"/>
                  </a:srgbClr>
                </a:gs>
                <a:gs pos="42857">
                  <a:srgbClr val="000078">
                    <a:alpha val="17075"/>
                  </a:srgbClr>
                </a:gs>
                <a:gs pos="57143">
                  <a:srgbClr val="000078">
                    <a:alpha val="9855"/>
                  </a:srgbClr>
                </a:gs>
                <a:gs pos="71429">
                  <a:srgbClr val="000078">
                    <a:alpha val="4740"/>
                  </a:srgbClr>
                </a:gs>
                <a:gs pos="85714">
                  <a:srgbClr val="000078">
                    <a:alpha val="1902"/>
                  </a:srgbClr>
                </a:gs>
                <a:gs pos="100000">
                  <a:srgbClr val="000078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547" name="Splat 547"/>
            <p:cNvSpPr>
              <a:spLocks noGrp="1"/>
            </p:cNvSpPr>
            <p:nvPr/>
          </p:nvSpPr>
          <p:spPr>
            <a:xfrm rot="5418571">
              <a:off x="2051080" y="2845811"/>
              <a:ext cx="326203" cy="177795"/>
            </a:xfrm>
            <a:prstGeom prst="ellipse">
              <a:avLst/>
            </a:prstGeom>
            <a:gradFill>
              <a:gsLst>
                <a:gs pos="0">
                  <a:srgbClr val="340046">
                    <a:alpha val="26337"/>
                  </a:srgbClr>
                </a:gs>
                <a:gs pos="14286">
                  <a:srgbClr val="340046">
                    <a:alpha val="24493"/>
                  </a:srgbClr>
                </a:gs>
                <a:gs pos="28571">
                  <a:srgbClr val="340046">
                    <a:alpha val="19599"/>
                  </a:srgbClr>
                </a:gs>
                <a:gs pos="42857">
                  <a:srgbClr val="340046">
                    <a:alpha val="13332"/>
                  </a:srgbClr>
                </a:gs>
                <a:gs pos="57143">
                  <a:srgbClr val="340046">
                    <a:alpha val="7622"/>
                  </a:srgbClr>
                </a:gs>
                <a:gs pos="71429">
                  <a:srgbClr val="340046">
                    <a:alpha val="3643"/>
                  </a:srgbClr>
                </a:gs>
                <a:gs pos="85714">
                  <a:srgbClr val="340046">
                    <a:alpha val="1457"/>
                  </a:srgbClr>
                </a:gs>
                <a:gs pos="100000">
                  <a:srgbClr val="340046">
                    <a:alpha val="48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548" name="Splat 548"/>
            <p:cNvSpPr>
              <a:spLocks noGrp="1"/>
            </p:cNvSpPr>
            <p:nvPr/>
          </p:nvSpPr>
          <p:spPr>
            <a:xfrm rot="7033800">
              <a:off x="3185109" y="2970321"/>
              <a:ext cx="644052" cy="139397"/>
            </a:xfrm>
            <a:prstGeom prst="ellipse">
              <a:avLst/>
            </a:prstGeom>
            <a:gradFill>
              <a:gsLst>
                <a:gs pos="0">
                  <a:srgbClr val="FFFFFF">
                    <a:alpha val="3664"/>
                  </a:srgbClr>
                </a:gs>
                <a:gs pos="14286">
                  <a:srgbClr val="FFFFFF">
                    <a:alpha val="3372"/>
                  </a:srgbClr>
                </a:gs>
                <a:gs pos="28571">
                  <a:srgbClr val="FFFFFF">
                    <a:alpha val="2628"/>
                  </a:srgbClr>
                </a:gs>
                <a:gs pos="42857">
                  <a:srgbClr val="FFFFFF">
                    <a:alpha val="1732"/>
                  </a:srgbClr>
                </a:gs>
                <a:gs pos="57143">
                  <a:srgbClr val="FFFFFF">
                    <a:alpha val="963"/>
                  </a:srgbClr>
                </a:gs>
                <a:gs pos="71429">
                  <a:srgbClr val="FFFFFF">
                    <a:alpha val="452"/>
                  </a:srgbClr>
                </a:gs>
                <a:gs pos="85714">
                  <a:srgbClr val="FFFFFF">
                    <a:alpha val="179"/>
                  </a:srgbClr>
                </a:gs>
                <a:gs pos="100000">
                  <a:srgbClr val="FFFFFF">
                    <a:alpha val="60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549" name="Splat 549"/>
            <p:cNvSpPr>
              <a:spLocks noGrp="1"/>
            </p:cNvSpPr>
            <p:nvPr/>
          </p:nvSpPr>
          <p:spPr>
            <a:xfrm rot="2862816">
              <a:off x="1303188" y="1363321"/>
              <a:ext cx="428460" cy="70149"/>
            </a:xfrm>
            <a:prstGeom prst="ellipse">
              <a:avLst/>
            </a:prstGeom>
            <a:gradFill>
              <a:gsLst>
                <a:gs pos="0">
                  <a:srgbClr val="530000">
                    <a:alpha val="32968"/>
                  </a:srgbClr>
                </a:gs>
                <a:gs pos="14286">
                  <a:srgbClr val="530000">
                    <a:alpha val="30764"/>
                  </a:srgbClr>
                </a:gs>
                <a:gs pos="28571">
                  <a:srgbClr val="530000">
                    <a:alpha val="24833"/>
                  </a:srgbClr>
                </a:gs>
                <a:gs pos="42857">
                  <a:srgbClr val="530000">
                    <a:alpha val="17075"/>
                  </a:srgbClr>
                </a:gs>
                <a:gs pos="57143">
                  <a:srgbClr val="530000">
                    <a:alpha val="9855"/>
                  </a:srgbClr>
                </a:gs>
                <a:gs pos="71429">
                  <a:srgbClr val="530000">
                    <a:alpha val="4740"/>
                  </a:srgbClr>
                </a:gs>
                <a:gs pos="85714">
                  <a:srgbClr val="530000">
                    <a:alpha val="1902"/>
                  </a:srgbClr>
                </a:gs>
                <a:gs pos="100000">
                  <a:srgbClr val="530000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550" name="Splat 550"/>
            <p:cNvSpPr>
              <a:spLocks noGrp="1"/>
            </p:cNvSpPr>
            <p:nvPr/>
          </p:nvSpPr>
          <p:spPr>
            <a:xfrm rot="5400000">
              <a:off x="2691950" y="680417"/>
              <a:ext cx="62951" cy="62951"/>
            </a:xfrm>
            <a:prstGeom prst="ellipse">
              <a:avLst/>
            </a:prstGeom>
            <a:gradFill>
              <a:gsLst>
                <a:gs pos="0">
                  <a:srgbClr val="B1A89B">
                    <a:alpha val="13049"/>
                  </a:srgbClr>
                </a:gs>
                <a:gs pos="14286">
                  <a:srgbClr val="B1A89B">
                    <a:alpha val="12060"/>
                  </a:srgbClr>
                </a:gs>
                <a:gs pos="28571">
                  <a:srgbClr val="B1A89B">
                    <a:alpha val="9497"/>
                  </a:srgbClr>
                </a:gs>
                <a:gs pos="42857">
                  <a:srgbClr val="B1A89B">
                    <a:alpha val="6335"/>
                  </a:srgbClr>
                </a:gs>
                <a:gs pos="57143">
                  <a:srgbClr val="B1A89B">
                    <a:alpha val="3562"/>
                  </a:srgbClr>
                </a:gs>
                <a:gs pos="71429">
                  <a:srgbClr val="B1A89B">
                    <a:alpha val="1683"/>
                  </a:srgbClr>
                </a:gs>
                <a:gs pos="85714">
                  <a:srgbClr val="B1A89B">
                    <a:alpha val="669"/>
                  </a:srgbClr>
                </a:gs>
                <a:gs pos="100000">
                  <a:srgbClr val="B1A89B">
                    <a:alpha val="224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551" name="Splat 551"/>
            <p:cNvSpPr>
              <a:spLocks noGrp="1"/>
            </p:cNvSpPr>
            <p:nvPr/>
          </p:nvSpPr>
          <p:spPr>
            <a:xfrm rot="5400000">
              <a:off x="198638" y="2080174"/>
              <a:ext cx="62849" cy="62849"/>
            </a:xfrm>
            <a:prstGeom prst="ellipse">
              <a:avLst/>
            </a:prstGeom>
            <a:gradFill>
              <a:gsLst>
                <a:gs pos="0">
                  <a:srgbClr val="D7BB94">
                    <a:alpha val="13077"/>
                  </a:srgbClr>
                </a:gs>
                <a:gs pos="14286">
                  <a:srgbClr val="D7BB94">
                    <a:alpha val="12086"/>
                  </a:srgbClr>
                </a:gs>
                <a:gs pos="28571">
                  <a:srgbClr val="D7BB94">
                    <a:alpha val="9517"/>
                  </a:srgbClr>
                </a:gs>
                <a:gs pos="42857">
                  <a:srgbClr val="D7BB94">
                    <a:alpha val="6349"/>
                  </a:srgbClr>
                </a:gs>
                <a:gs pos="57143">
                  <a:srgbClr val="D7BB94">
                    <a:alpha val="3570"/>
                  </a:srgbClr>
                </a:gs>
                <a:gs pos="71429">
                  <a:srgbClr val="D7BB94">
                    <a:alpha val="1687"/>
                  </a:srgbClr>
                </a:gs>
                <a:gs pos="85714">
                  <a:srgbClr val="D7BB94">
                    <a:alpha val="671"/>
                  </a:srgbClr>
                </a:gs>
                <a:gs pos="100000">
                  <a:srgbClr val="D7BB94">
                    <a:alpha val="225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552" name="Splat 552"/>
            <p:cNvSpPr>
              <a:spLocks noGrp="1"/>
            </p:cNvSpPr>
            <p:nvPr/>
          </p:nvSpPr>
          <p:spPr>
            <a:xfrm rot="5400000">
              <a:off x="2995488" y="2415539"/>
              <a:ext cx="62162" cy="62162"/>
            </a:xfrm>
            <a:prstGeom prst="ellipse">
              <a:avLst/>
            </a:prstGeom>
            <a:gradFill>
              <a:gsLst>
                <a:gs pos="0">
                  <a:srgbClr val="CBCAD3">
                    <a:alpha val="13262"/>
                  </a:srgbClr>
                </a:gs>
                <a:gs pos="14286">
                  <a:srgbClr val="CBCAD3">
                    <a:alpha val="12258"/>
                  </a:srgbClr>
                </a:gs>
                <a:gs pos="28571">
                  <a:srgbClr val="CBCAD3">
                    <a:alpha val="9655"/>
                  </a:srgbClr>
                </a:gs>
                <a:gs pos="42857">
                  <a:srgbClr val="CBCAD3">
                    <a:alpha val="6443"/>
                  </a:srgbClr>
                </a:gs>
                <a:gs pos="57143">
                  <a:srgbClr val="CBCAD3">
                    <a:alpha val="3623"/>
                  </a:srgbClr>
                </a:gs>
                <a:gs pos="71429">
                  <a:srgbClr val="CBCAD3">
                    <a:alpha val="1713"/>
                  </a:srgbClr>
                </a:gs>
                <a:gs pos="85714">
                  <a:srgbClr val="CBCAD3">
                    <a:alpha val="681"/>
                  </a:srgbClr>
                </a:gs>
                <a:gs pos="100000">
                  <a:srgbClr val="CBCAD3">
                    <a:alpha val="228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553" name="Splat 553"/>
            <p:cNvSpPr>
              <a:spLocks noGrp="1"/>
            </p:cNvSpPr>
            <p:nvPr/>
          </p:nvSpPr>
          <p:spPr>
            <a:xfrm rot="5400000">
              <a:off x="359505" y="2914177"/>
              <a:ext cx="63569" cy="63569"/>
            </a:xfrm>
            <a:prstGeom prst="ellipse">
              <a:avLst/>
            </a:prstGeom>
            <a:gradFill>
              <a:gsLst>
                <a:gs pos="0">
                  <a:srgbClr val="946A40">
                    <a:alpha val="12882"/>
                  </a:srgbClr>
                </a:gs>
                <a:gs pos="14286">
                  <a:srgbClr val="946A40">
                    <a:alpha val="11904"/>
                  </a:srgbClr>
                </a:gs>
                <a:gs pos="28571">
                  <a:srgbClr val="946A40">
                    <a:alpha val="9372"/>
                  </a:srgbClr>
                </a:gs>
                <a:gs pos="42857">
                  <a:srgbClr val="946A40">
                    <a:alpha val="6251"/>
                  </a:srgbClr>
                </a:gs>
                <a:gs pos="57143">
                  <a:srgbClr val="946A40">
                    <a:alpha val="3514"/>
                  </a:srgbClr>
                </a:gs>
                <a:gs pos="71429">
                  <a:srgbClr val="946A40">
                    <a:alpha val="1660"/>
                  </a:srgbClr>
                </a:gs>
                <a:gs pos="85714">
                  <a:srgbClr val="946A40">
                    <a:alpha val="660"/>
                  </a:srgbClr>
                </a:gs>
                <a:gs pos="100000">
                  <a:srgbClr val="946A40">
                    <a:alpha val="221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554" name="Splat 554"/>
            <p:cNvSpPr>
              <a:spLocks noGrp="1"/>
            </p:cNvSpPr>
            <p:nvPr/>
          </p:nvSpPr>
          <p:spPr>
            <a:xfrm rot="5400000">
              <a:off x="2236393" y="2246355"/>
              <a:ext cx="62946" cy="62946"/>
            </a:xfrm>
            <a:prstGeom prst="ellipse">
              <a:avLst/>
            </a:prstGeom>
            <a:gradFill>
              <a:gsLst>
                <a:gs pos="0">
                  <a:srgbClr val="DDC6A3">
                    <a:alpha val="13050"/>
                  </a:srgbClr>
                </a:gs>
                <a:gs pos="14286">
                  <a:srgbClr val="DDC6A3">
                    <a:alpha val="12061"/>
                  </a:srgbClr>
                </a:gs>
                <a:gs pos="28571">
                  <a:srgbClr val="DDC6A3">
                    <a:alpha val="9498"/>
                  </a:srgbClr>
                </a:gs>
                <a:gs pos="42857">
                  <a:srgbClr val="DDC6A3">
                    <a:alpha val="6336"/>
                  </a:srgbClr>
                </a:gs>
                <a:gs pos="57143">
                  <a:srgbClr val="DDC6A3">
                    <a:alpha val="3562"/>
                  </a:srgbClr>
                </a:gs>
                <a:gs pos="71429">
                  <a:srgbClr val="DDC6A3">
                    <a:alpha val="1683"/>
                  </a:srgbClr>
                </a:gs>
                <a:gs pos="85714">
                  <a:srgbClr val="DDC6A3">
                    <a:alpha val="669"/>
                  </a:srgbClr>
                </a:gs>
                <a:gs pos="100000">
                  <a:srgbClr val="DDC6A3">
                    <a:alpha val="224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555" name="Splat 555"/>
            <p:cNvSpPr>
              <a:spLocks noGrp="1"/>
            </p:cNvSpPr>
            <p:nvPr/>
          </p:nvSpPr>
          <p:spPr>
            <a:xfrm rot="5400000">
              <a:off x="2645022" y="2013953"/>
              <a:ext cx="62930" cy="62930"/>
            </a:xfrm>
            <a:prstGeom prst="ellipse">
              <a:avLst/>
            </a:prstGeom>
            <a:gradFill>
              <a:gsLst>
                <a:gs pos="0">
                  <a:srgbClr val="CCCDCE">
                    <a:alpha val="13055"/>
                  </a:srgbClr>
                </a:gs>
                <a:gs pos="14286">
                  <a:srgbClr val="CCCDCE">
                    <a:alpha val="12065"/>
                  </a:srgbClr>
                </a:gs>
                <a:gs pos="28571">
                  <a:srgbClr val="CCCDCE">
                    <a:alpha val="9501"/>
                  </a:srgbClr>
                </a:gs>
                <a:gs pos="42857">
                  <a:srgbClr val="CCCDCE">
                    <a:alpha val="6338"/>
                  </a:srgbClr>
                </a:gs>
                <a:gs pos="57143">
                  <a:srgbClr val="CCCDCE">
                    <a:alpha val="3563"/>
                  </a:srgbClr>
                </a:gs>
                <a:gs pos="71429">
                  <a:srgbClr val="CCCDCE">
                    <a:alpha val="1684"/>
                  </a:srgbClr>
                </a:gs>
                <a:gs pos="85714">
                  <a:srgbClr val="CCCDCE">
                    <a:alpha val="669"/>
                  </a:srgbClr>
                </a:gs>
                <a:gs pos="100000">
                  <a:srgbClr val="CCCDCE">
                    <a:alpha val="224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556" name="Splat 556"/>
            <p:cNvSpPr>
              <a:spLocks noGrp="1"/>
            </p:cNvSpPr>
            <p:nvPr/>
          </p:nvSpPr>
          <p:spPr>
            <a:xfrm rot="5400000">
              <a:off x="2321308" y="2510457"/>
              <a:ext cx="63248" cy="63248"/>
            </a:xfrm>
            <a:prstGeom prst="ellipse">
              <a:avLst/>
            </a:prstGeom>
            <a:gradFill>
              <a:gsLst>
                <a:gs pos="0">
                  <a:srgbClr val="A6A6B2">
                    <a:alpha val="12969"/>
                  </a:srgbClr>
                </a:gs>
                <a:gs pos="14286">
                  <a:srgbClr val="A6A6B2">
                    <a:alpha val="11985"/>
                  </a:srgbClr>
                </a:gs>
                <a:gs pos="28571">
                  <a:srgbClr val="A6A6B2">
                    <a:alpha val="9437"/>
                  </a:srgbClr>
                </a:gs>
                <a:gs pos="42857">
                  <a:srgbClr val="A6A6B2">
                    <a:alpha val="6295"/>
                  </a:srgbClr>
                </a:gs>
                <a:gs pos="57143">
                  <a:srgbClr val="A6A6B2">
                    <a:alpha val="3539"/>
                  </a:srgbClr>
                </a:gs>
                <a:gs pos="71429">
                  <a:srgbClr val="A6A6B2">
                    <a:alpha val="1672"/>
                  </a:srgbClr>
                </a:gs>
                <a:gs pos="85714">
                  <a:srgbClr val="A6A6B2">
                    <a:alpha val="665"/>
                  </a:srgbClr>
                </a:gs>
                <a:gs pos="100000">
                  <a:srgbClr val="A6A6B2">
                    <a:alpha val="223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557" name="Splat 557"/>
            <p:cNvSpPr>
              <a:spLocks noGrp="1"/>
            </p:cNvSpPr>
            <p:nvPr/>
          </p:nvSpPr>
          <p:spPr>
            <a:xfrm rot="3278692">
              <a:off x="-196112" y="2045337"/>
              <a:ext cx="695691" cy="76684"/>
            </a:xfrm>
            <a:prstGeom prst="ellipse">
              <a:avLst/>
            </a:prstGeom>
            <a:gradFill>
              <a:gsLst>
                <a:gs pos="0">
                  <a:srgbClr val="000000">
                    <a:alpha val="32968"/>
                  </a:srgbClr>
                </a:gs>
                <a:gs pos="14286">
                  <a:srgbClr val="000000">
                    <a:alpha val="30764"/>
                  </a:srgbClr>
                </a:gs>
                <a:gs pos="28571">
                  <a:srgbClr val="000000">
                    <a:alpha val="24833"/>
                  </a:srgbClr>
                </a:gs>
                <a:gs pos="42857">
                  <a:srgbClr val="000000">
                    <a:alpha val="17075"/>
                  </a:srgbClr>
                </a:gs>
                <a:gs pos="57143">
                  <a:srgbClr val="000000">
                    <a:alpha val="9855"/>
                  </a:srgbClr>
                </a:gs>
                <a:gs pos="71429">
                  <a:srgbClr val="000000">
                    <a:alpha val="4740"/>
                  </a:srgbClr>
                </a:gs>
                <a:gs pos="85714">
                  <a:srgbClr val="000000">
                    <a:alpha val="1902"/>
                  </a:srgbClr>
                </a:gs>
                <a:gs pos="100000">
                  <a:srgbClr val="000000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558" name="Splat 558"/>
            <p:cNvSpPr>
              <a:spLocks noGrp="1"/>
            </p:cNvSpPr>
            <p:nvPr/>
          </p:nvSpPr>
          <p:spPr>
            <a:xfrm rot="8775640">
              <a:off x="425268" y="283016"/>
              <a:ext cx="472338" cy="93978"/>
            </a:xfrm>
            <a:prstGeom prst="ellipse">
              <a:avLst/>
            </a:prstGeom>
            <a:gradFill>
              <a:gsLst>
                <a:gs pos="0">
                  <a:srgbClr val="000000">
                    <a:alpha val="32968"/>
                  </a:srgbClr>
                </a:gs>
                <a:gs pos="14286">
                  <a:srgbClr val="000000">
                    <a:alpha val="30764"/>
                  </a:srgbClr>
                </a:gs>
                <a:gs pos="28571">
                  <a:srgbClr val="000000">
                    <a:alpha val="24833"/>
                  </a:srgbClr>
                </a:gs>
                <a:gs pos="42857">
                  <a:srgbClr val="000000">
                    <a:alpha val="17075"/>
                  </a:srgbClr>
                </a:gs>
                <a:gs pos="57143">
                  <a:srgbClr val="000000">
                    <a:alpha val="9855"/>
                  </a:srgbClr>
                </a:gs>
                <a:gs pos="71429">
                  <a:srgbClr val="000000">
                    <a:alpha val="4740"/>
                  </a:srgbClr>
                </a:gs>
                <a:gs pos="85714">
                  <a:srgbClr val="000000">
                    <a:alpha val="1902"/>
                  </a:srgbClr>
                </a:gs>
                <a:gs pos="100000">
                  <a:srgbClr val="000000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559" name="Splat 559"/>
            <p:cNvSpPr>
              <a:spLocks noGrp="1"/>
            </p:cNvSpPr>
            <p:nvPr/>
          </p:nvSpPr>
          <p:spPr>
            <a:xfrm rot="5807449">
              <a:off x="252090" y="789838"/>
              <a:ext cx="729528" cy="76681"/>
            </a:xfrm>
            <a:prstGeom prst="ellipse">
              <a:avLst/>
            </a:prstGeom>
            <a:gradFill>
              <a:gsLst>
                <a:gs pos="0">
                  <a:srgbClr val="000000">
                    <a:alpha val="32968"/>
                  </a:srgbClr>
                </a:gs>
                <a:gs pos="14286">
                  <a:srgbClr val="000000">
                    <a:alpha val="30764"/>
                  </a:srgbClr>
                </a:gs>
                <a:gs pos="28571">
                  <a:srgbClr val="000000">
                    <a:alpha val="24833"/>
                  </a:srgbClr>
                </a:gs>
                <a:gs pos="42857">
                  <a:srgbClr val="000000">
                    <a:alpha val="17075"/>
                  </a:srgbClr>
                </a:gs>
                <a:gs pos="57143">
                  <a:srgbClr val="000000">
                    <a:alpha val="9855"/>
                  </a:srgbClr>
                </a:gs>
                <a:gs pos="71429">
                  <a:srgbClr val="000000">
                    <a:alpha val="4740"/>
                  </a:srgbClr>
                </a:gs>
                <a:gs pos="85714">
                  <a:srgbClr val="000000">
                    <a:alpha val="1902"/>
                  </a:srgbClr>
                </a:gs>
                <a:gs pos="100000">
                  <a:srgbClr val="000000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560" name="Splat 560"/>
            <p:cNvSpPr>
              <a:spLocks noGrp="1"/>
            </p:cNvSpPr>
            <p:nvPr/>
          </p:nvSpPr>
          <p:spPr>
            <a:xfrm rot="-10506451">
              <a:off x="535238" y="1991951"/>
              <a:ext cx="449215" cy="350557"/>
            </a:xfrm>
            <a:prstGeom prst="ellipse">
              <a:avLst/>
            </a:prstGeom>
            <a:gradFill>
              <a:gsLst>
                <a:gs pos="0">
                  <a:srgbClr val="290000">
                    <a:alpha val="9106"/>
                  </a:srgbClr>
                </a:gs>
                <a:gs pos="14286">
                  <a:srgbClr val="290000">
                    <a:alpha val="8402"/>
                  </a:srgbClr>
                </a:gs>
                <a:gs pos="28571">
                  <a:srgbClr val="290000">
                    <a:alpha val="6587"/>
                  </a:srgbClr>
                </a:gs>
                <a:gs pos="42857">
                  <a:srgbClr val="290000">
                    <a:alpha val="4371"/>
                  </a:srgbClr>
                </a:gs>
                <a:gs pos="57143">
                  <a:srgbClr val="290000">
                    <a:alpha val="2446"/>
                  </a:srgbClr>
                </a:gs>
                <a:gs pos="71429">
                  <a:srgbClr val="290000">
                    <a:alpha val="1153"/>
                  </a:srgbClr>
                </a:gs>
                <a:gs pos="85714">
                  <a:srgbClr val="290000">
                    <a:alpha val="457"/>
                  </a:srgbClr>
                </a:gs>
                <a:gs pos="100000">
                  <a:srgbClr val="290000">
                    <a:alpha val="153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561" name="Splat 561"/>
            <p:cNvSpPr>
              <a:spLocks noGrp="1"/>
            </p:cNvSpPr>
            <p:nvPr/>
          </p:nvSpPr>
          <p:spPr>
            <a:xfrm rot="-8572510">
              <a:off x="949265" y="1852958"/>
              <a:ext cx="509149" cy="96352"/>
            </a:xfrm>
            <a:prstGeom prst="ellipse">
              <a:avLst/>
            </a:prstGeom>
            <a:gradFill>
              <a:gsLst>
                <a:gs pos="0">
                  <a:srgbClr val="003AA3">
                    <a:alpha val="32968"/>
                  </a:srgbClr>
                </a:gs>
                <a:gs pos="14286">
                  <a:srgbClr val="003AA3">
                    <a:alpha val="30764"/>
                  </a:srgbClr>
                </a:gs>
                <a:gs pos="28571">
                  <a:srgbClr val="003AA3">
                    <a:alpha val="24833"/>
                  </a:srgbClr>
                </a:gs>
                <a:gs pos="42857">
                  <a:srgbClr val="003AA3">
                    <a:alpha val="17075"/>
                  </a:srgbClr>
                </a:gs>
                <a:gs pos="57143">
                  <a:srgbClr val="003AA3">
                    <a:alpha val="9855"/>
                  </a:srgbClr>
                </a:gs>
                <a:gs pos="71429">
                  <a:srgbClr val="003AA3">
                    <a:alpha val="4740"/>
                  </a:srgbClr>
                </a:gs>
                <a:gs pos="85714">
                  <a:srgbClr val="003AA3">
                    <a:alpha val="1902"/>
                  </a:srgbClr>
                </a:gs>
                <a:gs pos="100000">
                  <a:srgbClr val="003AA3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562" name="Splat 562"/>
            <p:cNvSpPr>
              <a:spLocks noGrp="1"/>
            </p:cNvSpPr>
            <p:nvPr/>
          </p:nvSpPr>
          <p:spPr>
            <a:xfrm rot="10631955">
              <a:off x="2298934" y="774962"/>
              <a:ext cx="666969" cy="166690"/>
            </a:xfrm>
            <a:prstGeom prst="ellipse">
              <a:avLst/>
            </a:prstGeom>
            <a:gradFill>
              <a:gsLst>
                <a:gs pos="0">
                  <a:srgbClr val="640000">
                    <a:alpha val="32968"/>
                  </a:srgbClr>
                </a:gs>
                <a:gs pos="14286">
                  <a:srgbClr val="640000">
                    <a:alpha val="30764"/>
                  </a:srgbClr>
                </a:gs>
                <a:gs pos="28571">
                  <a:srgbClr val="640000">
                    <a:alpha val="24833"/>
                  </a:srgbClr>
                </a:gs>
                <a:gs pos="42857">
                  <a:srgbClr val="640000">
                    <a:alpha val="17075"/>
                  </a:srgbClr>
                </a:gs>
                <a:gs pos="57143">
                  <a:srgbClr val="640000">
                    <a:alpha val="9855"/>
                  </a:srgbClr>
                </a:gs>
                <a:gs pos="71429">
                  <a:srgbClr val="640000">
                    <a:alpha val="4740"/>
                  </a:srgbClr>
                </a:gs>
                <a:gs pos="85714">
                  <a:srgbClr val="640000">
                    <a:alpha val="1902"/>
                  </a:srgbClr>
                </a:gs>
                <a:gs pos="100000">
                  <a:srgbClr val="640000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563" name="Splat 563"/>
            <p:cNvSpPr>
              <a:spLocks noGrp="1"/>
            </p:cNvSpPr>
            <p:nvPr/>
          </p:nvSpPr>
          <p:spPr>
            <a:xfrm rot="10273906">
              <a:off x="-47701" y="2108445"/>
              <a:ext cx="574565" cy="381369"/>
            </a:xfrm>
            <a:prstGeom prst="ellipse">
              <a:avLst/>
            </a:prstGeom>
            <a:gradFill>
              <a:gsLst>
                <a:gs pos="0">
                  <a:srgbClr val="FFFF00">
                    <a:alpha val="1339"/>
                  </a:srgbClr>
                </a:gs>
                <a:gs pos="14286">
                  <a:srgbClr val="FFFF00">
                    <a:alpha val="1231"/>
                  </a:srgbClr>
                </a:gs>
                <a:gs pos="28571">
                  <a:srgbClr val="FFFF00">
                    <a:alpha val="957"/>
                  </a:srgbClr>
                </a:gs>
                <a:gs pos="42857">
                  <a:srgbClr val="FFFF00">
                    <a:alpha val="629"/>
                  </a:srgbClr>
                </a:gs>
                <a:gs pos="57143">
                  <a:srgbClr val="FFFF00">
                    <a:alpha val="349"/>
                  </a:srgbClr>
                </a:gs>
                <a:gs pos="71429">
                  <a:srgbClr val="FFFF00">
                    <a:alpha val="164"/>
                  </a:srgbClr>
                </a:gs>
                <a:gs pos="85714">
                  <a:srgbClr val="FFFF00">
                    <a:alpha val="65"/>
                  </a:srgbClr>
                </a:gs>
                <a:gs pos="100000">
                  <a:srgbClr val="FFFF00">
                    <a:alpha val="22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564" name="Splat 564"/>
            <p:cNvSpPr>
              <a:spLocks noGrp="1"/>
            </p:cNvSpPr>
            <p:nvPr/>
          </p:nvSpPr>
          <p:spPr>
            <a:xfrm rot="8565150">
              <a:off x="1863557" y="141"/>
              <a:ext cx="390589" cy="358096"/>
            </a:xfrm>
            <a:prstGeom prst="ellipse">
              <a:avLst/>
            </a:prstGeom>
            <a:gradFill>
              <a:gsLst>
                <a:gs pos="0">
                  <a:srgbClr val="FFCE59">
                    <a:alpha val="24113"/>
                  </a:srgbClr>
                </a:gs>
                <a:gs pos="14286">
                  <a:srgbClr val="FFCE59">
                    <a:alpha val="22400"/>
                  </a:srgbClr>
                </a:gs>
                <a:gs pos="28571">
                  <a:srgbClr val="FFCE59">
                    <a:alpha val="17873"/>
                  </a:srgbClr>
                </a:gs>
                <a:gs pos="42857">
                  <a:srgbClr val="FFCE59">
                    <a:alpha val="12116"/>
                  </a:srgbClr>
                </a:gs>
                <a:gs pos="57143">
                  <a:srgbClr val="FFCE59">
                    <a:alpha val="6906"/>
                  </a:srgbClr>
                </a:gs>
                <a:gs pos="71429">
                  <a:srgbClr val="FFCE59">
                    <a:alpha val="3294"/>
                  </a:srgbClr>
                </a:gs>
                <a:gs pos="85714">
                  <a:srgbClr val="FFCE59">
                    <a:alpha val="1316"/>
                  </a:srgbClr>
                </a:gs>
                <a:gs pos="100000">
                  <a:srgbClr val="FFCE59">
                    <a:alpha val="442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565" name="Splat 565"/>
            <p:cNvSpPr>
              <a:spLocks noGrp="1"/>
            </p:cNvSpPr>
            <p:nvPr/>
          </p:nvSpPr>
          <p:spPr>
            <a:xfrm rot="7384831">
              <a:off x="524126" y="235033"/>
              <a:ext cx="406727" cy="66996"/>
            </a:xfrm>
            <a:prstGeom prst="ellipse">
              <a:avLst/>
            </a:prstGeom>
            <a:gradFill>
              <a:gsLst>
                <a:gs pos="0">
                  <a:srgbClr val="000000">
                    <a:alpha val="32968"/>
                  </a:srgbClr>
                </a:gs>
                <a:gs pos="14286">
                  <a:srgbClr val="000000">
                    <a:alpha val="30764"/>
                  </a:srgbClr>
                </a:gs>
                <a:gs pos="28571">
                  <a:srgbClr val="000000">
                    <a:alpha val="24833"/>
                  </a:srgbClr>
                </a:gs>
                <a:gs pos="42857">
                  <a:srgbClr val="000000">
                    <a:alpha val="17075"/>
                  </a:srgbClr>
                </a:gs>
                <a:gs pos="57143">
                  <a:srgbClr val="000000">
                    <a:alpha val="9855"/>
                  </a:srgbClr>
                </a:gs>
                <a:gs pos="71429">
                  <a:srgbClr val="000000">
                    <a:alpha val="4740"/>
                  </a:srgbClr>
                </a:gs>
                <a:gs pos="85714">
                  <a:srgbClr val="000000">
                    <a:alpha val="1902"/>
                  </a:srgbClr>
                </a:gs>
                <a:gs pos="100000">
                  <a:srgbClr val="000000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566" name="Splat 566"/>
            <p:cNvSpPr>
              <a:spLocks noGrp="1"/>
            </p:cNvSpPr>
            <p:nvPr/>
          </p:nvSpPr>
          <p:spPr>
            <a:xfrm rot="8857607">
              <a:off x="3064775" y="1104093"/>
              <a:ext cx="348682" cy="282952"/>
            </a:xfrm>
            <a:prstGeom prst="ellipse">
              <a:avLst/>
            </a:prstGeom>
            <a:gradFill>
              <a:gsLst>
                <a:gs pos="0">
                  <a:srgbClr val="009998">
                    <a:alpha val="8941"/>
                  </a:srgbClr>
                </a:gs>
                <a:gs pos="14286">
                  <a:srgbClr val="009998">
                    <a:alpha val="8249"/>
                  </a:srgbClr>
                </a:gs>
                <a:gs pos="28571">
                  <a:srgbClr val="009998">
                    <a:alpha val="6466"/>
                  </a:srgbClr>
                </a:gs>
                <a:gs pos="42857">
                  <a:srgbClr val="009998">
                    <a:alpha val="4290"/>
                  </a:srgbClr>
                </a:gs>
                <a:gs pos="57143">
                  <a:srgbClr val="009998">
                    <a:alpha val="2400"/>
                  </a:srgbClr>
                </a:gs>
                <a:gs pos="71429">
                  <a:srgbClr val="009998">
                    <a:alpha val="1131"/>
                  </a:srgbClr>
                </a:gs>
                <a:gs pos="85714">
                  <a:srgbClr val="009998">
                    <a:alpha val="449"/>
                  </a:srgbClr>
                </a:gs>
                <a:gs pos="100000">
                  <a:srgbClr val="009998">
                    <a:alpha val="150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567" name="Splat 567"/>
            <p:cNvSpPr>
              <a:spLocks noGrp="1"/>
            </p:cNvSpPr>
            <p:nvPr/>
          </p:nvSpPr>
          <p:spPr>
            <a:xfrm rot="6706650">
              <a:off x="1891935" y="1604944"/>
              <a:ext cx="624423" cy="133833"/>
            </a:xfrm>
            <a:prstGeom prst="ellipse">
              <a:avLst/>
            </a:prstGeom>
            <a:gradFill>
              <a:gsLst>
                <a:gs pos="0">
                  <a:srgbClr val="003590">
                    <a:alpha val="32968"/>
                  </a:srgbClr>
                </a:gs>
                <a:gs pos="14286">
                  <a:srgbClr val="003590">
                    <a:alpha val="30764"/>
                  </a:srgbClr>
                </a:gs>
                <a:gs pos="28571">
                  <a:srgbClr val="003590">
                    <a:alpha val="24833"/>
                  </a:srgbClr>
                </a:gs>
                <a:gs pos="42857">
                  <a:srgbClr val="003590">
                    <a:alpha val="17075"/>
                  </a:srgbClr>
                </a:gs>
                <a:gs pos="57143">
                  <a:srgbClr val="003590">
                    <a:alpha val="9855"/>
                  </a:srgbClr>
                </a:gs>
                <a:gs pos="71429">
                  <a:srgbClr val="003590">
                    <a:alpha val="4740"/>
                  </a:srgbClr>
                </a:gs>
                <a:gs pos="85714">
                  <a:srgbClr val="003590">
                    <a:alpha val="1902"/>
                  </a:srgbClr>
                </a:gs>
                <a:gs pos="100000">
                  <a:srgbClr val="003590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568" name="Splat 568"/>
            <p:cNvSpPr>
              <a:spLocks noGrp="1"/>
            </p:cNvSpPr>
            <p:nvPr/>
          </p:nvSpPr>
          <p:spPr>
            <a:xfrm rot="8052929">
              <a:off x="1846181" y="1468909"/>
              <a:ext cx="590628" cy="242757"/>
            </a:xfrm>
            <a:prstGeom prst="ellipse">
              <a:avLst/>
            </a:prstGeom>
            <a:gradFill>
              <a:gsLst>
                <a:gs pos="0">
                  <a:srgbClr val="ECFFFB">
                    <a:alpha val="20229"/>
                  </a:srgbClr>
                </a:gs>
                <a:gs pos="14286">
                  <a:srgbClr val="ECFFFB">
                    <a:alpha val="18758"/>
                  </a:srgbClr>
                </a:gs>
                <a:gs pos="28571">
                  <a:srgbClr val="ECFFFB">
                    <a:alpha val="14896"/>
                  </a:srgbClr>
                </a:gs>
                <a:gs pos="42857">
                  <a:srgbClr val="ECFFFB">
                    <a:alpha val="10039"/>
                  </a:srgbClr>
                </a:gs>
                <a:gs pos="57143">
                  <a:srgbClr val="ECFFFB">
                    <a:alpha val="5694"/>
                  </a:srgbClr>
                </a:gs>
                <a:gs pos="71429">
                  <a:srgbClr val="ECFFFB">
                    <a:alpha val="2707"/>
                  </a:srgbClr>
                </a:gs>
                <a:gs pos="85714">
                  <a:srgbClr val="ECFFFB">
                    <a:alpha val="1079"/>
                  </a:srgbClr>
                </a:gs>
                <a:gs pos="100000">
                  <a:srgbClr val="ECFFFB">
                    <a:alpha val="362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569" name="Splat 569"/>
            <p:cNvSpPr>
              <a:spLocks noGrp="1"/>
            </p:cNvSpPr>
            <p:nvPr/>
          </p:nvSpPr>
          <p:spPr>
            <a:xfrm rot="-9388546">
              <a:off x="2367556" y="17414"/>
              <a:ext cx="745342" cy="682276"/>
            </a:xfrm>
            <a:prstGeom prst="ellipse">
              <a:avLst/>
            </a:prstGeom>
            <a:gradFill>
              <a:gsLst>
                <a:gs pos="0">
                  <a:srgbClr val="E2B200">
                    <a:alpha val="29930"/>
                  </a:srgbClr>
                </a:gs>
                <a:gs pos="14286">
                  <a:srgbClr val="E2B200">
                    <a:alpha val="27885"/>
                  </a:srgbClr>
                </a:gs>
                <a:gs pos="28571">
                  <a:srgbClr val="E2B200">
                    <a:alpha val="22417"/>
                  </a:srgbClr>
                </a:gs>
                <a:gs pos="42857">
                  <a:srgbClr val="E2B200">
                    <a:alpha val="15337"/>
                  </a:srgbClr>
                </a:gs>
                <a:gs pos="57143">
                  <a:srgbClr val="E2B200">
                    <a:alpha val="8813"/>
                  </a:srgbClr>
                </a:gs>
                <a:gs pos="71429">
                  <a:srgbClr val="E2B200">
                    <a:alpha val="4226"/>
                  </a:srgbClr>
                </a:gs>
                <a:gs pos="85714">
                  <a:srgbClr val="E2B200">
                    <a:alpha val="1693"/>
                  </a:srgbClr>
                </a:gs>
                <a:gs pos="100000">
                  <a:srgbClr val="E2B200">
                    <a:alpha val="56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570" name="Splat 570"/>
            <p:cNvSpPr>
              <a:spLocks noGrp="1"/>
            </p:cNvSpPr>
            <p:nvPr/>
          </p:nvSpPr>
          <p:spPr>
            <a:xfrm rot="-8337364">
              <a:off x="1369897" y="215163"/>
              <a:ext cx="688153" cy="232433"/>
            </a:xfrm>
            <a:prstGeom prst="ellipse">
              <a:avLst/>
            </a:prstGeom>
            <a:gradFill>
              <a:gsLst>
                <a:gs pos="0">
                  <a:srgbClr val="B83C00">
                    <a:alpha val="32968"/>
                  </a:srgbClr>
                </a:gs>
                <a:gs pos="14286">
                  <a:srgbClr val="B83C00">
                    <a:alpha val="30764"/>
                  </a:srgbClr>
                </a:gs>
                <a:gs pos="28571">
                  <a:srgbClr val="B83C00">
                    <a:alpha val="24833"/>
                  </a:srgbClr>
                </a:gs>
                <a:gs pos="42857">
                  <a:srgbClr val="B83C00">
                    <a:alpha val="17075"/>
                  </a:srgbClr>
                </a:gs>
                <a:gs pos="57143">
                  <a:srgbClr val="B83C00">
                    <a:alpha val="9855"/>
                  </a:srgbClr>
                </a:gs>
                <a:gs pos="71429">
                  <a:srgbClr val="B83C00">
                    <a:alpha val="4740"/>
                  </a:srgbClr>
                </a:gs>
                <a:gs pos="85714">
                  <a:srgbClr val="B83C00">
                    <a:alpha val="1902"/>
                  </a:srgbClr>
                </a:gs>
                <a:gs pos="100000">
                  <a:srgbClr val="B83C00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571" name="Splat 571"/>
            <p:cNvSpPr>
              <a:spLocks noGrp="1"/>
            </p:cNvSpPr>
            <p:nvPr/>
          </p:nvSpPr>
          <p:spPr>
            <a:xfrm rot="-8946601">
              <a:off x="2632497" y="2542179"/>
              <a:ext cx="779941" cy="132385"/>
            </a:xfrm>
            <a:prstGeom prst="ellipse">
              <a:avLst/>
            </a:prstGeom>
            <a:gradFill>
              <a:gsLst>
                <a:gs pos="0">
                  <a:srgbClr val="005FB5">
                    <a:alpha val="8173"/>
                  </a:srgbClr>
                </a:gs>
                <a:gs pos="14286">
                  <a:srgbClr val="005FB5">
                    <a:alpha val="7537"/>
                  </a:srgbClr>
                </a:gs>
                <a:gs pos="28571">
                  <a:srgbClr val="005FB5">
                    <a:alpha val="5903"/>
                  </a:srgbClr>
                </a:gs>
                <a:gs pos="42857">
                  <a:srgbClr val="005FB5">
                    <a:alpha val="3912"/>
                  </a:srgbClr>
                </a:gs>
                <a:gs pos="57143">
                  <a:srgbClr val="005FB5">
                    <a:alpha val="2187"/>
                  </a:srgbClr>
                </a:gs>
                <a:gs pos="71429">
                  <a:srgbClr val="005FB5">
                    <a:alpha val="1030"/>
                  </a:srgbClr>
                </a:gs>
                <a:gs pos="85714">
                  <a:srgbClr val="005FB5">
                    <a:alpha val="408"/>
                  </a:srgbClr>
                </a:gs>
                <a:gs pos="100000">
                  <a:srgbClr val="005FB5">
                    <a:alpha val="137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572" name="Splat 572"/>
            <p:cNvSpPr>
              <a:spLocks noGrp="1"/>
            </p:cNvSpPr>
            <p:nvPr/>
          </p:nvSpPr>
          <p:spPr>
            <a:xfrm rot="4216978">
              <a:off x="1922657" y="402854"/>
              <a:ext cx="421674" cy="88828"/>
            </a:xfrm>
            <a:prstGeom prst="ellipse">
              <a:avLst/>
            </a:prstGeom>
            <a:gradFill>
              <a:gsLst>
                <a:gs pos="0">
                  <a:srgbClr val="FFFF00">
                    <a:alpha val="2576"/>
                  </a:srgbClr>
                </a:gs>
                <a:gs pos="14286">
                  <a:srgbClr val="FFFF00">
                    <a:alpha val="2370"/>
                  </a:srgbClr>
                </a:gs>
                <a:gs pos="28571">
                  <a:srgbClr val="FFFF00">
                    <a:alpha val="1845"/>
                  </a:srgbClr>
                </a:gs>
                <a:gs pos="42857">
                  <a:srgbClr val="FFFF00">
                    <a:alpha val="1214"/>
                  </a:srgbClr>
                </a:gs>
                <a:gs pos="57143">
                  <a:srgbClr val="FFFF00">
                    <a:alpha val="675"/>
                  </a:srgbClr>
                </a:gs>
                <a:gs pos="71429">
                  <a:srgbClr val="FFFF00">
                    <a:alpha val="316"/>
                  </a:srgbClr>
                </a:gs>
                <a:gs pos="85714">
                  <a:srgbClr val="FFFF00">
                    <a:alpha val="125"/>
                  </a:srgbClr>
                </a:gs>
                <a:gs pos="100000">
                  <a:srgbClr val="FFFF00">
                    <a:alpha val="42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573" name="Splat 573"/>
            <p:cNvSpPr>
              <a:spLocks noGrp="1"/>
            </p:cNvSpPr>
            <p:nvPr/>
          </p:nvSpPr>
          <p:spPr>
            <a:xfrm rot="3457212">
              <a:off x="1421155" y="297908"/>
              <a:ext cx="622208" cy="242921"/>
            </a:xfrm>
            <a:prstGeom prst="ellipse">
              <a:avLst/>
            </a:prstGeom>
            <a:gradFill>
              <a:gsLst>
                <a:gs pos="0">
                  <a:srgbClr val="000000">
                    <a:alpha val="32968"/>
                  </a:srgbClr>
                </a:gs>
                <a:gs pos="14286">
                  <a:srgbClr val="000000">
                    <a:alpha val="30764"/>
                  </a:srgbClr>
                </a:gs>
                <a:gs pos="28571">
                  <a:srgbClr val="000000">
                    <a:alpha val="24833"/>
                  </a:srgbClr>
                </a:gs>
                <a:gs pos="42857">
                  <a:srgbClr val="000000">
                    <a:alpha val="17075"/>
                  </a:srgbClr>
                </a:gs>
                <a:gs pos="57143">
                  <a:srgbClr val="000000">
                    <a:alpha val="9855"/>
                  </a:srgbClr>
                </a:gs>
                <a:gs pos="71429">
                  <a:srgbClr val="000000">
                    <a:alpha val="4740"/>
                  </a:srgbClr>
                </a:gs>
                <a:gs pos="85714">
                  <a:srgbClr val="000000">
                    <a:alpha val="1902"/>
                  </a:srgbClr>
                </a:gs>
                <a:gs pos="100000">
                  <a:srgbClr val="000000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574" name="Splat 574"/>
            <p:cNvSpPr>
              <a:spLocks noGrp="1"/>
            </p:cNvSpPr>
            <p:nvPr/>
          </p:nvSpPr>
          <p:spPr>
            <a:xfrm rot="-9404442">
              <a:off x="2617932" y="83318"/>
              <a:ext cx="660650" cy="167773"/>
            </a:xfrm>
            <a:prstGeom prst="ellipse">
              <a:avLst/>
            </a:prstGeom>
            <a:gradFill>
              <a:gsLst>
                <a:gs pos="0">
                  <a:srgbClr val="887B00">
                    <a:alpha val="32968"/>
                  </a:srgbClr>
                </a:gs>
                <a:gs pos="14286">
                  <a:srgbClr val="887B00">
                    <a:alpha val="30764"/>
                  </a:srgbClr>
                </a:gs>
                <a:gs pos="28571">
                  <a:srgbClr val="887B00">
                    <a:alpha val="24833"/>
                  </a:srgbClr>
                </a:gs>
                <a:gs pos="42857">
                  <a:srgbClr val="887B00">
                    <a:alpha val="17075"/>
                  </a:srgbClr>
                </a:gs>
                <a:gs pos="57143">
                  <a:srgbClr val="887B00">
                    <a:alpha val="9855"/>
                  </a:srgbClr>
                </a:gs>
                <a:gs pos="71429">
                  <a:srgbClr val="887B00">
                    <a:alpha val="4740"/>
                  </a:srgbClr>
                </a:gs>
                <a:gs pos="85714">
                  <a:srgbClr val="887B00">
                    <a:alpha val="1902"/>
                  </a:srgbClr>
                </a:gs>
                <a:gs pos="100000">
                  <a:srgbClr val="887B00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575" name="Splat 575"/>
            <p:cNvSpPr>
              <a:spLocks noGrp="1"/>
            </p:cNvSpPr>
            <p:nvPr/>
          </p:nvSpPr>
          <p:spPr>
            <a:xfrm rot="-10339567">
              <a:off x="1999584" y="1887313"/>
              <a:ext cx="869067" cy="183495"/>
            </a:xfrm>
            <a:prstGeom prst="ellipse">
              <a:avLst/>
            </a:prstGeom>
            <a:gradFill>
              <a:gsLst>
                <a:gs pos="0">
                  <a:srgbClr val="F9FFFF">
                    <a:alpha val="32968"/>
                  </a:srgbClr>
                </a:gs>
                <a:gs pos="14286">
                  <a:srgbClr val="F9FFFF">
                    <a:alpha val="30764"/>
                  </a:srgbClr>
                </a:gs>
                <a:gs pos="28571">
                  <a:srgbClr val="F9FFFF">
                    <a:alpha val="24833"/>
                  </a:srgbClr>
                </a:gs>
                <a:gs pos="42857">
                  <a:srgbClr val="F9FFFF">
                    <a:alpha val="17075"/>
                  </a:srgbClr>
                </a:gs>
                <a:gs pos="57143">
                  <a:srgbClr val="F9FFFF">
                    <a:alpha val="9855"/>
                  </a:srgbClr>
                </a:gs>
                <a:gs pos="71429">
                  <a:srgbClr val="F9FFFF">
                    <a:alpha val="4740"/>
                  </a:srgbClr>
                </a:gs>
                <a:gs pos="85714">
                  <a:srgbClr val="F9FFFF">
                    <a:alpha val="1902"/>
                  </a:srgbClr>
                </a:gs>
                <a:gs pos="100000">
                  <a:srgbClr val="F9FFFF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576" name="Splat 576"/>
            <p:cNvSpPr>
              <a:spLocks noGrp="1"/>
            </p:cNvSpPr>
            <p:nvPr/>
          </p:nvSpPr>
          <p:spPr>
            <a:xfrm rot="8987239">
              <a:off x="2924726" y="2413303"/>
              <a:ext cx="489080" cy="469030"/>
            </a:xfrm>
            <a:prstGeom prst="ellipse">
              <a:avLst/>
            </a:prstGeom>
            <a:gradFill>
              <a:gsLst>
                <a:gs pos="0">
                  <a:srgbClr val="01DEFF">
                    <a:alpha val="3508"/>
                  </a:srgbClr>
                </a:gs>
                <a:gs pos="14286">
                  <a:srgbClr val="01DEFF">
                    <a:alpha val="3229"/>
                  </a:srgbClr>
                </a:gs>
                <a:gs pos="28571">
                  <a:srgbClr val="01DEFF">
                    <a:alpha val="2516"/>
                  </a:srgbClr>
                </a:gs>
                <a:gs pos="42857">
                  <a:srgbClr val="01DEFF">
                    <a:alpha val="1658"/>
                  </a:srgbClr>
                </a:gs>
                <a:gs pos="57143">
                  <a:srgbClr val="01DEFF">
                    <a:alpha val="922"/>
                  </a:srgbClr>
                </a:gs>
                <a:gs pos="71429">
                  <a:srgbClr val="01DEFF">
                    <a:alpha val="433"/>
                  </a:srgbClr>
                </a:gs>
                <a:gs pos="85714">
                  <a:srgbClr val="01DEFF">
                    <a:alpha val="171"/>
                  </a:srgbClr>
                </a:gs>
                <a:gs pos="100000">
                  <a:srgbClr val="01DEFF">
                    <a:alpha val="57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577" name="Splat 577"/>
            <p:cNvSpPr>
              <a:spLocks noGrp="1"/>
            </p:cNvSpPr>
            <p:nvPr/>
          </p:nvSpPr>
          <p:spPr>
            <a:xfrm rot="10614210">
              <a:off x="442315" y="2238766"/>
              <a:ext cx="481416" cy="51536"/>
            </a:xfrm>
            <a:prstGeom prst="ellipse">
              <a:avLst/>
            </a:prstGeom>
            <a:gradFill>
              <a:gsLst>
                <a:gs pos="0">
                  <a:srgbClr val="000000">
                    <a:alpha val="32968"/>
                  </a:srgbClr>
                </a:gs>
                <a:gs pos="14286">
                  <a:srgbClr val="000000">
                    <a:alpha val="30764"/>
                  </a:srgbClr>
                </a:gs>
                <a:gs pos="28571">
                  <a:srgbClr val="000000">
                    <a:alpha val="24833"/>
                  </a:srgbClr>
                </a:gs>
                <a:gs pos="42857">
                  <a:srgbClr val="000000">
                    <a:alpha val="17075"/>
                  </a:srgbClr>
                </a:gs>
                <a:gs pos="57143">
                  <a:srgbClr val="000000">
                    <a:alpha val="9855"/>
                  </a:srgbClr>
                </a:gs>
                <a:gs pos="71429">
                  <a:srgbClr val="000000">
                    <a:alpha val="4740"/>
                  </a:srgbClr>
                </a:gs>
                <a:gs pos="85714">
                  <a:srgbClr val="000000">
                    <a:alpha val="1902"/>
                  </a:srgbClr>
                </a:gs>
                <a:gs pos="100000">
                  <a:srgbClr val="000000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578" name="Splat 578"/>
            <p:cNvSpPr>
              <a:spLocks noGrp="1"/>
            </p:cNvSpPr>
            <p:nvPr/>
          </p:nvSpPr>
          <p:spPr>
            <a:xfrm rot="5565364">
              <a:off x="3153157" y="551341"/>
              <a:ext cx="679591" cy="44316"/>
            </a:xfrm>
            <a:prstGeom prst="ellipse">
              <a:avLst/>
            </a:prstGeom>
            <a:gradFill>
              <a:gsLst>
                <a:gs pos="0">
                  <a:srgbClr val="FFFFFF">
                    <a:alpha val="32968"/>
                  </a:srgbClr>
                </a:gs>
                <a:gs pos="14286">
                  <a:srgbClr val="FFFFFF">
                    <a:alpha val="30764"/>
                  </a:srgbClr>
                </a:gs>
                <a:gs pos="28571">
                  <a:srgbClr val="FFFFFF">
                    <a:alpha val="24833"/>
                  </a:srgbClr>
                </a:gs>
                <a:gs pos="42857">
                  <a:srgbClr val="FFFFFF">
                    <a:alpha val="17075"/>
                  </a:srgbClr>
                </a:gs>
                <a:gs pos="57143">
                  <a:srgbClr val="FFFFFF">
                    <a:alpha val="9855"/>
                  </a:srgbClr>
                </a:gs>
                <a:gs pos="71429">
                  <a:srgbClr val="FFFFFF">
                    <a:alpha val="4740"/>
                  </a:srgbClr>
                </a:gs>
                <a:gs pos="85714">
                  <a:srgbClr val="FFFFFF">
                    <a:alpha val="1902"/>
                  </a:srgbClr>
                </a:gs>
                <a:gs pos="100000">
                  <a:srgbClr val="FFFFFF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579" name="Splat 579"/>
            <p:cNvSpPr>
              <a:spLocks noGrp="1"/>
            </p:cNvSpPr>
            <p:nvPr/>
          </p:nvSpPr>
          <p:spPr>
            <a:xfrm rot="4636900">
              <a:off x="1512208" y="686940"/>
              <a:ext cx="744173" cy="101027"/>
            </a:xfrm>
            <a:prstGeom prst="ellipse">
              <a:avLst/>
            </a:prstGeom>
            <a:gradFill>
              <a:gsLst>
                <a:gs pos="0">
                  <a:srgbClr val="000000">
                    <a:alpha val="32968"/>
                  </a:srgbClr>
                </a:gs>
                <a:gs pos="14286">
                  <a:srgbClr val="000000">
                    <a:alpha val="30764"/>
                  </a:srgbClr>
                </a:gs>
                <a:gs pos="28571">
                  <a:srgbClr val="000000">
                    <a:alpha val="24833"/>
                  </a:srgbClr>
                </a:gs>
                <a:gs pos="42857">
                  <a:srgbClr val="000000">
                    <a:alpha val="17075"/>
                  </a:srgbClr>
                </a:gs>
                <a:gs pos="57143">
                  <a:srgbClr val="000000">
                    <a:alpha val="9855"/>
                  </a:srgbClr>
                </a:gs>
                <a:gs pos="71429">
                  <a:srgbClr val="000000">
                    <a:alpha val="4740"/>
                  </a:srgbClr>
                </a:gs>
                <a:gs pos="85714">
                  <a:srgbClr val="000000">
                    <a:alpha val="1902"/>
                  </a:srgbClr>
                </a:gs>
                <a:gs pos="100000">
                  <a:srgbClr val="000000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580" name="Splat 580"/>
            <p:cNvSpPr>
              <a:spLocks noGrp="1"/>
            </p:cNvSpPr>
            <p:nvPr/>
          </p:nvSpPr>
          <p:spPr>
            <a:xfrm rot="4981443">
              <a:off x="382148" y="779458"/>
              <a:ext cx="705064" cy="65560"/>
            </a:xfrm>
            <a:prstGeom prst="ellipse">
              <a:avLst/>
            </a:prstGeom>
            <a:gradFill>
              <a:gsLst>
                <a:gs pos="0">
                  <a:srgbClr val="000000">
                    <a:alpha val="32968"/>
                  </a:srgbClr>
                </a:gs>
                <a:gs pos="14286">
                  <a:srgbClr val="000000">
                    <a:alpha val="30764"/>
                  </a:srgbClr>
                </a:gs>
                <a:gs pos="28571">
                  <a:srgbClr val="000000">
                    <a:alpha val="24833"/>
                  </a:srgbClr>
                </a:gs>
                <a:gs pos="42857">
                  <a:srgbClr val="000000">
                    <a:alpha val="17075"/>
                  </a:srgbClr>
                </a:gs>
                <a:gs pos="57143">
                  <a:srgbClr val="000000">
                    <a:alpha val="9855"/>
                  </a:srgbClr>
                </a:gs>
                <a:gs pos="71429">
                  <a:srgbClr val="000000">
                    <a:alpha val="4740"/>
                  </a:srgbClr>
                </a:gs>
                <a:gs pos="85714">
                  <a:srgbClr val="000000">
                    <a:alpha val="1902"/>
                  </a:srgbClr>
                </a:gs>
                <a:gs pos="100000">
                  <a:srgbClr val="000000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581" name="Splat 581"/>
            <p:cNvSpPr>
              <a:spLocks noGrp="1"/>
            </p:cNvSpPr>
            <p:nvPr/>
          </p:nvSpPr>
          <p:spPr>
            <a:xfrm rot="-8894816">
              <a:off x="1131535" y="3337979"/>
              <a:ext cx="678305" cy="274777"/>
            </a:xfrm>
            <a:prstGeom prst="ellipse">
              <a:avLst/>
            </a:prstGeom>
            <a:gradFill>
              <a:gsLst>
                <a:gs pos="0">
                  <a:srgbClr val="FAFFB6">
                    <a:alpha val="11516"/>
                  </a:srgbClr>
                </a:gs>
                <a:gs pos="14286">
                  <a:srgbClr val="FAFFB6">
                    <a:alpha val="10636"/>
                  </a:srgbClr>
                </a:gs>
                <a:gs pos="28571">
                  <a:srgbClr val="FAFFB6">
                    <a:alpha val="8361"/>
                  </a:srgbClr>
                </a:gs>
                <a:gs pos="42857">
                  <a:srgbClr val="FAFFB6">
                    <a:alpha val="5566"/>
                  </a:srgbClr>
                </a:gs>
                <a:gs pos="57143">
                  <a:srgbClr val="FAFFB6">
                    <a:alpha val="3124"/>
                  </a:srgbClr>
                </a:gs>
                <a:gs pos="71429">
                  <a:srgbClr val="FAFFB6">
                    <a:alpha val="1474"/>
                  </a:srgbClr>
                </a:gs>
                <a:gs pos="85714">
                  <a:srgbClr val="FAFFB6">
                    <a:alpha val="586"/>
                  </a:srgbClr>
                </a:gs>
                <a:gs pos="100000">
                  <a:srgbClr val="FAFFB6">
                    <a:alpha val="196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582" name="Splat 582"/>
            <p:cNvSpPr>
              <a:spLocks noGrp="1"/>
            </p:cNvSpPr>
            <p:nvPr/>
          </p:nvSpPr>
          <p:spPr>
            <a:xfrm rot="4776873">
              <a:off x="2214229" y="1781194"/>
              <a:ext cx="527304" cy="72728"/>
            </a:xfrm>
            <a:prstGeom prst="ellipse">
              <a:avLst/>
            </a:prstGeom>
            <a:gradFill>
              <a:gsLst>
                <a:gs pos="0">
                  <a:srgbClr val="500000">
                    <a:alpha val="32968"/>
                  </a:srgbClr>
                </a:gs>
                <a:gs pos="14286">
                  <a:srgbClr val="500000">
                    <a:alpha val="30764"/>
                  </a:srgbClr>
                </a:gs>
                <a:gs pos="28571">
                  <a:srgbClr val="500000">
                    <a:alpha val="24833"/>
                  </a:srgbClr>
                </a:gs>
                <a:gs pos="42857">
                  <a:srgbClr val="500000">
                    <a:alpha val="17075"/>
                  </a:srgbClr>
                </a:gs>
                <a:gs pos="57143">
                  <a:srgbClr val="500000">
                    <a:alpha val="9855"/>
                  </a:srgbClr>
                </a:gs>
                <a:gs pos="71429">
                  <a:srgbClr val="500000">
                    <a:alpha val="4740"/>
                  </a:srgbClr>
                </a:gs>
                <a:gs pos="85714">
                  <a:srgbClr val="500000">
                    <a:alpha val="1902"/>
                  </a:srgbClr>
                </a:gs>
                <a:gs pos="100000">
                  <a:srgbClr val="500000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583" name="Splat 583"/>
            <p:cNvSpPr>
              <a:spLocks noGrp="1"/>
            </p:cNvSpPr>
            <p:nvPr/>
          </p:nvSpPr>
          <p:spPr>
            <a:xfrm rot="-8761686">
              <a:off x="1153681" y="2196293"/>
              <a:ext cx="472433" cy="300484"/>
            </a:xfrm>
            <a:prstGeom prst="ellipse">
              <a:avLst/>
            </a:prstGeom>
            <a:gradFill>
              <a:gsLst>
                <a:gs pos="0">
                  <a:srgbClr val="005094">
                    <a:alpha val="32968"/>
                  </a:srgbClr>
                </a:gs>
                <a:gs pos="14286">
                  <a:srgbClr val="005094">
                    <a:alpha val="30764"/>
                  </a:srgbClr>
                </a:gs>
                <a:gs pos="28571">
                  <a:srgbClr val="005094">
                    <a:alpha val="24833"/>
                  </a:srgbClr>
                </a:gs>
                <a:gs pos="42857">
                  <a:srgbClr val="005094">
                    <a:alpha val="17075"/>
                  </a:srgbClr>
                </a:gs>
                <a:gs pos="57143">
                  <a:srgbClr val="005094">
                    <a:alpha val="9855"/>
                  </a:srgbClr>
                </a:gs>
                <a:gs pos="71429">
                  <a:srgbClr val="005094">
                    <a:alpha val="4740"/>
                  </a:srgbClr>
                </a:gs>
                <a:gs pos="85714">
                  <a:srgbClr val="005094">
                    <a:alpha val="1902"/>
                  </a:srgbClr>
                </a:gs>
                <a:gs pos="100000">
                  <a:srgbClr val="005094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584" name="Splat 584"/>
            <p:cNvSpPr>
              <a:spLocks noGrp="1"/>
            </p:cNvSpPr>
            <p:nvPr/>
          </p:nvSpPr>
          <p:spPr>
            <a:xfrm rot="3931531">
              <a:off x="393346" y="463169"/>
              <a:ext cx="323916" cy="193560"/>
            </a:xfrm>
            <a:prstGeom prst="ellipse">
              <a:avLst/>
            </a:prstGeom>
            <a:gradFill>
              <a:gsLst>
                <a:gs pos="0">
                  <a:srgbClr val="002700">
                    <a:alpha val="32968"/>
                  </a:srgbClr>
                </a:gs>
                <a:gs pos="14286">
                  <a:srgbClr val="002700">
                    <a:alpha val="30764"/>
                  </a:srgbClr>
                </a:gs>
                <a:gs pos="28571">
                  <a:srgbClr val="002700">
                    <a:alpha val="24833"/>
                  </a:srgbClr>
                </a:gs>
                <a:gs pos="42857">
                  <a:srgbClr val="002700">
                    <a:alpha val="17075"/>
                  </a:srgbClr>
                </a:gs>
                <a:gs pos="57143">
                  <a:srgbClr val="002700">
                    <a:alpha val="9855"/>
                  </a:srgbClr>
                </a:gs>
                <a:gs pos="71429">
                  <a:srgbClr val="002700">
                    <a:alpha val="4740"/>
                  </a:srgbClr>
                </a:gs>
                <a:gs pos="85714">
                  <a:srgbClr val="002700">
                    <a:alpha val="1902"/>
                  </a:srgbClr>
                </a:gs>
                <a:gs pos="100000">
                  <a:srgbClr val="002700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585" name="Splat 585"/>
            <p:cNvSpPr>
              <a:spLocks noGrp="1"/>
            </p:cNvSpPr>
            <p:nvPr/>
          </p:nvSpPr>
          <p:spPr>
            <a:xfrm rot="4309151">
              <a:off x="1160119" y="3465329"/>
              <a:ext cx="704437" cy="138742"/>
            </a:xfrm>
            <a:prstGeom prst="ellipse">
              <a:avLst/>
            </a:prstGeom>
            <a:gradFill>
              <a:gsLst>
                <a:gs pos="0">
                  <a:srgbClr val="003F93">
                    <a:alpha val="32968"/>
                  </a:srgbClr>
                </a:gs>
                <a:gs pos="14286">
                  <a:srgbClr val="003F93">
                    <a:alpha val="30764"/>
                  </a:srgbClr>
                </a:gs>
                <a:gs pos="28571">
                  <a:srgbClr val="003F93">
                    <a:alpha val="24833"/>
                  </a:srgbClr>
                </a:gs>
                <a:gs pos="42857">
                  <a:srgbClr val="003F93">
                    <a:alpha val="17075"/>
                  </a:srgbClr>
                </a:gs>
                <a:gs pos="57143">
                  <a:srgbClr val="003F93">
                    <a:alpha val="9855"/>
                  </a:srgbClr>
                </a:gs>
                <a:gs pos="71429">
                  <a:srgbClr val="003F93">
                    <a:alpha val="4740"/>
                  </a:srgbClr>
                </a:gs>
                <a:gs pos="85714">
                  <a:srgbClr val="003F93">
                    <a:alpha val="1902"/>
                  </a:srgbClr>
                </a:gs>
                <a:gs pos="100000">
                  <a:srgbClr val="003F93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586" name="Splat 586"/>
            <p:cNvSpPr>
              <a:spLocks noGrp="1"/>
            </p:cNvSpPr>
            <p:nvPr/>
          </p:nvSpPr>
          <p:spPr>
            <a:xfrm rot="7069756">
              <a:off x="2216562" y="420563"/>
              <a:ext cx="688432" cy="233027"/>
            </a:xfrm>
            <a:prstGeom prst="ellipse">
              <a:avLst/>
            </a:prstGeom>
            <a:gradFill>
              <a:gsLst>
                <a:gs pos="0">
                  <a:srgbClr val="E6A300">
                    <a:alpha val="32968"/>
                  </a:srgbClr>
                </a:gs>
                <a:gs pos="14286">
                  <a:srgbClr val="E6A300">
                    <a:alpha val="30764"/>
                  </a:srgbClr>
                </a:gs>
                <a:gs pos="28571">
                  <a:srgbClr val="E6A300">
                    <a:alpha val="24833"/>
                  </a:srgbClr>
                </a:gs>
                <a:gs pos="42857">
                  <a:srgbClr val="E6A300">
                    <a:alpha val="17075"/>
                  </a:srgbClr>
                </a:gs>
                <a:gs pos="57143">
                  <a:srgbClr val="E6A300">
                    <a:alpha val="9855"/>
                  </a:srgbClr>
                </a:gs>
                <a:gs pos="71429">
                  <a:srgbClr val="E6A300">
                    <a:alpha val="4740"/>
                  </a:srgbClr>
                </a:gs>
                <a:gs pos="85714">
                  <a:srgbClr val="E6A300">
                    <a:alpha val="1902"/>
                  </a:srgbClr>
                </a:gs>
                <a:gs pos="100000">
                  <a:srgbClr val="E6A300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587" name="Splat 587"/>
            <p:cNvSpPr>
              <a:spLocks noGrp="1"/>
            </p:cNvSpPr>
            <p:nvPr/>
          </p:nvSpPr>
          <p:spPr>
            <a:xfrm rot="5905177">
              <a:off x="555328" y="2001965"/>
              <a:ext cx="425276" cy="84261"/>
            </a:xfrm>
            <a:prstGeom prst="ellipse">
              <a:avLst/>
            </a:prstGeom>
            <a:gradFill>
              <a:gsLst>
                <a:gs pos="0">
                  <a:srgbClr val="7D0400">
                    <a:alpha val="32065"/>
                  </a:srgbClr>
                </a:gs>
                <a:gs pos="14286">
                  <a:srgbClr val="7D0400">
                    <a:alpha val="29907"/>
                  </a:srgbClr>
                </a:gs>
                <a:gs pos="28571">
                  <a:srgbClr val="7D0400">
                    <a:alpha val="24112"/>
                  </a:srgbClr>
                </a:gs>
                <a:gs pos="42857">
                  <a:srgbClr val="7D0400">
                    <a:alpha val="16554"/>
                  </a:srgbClr>
                </a:gs>
                <a:gs pos="57143">
                  <a:srgbClr val="7D0400">
                    <a:alpha val="9541"/>
                  </a:srgbClr>
                </a:gs>
                <a:gs pos="71429">
                  <a:srgbClr val="7D0400">
                    <a:alpha val="4585"/>
                  </a:srgbClr>
                </a:gs>
                <a:gs pos="85714">
                  <a:srgbClr val="7D0400">
                    <a:alpha val="1839"/>
                  </a:srgbClr>
                </a:gs>
                <a:gs pos="100000">
                  <a:srgbClr val="7D0400">
                    <a:alpha val="618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588" name="Splat 588"/>
            <p:cNvSpPr>
              <a:spLocks noGrp="1"/>
            </p:cNvSpPr>
            <p:nvPr/>
          </p:nvSpPr>
          <p:spPr>
            <a:xfrm rot="6408870">
              <a:off x="723916" y="821330"/>
              <a:ext cx="684366" cy="162490"/>
            </a:xfrm>
            <a:prstGeom prst="ellipse">
              <a:avLst/>
            </a:prstGeom>
            <a:gradFill>
              <a:gsLst>
                <a:gs pos="0">
                  <a:srgbClr val="AE4B00">
                    <a:alpha val="32968"/>
                  </a:srgbClr>
                </a:gs>
                <a:gs pos="14286">
                  <a:srgbClr val="AE4B00">
                    <a:alpha val="30764"/>
                  </a:srgbClr>
                </a:gs>
                <a:gs pos="28571">
                  <a:srgbClr val="AE4B00">
                    <a:alpha val="24833"/>
                  </a:srgbClr>
                </a:gs>
                <a:gs pos="42857">
                  <a:srgbClr val="AE4B00">
                    <a:alpha val="17075"/>
                  </a:srgbClr>
                </a:gs>
                <a:gs pos="57143">
                  <a:srgbClr val="AE4B00">
                    <a:alpha val="9855"/>
                  </a:srgbClr>
                </a:gs>
                <a:gs pos="71429">
                  <a:srgbClr val="AE4B00">
                    <a:alpha val="4740"/>
                  </a:srgbClr>
                </a:gs>
                <a:gs pos="85714">
                  <a:srgbClr val="AE4B00">
                    <a:alpha val="1902"/>
                  </a:srgbClr>
                </a:gs>
                <a:gs pos="100000">
                  <a:srgbClr val="AE4B00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589" name="Splat 589"/>
            <p:cNvSpPr>
              <a:spLocks noGrp="1"/>
            </p:cNvSpPr>
            <p:nvPr/>
          </p:nvSpPr>
          <p:spPr>
            <a:xfrm rot="5663412">
              <a:off x="1647278" y="2216077"/>
              <a:ext cx="794962" cy="73134"/>
            </a:xfrm>
            <a:prstGeom prst="ellipse">
              <a:avLst/>
            </a:prstGeom>
            <a:gradFill>
              <a:gsLst>
                <a:gs pos="0">
                  <a:srgbClr val="600000">
                    <a:alpha val="32968"/>
                  </a:srgbClr>
                </a:gs>
                <a:gs pos="14286">
                  <a:srgbClr val="600000">
                    <a:alpha val="30764"/>
                  </a:srgbClr>
                </a:gs>
                <a:gs pos="28571">
                  <a:srgbClr val="600000">
                    <a:alpha val="24833"/>
                  </a:srgbClr>
                </a:gs>
                <a:gs pos="42857">
                  <a:srgbClr val="600000">
                    <a:alpha val="17075"/>
                  </a:srgbClr>
                </a:gs>
                <a:gs pos="57143">
                  <a:srgbClr val="600000">
                    <a:alpha val="9855"/>
                  </a:srgbClr>
                </a:gs>
                <a:gs pos="71429">
                  <a:srgbClr val="600000">
                    <a:alpha val="4740"/>
                  </a:srgbClr>
                </a:gs>
                <a:gs pos="85714">
                  <a:srgbClr val="600000">
                    <a:alpha val="1902"/>
                  </a:srgbClr>
                </a:gs>
                <a:gs pos="100000">
                  <a:srgbClr val="600000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590" name="Splat 590"/>
            <p:cNvSpPr>
              <a:spLocks noGrp="1"/>
            </p:cNvSpPr>
            <p:nvPr/>
          </p:nvSpPr>
          <p:spPr>
            <a:xfrm rot="4152996">
              <a:off x="2409815" y="1254588"/>
              <a:ext cx="715679" cy="182476"/>
            </a:xfrm>
            <a:prstGeom prst="ellipse">
              <a:avLst/>
            </a:prstGeom>
            <a:gradFill>
              <a:gsLst>
                <a:gs pos="0">
                  <a:srgbClr val="903E00">
                    <a:alpha val="32968"/>
                  </a:srgbClr>
                </a:gs>
                <a:gs pos="14286">
                  <a:srgbClr val="903E00">
                    <a:alpha val="30764"/>
                  </a:srgbClr>
                </a:gs>
                <a:gs pos="28571">
                  <a:srgbClr val="903E00">
                    <a:alpha val="24833"/>
                  </a:srgbClr>
                </a:gs>
                <a:gs pos="42857">
                  <a:srgbClr val="903E00">
                    <a:alpha val="17075"/>
                  </a:srgbClr>
                </a:gs>
                <a:gs pos="57143">
                  <a:srgbClr val="903E00">
                    <a:alpha val="9855"/>
                  </a:srgbClr>
                </a:gs>
                <a:gs pos="71429">
                  <a:srgbClr val="903E00">
                    <a:alpha val="4740"/>
                  </a:srgbClr>
                </a:gs>
                <a:gs pos="85714">
                  <a:srgbClr val="903E00">
                    <a:alpha val="1902"/>
                  </a:srgbClr>
                </a:gs>
                <a:gs pos="100000">
                  <a:srgbClr val="903E00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591" name="Splat 591"/>
            <p:cNvSpPr>
              <a:spLocks noGrp="1"/>
            </p:cNvSpPr>
            <p:nvPr/>
          </p:nvSpPr>
          <p:spPr>
            <a:xfrm rot="10074316">
              <a:off x="587992" y="1887135"/>
              <a:ext cx="620337" cy="307303"/>
            </a:xfrm>
            <a:prstGeom prst="ellipse">
              <a:avLst/>
            </a:prstGeom>
            <a:gradFill>
              <a:gsLst>
                <a:gs pos="0">
                  <a:srgbClr val="FFF900">
                    <a:alpha val="9883"/>
                  </a:srgbClr>
                </a:gs>
                <a:gs pos="14286">
                  <a:srgbClr val="FFF900">
                    <a:alpha val="9121"/>
                  </a:srgbClr>
                </a:gs>
                <a:gs pos="28571">
                  <a:srgbClr val="FFF900">
                    <a:alpha val="7157"/>
                  </a:srgbClr>
                </a:gs>
                <a:gs pos="42857">
                  <a:srgbClr val="FFF900">
                    <a:alpha val="4754"/>
                  </a:srgbClr>
                </a:gs>
                <a:gs pos="57143">
                  <a:srgbClr val="FFF900">
                    <a:alpha val="2663"/>
                  </a:srgbClr>
                </a:gs>
                <a:gs pos="71429">
                  <a:srgbClr val="FFF900">
                    <a:alpha val="1255"/>
                  </a:srgbClr>
                </a:gs>
                <a:gs pos="85714">
                  <a:srgbClr val="FFF900">
                    <a:alpha val="498"/>
                  </a:srgbClr>
                </a:gs>
                <a:gs pos="100000">
                  <a:srgbClr val="FFF900">
                    <a:alpha val="167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592" name="Splat 592"/>
            <p:cNvSpPr>
              <a:spLocks noGrp="1"/>
            </p:cNvSpPr>
            <p:nvPr/>
          </p:nvSpPr>
          <p:spPr>
            <a:xfrm rot="10396507">
              <a:off x="2199334" y="265560"/>
              <a:ext cx="692861" cy="49921"/>
            </a:xfrm>
            <a:prstGeom prst="ellipse">
              <a:avLst/>
            </a:prstGeom>
            <a:gradFill>
              <a:gsLst>
                <a:gs pos="0">
                  <a:srgbClr val="3B0000">
                    <a:alpha val="32968"/>
                  </a:srgbClr>
                </a:gs>
                <a:gs pos="14286">
                  <a:srgbClr val="3B0000">
                    <a:alpha val="30764"/>
                  </a:srgbClr>
                </a:gs>
                <a:gs pos="28571">
                  <a:srgbClr val="3B0000">
                    <a:alpha val="24833"/>
                  </a:srgbClr>
                </a:gs>
                <a:gs pos="42857">
                  <a:srgbClr val="3B0000">
                    <a:alpha val="17075"/>
                  </a:srgbClr>
                </a:gs>
                <a:gs pos="57143">
                  <a:srgbClr val="3B0000">
                    <a:alpha val="9855"/>
                  </a:srgbClr>
                </a:gs>
                <a:gs pos="71429">
                  <a:srgbClr val="3B0000">
                    <a:alpha val="4740"/>
                  </a:srgbClr>
                </a:gs>
                <a:gs pos="85714">
                  <a:srgbClr val="3B0000">
                    <a:alpha val="1902"/>
                  </a:srgbClr>
                </a:gs>
                <a:gs pos="100000">
                  <a:srgbClr val="3B0000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593" name="Splat 593"/>
            <p:cNvSpPr>
              <a:spLocks noGrp="1"/>
            </p:cNvSpPr>
            <p:nvPr/>
          </p:nvSpPr>
          <p:spPr>
            <a:xfrm rot="4485454">
              <a:off x="2659234" y="74343"/>
              <a:ext cx="721382" cy="77860"/>
            </a:xfrm>
            <a:prstGeom prst="ellipse">
              <a:avLst/>
            </a:prstGeom>
            <a:gradFill>
              <a:gsLst>
                <a:gs pos="0">
                  <a:srgbClr val="600000">
                    <a:alpha val="32968"/>
                  </a:srgbClr>
                </a:gs>
                <a:gs pos="14286">
                  <a:srgbClr val="600000">
                    <a:alpha val="30764"/>
                  </a:srgbClr>
                </a:gs>
                <a:gs pos="28571">
                  <a:srgbClr val="600000">
                    <a:alpha val="24833"/>
                  </a:srgbClr>
                </a:gs>
                <a:gs pos="42857">
                  <a:srgbClr val="600000">
                    <a:alpha val="17075"/>
                  </a:srgbClr>
                </a:gs>
                <a:gs pos="57143">
                  <a:srgbClr val="600000">
                    <a:alpha val="9855"/>
                  </a:srgbClr>
                </a:gs>
                <a:gs pos="71429">
                  <a:srgbClr val="600000">
                    <a:alpha val="4740"/>
                  </a:srgbClr>
                </a:gs>
                <a:gs pos="85714">
                  <a:srgbClr val="600000">
                    <a:alpha val="1902"/>
                  </a:srgbClr>
                </a:gs>
                <a:gs pos="100000">
                  <a:srgbClr val="600000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594" name="Splat 594"/>
            <p:cNvSpPr>
              <a:spLocks noGrp="1"/>
            </p:cNvSpPr>
            <p:nvPr/>
          </p:nvSpPr>
          <p:spPr>
            <a:xfrm rot="6223178">
              <a:off x="2859718" y="2409417"/>
              <a:ext cx="599892" cy="64465"/>
            </a:xfrm>
            <a:prstGeom prst="ellipse">
              <a:avLst/>
            </a:prstGeom>
            <a:gradFill>
              <a:gsLst>
                <a:gs pos="0">
                  <a:srgbClr val="E9FFFF">
                    <a:alpha val="24050"/>
                  </a:srgbClr>
                </a:gs>
                <a:gs pos="14286">
                  <a:srgbClr val="E9FFFF">
                    <a:alpha val="22341"/>
                  </a:srgbClr>
                </a:gs>
                <a:gs pos="28571">
                  <a:srgbClr val="E9FFFF">
                    <a:alpha val="17825"/>
                  </a:srgbClr>
                </a:gs>
                <a:gs pos="42857">
                  <a:srgbClr val="E9FFFF">
                    <a:alpha val="12082"/>
                  </a:srgbClr>
                </a:gs>
                <a:gs pos="57143">
                  <a:srgbClr val="E9FFFF">
                    <a:alpha val="6887"/>
                  </a:srgbClr>
                </a:gs>
                <a:gs pos="71429">
                  <a:srgbClr val="E9FFFF">
                    <a:alpha val="3285"/>
                  </a:srgbClr>
                </a:gs>
                <a:gs pos="85714">
                  <a:srgbClr val="E9FFFF">
                    <a:alpha val="1312"/>
                  </a:srgbClr>
                </a:gs>
                <a:gs pos="100000">
                  <a:srgbClr val="E9FFFF">
                    <a:alpha val="440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595" name="Splat 595"/>
            <p:cNvSpPr>
              <a:spLocks noGrp="1"/>
            </p:cNvSpPr>
            <p:nvPr/>
          </p:nvSpPr>
          <p:spPr>
            <a:xfrm rot="-8993324">
              <a:off x="2238270" y="3111392"/>
              <a:ext cx="667687" cy="401626"/>
            </a:xfrm>
            <a:prstGeom prst="ellipse">
              <a:avLst/>
            </a:prstGeom>
            <a:gradFill>
              <a:gsLst>
                <a:gs pos="0">
                  <a:srgbClr val="A3B800">
                    <a:alpha val="13705"/>
                  </a:srgbClr>
                </a:gs>
                <a:gs pos="14286">
                  <a:srgbClr val="A3B800">
                    <a:alpha val="12670"/>
                  </a:srgbClr>
                </a:gs>
                <a:gs pos="28571">
                  <a:srgbClr val="A3B800">
                    <a:alpha val="9984"/>
                  </a:srgbClr>
                </a:gs>
                <a:gs pos="42857">
                  <a:srgbClr val="A3B800">
                    <a:alpha val="6667"/>
                  </a:srgbClr>
                </a:gs>
                <a:gs pos="57143">
                  <a:srgbClr val="A3B800">
                    <a:alpha val="3751"/>
                  </a:srgbClr>
                </a:gs>
                <a:gs pos="71429">
                  <a:srgbClr val="A3B800">
                    <a:alpha val="1774"/>
                  </a:srgbClr>
                </a:gs>
                <a:gs pos="85714">
                  <a:srgbClr val="A3B800">
                    <a:alpha val="705"/>
                  </a:srgbClr>
                </a:gs>
                <a:gs pos="100000">
                  <a:srgbClr val="A3B800">
                    <a:alpha val="236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596" name="Splat 596"/>
            <p:cNvSpPr>
              <a:spLocks noGrp="1"/>
            </p:cNvSpPr>
            <p:nvPr/>
          </p:nvSpPr>
          <p:spPr>
            <a:xfrm rot="6112562">
              <a:off x="2761276" y="2571095"/>
              <a:ext cx="744871" cy="43477"/>
            </a:xfrm>
            <a:prstGeom prst="ellipse">
              <a:avLst/>
            </a:prstGeom>
            <a:gradFill>
              <a:gsLst>
                <a:gs pos="0">
                  <a:srgbClr val="FFFFFF">
                    <a:alpha val="32968"/>
                  </a:srgbClr>
                </a:gs>
                <a:gs pos="14286">
                  <a:srgbClr val="FFFFFF">
                    <a:alpha val="30764"/>
                  </a:srgbClr>
                </a:gs>
                <a:gs pos="28571">
                  <a:srgbClr val="FFFFFF">
                    <a:alpha val="24833"/>
                  </a:srgbClr>
                </a:gs>
                <a:gs pos="42857">
                  <a:srgbClr val="FFFFFF">
                    <a:alpha val="17075"/>
                  </a:srgbClr>
                </a:gs>
                <a:gs pos="57143">
                  <a:srgbClr val="FFFFFF">
                    <a:alpha val="9855"/>
                  </a:srgbClr>
                </a:gs>
                <a:gs pos="71429">
                  <a:srgbClr val="FFFFFF">
                    <a:alpha val="4740"/>
                  </a:srgbClr>
                </a:gs>
                <a:gs pos="85714">
                  <a:srgbClr val="FFFFFF">
                    <a:alpha val="1902"/>
                  </a:srgbClr>
                </a:gs>
                <a:gs pos="100000">
                  <a:srgbClr val="FFFFFF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597" name="Splat 597"/>
            <p:cNvSpPr>
              <a:spLocks noGrp="1"/>
            </p:cNvSpPr>
            <p:nvPr/>
          </p:nvSpPr>
          <p:spPr>
            <a:xfrm rot="3839880">
              <a:off x="1190990" y="3218684"/>
              <a:ext cx="578210" cy="422178"/>
            </a:xfrm>
            <a:prstGeom prst="ellipse">
              <a:avLst/>
            </a:prstGeom>
            <a:gradFill>
              <a:gsLst>
                <a:gs pos="0">
                  <a:srgbClr val="0022FF">
                    <a:alpha val="3231"/>
                  </a:srgbClr>
                </a:gs>
                <a:gs pos="14286">
                  <a:srgbClr val="0022FF">
                    <a:alpha val="2974"/>
                  </a:srgbClr>
                </a:gs>
                <a:gs pos="28571">
                  <a:srgbClr val="0022FF">
                    <a:alpha val="2317"/>
                  </a:srgbClr>
                </a:gs>
                <a:gs pos="42857">
                  <a:srgbClr val="0022FF">
                    <a:alpha val="1526"/>
                  </a:srgbClr>
                </a:gs>
                <a:gs pos="57143">
                  <a:srgbClr val="0022FF">
                    <a:alpha val="848"/>
                  </a:srgbClr>
                </a:gs>
                <a:gs pos="71429">
                  <a:srgbClr val="0022FF">
                    <a:alpha val="398"/>
                  </a:srgbClr>
                </a:gs>
                <a:gs pos="85714">
                  <a:srgbClr val="0022FF">
                    <a:alpha val="158"/>
                  </a:srgbClr>
                </a:gs>
                <a:gs pos="100000">
                  <a:srgbClr val="0022FF">
                    <a:alpha val="53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598" name="Splat 598"/>
            <p:cNvSpPr>
              <a:spLocks noGrp="1"/>
            </p:cNvSpPr>
            <p:nvPr/>
          </p:nvSpPr>
          <p:spPr>
            <a:xfrm rot="6728615">
              <a:off x="414705" y="449028"/>
              <a:ext cx="708751" cy="175660"/>
            </a:xfrm>
            <a:prstGeom prst="ellipse">
              <a:avLst/>
            </a:prstGeom>
            <a:gradFill>
              <a:gsLst>
                <a:gs pos="0">
                  <a:srgbClr val="930000">
                    <a:alpha val="32968"/>
                  </a:srgbClr>
                </a:gs>
                <a:gs pos="14286">
                  <a:srgbClr val="930000">
                    <a:alpha val="30764"/>
                  </a:srgbClr>
                </a:gs>
                <a:gs pos="28571">
                  <a:srgbClr val="930000">
                    <a:alpha val="24833"/>
                  </a:srgbClr>
                </a:gs>
                <a:gs pos="42857">
                  <a:srgbClr val="930000">
                    <a:alpha val="17075"/>
                  </a:srgbClr>
                </a:gs>
                <a:gs pos="57143">
                  <a:srgbClr val="930000">
                    <a:alpha val="9855"/>
                  </a:srgbClr>
                </a:gs>
                <a:gs pos="71429">
                  <a:srgbClr val="930000">
                    <a:alpha val="4740"/>
                  </a:srgbClr>
                </a:gs>
                <a:gs pos="85714">
                  <a:srgbClr val="930000">
                    <a:alpha val="1902"/>
                  </a:srgbClr>
                </a:gs>
                <a:gs pos="100000">
                  <a:srgbClr val="930000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599" name="Splat 599"/>
            <p:cNvSpPr>
              <a:spLocks noGrp="1"/>
            </p:cNvSpPr>
            <p:nvPr/>
          </p:nvSpPr>
          <p:spPr>
            <a:xfrm rot="5712894">
              <a:off x="521540" y="775144"/>
              <a:ext cx="584276" cy="248239"/>
            </a:xfrm>
            <a:prstGeom prst="ellipse">
              <a:avLst/>
            </a:prstGeom>
            <a:gradFill>
              <a:gsLst>
                <a:gs pos="0">
                  <a:srgbClr val="B67B00">
                    <a:alpha val="32968"/>
                  </a:srgbClr>
                </a:gs>
                <a:gs pos="14286">
                  <a:srgbClr val="B67B00">
                    <a:alpha val="30764"/>
                  </a:srgbClr>
                </a:gs>
                <a:gs pos="28571">
                  <a:srgbClr val="B67B00">
                    <a:alpha val="24833"/>
                  </a:srgbClr>
                </a:gs>
                <a:gs pos="42857">
                  <a:srgbClr val="B67B00">
                    <a:alpha val="17075"/>
                  </a:srgbClr>
                </a:gs>
                <a:gs pos="57143">
                  <a:srgbClr val="B67B00">
                    <a:alpha val="9855"/>
                  </a:srgbClr>
                </a:gs>
                <a:gs pos="71429">
                  <a:srgbClr val="B67B00">
                    <a:alpha val="4740"/>
                  </a:srgbClr>
                </a:gs>
                <a:gs pos="85714">
                  <a:srgbClr val="B67B00">
                    <a:alpha val="1902"/>
                  </a:srgbClr>
                </a:gs>
                <a:gs pos="100000">
                  <a:srgbClr val="B67B00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600" name="Splat 600"/>
            <p:cNvSpPr>
              <a:spLocks noGrp="1"/>
            </p:cNvSpPr>
            <p:nvPr/>
          </p:nvSpPr>
          <p:spPr>
            <a:xfrm rot="7405793">
              <a:off x="1735640" y="2359062"/>
              <a:ext cx="537812" cy="57379"/>
            </a:xfrm>
            <a:prstGeom prst="ellipse">
              <a:avLst/>
            </a:prstGeom>
            <a:gradFill>
              <a:gsLst>
                <a:gs pos="0">
                  <a:srgbClr val="FFFFD7">
                    <a:alpha val="12195"/>
                  </a:srgbClr>
                </a:gs>
                <a:gs pos="14286">
                  <a:srgbClr val="FFFFD7">
                    <a:alpha val="11267"/>
                  </a:srgbClr>
                </a:gs>
                <a:gs pos="28571">
                  <a:srgbClr val="FFFFD7">
                    <a:alpha val="8864"/>
                  </a:srgbClr>
                </a:gs>
                <a:gs pos="42857">
                  <a:srgbClr val="FFFFD7">
                    <a:alpha val="5906"/>
                  </a:srgbClr>
                </a:gs>
                <a:gs pos="57143">
                  <a:srgbClr val="FFFFD7">
                    <a:alpha val="3317"/>
                  </a:srgbClr>
                </a:gs>
                <a:gs pos="71429">
                  <a:srgbClr val="FFFFD7">
                    <a:alpha val="1567"/>
                  </a:srgbClr>
                </a:gs>
                <a:gs pos="85714">
                  <a:srgbClr val="FFFFD7">
                    <a:alpha val="622"/>
                  </a:srgbClr>
                </a:gs>
                <a:gs pos="100000">
                  <a:srgbClr val="FFFFD7">
                    <a:alpha val="208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601" name="Splat 601"/>
            <p:cNvSpPr>
              <a:spLocks noGrp="1"/>
            </p:cNvSpPr>
            <p:nvPr/>
          </p:nvSpPr>
          <p:spPr>
            <a:xfrm rot="3192336">
              <a:off x="1832901" y="1636961"/>
              <a:ext cx="746953" cy="83207"/>
            </a:xfrm>
            <a:prstGeom prst="ellipse">
              <a:avLst/>
            </a:prstGeom>
            <a:gradFill>
              <a:gsLst>
                <a:gs pos="0">
                  <a:srgbClr val="F9FFF8">
                    <a:alpha val="32968"/>
                  </a:srgbClr>
                </a:gs>
                <a:gs pos="14286">
                  <a:srgbClr val="F9FFF8">
                    <a:alpha val="30764"/>
                  </a:srgbClr>
                </a:gs>
                <a:gs pos="28571">
                  <a:srgbClr val="F9FFF8">
                    <a:alpha val="24833"/>
                  </a:srgbClr>
                </a:gs>
                <a:gs pos="42857">
                  <a:srgbClr val="F9FFF8">
                    <a:alpha val="17075"/>
                  </a:srgbClr>
                </a:gs>
                <a:gs pos="57143">
                  <a:srgbClr val="F9FFF8">
                    <a:alpha val="9855"/>
                  </a:srgbClr>
                </a:gs>
                <a:gs pos="71429">
                  <a:srgbClr val="F9FFF8">
                    <a:alpha val="4740"/>
                  </a:srgbClr>
                </a:gs>
                <a:gs pos="85714">
                  <a:srgbClr val="F9FFF8">
                    <a:alpha val="1902"/>
                  </a:srgbClr>
                </a:gs>
                <a:gs pos="100000">
                  <a:srgbClr val="F9FFF8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602" name="Splat 602"/>
            <p:cNvSpPr>
              <a:spLocks noGrp="1"/>
            </p:cNvSpPr>
            <p:nvPr/>
          </p:nvSpPr>
          <p:spPr>
            <a:xfrm rot="-8924858">
              <a:off x="2285873" y="3302129"/>
              <a:ext cx="555514" cy="45080"/>
            </a:xfrm>
            <a:prstGeom prst="ellipse">
              <a:avLst/>
            </a:prstGeom>
            <a:gradFill>
              <a:gsLst>
                <a:gs pos="0">
                  <a:srgbClr val="000000">
                    <a:alpha val="32968"/>
                  </a:srgbClr>
                </a:gs>
                <a:gs pos="14286">
                  <a:srgbClr val="000000">
                    <a:alpha val="30764"/>
                  </a:srgbClr>
                </a:gs>
                <a:gs pos="28571">
                  <a:srgbClr val="000000">
                    <a:alpha val="24833"/>
                  </a:srgbClr>
                </a:gs>
                <a:gs pos="42857">
                  <a:srgbClr val="000000">
                    <a:alpha val="17075"/>
                  </a:srgbClr>
                </a:gs>
                <a:gs pos="57143">
                  <a:srgbClr val="000000">
                    <a:alpha val="9855"/>
                  </a:srgbClr>
                </a:gs>
                <a:gs pos="71429">
                  <a:srgbClr val="000000">
                    <a:alpha val="4740"/>
                  </a:srgbClr>
                </a:gs>
                <a:gs pos="85714">
                  <a:srgbClr val="000000">
                    <a:alpha val="1902"/>
                  </a:srgbClr>
                </a:gs>
                <a:gs pos="100000">
                  <a:srgbClr val="000000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603" name="Splat 603"/>
            <p:cNvSpPr>
              <a:spLocks noGrp="1"/>
            </p:cNvSpPr>
            <p:nvPr/>
          </p:nvSpPr>
          <p:spPr>
            <a:xfrm rot="5027531">
              <a:off x="261605" y="1194568"/>
              <a:ext cx="477897" cy="49032"/>
            </a:xfrm>
            <a:prstGeom prst="ellipse">
              <a:avLst/>
            </a:prstGeom>
            <a:gradFill>
              <a:gsLst>
                <a:gs pos="0">
                  <a:srgbClr val="610000">
                    <a:alpha val="32968"/>
                  </a:srgbClr>
                </a:gs>
                <a:gs pos="14286">
                  <a:srgbClr val="610000">
                    <a:alpha val="30764"/>
                  </a:srgbClr>
                </a:gs>
                <a:gs pos="28571">
                  <a:srgbClr val="610000">
                    <a:alpha val="24833"/>
                  </a:srgbClr>
                </a:gs>
                <a:gs pos="42857">
                  <a:srgbClr val="610000">
                    <a:alpha val="17075"/>
                  </a:srgbClr>
                </a:gs>
                <a:gs pos="57143">
                  <a:srgbClr val="610000">
                    <a:alpha val="9855"/>
                  </a:srgbClr>
                </a:gs>
                <a:gs pos="71429">
                  <a:srgbClr val="610000">
                    <a:alpha val="4740"/>
                  </a:srgbClr>
                </a:gs>
                <a:gs pos="85714">
                  <a:srgbClr val="610000">
                    <a:alpha val="1902"/>
                  </a:srgbClr>
                </a:gs>
                <a:gs pos="100000">
                  <a:srgbClr val="610000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604" name="Splat 604"/>
            <p:cNvSpPr>
              <a:spLocks noGrp="1"/>
            </p:cNvSpPr>
            <p:nvPr/>
          </p:nvSpPr>
          <p:spPr>
            <a:xfrm rot="6396418">
              <a:off x="3193850" y="530186"/>
              <a:ext cx="657448" cy="185770"/>
            </a:xfrm>
            <a:prstGeom prst="ellipse">
              <a:avLst/>
            </a:prstGeom>
            <a:gradFill>
              <a:gsLst>
                <a:gs pos="0">
                  <a:srgbClr val="BAB0FE">
                    <a:alpha val="24901"/>
                  </a:srgbClr>
                </a:gs>
                <a:gs pos="14286">
                  <a:srgbClr val="BAB0FE">
                    <a:alpha val="23141"/>
                  </a:srgbClr>
                </a:gs>
                <a:gs pos="28571">
                  <a:srgbClr val="BAB0FE">
                    <a:alpha val="18483"/>
                  </a:srgbClr>
                </a:gs>
                <a:gs pos="42857">
                  <a:srgbClr val="BAB0FE">
                    <a:alpha val="12545"/>
                  </a:srgbClr>
                </a:gs>
                <a:gs pos="57143">
                  <a:srgbClr val="BAB0FE">
                    <a:alpha val="7158"/>
                  </a:srgbClr>
                </a:gs>
                <a:gs pos="71429">
                  <a:srgbClr val="BAB0FE">
                    <a:alpha val="3417"/>
                  </a:srgbClr>
                </a:gs>
                <a:gs pos="85714">
                  <a:srgbClr val="BAB0FE">
                    <a:alpha val="1365"/>
                  </a:srgbClr>
                </a:gs>
                <a:gs pos="100000">
                  <a:srgbClr val="BAB0FE">
                    <a:alpha val="458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605" name="Splat 605"/>
            <p:cNvSpPr>
              <a:spLocks noGrp="1"/>
            </p:cNvSpPr>
            <p:nvPr/>
          </p:nvSpPr>
          <p:spPr>
            <a:xfrm rot="6168703">
              <a:off x="3203060" y="2257002"/>
              <a:ext cx="816106" cy="90134"/>
            </a:xfrm>
            <a:prstGeom prst="ellipse">
              <a:avLst/>
            </a:prstGeom>
            <a:gradFill>
              <a:gsLst>
                <a:gs pos="0">
                  <a:srgbClr val="F1F7FA">
                    <a:alpha val="32968"/>
                  </a:srgbClr>
                </a:gs>
                <a:gs pos="14286">
                  <a:srgbClr val="F1F7FA">
                    <a:alpha val="30764"/>
                  </a:srgbClr>
                </a:gs>
                <a:gs pos="28571">
                  <a:srgbClr val="F1F7FA">
                    <a:alpha val="24833"/>
                  </a:srgbClr>
                </a:gs>
                <a:gs pos="42857">
                  <a:srgbClr val="F1F7FA">
                    <a:alpha val="17075"/>
                  </a:srgbClr>
                </a:gs>
                <a:gs pos="57143">
                  <a:srgbClr val="F1F7FA">
                    <a:alpha val="9855"/>
                  </a:srgbClr>
                </a:gs>
                <a:gs pos="71429">
                  <a:srgbClr val="F1F7FA">
                    <a:alpha val="4740"/>
                  </a:srgbClr>
                </a:gs>
                <a:gs pos="85714">
                  <a:srgbClr val="F1F7FA">
                    <a:alpha val="1902"/>
                  </a:srgbClr>
                </a:gs>
                <a:gs pos="100000">
                  <a:srgbClr val="F1F7FA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606" name="Splat 606"/>
            <p:cNvSpPr>
              <a:spLocks noGrp="1"/>
            </p:cNvSpPr>
            <p:nvPr/>
          </p:nvSpPr>
          <p:spPr>
            <a:xfrm rot="3296413">
              <a:off x="590294" y="94679"/>
              <a:ext cx="641363" cy="225192"/>
            </a:xfrm>
            <a:prstGeom prst="ellipse">
              <a:avLst/>
            </a:prstGeom>
            <a:gradFill>
              <a:gsLst>
                <a:gs pos="0">
                  <a:srgbClr val="6E0000">
                    <a:alpha val="32968"/>
                  </a:srgbClr>
                </a:gs>
                <a:gs pos="14286">
                  <a:srgbClr val="6E0000">
                    <a:alpha val="30764"/>
                  </a:srgbClr>
                </a:gs>
                <a:gs pos="28571">
                  <a:srgbClr val="6E0000">
                    <a:alpha val="24833"/>
                  </a:srgbClr>
                </a:gs>
                <a:gs pos="42857">
                  <a:srgbClr val="6E0000">
                    <a:alpha val="17075"/>
                  </a:srgbClr>
                </a:gs>
                <a:gs pos="57143">
                  <a:srgbClr val="6E0000">
                    <a:alpha val="9855"/>
                  </a:srgbClr>
                </a:gs>
                <a:gs pos="71429">
                  <a:srgbClr val="6E0000">
                    <a:alpha val="4740"/>
                  </a:srgbClr>
                </a:gs>
                <a:gs pos="85714">
                  <a:srgbClr val="6E0000">
                    <a:alpha val="1902"/>
                  </a:srgbClr>
                </a:gs>
                <a:gs pos="100000">
                  <a:srgbClr val="6E0000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607" name="Splat 607"/>
            <p:cNvSpPr>
              <a:spLocks noGrp="1"/>
            </p:cNvSpPr>
            <p:nvPr/>
          </p:nvSpPr>
          <p:spPr>
            <a:xfrm rot="3805248">
              <a:off x="2814103" y="-3517"/>
              <a:ext cx="352376" cy="50412"/>
            </a:xfrm>
            <a:prstGeom prst="ellipse">
              <a:avLst/>
            </a:prstGeom>
            <a:gradFill>
              <a:gsLst>
                <a:gs pos="0">
                  <a:srgbClr val="000000">
                    <a:alpha val="32968"/>
                  </a:srgbClr>
                </a:gs>
                <a:gs pos="14286">
                  <a:srgbClr val="000000">
                    <a:alpha val="30764"/>
                  </a:srgbClr>
                </a:gs>
                <a:gs pos="28571">
                  <a:srgbClr val="000000">
                    <a:alpha val="24833"/>
                  </a:srgbClr>
                </a:gs>
                <a:gs pos="42857">
                  <a:srgbClr val="000000">
                    <a:alpha val="17075"/>
                  </a:srgbClr>
                </a:gs>
                <a:gs pos="57143">
                  <a:srgbClr val="000000">
                    <a:alpha val="9855"/>
                  </a:srgbClr>
                </a:gs>
                <a:gs pos="71429">
                  <a:srgbClr val="000000">
                    <a:alpha val="4740"/>
                  </a:srgbClr>
                </a:gs>
                <a:gs pos="85714">
                  <a:srgbClr val="000000">
                    <a:alpha val="1902"/>
                  </a:srgbClr>
                </a:gs>
                <a:gs pos="100000">
                  <a:srgbClr val="000000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608" name="Splat 608"/>
            <p:cNvSpPr>
              <a:spLocks noGrp="1"/>
            </p:cNvSpPr>
            <p:nvPr/>
          </p:nvSpPr>
          <p:spPr>
            <a:xfrm rot="-9589597">
              <a:off x="992460" y="326180"/>
              <a:ext cx="405343" cy="118621"/>
            </a:xfrm>
            <a:prstGeom prst="ellipse">
              <a:avLst/>
            </a:prstGeom>
            <a:gradFill>
              <a:gsLst>
                <a:gs pos="0">
                  <a:srgbClr val="FFFFED">
                    <a:alpha val="32968"/>
                  </a:srgbClr>
                </a:gs>
                <a:gs pos="14286">
                  <a:srgbClr val="FFFFED">
                    <a:alpha val="30764"/>
                  </a:srgbClr>
                </a:gs>
                <a:gs pos="28571">
                  <a:srgbClr val="FFFFED">
                    <a:alpha val="24833"/>
                  </a:srgbClr>
                </a:gs>
                <a:gs pos="42857">
                  <a:srgbClr val="FFFFED">
                    <a:alpha val="17075"/>
                  </a:srgbClr>
                </a:gs>
                <a:gs pos="57143">
                  <a:srgbClr val="FFFFED">
                    <a:alpha val="9855"/>
                  </a:srgbClr>
                </a:gs>
                <a:gs pos="71429">
                  <a:srgbClr val="FFFFED">
                    <a:alpha val="4740"/>
                  </a:srgbClr>
                </a:gs>
                <a:gs pos="85714">
                  <a:srgbClr val="FFFFED">
                    <a:alpha val="1902"/>
                  </a:srgbClr>
                </a:gs>
                <a:gs pos="100000">
                  <a:srgbClr val="FFFFED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609" name="Splat 609"/>
            <p:cNvSpPr>
              <a:spLocks noGrp="1"/>
            </p:cNvSpPr>
            <p:nvPr/>
          </p:nvSpPr>
          <p:spPr>
            <a:xfrm rot="-8797965">
              <a:off x="809984" y="1822146"/>
              <a:ext cx="694169" cy="56063"/>
            </a:xfrm>
            <a:prstGeom prst="ellipse">
              <a:avLst/>
            </a:prstGeom>
            <a:gradFill>
              <a:gsLst>
                <a:gs pos="0">
                  <a:srgbClr val="374B8D">
                    <a:alpha val="32968"/>
                  </a:srgbClr>
                </a:gs>
                <a:gs pos="14286">
                  <a:srgbClr val="374B8D">
                    <a:alpha val="30764"/>
                  </a:srgbClr>
                </a:gs>
                <a:gs pos="28571">
                  <a:srgbClr val="374B8D">
                    <a:alpha val="24833"/>
                  </a:srgbClr>
                </a:gs>
                <a:gs pos="42857">
                  <a:srgbClr val="374B8D">
                    <a:alpha val="17075"/>
                  </a:srgbClr>
                </a:gs>
                <a:gs pos="57143">
                  <a:srgbClr val="374B8D">
                    <a:alpha val="9855"/>
                  </a:srgbClr>
                </a:gs>
                <a:gs pos="71429">
                  <a:srgbClr val="374B8D">
                    <a:alpha val="4740"/>
                  </a:srgbClr>
                </a:gs>
                <a:gs pos="85714">
                  <a:srgbClr val="374B8D">
                    <a:alpha val="1902"/>
                  </a:srgbClr>
                </a:gs>
                <a:gs pos="100000">
                  <a:srgbClr val="374B8D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610" name="Splat 610"/>
            <p:cNvSpPr>
              <a:spLocks noGrp="1"/>
            </p:cNvSpPr>
            <p:nvPr/>
          </p:nvSpPr>
          <p:spPr>
            <a:xfrm rot="4590285">
              <a:off x="3168274" y="585256"/>
              <a:ext cx="596908" cy="156221"/>
            </a:xfrm>
            <a:prstGeom prst="ellipse">
              <a:avLst/>
            </a:prstGeom>
            <a:gradFill>
              <a:gsLst>
                <a:gs pos="0">
                  <a:srgbClr val="006EA4">
                    <a:alpha val="13213"/>
                  </a:srgbClr>
                </a:gs>
                <a:gs pos="14286">
                  <a:srgbClr val="006EA4">
                    <a:alpha val="12213"/>
                  </a:srgbClr>
                </a:gs>
                <a:gs pos="28571">
                  <a:srgbClr val="006EA4">
                    <a:alpha val="9619"/>
                  </a:srgbClr>
                </a:gs>
                <a:gs pos="42857">
                  <a:srgbClr val="006EA4">
                    <a:alpha val="6418"/>
                  </a:srgbClr>
                </a:gs>
                <a:gs pos="57143">
                  <a:srgbClr val="006EA4">
                    <a:alpha val="3609"/>
                  </a:srgbClr>
                </a:gs>
                <a:gs pos="71429">
                  <a:srgbClr val="006EA4">
                    <a:alpha val="1706"/>
                  </a:srgbClr>
                </a:gs>
                <a:gs pos="85714">
                  <a:srgbClr val="006EA4">
                    <a:alpha val="678"/>
                  </a:srgbClr>
                </a:gs>
                <a:gs pos="100000">
                  <a:srgbClr val="006EA4">
                    <a:alpha val="227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611" name="Splat 611"/>
            <p:cNvSpPr>
              <a:spLocks noGrp="1"/>
            </p:cNvSpPr>
            <p:nvPr/>
          </p:nvSpPr>
          <p:spPr>
            <a:xfrm rot="9579492">
              <a:off x="49683" y="1483276"/>
              <a:ext cx="508085" cy="362713"/>
            </a:xfrm>
            <a:prstGeom prst="ellipse">
              <a:avLst/>
            </a:prstGeom>
            <a:gradFill>
              <a:gsLst>
                <a:gs pos="0">
                  <a:srgbClr val="CDCE00">
                    <a:alpha val="12144"/>
                  </a:srgbClr>
                </a:gs>
                <a:gs pos="14286">
                  <a:srgbClr val="CDCE00">
                    <a:alpha val="11219"/>
                  </a:srgbClr>
                </a:gs>
                <a:gs pos="28571">
                  <a:srgbClr val="CDCE00">
                    <a:alpha val="8826"/>
                  </a:srgbClr>
                </a:gs>
                <a:gs pos="42857">
                  <a:srgbClr val="CDCE00">
                    <a:alpha val="5881"/>
                  </a:srgbClr>
                </a:gs>
                <a:gs pos="57143">
                  <a:srgbClr val="CDCE00">
                    <a:alpha val="3302"/>
                  </a:srgbClr>
                </a:gs>
                <a:gs pos="71429">
                  <a:srgbClr val="CDCE00">
                    <a:alpha val="1560"/>
                  </a:srgbClr>
                </a:gs>
                <a:gs pos="85714">
                  <a:srgbClr val="CDCE00">
                    <a:alpha val="620"/>
                  </a:srgbClr>
                </a:gs>
                <a:gs pos="100000">
                  <a:srgbClr val="CDCE00">
                    <a:alpha val="207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612" name="Splat 612"/>
            <p:cNvSpPr>
              <a:spLocks noGrp="1"/>
            </p:cNvSpPr>
            <p:nvPr/>
          </p:nvSpPr>
          <p:spPr>
            <a:xfrm rot="6708326">
              <a:off x="697170" y="1422664"/>
              <a:ext cx="620504" cy="244112"/>
            </a:xfrm>
            <a:prstGeom prst="ellipse">
              <a:avLst/>
            </a:prstGeom>
            <a:gradFill>
              <a:gsLst>
                <a:gs pos="0">
                  <a:srgbClr val="E49800">
                    <a:alpha val="32968"/>
                  </a:srgbClr>
                </a:gs>
                <a:gs pos="14286">
                  <a:srgbClr val="E49800">
                    <a:alpha val="30764"/>
                  </a:srgbClr>
                </a:gs>
                <a:gs pos="28571">
                  <a:srgbClr val="E49800">
                    <a:alpha val="24833"/>
                  </a:srgbClr>
                </a:gs>
                <a:gs pos="42857">
                  <a:srgbClr val="E49800">
                    <a:alpha val="17075"/>
                  </a:srgbClr>
                </a:gs>
                <a:gs pos="57143">
                  <a:srgbClr val="E49800">
                    <a:alpha val="9855"/>
                  </a:srgbClr>
                </a:gs>
                <a:gs pos="71429">
                  <a:srgbClr val="E49800">
                    <a:alpha val="4740"/>
                  </a:srgbClr>
                </a:gs>
                <a:gs pos="85714">
                  <a:srgbClr val="E49800">
                    <a:alpha val="1902"/>
                  </a:srgbClr>
                </a:gs>
                <a:gs pos="100000">
                  <a:srgbClr val="E49800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613" name="Splat 613"/>
            <p:cNvSpPr>
              <a:spLocks noGrp="1"/>
            </p:cNvSpPr>
            <p:nvPr/>
          </p:nvSpPr>
          <p:spPr>
            <a:xfrm rot="6094843">
              <a:off x="2982413" y="151091"/>
              <a:ext cx="796978" cy="135002"/>
            </a:xfrm>
            <a:prstGeom prst="ellipse">
              <a:avLst/>
            </a:prstGeom>
            <a:gradFill>
              <a:gsLst>
                <a:gs pos="0">
                  <a:srgbClr val="EBEDE2">
                    <a:alpha val="32968"/>
                  </a:srgbClr>
                </a:gs>
                <a:gs pos="14286">
                  <a:srgbClr val="EBEDE2">
                    <a:alpha val="30764"/>
                  </a:srgbClr>
                </a:gs>
                <a:gs pos="28571">
                  <a:srgbClr val="EBEDE2">
                    <a:alpha val="24833"/>
                  </a:srgbClr>
                </a:gs>
                <a:gs pos="42857">
                  <a:srgbClr val="EBEDE2">
                    <a:alpha val="17075"/>
                  </a:srgbClr>
                </a:gs>
                <a:gs pos="57143">
                  <a:srgbClr val="EBEDE2">
                    <a:alpha val="9855"/>
                  </a:srgbClr>
                </a:gs>
                <a:gs pos="71429">
                  <a:srgbClr val="EBEDE2">
                    <a:alpha val="4740"/>
                  </a:srgbClr>
                </a:gs>
                <a:gs pos="85714">
                  <a:srgbClr val="EBEDE2">
                    <a:alpha val="1902"/>
                  </a:srgbClr>
                </a:gs>
                <a:gs pos="100000">
                  <a:srgbClr val="EBEDE2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614" name="Splat 614"/>
            <p:cNvSpPr>
              <a:spLocks noGrp="1"/>
            </p:cNvSpPr>
            <p:nvPr/>
          </p:nvSpPr>
          <p:spPr>
            <a:xfrm rot="3367004">
              <a:off x="184262" y="1668544"/>
              <a:ext cx="605735" cy="206265"/>
            </a:xfrm>
            <a:prstGeom prst="ellipse">
              <a:avLst/>
            </a:prstGeom>
            <a:gradFill>
              <a:gsLst>
                <a:gs pos="0">
                  <a:srgbClr val="2E2E00">
                    <a:alpha val="25545"/>
                  </a:srgbClr>
                </a:gs>
                <a:gs pos="14286">
                  <a:srgbClr val="2E2E00">
                    <a:alpha val="23748"/>
                  </a:srgbClr>
                </a:gs>
                <a:gs pos="28571">
                  <a:srgbClr val="2E2E00">
                    <a:alpha val="18983"/>
                  </a:srgbClr>
                </a:gs>
                <a:gs pos="42857">
                  <a:srgbClr val="2E2E00">
                    <a:alpha val="12897"/>
                  </a:srgbClr>
                </a:gs>
                <a:gs pos="57143">
                  <a:srgbClr val="2E2E00">
                    <a:alpha val="7366"/>
                  </a:srgbClr>
                </a:gs>
                <a:gs pos="71429">
                  <a:srgbClr val="2E2E00">
                    <a:alpha val="3518"/>
                  </a:srgbClr>
                </a:gs>
                <a:gs pos="85714">
                  <a:srgbClr val="2E2E00">
                    <a:alpha val="1406"/>
                  </a:srgbClr>
                </a:gs>
                <a:gs pos="100000">
                  <a:srgbClr val="2E2E00">
                    <a:alpha val="472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615" name="Splat 615"/>
            <p:cNvSpPr>
              <a:spLocks noGrp="1"/>
            </p:cNvSpPr>
            <p:nvPr/>
          </p:nvSpPr>
          <p:spPr>
            <a:xfrm rot="10222450">
              <a:off x="3159747" y="230727"/>
              <a:ext cx="440125" cy="425720"/>
            </a:xfrm>
            <a:prstGeom prst="ellipse">
              <a:avLst/>
            </a:prstGeom>
            <a:gradFill>
              <a:gsLst>
                <a:gs pos="0">
                  <a:srgbClr val="B170FD">
                    <a:alpha val="5593"/>
                  </a:srgbClr>
                </a:gs>
                <a:gs pos="14286">
                  <a:srgbClr val="B170FD">
                    <a:alpha val="5152"/>
                  </a:srgbClr>
                </a:gs>
                <a:gs pos="28571">
                  <a:srgbClr val="B170FD">
                    <a:alpha val="4024"/>
                  </a:srgbClr>
                </a:gs>
                <a:gs pos="42857">
                  <a:srgbClr val="B170FD">
                    <a:alpha val="2658"/>
                  </a:srgbClr>
                </a:gs>
                <a:gs pos="57143">
                  <a:srgbClr val="B170FD">
                    <a:alpha val="1482"/>
                  </a:srgbClr>
                </a:gs>
                <a:gs pos="71429">
                  <a:srgbClr val="B170FD">
                    <a:alpha val="696"/>
                  </a:srgbClr>
                </a:gs>
                <a:gs pos="85714">
                  <a:srgbClr val="B170FD">
                    <a:alpha val="276"/>
                  </a:srgbClr>
                </a:gs>
                <a:gs pos="100000">
                  <a:srgbClr val="B170FD">
                    <a:alpha val="92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616" name="Splat 616"/>
            <p:cNvSpPr>
              <a:spLocks noGrp="1"/>
            </p:cNvSpPr>
            <p:nvPr/>
          </p:nvSpPr>
          <p:spPr>
            <a:xfrm rot="-10528884">
              <a:off x="2825635" y="1167388"/>
              <a:ext cx="670912" cy="134138"/>
            </a:xfrm>
            <a:prstGeom prst="ellipse">
              <a:avLst/>
            </a:prstGeom>
            <a:gradFill>
              <a:gsLst>
                <a:gs pos="0">
                  <a:srgbClr val="895600">
                    <a:alpha val="32968"/>
                  </a:srgbClr>
                </a:gs>
                <a:gs pos="14286">
                  <a:srgbClr val="895600">
                    <a:alpha val="30764"/>
                  </a:srgbClr>
                </a:gs>
                <a:gs pos="28571">
                  <a:srgbClr val="895600">
                    <a:alpha val="24833"/>
                  </a:srgbClr>
                </a:gs>
                <a:gs pos="42857">
                  <a:srgbClr val="895600">
                    <a:alpha val="17075"/>
                  </a:srgbClr>
                </a:gs>
                <a:gs pos="57143">
                  <a:srgbClr val="895600">
                    <a:alpha val="9855"/>
                  </a:srgbClr>
                </a:gs>
                <a:gs pos="71429">
                  <a:srgbClr val="895600">
                    <a:alpha val="4740"/>
                  </a:srgbClr>
                </a:gs>
                <a:gs pos="85714">
                  <a:srgbClr val="895600">
                    <a:alpha val="1902"/>
                  </a:srgbClr>
                </a:gs>
                <a:gs pos="100000">
                  <a:srgbClr val="895600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617" name="Splat 617"/>
            <p:cNvSpPr>
              <a:spLocks noGrp="1"/>
            </p:cNvSpPr>
            <p:nvPr/>
          </p:nvSpPr>
          <p:spPr>
            <a:xfrm rot="5216503">
              <a:off x="1525908" y="940313"/>
              <a:ext cx="745461" cy="177829"/>
            </a:xfrm>
            <a:prstGeom prst="ellipse">
              <a:avLst/>
            </a:prstGeom>
            <a:gradFill>
              <a:gsLst>
                <a:gs pos="0">
                  <a:srgbClr val="380000">
                    <a:alpha val="32968"/>
                  </a:srgbClr>
                </a:gs>
                <a:gs pos="14286">
                  <a:srgbClr val="380000">
                    <a:alpha val="30764"/>
                  </a:srgbClr>
                </a:gs>
                <a:gs pos="28571">
                  <a:srgbClr val="380000">
                    <a:alpha val="24833"/>
                  </a:srgbClr>
                </a:gs>
                <a:gs pos="42857">
                  <a:srgbClr val="380000">
                    <a:alpha val="17075"/>
                  </a:srgbClr>
                </a:gs>
                <a:gs pos="57143">
                  <a:srgbClr val="380000">
                    <a:alpha val="9855"/>
                  </a:srgbClr>
                </a:gs>
                <a:gs pos="71429">
                  <a:srgbClr val="380000">
                    <a:alpha val="4740"/>
                  </a:srgbClr>
                </a:gs>
                <a:gs pos="85714">
                  <a:srgbClr val="380000">
                    <a:alpha val="1902"/>
                  </a:srgbClr>
                </a:gs>
                <a:gs pos="100000">
                  <a:srgbClr val="380000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618" name="Splat 618"/>
            <p:cNvSpPr>
              <a:spLocks noGrp="1"/>
            </p:cNvSpPr>
            <p:nvPr/>
          </p:nvSpPr>
          <p:spPr>
            <a:xfrm rot="3725919">
              <a:off x="2187926" y="3351316"/>
              <a:ext cx="607513" cy="50387"/>
            </a:xfrm>
            <a:prstGeom prst="ellipse">
              <a:avLst/>
            </a:prstGeom>
            <a:gradFill>
              <a:gsLst>
                <a:gs pos="0">
                  <a:srgbClr val="490000">
                    <a:alpha val="32968"/>
                  </a:srgbClr>
                </a:gs>
                <a:gs pos="14286">
                  <a:srgbClr val="490000">
                    <a:alpha val="30764"/>
                  </a:srgbClr>
                </a:gs>
                <a:gs pos="28571">
                  <a:srgbClr val="490000">
                    <a:alpha val="24833"/>
                  </a:srgbClr>
                </a:gs>
                <a:gs pos="42857">
                  <a:srgbClr val="490000">
                    <a:alpha val="17075"/>
                  </a:srgbClr>
                </a:gs>
                <a:gs pos="57143">
                  <a:srgbClr val="490000">
                    <a:alpha val="9855"/>
                  </a:srgbClr>
                </a:gs>
                <a:gs pos="71429">
                  <a:srgbClr val="490000">
                    <a:alpha val="4740"/>
                  </a:srgbClr>
                </a:gs>
                <a:gs pos="85714">
                  <a:srgbClr val="490000">
                    <a:alpha val="1902"/>
                  </a:srgbClr>
                </a:gs>
                <a:gs pos="100000">
                  <a:srgbClr val="490000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619" name="Splat 619"/>
            <p:cNvSpPr>
              <a:spLocks noGrp="1"/>
            </p:cNvSpPr>
            <p:nvPr/>
          </p:nvSpPr>
          <p:spPr>
            <a:xfrm rot="7722527">
              <a:off x="2599083" y="2539397"/>
              <a:ext cx="526055" cy="135783"/>
            </a:xfrm>
            <a:prstGeom prst="ellipse">
              <a:avLst/>
            </a:prstGeom>
            <a:gradFill>
              <a:gsLst>
                <a:gs pos="0">
                  <a:srgbClr val="FBFFFF">
                    <a:alpha val="7797"/>
                  </a:srgbClr>
                </a:gs>
                <a:gs pos="14286">
                  <a:srgbClr val="FBFFFF">
                    <a:alpha val="7189"/>
                  </a:srgbClr>
                </a:gs>
                <a:gs pos="28571">
                  <a:srgbClr val="FBFFFF">
                    <a:alpha val="5628"/>
                  </a:srgbClr>
                </a:gs>
                <a:gs pos="42857">
                  <a:srgbClr val="FBFFFF">
                    <a:alpha val="3728"/>
                  </a:srgbClr>
                </a:gs>
                <a:gs pos="57143">
                  <a:srgbClr val="FBFFFF">
                    <a:alpha val="2083"/>
                  </a:srgbClr>
                </a:gs>
                <a:gs pos="71429">
                  <a:srgbClr val="FBFFFF">
                    <a:alpha val="981"/>
                  </a:srgbClr>
                </a:gs>
                <a:gs pos="85714">
                  <a:srgbClr val="FBFFFF">
                    <a:alpha val="389"/>
                  </a:srgbClr>
                </a:gs>
                <a:gs pos="100000">
                  <a:srgbClr val="FBFFFF">
                    <a:alpha val="130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620" name="Splat 620"/>
            <p:cNvSpPr>
              <a:spLocks noGrp="1"/>
            </p:cNvSpPr>
            <p:nvPr/>
          </p:nvSpPr>
          <p:spPr>
            <a:xfrm rot="6764713">
              <a:off x="2836499" y="1344651"/>
              <a:ext cx="742545" cy="123317"/>
            </a:xfrm>
            <a:prstGeom prst="ellipse">
              <a:avLst/>
            </a:prstGeom>
            <a:gradFill>
              <a:gsLst>
                <a:gs pos="0">
                  <a:srgbClr val="784C00">
                    <a:alpha val="32968"/>
                  </a:srgbClr>
                </a:gs>
                <a:gs pos="14286">
                  <a:srgbClr val="784C00">
                    <a:alpha val="30764"/>
                  </a:srgbClr>
                </a:gs>
                <a:gs pos="28571">
                  <a:srgbClr val="784C00">
                    <a:alpha val="24833"/>
                  </a:srgbClr>
                </a:gs>
                <a:gs pos="42857">
                  <a:srgbClr val="784C00">
                    <a:alpha val="17075"/>
                  </a:srgbClr>
                </a:gs>
                <a:gs pos="57143">
                  <a:srgbClr val="784C00">
                    <a:alpha val="9855"/>
                  </a:srgbClr>
                </a:gs>
                <a:gs pos="71429">
                  <a:srgbClr val="784C00">
                    <a:alpha val="4740"/>
                  </a:srgbClr>
                </a:gs>
                <a:gs pos="85714">
                  <a:srgbClr val="784C00">
                    <a:alpha val="1902"/>
                  </a:srgbClr>
                </a:gs>
                <a:gs pos="100000">
                  <a:srgbClr val="784C00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621" name="Splat 621"/>
            <p:cNvSpPr>
              <a:spLocks noGrp="1"/>
            </p:cNvSpPr>
            <p:nvPr/>
          </p:nvSpPr>
          <p:spPr>
            <a:xfrm rot="10267829">
              <a:off x="1729849" y="2186204"/>
              <a:ext cx="529339" cy="120935"/>
            </a:xfrm>
            <a:prstGeom prst="ellipse">
              <a:avLst/>
            </a:prstGeom>
            <a:gradFill>
              <a:gsLst>
                <a:gs pos="0">
                  <a:srgbClr val="895E00">
                    <a:alpha val="32968"/>
                  </a:srgbClr>
                </a:gs>
                <a:gs pos="14286">
                  <a:srgbClr val="895E00">
                    <a:alpha val="30764"/>
                  </a:srgbClr>
                </a:gs>
                <a:gs pos="28571">
                  <a:srgbClr val="895E00">
                    <a:alpha val="24833"/>
                  </a:srgbClr>
                </a:gs>
                <a:gs pos="42857">
                  <a:srgbClr val="895E00">
                    <a:alpha val="17075"/>
                  </a:srgbClr>
                </a:gs>
                <a:gs pos="57143">
                  <a:srgbClr val="895E00">
                    <a:alpha val="9855"/>
                  </a:srgbClr>
                </a:gs>
                <a:gs pos="71429">
                  <a:srgbClr val="895E00">
                    <a:alpha val="4740"/>
                  </a:srgbClr>
                </a:gs>
                <a:gs pos="85714">
                  <a:srgbClr val="895E00">
                    <a:alpha val="1902"/>
                  </a:srgbClr>
                </a:gs>
                <a:gs pos="100000">
                  <a:srgbClr val="895E00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622" name="Splat 622"/>
            <p:cNvSpPr>
              <a:spLocks noGrp="1"/>
            </p:cNvSpPr>
            <p:nvPr/>
          </p:nvSpPr>
          <p:spPr>
            <a:xfrm rot="9217570">
              <a:off x="2108133" y="1555844"/>
              <a:ext cx="376365" cy="358491"/>
            </a:xfrm>
            <a:prstGeom prst="ellipse">
              <a:avLst/>
            </a:prstGeom>
            <a:gradFill>
              <a:gsLst>
                <a:gs pos="0">
                  <a:srgbClr val="00B6FF">
                    <a:alpha val="5596"/>
                  </a:srgbClr>
                </a:gs>
                <a:gs pos="14286">
                  <a:srgbClr val="00B6FF">
                    <a:alpha val="5155"/>
                  </a:srgbClr>
                </a:gs>
                <a:gs pos="28571">
                  <a:srgbClr val="00B6FF">
                    <a:alpha val="4026"/>
                  </a:srgbClr>
                </a:gs>
                <a:gs pos="42857">
                  <a:srgbClr val="00B6FF">
                    <a:alpha val="2659"/>
                  </a:srgbClr>
                </a:gs>
                <a:gs pos="57143">
                  <a:srgbClr val="00B6FF">
                    <a:alpha val="1482"/>
                  </a:srgbClr>
                </a:gs>
                <a:gs pos="71429">
                  <a:srgbClr val="00B6FF">
                    <a:alpha val="697"/>
                  </a:srgbClr>
                </a:gs>
                <a:gs pos="85714">
                  <a:srgbClr val="00B6FF">
                    <a:alpha val="276"/>
                  </a:srgbClr>
                </a:gs>
                <a:gs pos="100000">
                  <a:srgbClr val="00B6FF">
                    <a:alpha val="92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623" name="Splat 623"/>
            <p:cNvSpPr>
              <a:spLocks noGrp="1"/>
            </p:cNvSpPr>
            <p:nvPr/>
          </p:nvSpPr>
          <p:spPr>
            <a:xfrm rot="-8528988">
              <a:off x="1960545" y="1071271"/>
              <a:ext cx="785658" cy="328308"/>
            </a:xfrm>
            <a:prstGeom prst="ellipse">
              <a:avLst/>
            </a:prstGeom>
            <a:gradFill>
              <a:gsLst>
                <a:gs pos="0">
                  <a:srgbClr val="B48200">
                    <a:alpha val="32968"/>
                  </a:srgbClr>
                </a:gs>
                <a:gs pos="14286">
                  <a:srgbClr val="B48200">
                    <a:alpha val="30764"/>
                  </a:srgbClr>
                </a:gs>
                <a:gs pos="28571">
                  <a:srgbClr val="B48200">
                    <a:alpha val="24833"/>
                  </a:srgbClr>
                </a:gs>
                <a:gs pos="42857">
                  <a:srgbClr val="B48200">
                    <a:alpha val="17075"/>
                  </a:srgbClr>
                </a:gs>
                <a:gs pos="57143">
                  <a:srgbClr val="B48200">
                    <a:alpha val="9855"/>
                  </a:srgbClr>
                </a:gs>
                <a:gs pos="71429">
                  <a:srgbClr val="B48200">
                    <a:alpha val="4740"/>
                  </a:srgbClr>
                </a:gs>
                <a:gs pos="85714">
                  <a:srgbClr val="B48200">
                    <a:alpha val="1902"/>
                  </a:srgbClr>
                </a:gs>
                <a:gs pos="100000">
                  <a:srgbClr val="B48200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624" name="Splat 624"/>
            <p:cNvSpPr>
              <a:spLocks noGrp="1"/>
            </p:cNvSpPr>
            <p:nvPr/>
          </p:nvSpPr>
          <p:spPr>
            <a:xfrm rot="7751525">
              <a:off x="3247056" y="3299181"/>
              <a:ext cx="748050" cy="115958"/>
            </a:xfrm>
            <a:prstGeom prst="ellipse">
              <a:avLst/>
            </a:prstGeom>
            <a:gradFill>
              <a:gsLst>
                <a:gs pos="0">
                  <a:srgbClr val="FDFFFD">
                    <a:alpha val="32968"/>
                  </a:srgbClr>
                </a:gs>
                <a:gs pos="14286">
                  <a:srgbClr val="FDFFFD">
                    <a:alpha val="30764"/>
                  </a:srgbClr>
                </a:gs>
                <a:gs pos="28571">
                  <a:srgbClr val="FDFFFD">
                    <a:alpha val="24833"/>
                  </a:srgbClr>
                </a:gs>
                <a:gs pos="42857">
                  <a:srgbClr val="FDFFFD">
                    <a:alpha val="17075"/>
                  </a:srgbClr>
                </a:gs>
                <a:gs pos="57143">
                  <a:srgbClr val="FDFFFD">
                    <a:alpha val="9855"/>
                  </a:srgbClr>
                </a:gs>
                <a:gs pos="71429">
                  <a:srgbClr val="FDFFFD">
                    <a:alpha val="4740"/>
                  </a:srgbClr>
                </a:gs>
                <a:gs pos="85714">
                  <a:srgbClr val="FDFFFD">
                    <a:alpha val="1902"/>
                  </a:srgbClr>
                </a:gs>
                <a:gs pos="100000">
                  <a:srgbClr val="FDFFFD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625" name="Splat 625"/>
            <p:cNvSpPr>
              <a:spLocks noGrp="1"/>
            </p:cNvSpPr>
            <p:nvPr/>
          </p:nvSpPr>
          <p:spPr>
            <a:xfrm rot="4183117">
              <a:off x="2695738" y="263947"/>
              <a:ext cx="762619" cy="165029"/>
            </a:xfrm>
            <a:prstGeom prst="ellipse">
              <a:avLst/>
            </a:prstGeom>
            <a:gradFill>
              <a:gsLst>
                <a:gs pos="0">
                  <a:srgbClr val="791400">
                    <a:alpha val="32968"/>
                  </a:srgbClr>
                </a:gs>
                <a:gs pos="14286">
                  <a:srgbClr val="791400">
                    <a:alpha val="30764"/>
                  </a:srgbClr>
                </a:gs>
                <a:gs pos="28571">
                  <a:srgbClr val="791400">
                    <a:alpha val="24833"/>
                  </a:srgbClr>
                </a:gs>
                <a:gs pos="42857">
                  <a:srgbClr val="791400">
                    <a:alpha val="17075"/>
                  </a:srgbClr>
                </a:gs>
                <a:gs pos="57143">
                  <a:srgbClr val="791400">
                    <a:alpha val="9855"/>
                  </a:srgbClr>
                </a:gs>
                <a:gs pos="71429">
                  <a:srgbClr val="791400">
                    <a:alpha val="4740"/>
                  </a:srgbClr>
                </a:gs>
                <a:gs pos="85714">
                  <a:srgbClr val="791400">
                    <a:alpha val="1902"/>
                  </a:srgbClr>
                </a:gs>
                <a:gs pos="100000">
                  <a:srgbClr val="791400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626" name="Splat 626"/>
            <p:cNvSpPr>
              <a:spLocks noGrp="1"/>
            </p:cNvSpPr>
            <p:nvPr/>
          </p:nvSpPr>
          <p:spPr>
            <a:xfrm rot="10542975">
              <a:off x="220223" y="2350224"/>
              <a:ext cx="712086" cy="45051"/>
            </a:xfrm>
            <a:prstGeom prst="ellipse">
              <a:avLst/>
            </a:prstGeom>
            <a:gradFill>
              <a:gsLst>
                <a:gs pos="0">
                  <a:srgbClr val="000022">
                    <a:alpha val="32968"/>
                  </a:srgbClr>
                </a:gs>
                <a:gs pos="14286">
                  <a:srgbClr val="000022">
                    <a:alpha val="30764"/>
                  </a:srgbClr>
                </a:gs>
                <a:gs pos="28571">
                  <a:srgbClr val="000022">
                    <a:alpha val="24833"/>
                  </a:srgbClr>
                </a:gs>
                <a:gs pos="42857">
                  <a:srgbClr val="000022">
                    <a:alpha val="17075"/>
                  </a:srgbClr>
                </a:gs>
                <a:gs pos="57143">
                  <a:srgbClr val="000022">
                    <a:alpha val="9855"/>
                  </a:srgbClr>
                </a:gs>
                <a:gs pos="71429">
                  <a:srgbClr val="000022">
                    <a:alpha val="4740"/>
                  </a:srgbClr>
                </a:gs>
                <a:gs pos="85714">
                  <a:srgbClr val="000022">
                    <a:alpha val="1902"/>
                  </a:srgbClr>
                </a:gs>
                <a:gs pos="100000">
                  <a:srgbClr val="000022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627" name="Splat 627"/>
            <p:cNvSpPr>
              <a:spLocks noGrp="1"/>
            </p:cNvSpPr>
            <p:nvPr/>
          </p:nvSpPr>
          <p:spPr>
            <a:xfrm rot="4947166">
              <a:off x="871238" y="1219149"/>
              <a:ext cx="378068" cy="156026"/>
            </a:xfrm>
            <a:prstGeom prst="ellipse">
              <a:avLst/>
            </a:prstGeom>
            <a:gradFill>
              <a:gsLst>
                <a:gs pos="0">
                  <a:srgbClr val="002B00">
                    <a:alpha val="32968"/>
                  </a:srgbClr>
                </a:gs>
                <a:gs pos="14286">
                  <a:srgbClr val="002B00">
                    <a:alpha val="30764"/>
                  </a:srgbClr>
                </a:gs>
                <a:gs pos="28571">
                  <a:srgbClr val="002B00">
                    <a:alpha val="24833"/>
                  </a:srgbClr>
                </a:gs>
                <a:gs pos="42857">
                  <a:srgbClr val="002B00">
                    <a:alpha val="17075"/>
                  </a:srgbClr>
                </a:gs>
                <a:gs pos="57143">
                  <a:srgbClr val="002B00">
                    <a:alpha val="9855"/>
                  </a:srgbClr>
                </a:gs>
                <a:gs pos="71429">
                  <a:srgbClr val="002B00">
                    <a:alpha val="4740"/>
                  </a:srgbClr>
                </a:gs>
                <a:gs pos="85714">
                  <a:srgbClr val="002B00">
                    <a:alpha val="1902"/>
                  </a:srgbClr>
                </a:gs>
                <a:gs pos="100000">
                  <a:srgbClr val="002B00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628" name="Splat 628"/>
            <p:cNvSpPr>
              <a:spLocks noGrp="1"/>
            </p:cNvSpPr>
            <p:nvPr/>
          </p:nvSpPr>
          <p:spPr>
            <a:xfrm rot="-9906334">
              <a:off x="2555876" y="729627"/>
              <a:ext cx="680254" cy="320394"/>
            </a:xfrm>
            <a:prstGeom prst="ellipse">
              <a:avLst/>
            </a:prstGeom>
            <a:gradFill>
              <a:gsLst>
                <a:gs pos="0">
                  <a:srgbClr val="CA7100">
                    <a:alpha val="32968"/>
                  </a:srgbClr>
                </a:gs>
                <a:gs pos="14286">
                  <a:srgbClr val="CA7100">
                    <a:alpha val="30764"/>
                  </a:srgbClr>
                </a:gs>
                <a:gs pos="28571">
                  <a:srgbClr val="CA7100">
                    <a:alpha val="24833"/>
                  </a:srgbClr>
                </a:gs>
                <a:gs pos="42857">
                  <a:srgbClr val="CA7100">
                    <a:alpha val="17075"/>
                  </a:srgbClr>
                </a:gs>
                <a:gs pos="57143">
                  <a:srgbClr val="CA7100">
                    <a:alpha val="9855"/>
                  </a:srgbClr>
                </a:gs>
                <a:gs pos="71429">
                  <a:srgbClr val="CA7100">
                    <a:alpha val="4740"/>
                  </a:srgbClr>
                </a:gs>
                <a:gs pos="85714">
                  <a:srgbClr val="CA7100">
                    <a:alpha val="1902"/>
                  </a:srgbClr>
                </a:gs>
                <a:gs pos="100000">
                  <a:srgbClr val="CA7100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629" name="Splat 629"/>
            <p:cNvSpPr>
              <a:spLocks noGrp="1"/>
            </p:cNvSpPr>
            <p:nvPr/>
          </p:nvSpPr>
          <p:spPr>
            <a:xfrm rot="-9972089">
              <a:off x="1120074" y="3482436"/>
              <a:ext cx="625666" cy="177689"/>
            </a:xfrm>
            <a:prstGeom prst="ellipse">
              <a:avLst/>
            </a:prstGeom>
            <a:gradFill>
              <a:gsLst>
                <a:gs pos="0">
                  <a:srgbClr val="F8FAFF">
                    <a:alpha val="28365"/>
                  </a:srgbClr>
                </a:gs>
                <a:gs pos="14286">
                  <a:srgbClr val="F8FAFF">
                    <a:alpha val="26406"/>
                  </a:srgbClr>
                </a:gs>
                <a:gs pos="28571">
                  <a:srgbClr val="F8FAFF">
                    <a:alpha val="21184"/>
                  </a:srgbClr>
                </a:gs>
                <a:gs pos="42857">
                  <a:srgbClr val="F8FAFF">
                    <a:alpha val="14457"/>
                  </a:srgbClr>
                </a:gs>
                <a:gs pos="57143">
                  <a:srgbClr val="F8FAFF">
                    <a:alpha val="8288"/>
                  </a:srgbClr>
                </a:gs>
                <a:gs pos="71429">
                  <a:srgbClr val="F8FAFF">
                    <a:alpha val="3969"/>
                  </a:srgbClr>
                </a:gs>
                <a:gs pos="85714">
                  <a:srgbClr val="F8FAFF">
                    <a:alpha val="1589"/>
                  </a:srgbClr>
                </a:gs>
                <a:gs pos="100000">
                  <a:srgbClr val="F8FAFF">
                    <a:alpha val="534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630" name="Splat 630"/>
            <p:cNvSpPr>
              <a:spLocks noGrp="1"/>
            </p:cNvSpPr>
            <p:nvPr/>
          </p:nvSpPr>
          <p:spPr>
            <a:xfrm rot="5387735">
              <a:off x="1656061" y="1340145"/>
              <a:ext cx="398225" cy="103448"/>
            </a:xfrm>
            <a:prstGeom prst="ellipse">
              <a:avLst/>
            </a:prstGeom>
            <a:gradFill>
              <a:gsLst>
                <a:gs pos="0">
                  <a:srgbClr val="8A4C00">
                    <a:alpha val="27115"/>
                  </a:srgbClr>
                </a:gs>
                <a:gs pos="14286">
                  <a:srgbClr val="8A4C00">
                    <a:alpha val="25226"/>
                  </a:srgbClr>
                </a:gs>
                <a:gs pos="28571">
                  <a:srgbClr val="8A4C00">
                    <a:alpha val="20205"/>
                  </a:srgbClr>
                </a:gs>
                <a:gs pos="42857">
                  <a:srgbClr val="8A4C00">
                    <a:alpha val="13761"/>
                  </a:srgbClr>
                </a:gs>
                <a:gs pos="57143">
                  <a:srgbClr val="8A4C00">
                    <a:alpha val="7876"/>
                  </a:srgbClr>
                </a:gs>
                <a:gs pos="71429">
                  <a:srgbClr val="8A4C00">
                    <a:alpha val="3767"/>
                  </a:srgbClr>
                </a:gs>
                <a:gs pos="85714">
                  <a:srgbClr val="8A4C00">
                    <a:alpha val="1507"/>
                  </a:srgbClr>
                </a:gs>
                <a:gs pos="100000">
                  <a:srgbClr val="8A4C00">
                    <a:alpha val="506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631" name="Splat 631"/>
            <p:cNvSpPr>
              <a:spLocks noGrp="1"/>
            </p:cNvSpPr>
            <p:nvPr/>
          </p:nvSpPr>
          <p:spPr>
            <a:xfrm rot="3787792">
              <a:off x="2086843" y="3235176"/>
              <a:ext cx="753803" cy="97474"/>
            </a:xfrm>
            <a:prstGeom prst="ellipse">
              <a:avLst/>
            </a:prstGeom>
            <a:gradFill>
              <a:gsLst>
                <a:gs pos="0">
                  <a:srgbClr val="9B7000">
                    <a:alpha val="32968"/>
                  </a:srgbClr>
                </a:gs>
                <a:gs pos="14286">
                  <a:srgbClr val="9B7000">
                    <a:alpha val="30764"/>
                  </a:srgbClr>
                </a:gs>
                <a:gs pos="28571">
                  <a:srgbClr val="9B7000">
                    <a:alpha val="24833"/>
                  </a:srgbClr>
                </a:gs>
                <a:gs pos="42857">
                  <a:srgbClr val="9B7000">
                    <a:alpha val="17075"/>
                  </a:srgbClr>
                </a:gs>
                <a:gs pos="57143">
                  <a:srgbClr val="9B7000">
                    <a:alpha val="9855"/>
                  </a:srgbClr>
                </a:gs>
                <a:gs pos="71429">
                  <a:srgbClr val="9B7000">
                    <a:alpha val="4740"/>
                  </a:srgbClr>
                </a:gs>
                <a:gs pos="85714">
                  <a:srgbClr val="9B7000">
                    <a:alpha val="1902"/>
                  </a:srgbClr>
                </a:gs>
                <a:gs pos="100000">
                  <a:srgbClr val="9B7000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632" name="Splat 632"/>
            <p:cNvSpPr>
              <a:spLocks noGrp="1"/>
            </p:cNvSpPr>
            <p:nvPr/>
          </p:nvSpPr>
          <p:spPr>
            <a:xfrm rot="3142882">
              <a:off x="1456677" y="733857"/>
              <a:ext cx="602052" cy="67972"/>
            </a:xfrm>
            <a:prstGeom prst="ellipse">
              <a:avLst/>
            </a:prstGeom>
            <a:gradFill>
              <a:gsLst>
                <a:gs pos="0">
                  <a:srgbClr val="792F00">
                    <a:alpha val="32968"/>
                  </a:srgbClr>
                </a:gs>
                <a:gs pos="14286">
                  <a:srgbClr val="792F00">
                    <a:alpha val="30764"/>
                  </a:srgbClr>
                </a:gs>
                <a:gs pos="28571">
                  <a:srgbClr val="792F00">
                    <a:alpha val="24833"/>
                  </a:srgbClr>
                </a:gs>
                <a:gs pos="42857">
                  <a:srgbClr val="792F00">
                    <a:alpha val="17075"/>
                  </a:srgbClr>
                </a:gs>
                <a:gs pos="57143">
                  <a:srgbClr val="792F00">
                    <a:alpha val="9855"/>
                  </a:srgbClr>
                </a:gs>
                <a:gs pos="71429">
                  <a:srgbClr val="792F00">
                    <a:alpha val="4740"/>
                  </a:srgbClr>
                </a:gs>
                <a:gs pos="85714">
                  <a:srgbClr val="792F00">
                    <a:alpha val="1902"/>
                  </a:srgbClr>
                </a:gs>
                <a:gs pos="100000">
                  <a:srgbClr val="792F00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633" name="Splat 633"/>
            <p:cNvSpPr>
              <a:spLocks noGrp="1"/>
            </p:cNvSpPr>
            <p:nvPr/>
          </p:nvSpPr>
          <p:spPr>
            <a:xfrm rot="3879946">
              <a:off x="1333753" y="175660"/>
              <a:ext cx="703319" cy="287372"/>
            </a:xfrm>
            <a:prstGeom prst="ellipse">
              <a:avLst/>
            </a:prstGeom>
            <a:gradFill>
              <a:gsLst>
                <a:gs pos="0">
                  <a:srgbClr val="000000">
                    <a:alpha val="32968"/>
                  </a:srgbClr>
                </a:gs>
                <a:gs pos="14286">
                  <a:srgbClr val="000000">
                    <a:alpha val="30764"/>
                  </a:srgbClr>
                </a:gs>
                <a:gs pos="28571">
                  <a:srgbClr val="000000">
                    <a:alpha val="24833"/>
                  </a:srgbClr>
                </a:gs>
                <a:gs pos="42857">
                  <a:srgbClr val="000000">
                    <a:alpha val="17075"/>
                  </a:srgbClr>
                </a:gs>
                <a:gs pos="57143">
                  <a:srgbClr val="000000">
                    <a:alpha val="9855"/>
                  </a:srgbClr>
                </a:gs>
                <a:gs pos="71429">
                  <a:srgbClr val="000000">
                    <a:alpha val="4740"/>
                  </a:srgbClr>
                </a:gs>
                <a:gs pos="85714">
                  <a:srgbClr val="000000">
                    <a:alpha val="1902"/>
                  </a:srgbClr>
                </a:gs>
                <a:gs pos="100000">
                  <a:srgbClr val="000000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634" name="Splat 634"/>
            <p:cNvSpPr>
              <a:spLocks noGrp="1"/>
            </p:cNvSpPr>
            <p:nvPr/>
          </p:nvSpPr>
          <p:spPr>
            <a:xfrm rot="3570873">
              <a:off x="1449813" y="667262"/>
              <a:ext cx="688202" cy="57646"/>
            </a:xfrm>
            <a:prstGeom prst="ellipse">
              <a:avLst/>
            </a:prstGeom>
            <a:gradFill>
              <a:gsLst>
                <a:gs pos="0">
                  <a:srgbClr val="000000">
                    <a:alpha val="32968"/>
                  </a:srgbClr>
                </a:gs>
                <a:gs pos="14286">
                  <a:srgbClr val="000000">
                    <a:alpha val="30764"/>
                  </a:srgbClr>
                </a:gs>
                <a:gs pos="28571">
                  <a:srgbClr val="000000">
                    <a:alpha val="24833"/>
                  </a:srgbClr>
                </a:gs>
                <a:gs pos="42857">
                  <a:srgbClr val="000000">
                    <a:alpha val="17075"/>
                  </a:srgbClr>
                </a:gs>
                <a:gs pos="57143">
                  <a:srgbClr val="000000">
                    <a:alpha val="9855"/>
                  </a:srgbClr>
                </a:gs>
                <a:gs pos="71429">
                  <a:srgbClr val="000000">
                    <a:alpha val="4740"/>
                  </a:srgbClr>
                </a:gs>
                <a:gs pos="85714">
                  <a:srgbClr val="000000">
                    <a:alpha val="1902"/>
                  </a:srgbClr>
                </a:gs>
                <a:gs pos="100000">
                  <a:srgbClr val="000000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635" name="Splat 635"/>
            <p:cNvSpPr>
              <a:spLocks noGrp="1"/>
            </p:cNvSpPr>
            <p:nvPr/>
          </p:nvSpPr>
          <p:spPr>
            <a:xfrm rot="-10418182">
              <a:off x="578487" y="2792821"/>
              <a:ext cx="577217" cy="47905"/>
            </a:xfrm>
            <a:prstGeom prst="ellipse">
              <a:avLst/>
            </a:prstGeom>
            <a:gradFill>
              <a:gsLst>
                <a:gs pos="0">
                  <a:srgbClr val="000000">
                    <a:alpha val="32968"/>
                  </a:srgbClr>
                </a:gs>
                <a:gs pos="14286">
                  <a:srgbClr val="000000">
                    <a:alpha val="30764"/>
                  </a:srgbClr>
                </a:gs>
                <a:gs pos="28571">
                  <a:srgbClr val="000000">
                    <a:alpha val="24833"/>
                  </a:srgbClr>
                </a:gs>
                <a:gs pos="42857">
                  <a:srgbClr val="000000">
                    <a:alpha val="17075"/>
                  </a:srgbClr>
                </a:gs>
                <a:gs pos="57143">
                  <a:srgbClr val="000000">
                    <a:alpha val="9855"/>
                  </a:srgbClr>
                </a:gs>
                <a:gs pos="71429">
                  <a:srgbClr val="000000">
                    <a:alpha val="4740"/>
                  </a:srgbClr>
                </a:gs>
                <a:gs pos="85714">
                  <a:srgbClr val="000000">
                    <a:alpha val="1902"/>
                  </a:srgbClr>
                </a:gs>
                <a:gs pos="100000">
                  <a:srgbClr val="000000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636" name="Splat 636"/>
            <p:cNvSpPr>
              <a:spLocks noGrp="1"/>
            </p:cNvSpPr>
            <p:nvPr/>
          </p:nvSpPr>
          <p:spPr>
            <a:xfrm rot="3607965">
              <a:off x="1295383" y="1271388"/>
              <a:ext cx="816002" cy="66937"/>
            </a:xfrm>
            <a:prstGeom prst="ellipse">
              <a:avLst/>
            </a:prstGeom>
            <a:gradFill>
              <a:gsLst>
                <a:gs pos="0">
                  <a:srgbClr val="0D0000">
                    <a:alpha val="32968"/>
                  </a:srgbClr>
                </a:gs>
                <a:gs pos="14286">
                  <a:srgbClr val="0D0000">
                    <a:alpha val="30764"/>
                  </a:srgbClr>
                </a:gs>
                <a:gs pos="28571">
                  <a:srgbClr val="0D0000">
                    <a:alpha val="24833"/>
                  </a:srgbClr>
                </a:gs>
                <a:gs pos="42857">
                  <a:srgbClr val="0D0000">
                    <a:alpha val="17075"/>
                  </a:srgbClr>
                </a:gs>
                <a:gs pos="57143">
                  <a:srgbClr val="0D0000">
                    <a:alpha val="9855"/>
                  </a:srgbClr>
                </a:gs>
                <a:gs pos="71429">
                  <a:srgbClr val="0D0000">
                    <a:alpha val="4740"/>
                  </a:srgbClr>
                </a:gs>
                <a:gs pos="85714">
                  <a:srgbClr val="0D0000">
                    <a:alpha val="1902"/>
                  </a:srgbClr>
                </a:gs>
                <a:gs pos="100000">
                  <a:srgbClr val="0D0000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637" name="Splat 637"/>
            <p:cNvSpPr>
              <a:spLocks noGrp="1"/>
            </p:cNvSpPr>
            <p:nvPr/>
          </p:nvSpPr>
          <p:spPr>
            <a:xfrm rot="8884297">
              <a:off x="2458156" y="3120056"/>
              <a:ext cx="374289" cy="152373"/>
            </a:xfrm>
            <a:prstGeom prst="ellipse">
              <a:avLst/>
            </a:prstGeom>
            <a:gradFill>
              <a:gsLst>
                <a:gs pos="0">
                  <a:srgbClr val="560000">
                    <a:alpha val="32968"/>
                  </a:srgbClr>
                </a:gs>
                <a:gs pos="14286">
                  <a:srgbClr val="560000">
                    <a:alpha val="30764"/>
                  </a:srgbClr>
                </a:gs>
                <a:gs pos="28571">
                  <a:srgbClr val="560000">
                    <a:alpha val="24833"/>
                  </a:srgbClr>
                </a:gs>
                <a:gs pos="42857">
                  <a:srgbClr val="560000">
                    <a:alpha val="17075"/>
                  </a:srgbClr>
                </a:gs>
                <a:gs pos="57143">
                  <a:srgbClr val="560000">
                    <a:alpha val="9855"/>
                  </a:srgbClr>
                </a:gs>
                <a:gs pos="71429">
                  <a:srgbClr val="560000">
                    <a:alpha val="4740"/>
                  </a:srgbClr>
                </a:gs>
                <a:gs pos="85714">
                  <a:srgbClr val="560000">
                    <a:alpha val="1902"/>
                  </a:srgbClr>
                </a:gs>
                <a:gs pos="100000">
                  <a:srgbClr val="560000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638" name="Splat 638"/>
            <p:cNvSpPr>
              <a:spLocks noGrp="1"/>
            </p:cNvSpPr>
            <p:nvPr/>
          </p:nvSpPr>
          <p:spPr>
            <a:xfrm rot="3461222">
              <a:off x="1075468" y="437121"/>
              <a:ext cx="697378" cy="414983"/>
            </a:xfrm>
            <a:prstGeom prst="ellipse">
              <a:avLst/>
            </a:prstGeom>
            <a:gradFill>
              <a:gsLst>
                <a:gs pos="0">
                  <a:srgbClr val="CF9E00">
                    <a:alpha val="32968"/>
                  </a:srgbClr>
                </a:gs>
                <a:gs pos="14286">
                  <a:srgbClr val="CF9E00">
                    <a:alpha val="30764"/>
                  </a:srgbClr>
                </a:gs>
                <a:gs pos="28571">
                  <a:srgbClr val="CF9E00">
                    <a:alpha val="24833"/>
                  </a:srgbClr>
                </a:gs>
                <a:gs pos="42857">
                  <a:srgbClr val="CF9E00">
                    <a:alpha val="17075"/>
                  </a:srgbClr>
                </a:gs>
                <a:gs pos="57143">
                  <a:srgbClr val="CF9E00">
                    <a:alpha val="9855"/>
                  </a:srgbClr>
                </a:gs>
                <a:gs pos="71429">
                  <a:srgbClr val="CF9E00">
                    <a:alpha val="4740"/>
                  </a:srgbClr>
                </a:gs>
                <a:gs pos="85714">
                  <a:srgbClr val="CF9E00">
                    <a:alpha val="1902"/>
                  </a:srgbClr>
                </a:gs>
                <a:gs pos="100000">
                  <a:srgbClr val="CF9E00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639" name="Splat 639"/>
            <p:cNvSpPr>
              <a:spLocks noGrp="1"/>
            </p:cNvSpPr>
            <p:nvPr/>
          </p:nvSpPr>
          <p:spPr>
            <a:xfrm rot="5255086">
              <a:off x="2509369" y="1269978"/>
              <a:ext cx="309931" cy="142433"/>
            </a:xfrm>
            <a:prstGeom prst="ellipse">
              <a:avLst/>
            </a:prstGeom>
            <a:gradFill>
              <a:gsLst>
                <a:gs pos="0">
                  <a:srgbClr val="FFF7E6">
                    <a:alpha val="32968"/>
                  </a:srgbClr>
                </a:gs>
                <a:gs pos="14286">
                  <a:srgbClr val="FFF7E6">
                    <a:alpha val="30764"/>
                  </a:srgbClr>
                </a:gs>
                <a:gs pos="28571">
                  <a:srgbClr val="FFF7E6">
                    <a:alpha val="24833"/>
                  </a:srgbClr>
                </a:gs>
                <a:gs pos="42857">
                  <a:srgbClr val="FFF7E6">
                    <a:alpha val="17075"/>
                  </a:srgbClr>
                </a:gs>
                <a:gs pos="57143">
                  <a:srgbClr val="FFF7E6">
                    <a:alpha val="9855"/>
                  </a:srgbClr>
                </a:gs>
                <a:gs pos="71429">
                  <a:srgbClr val="FFF7E6">
                    <a:alpha val="4740"/>
                  </a:srgbClr>
                </a:gs>
                <a:gs pos="85714">
                  <a:srgbClr val="FFF7E6">
                    <a:alpha val="1902"/>
                  </a:srgbClr>
                </a:gs>
                <a:gs pos="100000">
                  <a:srgbClr val="FFF7E6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640" name="Splat 640"/>
            <p:cNvSpPr>
              <a:spLocks noGrp="1"/>
            </p:cNvSpPr>
            <p:nvPr/>
          </p:nvSpPr>
          <p:spPr>
            <a:xfrm rot="10513859">
              <a:off x="756637" y="2738641"/>
              <a:ext cx="467415" cy="35231"/>
            </a:xfrm>
            <a:prstGeom prst="ellipse">
              <a:avLst/>
            </a:prstGeom>
            <a:gradFill>
              <a:gsLst>
                <a:gs pos="0">
                  <a:srgbClr val="000000">
                    <a:alpha val="32968"/>
                  </a:srgbClr>
                </a:gs>
                <a:gs pos="14286">
                  <a:srgbClr val="000000">
                    <a:alpha val="30764"/>
                  </a:srgbClr>
                </a:gs>
                <a:gs pos="28571">
                  <a:srgbClr val="000000">
                    <a:alpha val="24833"/>
                  </a:srgbClr>
                </a:gs>
                <a:gs pos="42857">
                  <a:srgbClr val="000000">
                    <a:alpha val="17075"/>
                  </a:srgbClr>
                </a:gs>
                <a:gs pos="57143">
                  <a:srgbClr val="000000">
                    <a:alpha val="9855"/>
                  </a:srgbClr>
                </a:gs>
                <a:gs pos="71429">
                  <a:srgbClr val="000000">
                    <a:alpha val="4740"/>
                  </a:srgbClr>
                </a:gs>
                <a:gs pos="85714">
                  <a:srgbClr val="000000">
                    <a:alpha val="1902"/>
                  </a:srgbClr>
                </a:gs>
                <a:gs pos="100000">
                  <a:srgbClr val="000000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641" name="Splat 641"/>
            <p:cNvSpPr>
              <a:spLocks noGrp="1"/>
            </p:cNvSpPr>
            <p:nvPr/>
          </p:nvSpPr>
          <p:spPr>
            <a:xfrm rot="4513513">
              <a:off x="2567513" y="1452935"/>
              <a:ext cx="324029" cy="62279"/>
            </a:xfrm>
            <a:prstGeom prst="ellipse">
              <a:avLst/>
            </a:prstGeom>
            <a:gradFill>
              <a:gsLst>
                <a:gs pos="0">
                  <a:srgbClr val="000000">
                    <a:alpha val="32968"/>
                  </a:srgbClr>
                </a:gs>
                <a:gs pos="14286">
                  <a:srgbClr val="000000">
                    <a:alpha val="30764"/>
                  </a:srgbClr>
                </a:gs>
                <a:gs pos="28571">
                  <a:srgbClr val="000000">
                    <a:alpha val="24833"/>
                  </a:srgbClr>
                </a:gs>
                <a:gs pos="42857">
                  <a:srgbClr val="000000">
                    <a:alpha val="17075"/>
                  </a:srgbClr>
                </a:gs>
                <a:gs pos="57143">
                  <a:srgbClr val="000000">
                    <a:alpha val="9855"/>
                  </a:srgbClr>
                </a:gs>
                <a:gs pos="71429">
                  <a:srgbClr val="000000">
                    <a:alpha val="4740"/>
                  </a:srgbClr>
                </a:gs>
                <a:gs pos="85714">
                  <a:srgbClr val="000000">
                    <a:alpha val="1902"/>
                  </a:srgbClr>
                </a:gs>
                <a:gs pos="100000">
                  <a:srgbClr val="000000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642" name="Splat 642"/>
            <p:cNvSpPr>
              <a:spLocks noGrp="1"/>
            </p:cNvSpPr>
            <p:nvPr/>
          </p:nvSpPr>
          <p:spPr>
            <a:xfrm rot="10063727">
              <a:off x="2739281" y="528287"/>
              <a:ext cx="349017" cy="60110"/>
            </a:xfrm>
            <a:prstGeom prst="ellipse">
              <a:avLst/>
            </a:prstGeom>
            <a:gradFill>
              <a:gsLst>
                <a:gs pos="0">
                  <a:srgbClr val="2A0000">
                    <a:alpha val="32968"/>
                  </a:srgbClr>
                </a:gs>
                <a:gs pos="14286">
                  <a:srgbClr val="2A0000">
                    <a:alpha val="30764"/>
                  </a:srgbClr>
                </a:gs>
                <a:gs pos="28571">
                  <a:srgbClr val="2A0000">
                    <a:alpha val="24833"/>
                  </a:srgbClr>
                </a:gs>
                <a:gs pos="42857">
                  <a:srgbClr val="2A0000">
                    <a:alpha val="17075"/>
                  </a:srgbClr>
                </a:gs>
                <a:gs pos="57143">
                  <a:srgbClr val="2A0000">
                    <a:alpha val="9855"/>
                  </a:srgbClr>
                </a:gs>
                <a:gs pos="71429">
                  <a:srgbClr val="2A0000">
                    <a:alpha val="4740"/>
                  </a:srgbClr>
                </a:gs>
                <a:gs pos="85714">
                  <a:srgbClr val="2A0000">
                    <a:alpha val="1902"/>
                  </a:srgbClr>
                </a:gs>
                <a:gs pos="100000">
                  <a:srgbClr val="2A0000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643" name="Splat 643"/>
            <p:cNvSpPr>
              <a:spLocks noGrp="1"/>
            </p:cNvSpPr>
            <p:nvPr/>
          </p:nvSpPr>
          <p:spPr>
            <a:xfrm rot="4634168">
              <a:off x="1022885" y="2718113"/>
              <a:ext cx="332242" cy="207878"/>
            </a:xfrm>
            <a:prstGeom prst="ellipse">
              <a:avLst/>
            </a:prstGeom>
            <a:gradFill>
              <a:gsLst>
                <a:gs pos="0">
                  <a:srgbClr val="EEFFFF">
                    <a:alpha val="24380"/>
                  </a:srgbClr>
                </a:gs>
                <a:gs pos="14286">
                  <a:srgbClr val="EEFFFF">
                    <a:alpha val="22651"/>
                  </a:srgbClr>
                </a:gs>
                <a:gs pos="28571">
                  <a:srgbClr val="EEFFFF">
                    <a:alpha val="18080"/>
                  </a:srgbClr>
                </a:gs>
                <a:gs pos="42857">
                  <a:srgbClr val="EEFFFF">
                    <a:alpha val="12261"/>
                  </a:srgbClr>
                </a:gs>
                <a:gs pos="57143">
                  <a:srgbClr val="EEFFFF">
                    <a:alpha val="6992"/>
                  </a:srgbClr>
                </a:gs>
                <a:gs pos="71429">
                  <a:srgbClr val="EEFFFF">
                    <a:alpha val="3336"/>
                  </a:srgbClr>
                </a:gs>
                <a:gs pos="85714">
                  <a:srgbClr val="EEFFFF">
                    <a:alpha val="1333"/>
                  </a:srgbClr>
                </a:gs>
                <a:gs pos="100000">
                  <a:srgbClr val="EEFFFF">
                    <a:alpha val="447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644" name="Splat 644"/>
            <p:cNvSpPr>
              <a:spLocks noGrp="1"/>
            </p:cNvSpPr>
            <p:nvPr/>
          </p:nvSpPr>
          <p:spPr>
            <a:xfrm rot="8866269">
              <a:off x="2879899" y="3334375"/>
              <a:ext cx="485701" cy="265631"/>
            </a:xfrm>
            <a:prstGeom prst="ellipse">
              <a:avLst/>
            </a:prstGeom>
            <a:gradFill>
              <a:gsLst>
                <a:gs pos="0">
                  <a:srgbClr val="009100">
                    <a:alpha val="4141"/>
                  </a:srgbClr>
                </a:gs>
                <a:gs pos="14286">
                  <a:srgbClr val="009100">
                    <a:alpha val="3812"/>
                  </a:srgbClr>
                </a:gs>
                <a:gs pos="28571">
                  <a:srgbClr val="009100">
                    <a:alpha val="2973"/>
                  </a:srgbClr>
                </a:gs>
                <a:gs pos="42857">
                  <a:srgbClr val="009100">
                    <a:alpha val="1960"/>
                  </a:srgbClr>
                </a:gs>
                <a:gs pos="57143">
                  <a:srgbClr val="009100">
                    <a:alpha val="1091"/>
                  </a:srgbClr>
                </a:gs>
                <a:gs pos="71429">
                  <a:srgbClr val="009100">
                    <a:alpha val="512"/>
                  </a:srgbClr>
                </a:gs>
                <a:gs pos="85714">
                  <a:srgbClr val="009100">
                    <a:alpha val="203"/>
                  </a:srgbClr>
                </a:gs>
                <a:gs pos="100000">
                  <a:srgbClr val="009100">
                    <a:alpha val="68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645" name="Splat 645"/>
            <p:cNvSpPr>
              <a:spLocks noGrp="1"/>
            </p:cNvSpPr>
            <p:nvPr/>
          </p:nvSpPr>
          <p:spPr>
            <a:xfrm rot="3948027">
              <a:off x="2329092" y="2313137"/>
              <a:ext cx="394840" cy="312677"/>
            </a:xfrm>
            <a:prstGeom prst="ellipse">
              <a:avLst/>
            </a:prstGeom>
            <a:gradFill>
              <a:gsLst>
                <a:gs pos="0">
                  <a:srgbClr val="F6B700">
                    <a:alpha val="32968"/>
                  </a:srgbClr>
                </a:gs>
                <a:gs pos="14286">
                  <a:srgbClr val="F6B700">
                    <a:alpha val="30764"/>
                  </a:srgbClr>
                </a:gs>
                <a:gs pos="28571">
                  <a:srgbClr val="F6B700">
                    <a:alpha val="24833"/>
                  </a:srgbClr>
                </a:gs>
                <a:gs pos="42857">
                  <a:srgbClr val="F6B700">
                    <a:alpha val="17075"/>
                  </a:srgbClr>
                </a:gs>
                <a:gs pos="57143">
                  <a:srgbClr val="F6B700">
                    <a:alpha val="9855"/>
                  </a:srgbClr>
                </a:gs>
                <a:gs pos="71429">
                  <a:srgbClr val="F6B700">
                    <a:alpha val="4740"/>
                  </a:srgbClr>
                </a:gs>
                <a:gs pos="85714">
                  <a:srgbClr val="F6B700">
                    <a:alpha val="1902"/>
                  </a:srgbClr>
                </a:gs>
                <a:gs pos="100000">
                  <a:srgbClr val="F6B700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646" name="Splat 646"/>
            <p:cNvSpPr>
              <a:spLocks noGrp="1"/>
            </p:cNvSpPr>
            <p:nvPr/>
          </p:nvSpPr>
          <p:spPr>
            <a:xfrm rot="-9329696">
              <a:off x="1246500" y="1677377"/>
              <a:ext cx="493088" cy="421964"/>
            </a:xfrm>
            <a:prstGeom prst="ellipse">
              <a:avLst/>
            </a:prstGeom>
            <a:gradFill>
              <a:gsLst>
                <a:gs pos="0">
                  <a:srgbClr val="E3FFD0">
                    <a:alpha val="7193"/>
                  </a:srgbClr>
                </a:gs>
                <a:gs pos="14286">
                  <a:srgbClr val="E3FFD0">
                    <a:alpha val="6631"/>
                  </a:srgbClr>
                </a:gs>
                <a:gs pos="28571">
                  <a:srgbClr val="E3FFD0">
                    <a:alpha val="5188"/>
                  </a:srgbClr>
                </a:gs>
                <a:gs pos="42857">
                  <a:srgbClr val="E3FFD0">
                    <a:alpha val="3434"/>
                  </a:srgbClr>
                </a:gs>
                <a:gs pos="57143">
                  <a:srgbClr val="E3FFD0">
                    <a:alpha val="1918"/>
                  </a:srgbClr>
                </a:gs>
                <a:gs pos="71429">
                  <a:srgbClr val="E3FFD0">
                    <a:alpha val="902"/>
                  </a:srgbClr>
                </a:gs>
                <a:gs pos="85714">
                  <a:srgbClr val="E3FFD0">
                    <a:alpha val="358"/>
                  </a:srgbClr>
                </a:gs>
                <a:gs pos="100000">
                  <a:srgbClr val="E3FFD0">
                    <a:alpha val="120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647" name="Splat 647"/>
            <p:cNvSpPr>
              <a:spLocks noGrp="1"/>
            </p:cNvSpPr>
            <p:nvPr/>
          </p:nvSpPr>
          <p:spPr>
            <a:xfrm rot="-10030932">
              <a:off x="1479689" y="2029525"/>
              <a:ext cx="506281" cy="84825"/>
            </a:xfrm>
            <a:prstGeom prst="ellipse">
              <a:avLst/>
            </a:prstGeom>
            <a:gradFill>
              <a:gsLst>
                <a:gs pos="0">
                  <a:srgbClr val="00277E">
                    <a:alpha val="32968"/>
                  </a:srgbClr>
                </a:gs>
                <a:gs pos="14286">
                  <a:srgbClr val="00277E">
                    <a:alpha val="30764"/>
                  </a:srgbClr>
                </a:gs>
                <a:gs pos="28571">
                  <a:srgbClr val="00277E">
                    <a:alpha val="24833"/>
                  </a:srgbClr>
                </a:gs>
                <a:gs pos="42857">
                  <a:srgbClr val="00277E">
                    <a:alpha val="17075"/>
                  </a:srgbClr>
                </a:gs>
                <a:gs pos="57143">
                  <a:srgbClr val="00277E">
                    <a:alpha val="9855"/>
                  </a:srgbClr>
                </a:gs>
                <a:gs pos="71429">
                  <a:srgbClr val="00277E">
                    <a:alpha val="4740"/>
                  </a:srgbClr>
                </a:gs>
                <a:gs pos="85714">
                  <a:srgbClr val="00277E">
                    <a:alpha val="1902"/>
                  </a:srgbClr>
                </a:gs>
                <a:gs pos="100000">
                  <a:srgbClr val="00277E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648" name="Splat 648"/>
            <p:cNvSpPr>
              <a:spLocks noGrp="1"/>
            </p:cNvSpPr>
            <p:nvPr/>
          </p:nvSpPr>
          <p:spPr>
            <a:xfrm rot="5329630">
              <a:off x="681224" y="1264196"/>
              <a:ext cx="751987" cy="59572"/>
            </a:xfrm>
            <a:prstGeom prst="ellipse">
              <a:avLst/>
            </a:prstGeom>
            <a:gradFill>
              <a:gsLst>
                <a:gs pos="0">
                  <a:srgbClr val="00001B">
                    <a:alpha val="32968"/>
                  </a:srgbClr>
                </a:gs>
                <a:gs pos="14286">
                  <a:srgbClr val="00001B">
                    <a:alpha val="30764"/>
                  </a:srgbClr>
                </a:gs>
                <a:gs pos="28571">
                  <a:srgbClr val="00001B">
                    <a:alpha val="24833"/>
                  </a:srgbClr>
                </a:gs>
                <a:gs pos="42857">
                  <a:srgbClr val="00001B">
                    <a:alpha val="17075"/>
                  </a:srgbClr>
                </a:gs>
                <a:gs pos="57143">
                  <a:srgbClr val="00001B">
                    <a:alpha val="9855"/>
                  </a:srgbClr>
                </a:gs>
                <a:gs pos="71429">
                  <a:srgbClr val="00001B">
                    <a:alpha val="4740"/>
                  </a:srgbClr>
                </a:gs>
                <a:gs pos="85714">
                  <a:srgbClr val="00001B">
                    <a:alpha val="1902"/>
                  </a:srgbClr>
                </a:gs>
                <a:gs pos="100000">
                  <a:srgbClr val="00001B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649" name="Splat 649"/>
            <p:cNvSpPr>
              <a:spLocks noGrp="1"/>
            </p:cNvSpPr>
            <p:nvPr/>
          </p:nvSpPr>
          <p:spPr>
            <a:xfrm rot="8945178">
              <a:off x="1337956" y="1573095"/>
              <a:ext cx="418092" cy="376111"/>
            </a:xfrm>
            <a:prstGeom prst="ellipse">
              <a:avLst/>
            </a:prstGeom>
            <a:gradFill>
              <a:gsLst>
                <a:gs pos="0">
                  <a:srgbClr val="DDAD00">
                    <a:alpha val="17480"/>
                  </a:srgbClr>
                </a:gs>
                <a:gs pos="14286">
                  <a:srgbClr val="DDAD00">
                    <a:alpha val="16187"/>
                  </a:srgbClr>
                </a:gs>
                <a:gs pos="28571">
                  <a:srgbClr val="DDAD00">
                    <a:alpha val="12812"/>
                  </a:srgbClr>
                </a:gs>
                <a:gs pos="42857">
                  <a:srgbClr val="DDAD00">
                    <a:alpha val="8601"/>
                  </a:srgbClr>
                </a:gs>
                <a:gs pos="57143">
                  <a:srgbClr val="DDAD00">
                    <a:alpha val="4861"/>
                  </a:srgbClr>
                </a:gs>
                <a:gs pos="71429">
                  <a:srgbClr val="DDAD00">
                    <a:alpha val="2306"/>
                  </a:srgbClr>
                </a:gs>
                <a:gs pos="85714">
                  <a:srgbClr val="DDAD00">
                    <a:alpha val="918"/>
                  </a:srgbClr>
                </a:gs>
                <a:gs pos="100000">
                  <a:srgbClr val="DDAD00">
                    <a:alpha val="308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650" name="Splat 650"/>
            <p:cNvSpPr>
              <a:spLocks noGrp="1"/>
            </p:cNvSpPr>
            <p:nvPr/>
          </p:nvSpPr>
          <p:spPr>
            <a:xfrm rot="-9328014">
              <a:off x="674095" y="1611806"/>
              <a:ext cx="704924" cy="114662"/>
            </a:xfrm>
            <a:prstGeom prst="ellipse">
              <a:avLst/>
            </a:prstGeom>
            <a:gradFill>
              <a:gsLst>
                <a:gs pos="0">
                  <a:srgbClr val="600000">
                    <a:alpha val="32968"/>
                  </a:srgbClr>
                </a:gs>
                <a:gs pos="14286">
                  <a:srgbClr val="600000">
                    <a:alpha val="30764"/>
                  </a:srgbClr>
                </a:gs>
                <a:gs pos="28571">
                  <a:srgbClr val="600000">
                    <a:alpha val="24833"/>
                  </a:srgbClr>
                </a:gs>
                <a:gs pos="42857">
                  <a:srgbClr val="600000">
                    <a:alpha val="17075"/>
                  </a:srgbClr>
                </a:gs>
                <a:gs pos="57143">
                  <a:srgbClr val="600000">
                    <a:alpha val="9855"/>
                  </a:srgbClr>
                </a:gs>
                <a:gs pos="71429">
                  <a:srgbClr val="600000">
                    <a:alpha val="4740"/>
                  </a:srgbClr>
                </a:gs>
                <a:gs pos="85714">
                  <a:srgbClr val="600000">
                    <a:alpha val="1902"/>
                  </a:srgbClr>
                </a:gs>
                <a:gs pos="100000">
                  <a:srgbClr val="600000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651" name="Splat 651"/>
            <p:cNvSpPr>
              <a:spLocks noGrp="1"/>
            </p:cNvSpPr>
            <p:nvPr/>
          </p:nvSpPr>
          <p:spPr>
            <a:xfrm rot="2807507">
              <a:off x="-216487" y="1985501"/>
              <a:ext cx="541472" cy="64541"/>
            </a:xfrm>
            <a:prstGeom prst="ellipse">
              <a:avLst/>
            </a:prstGeom>
            <a:gradFill>
              <a:gsLst>
                <a:gs pos="0">
                  <a:srgbClr val="FFFFFC">
                    <a:alpha val="32968"/>
                  </a:srgbClr>
                </a:gs>
                <a:gs pos="14286">
                  <a:srgbClr val="FFFFFC">
                    <a:alpha val="30764"/>
                  </a:srgbClr>
                </a:gs>
                <a:gs pos="28571">
                  <a:srgbClr val="FFFFFC">
                    <a:alpha val="24833"/>
                  </a:srgbClr>
                </a:gs>
                <a:gs pos="42857">
                  <a:srgbClr val="FFFFFC">
                    <a:alpha val="17075"/>
                  </a:srgbClr>
                </a:gs>
                <a:gs pos="57143">
                  <a:srgbClr val="FFFFFC">
                    <a:alpha val="9855"/>
                  </a:srgbClr>
                </a:gs>
                <a:gs pos="71429">
                  <a:srgbClr val="FFFFFC">
                    <a:alpha val="4740"/>
                  </a:srgbClr>
                </a:gs>
                <a:gs pos="85714">
                  <a:srgbClr val="FFFFFC">
                    <a:alpha val="1902"/>
                  </a:srgbClr>
                </a:gs>
                <a:gs pos="100000">
                  <a:srgbClr val="FFFFFC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652" name="Splat 652"/>
            <p:cNvSpPr>
              <a:spLocks noGrp="1"/>
            </p:cNvSpPr>
            <p:nvPr/>
          </p:nvSpPr>
          <p:spPr>
            <a:xfrm rot="6198865">
              <a:off x="495115" y="2903079"/>
              <a:ext cx="465211" cy="205448"/>
            </a:xfrm>
            <a:prstGeom prst="ellipse">
              <a:avLst/>
            </a:prstGeom>
            <a:gradFill>
              <a:gsLst>
                <a:gs pos="0">
                  <a:srgbClr val="FFFFEE">
                    <a:alpha val="32968"/>
                  </a:srgbClr>
                </a:gs>
                <a:gs pos="14286">
                  <a:srgbClr val="FFFFEE">
                    <a:alpha val="30764"/>
                  </a:srgbClr>
                </a:gs>
                <a:gs pos="28571">
                  <a:srgbClr val="FFFFEE">
                    <a:alpha val="24833"/>
                  </a:srgbClr>
                </a:gs>
                <a:gs pos="42857">
                  <a:srgbClr val="FFFFEE">
                    <a:alpha val="17075"/>
                  </a:srgbClr>
                </a:gs>
                <a:gs pos="57143">
                  <a:srgbClr val="FFFFEE">
                    <a:alpha val="9855"/>
                  </a:srgbClr>
                </a:gs>
                <a:gs pos="71429">
                  <a:srgbClr val="FFFFEE">
                    <a:alpha val="4740"/>
                  </a:srgbClr>
                </a:gs>
                <a:gs pos="85714">
                  <a:srgbClr val="FFFFEE">
                    <a:alpha val="1902"/>
                  </a:srgbClr>
                </a:gs>
                <a:gs pos="100000">
                  <a:srgbClr val="FFFFEE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653" name="Splat 653"/>
            <p:cNvSpPr>
              <a:spLocks noGrp="1"/>
            </p:cNvSpPr>
            <p:nvPr/>
          </p:nvSpPr>
          <p:spPr>
            <a:xfrm rot="7640551">
              <a:off x="3021126" y="2284807"/>
              <a:ext cx="510226" cy="382996"/>
            </a:xfrm>
            <a:prstGeom prst="ellipse">
              <a:avLst/>
            </a:prstGeom>
            <a:gradFill>
              <a:gsLst>
                <a:gs pos="0">
                  <a:srgbClr val="FDFFF7">
                    <a:alpha val="32883"/>
                  </a:srgbClr>
                </a:gs>
                <a:gs pos="14286">
                  <a:srgbClr val="FDFFF7">
                    <a:alpha val="30683"/>
                  </a:srgbClr>
                </a:gs>
                <a:gs pos="28571">
                  <a:srgbClr val="FDFFF7">
                    <a:alpha val="24765"/>
                  </a:srgbClr>
                </a:gs>
                <a:gs pos="42857">
                  <a:srgbClr val="FDFFF7">
                    <a:alpha val="17026"/>
                  </a:srgbClr>
                </a:gs>
                <a:gs pos="57143">
                  <a:srgbClr val="FDFFF7">
                    <a:alpha val="9825"/>
                  </a:srgbClr>
                </a:gs>
                <a:gs pos="71429">
                  <a:srgbClr val="FDFFF7">
                    <a:alpha val="4726"/>
                  </a:srgbClr>
                </a:gs>
                <a:gs pos="85714">
                  <a:srgbClr val="FDFFF7">
                    <a:alpha val="1896"/>
                  </a:srgbClr>
                </a:gs>
                <a:gs pos="100000">
                  <a:srgbClr val="FDFFF7">
                    <a:alpha val="637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654" name="Splat 654"/>
            <p:cNvSpPr>
              <a:spLocks noGrp="1"/>
            </p:cNvSpPr>
            <p:nvPr/>
          </p:nvSpPr>
          <p:spPr>
            <a:xfrm rot="9301015">
              <a:off x="1370555" y="1845553"/>
              <a:ext cx="652520" cy="92838"/>
            </a:xfrm>
            <a:prstGeom prst="ellipse">
              <a:avLst/>
            </a:prstGeom>
            <a:gradFill>
              <a:gsLst>
                <a:gs pos="0">
                  <a:srgbClr val="FBF7F2">
                    <a:alpha val="32968"/>
                  </a:srgbClr>
                </a:gs>
                <a:gs pos="14286">
                  <a:srgbClr val="FBF7F2">
                    <a:alpha val="30764"/>
                  </a:srgbClr>
                </a:gs>
                <a:gs pos="28571">
                  <a:srgbClr val="FBF7F2">
                    <a:alpha val="24833"/>
                  </a:srgbClr>
                </a:gs>
                <a:gs pos="42857">
                  <a:srgbClr val="FBF7F2">
                    <a:alpha val="17075"/>
                  </a:srgbClr>
                </a:gs>
                <a:gs pos="57143">
                  <a:srgbClr val="FBF7F2">
                    <a:alpha val="9855"/>
                  </a:srgbClr>
                </a:gs>
                <a:gs pos="71429">
                  <a:srgbClr val="FBF7F2">
                    <a:alpha val="4740"/>
                  </a:srgbClr>
                </a:gs>
                <a:gs pos="85714">
                  <a:srgbClr val="FBF7F2">
                    <a:alpha val="1902"/>
                  </a:srgbClr>
                </a:gs>
                <a:gs pos="100000">
                  <a:srgbClr val="FBF7F2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655" name="Splat 655"/>
            <p:cNvSpPr>
              <a:spLocks noGrp="1"/>
            </p:cNvSpPr>
            <p:nvPr/>
          </p:nvSpPr>
          <p:spPr>
            <a:xfrm rot="3083525">
              <a:off x="1255098" y="337013"/>
              <a:ext cx="676343" cy="62863"/>
            </a:xfrm>
            <a:prstGeom prst="ellipse">
              <a:avLst/>
            </a:prstGeom>
            <a:gradFill>
              <a:gsLst>
                <a:gs pos="0">
                  <a:srgbClr val="FCFEFF">
                    <a:alpha val="32968"/>
                  </a:srgbClr>
                </a:gs>
                <a:gs pos="14286">
                  <a:srgbClr val="FCFEFF">
                    <a:alpha val="30764"/>
                  </a:srgbClr>
                </a:gs>
                <a:gs pos="28571">
                  <a:srgbClr val="FCFEFF">
                    <a:alpha val="24833"/>
                  </a:srgbClr>
                </a:gs>
                <a:gs pos="42857">
                  <a:srgbClr val="FCFEFF">
                    <a:alpha val="17075"/>
                  </a:srgbClr>
                </a:gs>
                <a:gs pos="57143">
                  <a:srgbClr val="FCFEFF">
                    <a:alpha val="9855"/>
                  </a:srgbClr>
                </a:gs>
                <a:gs pos="71429">
                  <a:srgbClr val="FCFEFF">
                    <a:alpha val="4740"/>
                  </a:srgbClr>
                </a:gs>
                <a:gs pos="85714">
                  <a:srgbClr val="FCFEFF">
                    <a:alpha val="1902"/>
                  </a:srgbClr>
                </a:gs>
                <a:gs pos="100000">
                  <a:srgbClr val="FCFEFF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656" name="Splat 656"/>
            <p:cNvSpPr>
              <a:spLocks noGrp="1"/>
            </p:cNvSpPr>
            <p:nvPr/>
          </p:nvSpPr>
          <p:spPr>
            <a:xfrm rot="-8655027">
              <a:off x="93134" y="2228552"/>
              <a:ext cx="444156" cy="402749"/>
            </a:xfrm>
            <a:prstGeom prst="ellipse">
              <a:avLst/>
            </a:prstGeom>
            <a:gradFill>
              <a:gsLst>
                <a:gs pos="0">
                  <a:srgbClr val="FFFF00">
                    <a:alpha val="2283"/>
                  </a:srgbClr>
                </a:gs>
                <a:gs pos="14286">
                  <a:srgbClr val="FFFF00">
                    <a:alpha val="2101"/>
                  </a:srgbClr>
                </a:gs>
                <a:gs pos="28571">
                  <a:srgbClr val="FFFF00">
                    <a:alpha val="1635"/>
                  </a:srgbClr>
                </a:gs>
                <a:gs pos="42857">
                  <a:srgbClr val="FFFF00">
                    <a:alpha val="1075"/>
                  </a:srgbClr>
                </a:gs>
                <a:gs pos="57143">
                  <a:srgbClr val="FFFF00">
                    <a:alpha val="597"/>
                  </a:srgbClr>
                </a:gs>
                <a:gs pos="71429">
                  <a:srgbClr val="FFFF00">
                    <a:alpha val="280"/>
                  </a:srgbClr>
                </a:gs>
                <a:gs pos="85714">
                  <a:srgbClr val="FFFF00">
                    <a:alpha val="111"/>
                  </a:srgbClr>
                </a:gs>
                <a:gs pos="100000">
                  <a:srgbClr val="FFFF00">
                    <a:alpha val="37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657" name="Splat 657"/>
            <p:cNvSpPr>
              <a:spLocks noGrp="1"/>
            </p:cNvSpPr>
            <p:nvPr/>
          </p:nvSpPr>
          <p:spPr>
            <a:xfrm rot="4443815">
              <a:off x="2325376" y="1651338"/>
              <a:ext cx="750793" cy="49136"/>
            </a:xfrm>
            <a:prstGeom prst="ellipse">
              <a:avLst/>
            </a:prstGeom>
            <a:gradFill>
              <a:gsLst>
                <a:gs pos="0">
                  <a:srgbClr val="000000">
                    <a:alpha val="32968"/>
                  </a:srgbClr>
                </a:gs>
                <a:gs pos="14286">
                  <a:srgbClr val="000000">
                    <a:alpha val="30764"/>
                  </a:srgbClr>
                </a:gs>
                <a:gs pos="28571">
                  <a:srgbClr val="000000">
                    <a:alpha val="24833"/>
                  </a:srgbClr>
                </a:gs>
                <a:gs pos="42857">
                  <a:srgbClr val="000000">
                    <a:alpha val="17075"/>
                  </a:srgbClr>
                </a:gs>
                <a:gs pos="57143">
                  <a:srgbClr val="000000">
                    <a:alpha val="9855"/>
                  </a:srgbClr>
                </a:gs>
                <a:gs pos="71429">
                  <a:srgbClr val="000000">
                    <a:alpha val="4740"/>
                  </a:srgbClr>
                </a:gs>
                <a:gs pos="85714">
                  <a:srgbClr val="000000">
                    <a:alpha val="1902"/>
                  </a:srgbClr>
                </a:gs>
                <a:gs pos="100000">
                  <a:srgbClr val="000000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658" name="Splat 658"/>
            <p:cNvSpPr>
              <a:spLocks noGrp="1"/>
            </p:cNvSpPr>
            <p:nvPr/>
          </p:nvSpPr>
          <p:spPr>
            <a:xfrm rot="5923535">
              <a:off x="3212889" y="491764"/>
              <a:ext cx="635341" cy="160660"/>
            </a:xfrm>
            <a:prstGeom prst="ellipse">
              <a:avLst/>
            </a:prstGeom>
            <a:gradFill>
              <a:gsLst>
                <a:gs pos="0">
                  <a:srgbClr val="FDFFE8">
                    <a:alpha val="32968"/>
                  </a:srgbClr>
                </a:gs>
                <a:gs pos="14286">
                  <a:srgbClr val="FDFFE8">
                    <a:alpha val="30764"/>
                  </a:srgbClr>
                </a:gs>
                <a:gs pos="28571">
                  <a:srgbClr val="FDFFE8">
                    <a:alpha val="24833"/>
                  </a:srgbClr>
                </a:gs>
                <a:gs pos="42857">
                  <a:srgbClr val="FDFFE8">
                    <a:alpha val="17075"/>
                  </a:srgbClr>
                </a:gs>
                <a:gs pos="57143">
                  <a:srgbClr val="FDFFE8">
                    <a:alpha val="9855"/>
                  </a:srgbClr>
                </a:gs>
                <a:gs pos="71429">
                  <a:srgbClr val="FDFFE8">
                    <a:alpha val="4740"/>
                  </a:srgbClr>
                </a:gs>
                <a:gs pos="85714">
                  <a:srgbClr val="FDFFE8">
                    <a:alpha val="1902"/>
                  </a:srgbClr>
                </a:gs>
                <a:gs pos="100000">
                  <a:srgbClr val="FDFFE8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659" name="Splat 659"/>
            <p:cNvSpPr>
              <a:spLocks noGrp="1"/>
            </p:cNvSpPr>
            <p:nvPr/>
          </p:nvSpPr>
          <p:spPr>
            <a:xfrm rot="3345075">
              <a:off x="1098083" y="113914"/>
              <a:ext cx="664301" cy="416366"/>
            </a:xfrm>
            <a:prstGeom prst="ellipse">
              <a:avLst/>
            </a:prstGeom>
            <a:gradFill>
              <a:gsLst>
                <a:gs pos="0">
                  <a:srgbClr val="000000">
                    <a:alpha val="32968"/>
                  </a:srgbClr>
                </a:gs>
                <a:gs pos="14286">
                  <a:srgbClr val="000000">
                    <a:alpha val="30764"/>
                  </a:srgbClr>
                </a:gs>
                <a:gs pos="28571">
                  <a:srgbClr val="000000">
                    <a:alpha val="24833"/>
                  </a:srgbClr>
                </a:gs>
                <a:gs pos="42857">
                  <a:srgbClr val="000000">
                    <a:alpha val="17075"/>
                  </a:srgbClr>
                </a:gs>
                <a:gs pos="57143">
                  <a:srgbClr val="000000">
                    <a:alpha val="9855"/>
                  </a:srgbClr>
                </a:gs>
                <a:gs pos="71429">
                  <a:srgbClr val="000000">
                    <a:alpha val="4740"/>
                  </a:srgbClr>
                </a:gs>
                <a:gs pos="85714">
                  <a:srgbClr val="000000">
                    <a:alpha val="1902"/>
                  </a:srgbClr>
                </a:gs>
                <a:gs pos="100000">
                  <a:srgbClr val="000000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660" name="Splat 660"/>
            <p:cNvSpPr>
              <a:spLocks noGrp="1"/>
            </p:cNvSpPr>
            <p:nvPr/>
          </p:nvSpPr>
          <p:spPr>
            <a:xfrm rot="8473667">
              <a:off x="3123406" y="1103512"/>
              <a:ext cx="355706" cy="89327"/>
            </a:xfrm>
            <a:prstGeom prst="ellipse">
              <a:avLst/>
            </a:prstGeom>
            <a:gradFill>
              <a:gsLst>
                <a:gs pos="0">
                  <a:srgbClr val="E1F1FF">
                    <a:alpha val="32968"/>
                  </a:srgbClr>
                </a:gs>
                <a:gs pos="14286">
                  <a:srgbClr val="E1F1FF">
                    <a:alpha val="30764"/>
                  </a:srgbClr>
                </a:gs>
                <a:gs pos="28571">
                  <a:srgbClr val="E1F1FF">
                    <a:alpha val="24833"/>
                  </a:srgbClr>
                </a:gs>
                <a:gs pos="42857">
                  <a:srgbClr val="E1F1FF">
                    <a:alpha val="17075"/>
                  </a:srgbClr>
                </a:gs>
                <a:gs pos="57143">
                  <a:srgbClr val="E1F1FF">
                    <a:alpha val="9855"/>
                  </a:srgbClr>
                </a:gs>
                <a:gs pos="71429">
                  <a:srgbClr val="E1F1FF">
                    <a:alpha val="4740"/>
                  </a:srgbClr>
                </a:gs>
                <a:gs pos="85714">
                  <a:srgbClr val="E1F1FF">
                    <a:alpha val="1902"/>
                  </a:srgbClr>
                </a:gs>
                <a:gs pos="100000">
                  <a:srgbClr val="E1F1FF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661" name="Splat 661"/>
            <p:cNvSpPr>
              <a:spLocks noGrp="1"/>
            </p:cNvSpPr>
            <p:nvPr/>
          </p:nvSpPr>
          <p:spPr>
            <a:xfrm rot="4705035">
              <a:off x="1973678" y="453125"/>
              <a:ext cx="473742" cy="125825"/>
            </a:xfrm>
            <a:prstGeom prst="ellipse">
              <a:avLst/>
            </a:prstGeom>
            <a:gradFill>
              <a:gsLst>
                <a:gs pos="0">
                  <a:srgbClr val="F6FBFF">
                    <a:alpha val="32968"/>
                  </a:srgbClr>
                </a:gs>
                <a:gs pos="14286">
                  <a:srgbClr val="F6FBFF">
                    <a:alpha val="30764"/>
                  </a:srgbClr>
                </a:gs>
                <a:gs pos="28571">
                  <a:srgbClr val="F6FBFF">
                    <a:alpha val="24833"/>
                  </a:srgbClr>
                </a:gs>
                <a:gs pos="42857">
                  <a:srgbClr val="F6FBFF">
                    <a:alpha val="17075"/>
                  </a:srgbClr>
                </a:gs>
                <a:gs pos="57143">
                  <a:srgbClr val="F6FBFF">
                    <a:alpha val="9855"/>
                  </a:srgbClr>
                </a:gs>
                <a:gs pos="71429">
                  <a:srgbClr val="F6FBFF">
                    <a:alpha val="4740"/>
                  </a:srgbClr>
                </a:gs>
                <a:gs pos="85714">
                  <a:srgbClr val="F6FBFF">
                    <a:alpha val="1902"/>
                  </a:srgbClr>
                </a:gs>
                <a:gs pos="100000">
                  <a:srgbClr val="F6FBFF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662" name="Splat 662"/>
            <p:cNvSpPr>
              <a:spLocks noGrp="1"/>
            </p:cNvSpPr>
            <p:nvPr/>
          </p:nvSpPr>
          <p:spPr>
            <a:xfrm rot="-9012785">
              <a:off x="1054658" y="143352"/>
              <a:ext cx="721003" cy="83088"/>
            </a:xfrm>
            <a:prstGeom prst="ellipse">
              <a:avLst/>
            </a:prstGeom>
            <a:gradFill>
              <a:gsLst>
                <a:gs pos="0">
                  <a:srgbClr val="000000">
                    <a:alpha val="32968"/>
                  </a:srgbClr>
                </a:gs>
                <a:gs pos="14286">
                  <a:srgbClr val="000000">
                    <a:alpha val="30764"/>
                  </a:srgbClr>
                </a:gs>
                <a:gs pos="28571">
                  <a:srgbClr val="000000">
                    <a:alpha val="24833"/>
                  </a:srgbClr>
                </a:gs>
                <a:gs pos="42857">
                  <a:srgbClr val="000000">
                    <a:alpha val="17075"/>
                  </a:srgbClr>
                </a:gs>
                <a:gs pos="57143">
                  <a:srgbClr val="000000">
                    <a:alpha val="9855"/>
                  </a:srgbClr>
                </a:gs>
                <a:gs pos="71429">
                  <a:srgbClr val="000000">
                    <a:alpha val="4740"/>
                  </a:srgbClr>
                </a:gs>
                <a:gs pos="85714">
                  <a:srgbClr val="000000">
                    <a:alpha val="1902"/>
                  </a:srgbClr>
                </a:gs>
                <a:gs pos="100000">
                  <a:srgbClr val="000000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663" name="Splat 663"/>
            <p:cNvSpPr>
              <a:spLocks noGrp="1"/>
            </p:cNvSpPr>
            <p:nvPr/>
          </p:nvSpPr>
          <p:spPr>
            <a:xfrm rot="2702712">
              <a:off x="213333" y="3275391"/>
              <a:ext cx="647161" cy="58317"/>
            </a:xfrm>
            <a:prstGeom prst="ellipse">
              <a:avLst/>
            </a:prstGeom>
            <a:gradFill>
              <a:gsLst>
                <a:gs pos="0">
                  <a:srgbClr val="280000">
                    <a:alpha val="32968"/>
                  </a:srgbClr>
                </a:gs>
                <a:gs pos="14286">
                  <a:srgbClr val="280000">
                    <a:alpha val="30764"/>
                  </a:srgbClr>
                </a:gs>
                <a:gs pos="28571">
                  <a:srgbClr val="280000">
                    <a:alpha val="24833"/>
                  </a:srgbClr>
                </a:gs>
                <a:gs pos="42857">
                  <a:srgbClr val="280000">
                    <a:alpha val="17075"/>
                  </a:srgbClr>
                </a:gs>
                <a:gs pos="57143">
                  <a:srgbClr val="280000">
                    <a:alpha val="9855"/>
                  </a:srgbClr>
                </a:gs>
                <a:gs pos="71429">
                  <a:srgbClr val="280000">
                    <a:alpha val="4740"/>
                  </a:srgbClr>
                </a:gs>
                <a:gs pos="85714">
                  <a:srgbClr val="280000">
                    <a:alpha val="1902"/>
                  </a:srgbClr>
                </a:gs>
                <a:gs pos="100000">
                  <a:srgbClr val="280000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664" name="Splat 664"/>
            <p:cNvSpPr>
              <a:spLocks noGrp="1"/>
            </p:cNvSpPr>
            <p:nvPr/>
          </p:nvSpPr>
          <p:spPr>
            <a:xfrm rot="6281284">
              <a:off x="1018674" y="3167742"/>
              <a:ext cx="468793" cy="464948"/>
            </a:xfrm>
            <a:prstGeom prst="ellipse">
              <a:avLst/>
            </a:prstGeom>
            <a:gradFill>
              <a:gsLst>
                <a:gs pos="0">
                  <a:srgbClr val="FFEB6C">
                    <a:alpha val="4990"/>
                  </a:srgbClr>
                </a:gs>
                <a:gs pos="14286">
                  <a:srgbClr val="FFEB6C">
                    <a:alpha val="4595"/>
                  </a:srgbClr>
                </a:gs>
                <a:gs pos="28571">
                  <a:srgbClr val="FFEB6C">
                    <a:alpha val="3587"/>
                  </a:srgbClr>
                </a:gs>
                <a:gs pos="42857">
                  <a:srgbClr val="FFEB6C">
                    <a:alpha val="2367"/>
                  </a:srgbClr>
                </a:gs>
                <a:gs pos="57143">
                  <a:srgbClr val="FFEB6C">
                    <a:alpha val="1319"/>
                  </a:srgbClr>
                </a:gs>
                <a:gs pos="71429">
                  <a:srgbClr val="FFEB6C">
                    <a:alpha val="619"/>
                  </a:srgbClr>
                </a:gs>
                <a:gs pos="85714">
                  <a:srgbClr val="FFEB6C">
                    <a:alpha val="245"/>
                  </a:srgbClr>
                </a:gs>
                <a:gs pos="100000">
                  <a:srgbClr val="FFEB6C">
                    <a:alpha val="82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665" name="Splat 665"/>
            <p:cNvSpPr>
              <a:spLocks noGrp="1"/>
            </p:cNvSpPr>
            <p:nvPr/>
          </p:nvSpPr>
          <p:spPr>
            <a:xfrm rot="4093528">
              <a:off x="1016835" y="1724679"/>
              <a:ext cx="549379" cy="52953"/>
            </a:xfrm>
            <a:prstGeom prst="ellipse">
              <a:avLst/>
            </a:prstGeom>
            <a:gradFill>
              <a:gsLst>
                <a:gs pos="0">
                  <a:srgbClr val="260000">
                    <a:alpha val="32968"/>
                  </a:srgbClr>
                </a:gs>
                <a:gs pos="14286">
                  <a:srgbClr val="260000">
                    <a:alpha val="30764"/>
                  </a:srgbClr>
                </a:gs>
                <a:gs pos="28571">
                  <a:srgbClr val="260000">
                    <a:alpha val="24833"/>
                  </a:srgbClr>
                </a:gs>
                <a:gs pos="42857">
                  <a:srgbClr val="260000">
                    <a:alpha val="17075"/>
                  </a:srgbClr>
                </a:gs>
                <a:gs pos="57143">
                  <a:srgbClr val="260000">
                    <a:alpha val="9855"/>
                  </a:srgbClr>
                </a:gs>
                <a:gs pos="71429">
                  <a:srgbClr val="260000">
                    <a:alpha val="4740"/>
                  </a:srgbClr>
                </a:gs>
                <a:gs pos="85714">
                  <a:srgbClr val="260000">
                    <a:alpha val="1902"/>
                  </a:srgbClr>
                </a:gs>
                <a:gs pos="100000">
                  <a:srgbClr val="260000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666" name="Splat 666"/>
            <p:cNvSpPr>
              <a:spLocks noGrp="1"/>
            </p:cNvSpPr>
            <p:nvPr/>
          </p:nvSpPr>
          <p:spPr>
            <a:xfrm rot="4326180">
              <a:off x="1758329" y="2349584"/>
              <a:ext cx="576819" cy="177589"/>
            </a:xfrm>
            <a:prstGeom prst="ellipse">
              <a:avLst/>
            </a:prstGeom>
            <a:gradFill>
              <a:gsLst>
                <a:gs pos="0">
                  <a:srgbClr val="5E0000">
                    <a:alpha val="13273"/>
                  </a:srgbClr>
                </a:gs>
                <a:gs pos="14286">
                  <a:srgbClr val="5E0000">
                    <a:alpha val="12269"/>
                  </a:srgbClr>
                </a:gs>
                <a:gs pos="28571">
                  <a:srgbClr val="5E0000">
                    <a:alpha val="9664"/>
                  </a:srgbClr>
                </a:gs>
                <a:gs pos="42857">
                  <a:srgbClr val="5E0000">
                    <a:alpha val="6449"/>
                  </a:srgbClr>
                </a:gs>
                <a:gs pos="57143">
                  <a:srgbClr val="5E0000">
                    <a:alpha val="3626"/>
                  </a:srgbClr>
                </a:gs>
                <a:gs pos="71429">
                  <a:srgbClr val="5E0000">
                    <a:alpha val="1714"/>
                  </a:srgbClr>
                </a:gs>
                <a:gs pos="85714">
                  <a:srgbClr val="5E0000">
                    <a:alpha val="681"/>
                  </a:srgbClr>
                </a:gs>
                <a:gs pos="100000">
                  <a:srgbClr val="5E0000">
                    <a:alpha val="228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667" name="Splat 667"/>
            <p:cNvSpPr>
              <a:spLocks noGrp="1"/>
            </p:cNvSpPr>
            <p:nvPr/>
          </p:nvSpPr>
          <p:spPr>
            <a:xfrm rot="5873142">
              <a:off x="825427" y="1835576"/>
              <a:ext cx="701099" cy="72286"/>
            </a:xfrm>
            <a:prstGeom prst="ellipse">
              <a:avLst/>
            </a:prstGeom>
            <a:gradFill>
              <a:gsLst>
                <a:gs pos="0">
                  <a:srgbClr val="E7E1CF">
                    <a:alpha val="32968"/>
                  </a:srgbClr>
                </a:gs>
                <a:gs pos="14286">
                  <a:srgbClr val="E7E1CF">
                    <a:alpha val="30764"/>
                  </a:srgbClr>
                </a:gs>
                <a:gs pos="28571">
                  <a:srgbClr val="E7E1CF">
                    <a:alpha val="24833"/>
                  </a:srgbClr>
                </a:gs>
                <a:gs pos="42857">
                  <a:srgbClr val="E7E1CF">
                    <a:alpha val="17075"/>
                  </a:srgbClr>
                </a:gs>
                <a:gs pos="57143">
                  <a:srgbClr val="E7E1CF">
                    <a:alpha val="9855"/>
                  </a:srgbClr>
                </a:gs>
                <a:gs pos="71429">
                  <a:srgbClr val="E7E1CF">
                    <a:alpha val="4740"/>
                  </a:srgbClr>
                </a:gs>
                <a:gs pos="85714">
                  <a:srgbClr val="E7E1CF">
                    <a:alpha val="1902"/>
                  </a:srgbClr>
                </a:gs>
                <a:gs pos="100000">
                  <a:srgbClr val="E7E1CF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668" name="Splat 668"/>
            <p:cNvSpPr>
              <a:spLocks noGrp="1"/>
            </p:cNvSpPr>
            <p:nvPr/>
          </p:nvSpPr>
          <p:spPr>
            <a:xfrm rot="9022291">
              <a:off x="1975684" y="3442778"/>
              <a:ext cx="628992" cy="128343"/>
            </a:xfrm>
            <a:prstGeom prst="ellipse">
              <a:avLst/>
            </a:prstGeom>
            <a:gradFill>
              <a:gsLst>
                <a:gs pos="0">
                  <a:srgbClr val="834800">
                    <a:alpha val="32968"/>
                  </a:srgbClr>
                </a:gs>
                <a:gs pos="14286">
                  <a:srgbClr val="834800">
                    <a:alpha val="30764"/>
                  </a:srgbClr>
                </a:gs>
                <a:gs pos="28571">
                  <a:srgbClr val="834800">
                    <a:alpha val="24833"/>
                  </a:srgbClr>
                </a:gs>
                <a:gs pos="42857">
                  <a:srgbClr val="834800">
                    <a:alpha val="17075"/>
                  </a:srgbClr>
                </a:gs>
                <a:gs pos="57143">
                  <a:srgbClr val="834800">
                    <a:alpha val="9855"/>
                  </a:srgbClr>
                </a:gs>
                <a:gs pos="71429">
                  <a:srgbClr val="834800">
                    <a:alpha val="4740"/>
                  </a:srgbClr>
                </a:gs>
                <a:gs pos="85714">
                  <a:srgbClr val="834800">
                    <a:alpha val="1902"/>
                  </a:srgbClr>
                </a:gs>
                <a:gs pos="100000">
                  <a:srgbClr val="834800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669" name="Splat 669"/>
            <p:cNvSpPr>
              <a:spLocks noGrp="1"/>
            </p:cNvSpPr>
            <p:nvPr/>
          </p:nvSpPr>
          <p:spPr>
            <a:xfrm rot="-10286683">
              <a:off x="2451147" y="268789"/>
              <a:ext cx="634232" cy="94639"/>
            </a:xfrm>
            <a:prstGeom prst="ellipse">
              <a:avLst/>
            </a:prstGeom>
            <a:gradFill>
              <a:gsLst>
                <a:gs pos="0">
                  <a:srgbClr val="760200">
                    <a:alpha val="32968"/>
                  </a:srgbClr>
                </a:gs>
                <a:gs pos="14286">
                  <a:srgbClr val="760200">
                    <a:alpha val="30764"/>
                  </a:srgbClr>
                </a:gs>
                <a:gs pos="28571">
                  <a:srgbClr val="760200">
                    <a:alpha val="24833"/>
                  </a:srgbClr>
                </a:gs>
                <a:gs pos="42857">
                  <a:srgbClr val="760200">
                    <a:alpha val="17075"/>
                  </a:srgbClr>
                </a:gs>
                <a:gs pos="57143">
                  <a:srgbClr val="760200">
                    <a:alpha val="9855"/>
                  </a:srgbClr>
                </a:gs>
                <a:gs pos="71429">
                  <a:srgbClr val="760200">
                    <a:alpha val="4740"/>
                  </a:srgbClr>
                </a:gs>
                <a:gs pos="85714">
                  <a:srgbClr val="760200">
                    <a:alpha val="1902"/>
                  </a:srgbClr>
                </a:gs>
                <a:gs pos="100000">
                  <a:srgbClr val="760200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670" name="Splat 670"/>
            <p:cNvSpPr>
              <a:spLocks noGrp="1"/>
            </p:cNvSpPr>
            <p:nvPr/>
          </p:nvSpPr>
          <p:spPr>
            <a:xfrm rot="-8629814">
              <a:off x="1225928" y="3261578"/>
              <a:ext cx="566100" cy="76043"/>
            </a:xfrm>
            <a:prstGeom prst="ellipse">
              <a:avLst/>
            </a:prstGeom>
            <a:gradFill>
              <a:gsLst>
                <a:gs pos="0">
                  <a:srgbClr val="290063">
                    <a:alpha val="29605"/>
                  </a:srgbClr>
                </a:gs>
                <a:gs pos="14286">
                  <a:srgbClr val="290063">
                    <a:alpha val="27577"/>
                  </a:srgbClr>
                </a:gs>
                <a:gs pos="28571">
                  <a:srgbClr val="290063">
                    <a:alpha val="22160"/>
                  </a:srgbClr>
                </a:gs>
                <a:gs pos="42857">
                  <a:srgbClr val="290063">
                    <a:alpha val="15153"/>
                  </a:srgbClr>
                </a:gs>
                <a:gs pos="57143">
                  <a:srgbClr val="290063">
                    <a:alpha val="8703"/>
                  </a:srgbClr>
                </a:gs>
                <a:gs pos="71429">
                  <a:srgbClr val="290063">
                    <a:alpha val="4172"/>
                  </a:srgbClr>
                </a:gs>
                <a:gs pos="85714">
                  <a:srgbClr val="290063">
                    <a:alpha val="1671"/>
                  </a:srgbClr>
                </a:gs>
                <a:gs pos="100000">
                  <a:srgbClr val="290063">
                    <a:alpha val="561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671" name="Splat 671"/>
            <p:cNvSpPr>
              <a:spLocks noGrp="1"/>
            </p:cNvSpPr>
            <p:nvPr/>
          </p:nvSpPr>
          <p:spPr>
            <a:xfrm rot="-8156207">
              <a:off x="1309717" y="86181"/>
              <a:ext cx="313400" cy="165072"/>
            </a:xfrm>
            <a:prstGeom prst="ellipse">
              <a:avLst/>
            </a:prstGeom>
            <a:gradFill>
              <a:gsLst>
                <a:gs pos="0">
                  <a:srgbClr val="FEBE00">
                    <a:alpha val="25892"/>
                  </a:srgbClr>
                </a:gs>
                <a:gs pos="14286">
                  <a:srgbClr val="FEBE00">
                    <a:alpha val="24074"/>
                  </a:srgbClr>
                </a:gs>
                <a:gs pos="28571">
                  <a:srgbClr val="FEBE00">
                    <a:alpha val="19252"/>
                  </a:srgbClr>
                </a:gs>
                <a:gs pos="42857">
                  <a:srgbClr val="FEBE00">
                    <a:alpha val="13087"/>
                  </a:srgbClr>
                </a:gs>
                <a:gs pos="57143">
                  <a:srgbClr val="FEBE00">
                    <a:alpha val="7478"/>
                  </a:srgbClr>
                </a:gs>
                <a:gs pos="71429">
                  <a:srgbClr val="FEBE00">
                    <a:alpha val="3573"/>
                  </a:srgbClr>
                </a:gs>
                <a:gs pos="85714">
                  <a:srgbClr val="FEBE00">
                    <a:alpha val="1428"/>
                  </a:srgbClr>
                </a:gs>
                <a:gs pos="100000">
                  <a:srgbClr val="FEBE00">
                    <a:alpha val="47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672" name="Splat 672"/>
            <p:cNvSpPr>
              <a:spLocks noGrp="1"/>
            </p:cNvSpPr>
            <p:nvPr/>
          </p:nvSpPr>
          <p:spPr>
            <a:xfrm rot="-9487462">
              <a:off x="2829051" y="3582970"/>
              <a:ext cx="292362" cy="100900"/>
            </a:xfrm>
            <a:prstGeom prst="ellipse">
              <a:avLst/>
            </a:prstGeom>
            <a:gradFill>
              <a:gsLst>
                <a:gs pos="0">
                  <a:srgbClr val="FFFFFD">
                    <a:alpha val="32968"/>
                  </a:srgbClr>
                </a:gs>
                <a:gs pos="14286">
                  <a:srgbClr val="FFFFFD">
                    <a:alpha val="30764"/>
                  </a:srgbClr>
                </a:gs>
                <a:gs pos="28571">
                  <a:srgbClr val="FFFFFD">
                    <a:alpha val="24833"/>
                  </a:srgbClr>
                </a:gs>
                <a:gs pos="42857">
                  <a:srgbClr val="FFFFFD">
                    <a:alpha val="17075"/>
                  </a:srgbClr>
                </a:gs>
                <a:gs pos="57143">
                  <a:srgbClr val="FFFFFD">
                    <a:alpha val="9855"/>
                  </a:srgbClr>
                </a:gs>
                <a:gs pos="71429">
                  <a:srgbClr val="FFFFFD">
                    <a:alpha val="4740"/>
                  </a:srgbClr>
                </a:gs>
                <a:gs pos="85714">
                  <a:srgbClr val="FFFFFD">
                    <a:alpha val="1902"/>
                  </a:srgbClr>
                </a:gs>
                <a:gs pos="100000">
                  <a:srgbClr val="FFFFFD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673" name="Splat 673"/>
            <p:cNvSpPr>
              <a:spLocks noGrp="1"/>
            </p:cNvSpPr>
            <p:nvPr/>
          </p:nvSpPr>
          <p:spPr>
            <a:xfrm rot="4971319">
              <a:off x="-124001" y="992203"/>
              <a:ext cx="705077" cy="77854"/>
            </a:xfrm>
            <a:prstGeom prst="ellipse">
              <a:avLst/>
            </a:prstGeom>
            <a:gradFill>
              <a:gsLst>
                <a:gs pos="0">
                  <a:srgbClr val="290000">
                    <a:alpha val="32968"/>
                  </a:srgbClr>
                </a:gs>
                <a:gs pos="14286">
                  <a:srgbClr val="290000">
                    <a:alpha val="30764"/>
                  </a:srgbClr>
                </a:gs>
                <a:gs pos="28571">
                  <a:srgbClr val="290000">
                    <a:alpha val="24833"/>
                  </a:srgbClr>
                </a:gs>
                <a:gs pos="42857">
                  <a:srgbClr val="290000">
                    <a:alpha val="17075"/>
                  </a:srgbClr>
                </a:gs>
                <a:gs pos="57143">
                  <a:srgbClr val="290000">
                    <a:alpha val="9855"/>
                  </a:srgbClr>
                </a:gs>
                <a:gs pos="71429">
                  <a:srgbClr val="290000">
                    <a:alpha val="4740"/>
                  </a:srgbClr>
                </a:gs>
                <a:gs pos="85714">
                  <a:srgbClr val="290000">
                    <a:alpha val="1902"/>
                  </a:srgbClr>
                </a:gs>
                <a:gs pos="100000">
                  <a:srgbClr val="290000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674" name="Splat 674"/>
            <p:cNvSpPr>
              <a:spLocks noGrp="1"/>
            </p:cNvSpPr>
            <p:nvPr/>
          </p:nvSpPr>
          <p:spPr>
            <a:xfrm rot="8684500">
              <a:off x="890743" y="1908879"/>
              <a:ext cx="710124" cy="153518"/>
            </a:xfrm>
            <a:prstGeom prst="ellipse">
              <a:avLst/>
            </a:prstGeom>
            <a:gradFill>
              <a:gsLst>
                <a:gs pos="0">
                  <a:srgbClr val="F0EEE8">
                    <a:alpha val="32968"/>
                  </a:srgbClr>
                </a:gs>
                <a:gs pos="14286">
                  <a:srgbClr val="F0EEE8">
                    <a:alpha val="30764"/>
                  </a:srgbClr>
                </a:gs>
                <a:gs pos="28571">
                  <a:srgbClr val="F0EEE8">
                    <a:alpha val="24833"/>
                  </a:srgbClr>
                </a:gs>
                <a:gs pos="42857">
                  <a:srgbClr val="F0EEE8">
                    <a:alpha val="17075"/>
                  </a:srgbClr>
                </a:gs>
                <a:gs pos="57143">
                  <a:srgbClr val="F0EEE8">
                    <a:alpha val="9855"/>
                  </a:srgbClr>
                </a:gs>
                <a:gs pos="71429">
                  <a:srgbClr val="F0EEE8">
                    <a:alpha val="4740"/>
                  </a:srgbClr>
                </a:gs>
                <a:gs pos="85714">
                  <a:srgbClr val="F0EEE8">
                    <a:alpha val="1902"/>
                  </a:srgbClr>
                </a:gs>
                <a:gs pos="100000">
                  <a:srgbClr val="F0EEE8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675" name="Splat 675"/>
            <p:cNvSpPr>
              <a:spLocks noGrp="1"/>
            </p:cNvSpPr>
            <p:nvPr/>
          </p:nvSpPr>
          <p:spPr>
            <a:xfrm rot="5568152">
              <a:off x="16640" y="-165937"/>
              <a:ext cx="740945" cy="548585"/>
            </a:xfrm>
            <a:prstGeom prst="ellipse">
              <a:avLst/>
            </a:prstGeom>
            <a:gradFill>
              <a:gsLst>
                <a:gs pos="0">
                  <a:srgbClr val="FFCB00">
                    <a:alpha val="32968"/>
                  </a:srgbClr>
                </a:gs>
                <a:gs pos="14286">
                  <a:srgbClr val="FFCB00">
                    <a:alpha val="30764"/>
                  </a:srgbClr>
                </a:gs>
                <a:gs pos="28571">
                  <a:srgbClr val="FFCB00">
                    <a:alpha val="24833"/>
                  </a:srgbClr>
                </a:gs>
                <a:gs pos="42857">
                  <a:srgbClr val="FFCB00">
                    <a:alpha val="17075"/>
                  </a:srgbClr>
                </a:gs>
                <a:gs pos="57143">
                  <a:srgbClr val="FFCB00">
                    <a:alpha val="9855"/>
                  </a:srgbClr>
                </a:gs>
                <a:gs pos="71429">
                  <a:srgbClr val="FFCB00">
                    <a:alpha val="4740"/>
                  </a:srgbClr>
                </a:gs>
                <a:gs pos="85714">
                  <a:srgbClr val="FFCB00">
                    <a:alpha val="1902"/>
                  </a:srgbClr>
                </a:gs>
                <a:gs pos="100000">
                  <a:srgbClr val="FFCB00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676" name="Splat 676"/>
            <p:cNvSpPr>
              <a:spLocks noGrp="1"/>
            </p:cNvSpPr>
            <p:nvPr/>
          </p:nvSpPr>
          <p:spPr>
            <a:xfrm rot="4206716">
              <a:off x="1008400" y="2616751"/>
              <a:ext cx="635611" cy="126354"/>
            </a:xfrm>
            <a:prstGeom prst="ellipse">
              <a:avLst/>
            </a:prstGeom>
            <a:gradFill>
              <a:gsLst>
                <a:gs pos="0">
                  <a:srgbClr val="FFF3A0">
                    <a:alpha val="5800"/>
                  </a:srgbClr>
                </a:gs>
                <a:gs pos="14286">
                  <a:srgbClr val="FFF3A0">
                    <a:alpha val="5343"/>
                  </a:srgbClr>
                </a:gs>
                <a:gs pos="28571">
                  <a:srgbClr val="FFF3A0">
                    <a:alpha val="4174"/>
                  </a:srgbClr>
                </a:gs>
                <a:gs pos="42857">
                  <a:srgbClr val="FFF3A0">
                    <a:alpha val="2758"/>
                  </a:srgbClr>
                </a:gs>
                <a:gs pos="57143">
                  <a:srgbClr val="FFF3A0">
                    <a:alpha val="1538"/>
                  </a:srgbClr>
                </a:gs>
                <a:gs pos="71429">
                  <a:srgbClr val="FFF3A0">
                    <a:alpha val="723"/>
                  </a:srgbClr>
                </a:gs>
                <a:gs pos="85714">
                  <a:srgbClr val="FFF3A0">
                    <a:alpha val="286"/>
                  </a:srgbClr>
                </a:gs>
                <a:gs pos="100000">
                  <a:srgbClr val="FFF3A0">
                    <a:alpha val="96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677" name="Splat 677"/>
            <p:cNvSpPr>
              <a:spLocks noGrp="1"/>
            </p:cNvSpPr>
            <p:nvPr/>
          </p:nvSpPr>
          <p:spPr>
            <a:xfrm rot="4188691">
              <a:off x="1207693" y="1301502"/>
              <a:ext cx="776821" cy="106006"/>
            </a:xfrm>
            <a:prstGeom prst="ellipse">
              <a:avLst/>
            </a:prstGeom>
            <a:gradFill>
              <a:gsLst>
                <a:gs pos="0">
                  <a:srgbClr val="000000">
                    <a:alpha val="32968"/>
                  </a:srgbClr>
                </a:gs>
                <a:gs pos="14286">
                  <a:srgbClr val="000000">
                    <a:alpha val="30764"/>
                  </a:srgbClr>
                </a:gs>
                <a:gs pos="28571">
                  <a:srgbClr val="000000">
                    <a:alpha val="24833"/>
                  </a:srgbClr>
                </a:gs>
                <a:gs pos="42857">
                  <a:srgbClr val="000000">
                    <a:alpha val="17075"/>
                  </a:srgbClr>
                </a:gs>
                <a:gs pos="57143">
                  <a:srgbClr val="000000">
                    <a:alpha val="9855"/>
                  </a:srgbClr>
                </a:gs>
                <a:gs pos="71429">
                  <a:srgbClr val="000000">
                    <a:alpha val="4740"/>
                  </a:srgbClr>
                </a:gs>
                <a:gs pos="85714">
                  <a:srgbClr val="000000">
                    <a:alpha val="1902"/>
                  </a:srgbClr>
                </a:gs>
                <a:gs pos="100000">
                  <a:srgbClr val="000000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678" name="Splat 678"/>
            <p:cNvSpPr>
              <a:spLocks noGrp="1"/>
            </p:cNvSpPr>
            <p:nvPr/>
          </p:nvSpPr>
          <p:spPr>
            <a:xfrm rot="8658852">
              <a:off x="2277633" y="514422"/>
              <a:ext cx="527120" cy="116255"/>
            </a:xfrm>
            <a:prstGeom prst="ellipse">
              <a:avLst/>
            </a:prstGeom>
            <a:gradFill>
              <a:gsLst>
                <a:gs pos="0">
                  <a:srgbClr val="560C00">
                    <a:alpha val="32968"/>
                  </a:srgbClr>
                </a:gs>
                <a:gs pos="14286">
                  <a:srgbClr val="560C00">
                    <a:alpha val="30764"/>
                  </a:srgbClr>
                </a:gs>
                <a:gs pos="28571">
                  <a:srgbClr val="560C00">
                    <a:alpha val="24833"/>
                  </a:srgbClr>
                </a:gs>
                <a:gs pos="42857">
                  <a:srgbClr val="560C00">
                    <a:alpha val="17075"/>
                  </a:srgbClr>
                </a:gs>
                <a:gs pos="57143">
                  <a:srgbClr val="560C00">
                    <a:alpha val="9855"/>
                  </a:srgbClr>
                </a:gs>
                <a:gs pos="71429">
                  <a:srgbClr val="560C00">
                    <a:alpha val="4740"/>
                  </a:srgbClr>
                </a:gs>
                <a:gs pos="85714">
                  <a:srgbClr val="560C00">
                    <a:alpha val="1902"/>
                  </a:srgbClr>
                </a:gs>
                <a:gs pos="100000">
                  <a:srgbClr val="560C00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679" name="Splat 679"/>
            <p:cNvSpPr>
              <a:spLocks noGrp="1"/>
            </p:cNvSpPr>
            <p:nvPr/>
          </p:nvSpPr>
          <p:spPr>
            <a:xfrm rot="9797948">
              <a:off x="1331562" y="2941455"/>
              <a:ext cx="334968" cy="246607"/>
            </a:xfrm>
            <a:prstGeom prst="ellipse">
              <a:avLst/>
            </a:prstGeom>
            <a:gradFill>
              <a:gsLst>
                <a:gs pos="0">
                  <a:srgbClr val="0000BE">
                    <a:alpha val="11889"/>
                  </a:srgbClr>
                </a:gs>
                <a:gs pos="14286">
                  <a:srgbClr val="0000BE">
                    <a:alpha val="10982"/>
                  </a:srgbClr>
                </a:gs>
                <a:gs pos="28571">
                  <a:srgbClr val="0000BE">
                    <a:alpha val="8637"/>
                  </a:srgbClr>
                </a:gs>
                <a:gs pos="42857">
                  <a:srgbClr val="0000BE">
                    <a:alpha val="5752"/>
                  </a:srgbClr>
                </a:gs>
                <a:gs pos="57143">
                  <a:srgbClr val="0000BE">
                    <a:alpha val="3230"/>
                  </a:srgbClr>
                </a:gs>
                <a:gs pos="71429">
                  <a:srgbClr val="0000BE">
                    <a:alpha val="1525"/>
                  </a:srgbClr>
                </a:gs>
                <a:gs pos="85714">
                  <a:srgbClr val="0000BE">
                    <a:alpha val="606"/>
                  </a:srgbClr>
                </a:gs>
                <a:gs pos="100000">
                  <a:srgbClr val="0000BE">
                    <a:alpha val="203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680" name="Splat 680"/>
            <p:cNvSpPr>
              <a:spLocks noGrp="1"/>
            </p:cNvSpPr>
            <p:nvPr/>
          </p:nvSpPr>
          <p:spPr>
            <a:xfrm rot="9243443">
              <a:off x="59154" y="284453"/>
              <a:ext cx="398166" cy="267314"/>
            </a:xfrm>
            <a:prstGeom prst="ellipse">
              <a:avLst/>
            </a:prstGeom>
            <a:gradFill>
              <a:gsLst>
                <a:gs pos="0">
                  <a:srgbClr val="FFC700">
                    <a:alpha val="30093"/>
                  </a:srgbClr>
                </a:gs>
                <a:gs pos="14286">
                  <a:srgbClr val="FFC700">
                    <a:alpha val="28039"/>
                  </a:srgbClr>
                </a:gs>
                <a:gs pos="28571">
                  <a:srgbClr val="FFC700">
                    <a:alpha val="22546"/>
                  </a:srgbClr>
                </a:gs>
                <a:gs pos="42857">
                  <a:srgbClr val="FFC700">
                    <a:alpha val="15429"/>
                  </a:srgbClr>
                </a:gs>
                <a:gs pos="57143">
                  <a:srgbClr val="FFC700">
                    <a:alpha val="8868"/>
                  </a:srgbClr>
                </a:gs>
                <a:gs pos="71429">
                  <a:srgbClr val="FFC700">
                    <a:alpha val="4253"/>
                  </a:srgbClr>
                </a:gs>
                <a:gs pos="85714">
                  <a:srgbClr val="FFC700">
                    <a:alpha val="1704"/>
                  </a:srgbClr>
                </a:gs>
                <a:gs pos="100000">
                  <a:srgbClr val="FFC700">
                    <a:alpha val="573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681" name="Splat 681"/>
            <p:cNvSpPr>
              <a:spLocks noGrp="1"/>
            </p:cNvSpPr>
            <p:nvPr/>
          </p:nvSpPr>
          <p:spPr>
            <a:xfrm rot="10648895">
              <a:off x="2455538" y="935013"/>
              <a:ext cx="481278" cy="43856"/>
            </a:xfrm>
            <a:prstGeom prst="ellipse">
              <a:avLst/>
            </a:prstGeom>
            <a:gradFill>
              <a:gsLst>
                <a:gs pos="0">
                  <a:srgbClr val="000000">
                    <a:alpha val="32968"/>
                  </a:srgbClr>
                </a:gs>
                <a:gs pos="14286">
                  <a:srgbClr val="000000">
                    <a:alpha val="30764"/>
                  </a:srgbClr>
                </a:gs>
                <a:gs pos="28571">
                  <a:srgbClr val="000000">
                    <a:alpha val="24833"/>
                  </a:srgbClr>
                </a:gs>
                <a:gs pos="42857">
                  <a:srgbClr val="000000">
                    <a:alpha val="17075"/>
                  </a:srgbClr>
                </a:gs>
                <a:gs pos="57143">
                  <a:srgbClr val="000000">
                    <a:alpha val="9855"/>
                  </a:srgbClr>
                </a:gs>
                <a:gs pos="71429">
                  <a:srgbClr val="000000">
                    <a:alpha val="4740"/>
                  </a:srgbClr>
                </a:gs>
                <a:gs pos="85714">
                  <a:srgbClr val="000000">
                    <a:alpha val="1902"/>
                  </a:srgbClr>
                </a:gs>
                <a:gs pos="100000">
                  <a:srgbClr val="000000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682" name="Splat 682"/>
            <p:cNvSpPr>
              <a:spLocks noGrp="1"/>
            </p:cNvSpPr>
            <p:nvPr/>
          </p:nvSpPr>
          <p:spPr>
            <a:xfrm rot="7159143">
              <a:off x="3250275" y="1068454"/>
              <a:ext cx="538153" cy="123076"/>
            </a:xfrm>
            <a:prstGeom prst="ellipse">
              <a:avLst/>
            </a:prstGeom>
            <a:gradFill>
              <a:gsLst>
                <a:gs pos="0">
                  <a:srgbClr val="FFF7EF">
                    <a:alpha val="14559"/>
                  </a:srgbClr>
                </a:gs>
                <a:gs pos="14286">
                  <a:srgbClr val="FFF7EF">
                    <a:alpha val="13465"/>
                  </a:srgbClr>
                </a:gs>
                <a:gs pos="28571">
                  <a:srgbClr val="FFF7EF">
                    <a:alpha val="10621"/>
                  </a:srgbClr>
                </a:gs>
                <a:gs pos="42857">
                  <a:srgbClr val="FFF7EF">
                    <a:alpha val="7100"/>
                  </a:srgbClr>
                </a:gs>
                <a:gs pos="57143">
                  <a:srgbClr val="FFF7EF">
                    <a:alpha val="3999"/>
                  </a:srgbClr>
                </a:gs>
                <a:gs pos="71429">
                  <a:srgbClr val="FFF7EF">
                    <a:alpha val="1892"/>
                  </a:srgbClr>
                </a:gs>
                <a:gs pos="85714">
                  <a:srgbClr val="FFF7EF">
                    <a:alpha val="753"/>
                  </a:srgbClr>
                </a:gs>
                <a:gs pos="100000">
                  <a:srgbClr val="FFF7EF">
                    <a:alpha val="252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683" name="Splat 683"/>
            <p:cNvSpPr>
              <a:spLocks noGrp="1"/>
            </p:cNvSpPr>
            <p:nvPr/>
          </p:nvSpPr>
          <p:spPr>
            <a:xfrm rot="5080914">
              <a:off x="573158" y="941291"/>
              <a:ext cx="677809" cy="63659"/>
            </a:xfrm>
            <a:prstGeom prst="ellipse">
              <a:avLst/>
            </a:prstGeom>
            <a:gradFill>
              <a:gsLst>
                <a:gs pos="0">
                  <a:srgbClr val="000008">
                    <a:alpha val="32968"/>
                  </a:srgbClr>
                </a:gs>
                <a:gs pos="14286">
                  <a:srgbClr val="000008">
                    <a:alpha val="30764"/>
                  </a:srgbClr>
                </a:gs>
                <a:gs pos="28571">
                  <a:srgbClr val="000008">
                    <a:alpha val="24833"/>
                  </a:srgbClr>
                </a:gs>
                <a:gs pos="42857">
                  <a:srgbClr val="000008">
                    <a:alpha val="17075"/>
                  </a:srgbClr>
                </a:gs>
                <a:gs pos="57143">
                  <a:srgbClr val="000008">
                    <a:alpha val="9855"/>
                  </a:srgbClr>
                </a:gs>
                <a:gs pos="71429">
                  <a:srgbClr val="000008">
                    <a:alpha val="4740"/>
                  </a:srgbClr>
                </a:gs>
                <a:gs pos="85714">
                  <a:srgbClr val="000008">
                    <a:alpha val="1902"/>
                  </a:srgbClr>
                </a:gs>
                <a:gs pos="100000">
                  <a:srgbClr val="000008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684" name="Splat 684"/>
            <p:cNvSpPr>
              <a:spLocks noGrp="1"/>
            </p:cNvSpPr>
            <p:nvPr/>
          </p:nvSpPr>
          <p:spPr>
            <a:xfrm rot="-8334846">
              <a:off x="1165449" y="342801"/>
              <a:ext cx="650757" cy="54156"/>
            </a:xfrm>
            <a:prstGeom prst="ellipse">
              <a:avLst/>
            </a:prstGeom>
            <a:gradFill>
              <a:gsLst>
                <a:gs pos="0">
                  <a:srgbClr val="FFDD78">
                    <a:alpha val="32968"/>
                  </a:srgbClr>
                </a:gs>
                <a:gs pos="14286">
                  <a:srgbClr val="FFDD78">
                    <a:alpha val="30764"/>
                  </a:srgbClr>
                </a:gs>
                <a:gs pos="28571">
                  <a:srgbClr val="FFDD78">
                    <a:alpha val="24833"/>
                  </a:srgbClr>
                </a:gs>
                <a:gs pos="42857">
                  <a:srgbClr val="FFDD78">
                    <a:alpha val="17075"/>
                  </a:srgbClr>
                </a:gs>
                <a:gs pos="57143">
                  <a:srgbClr val="FFDD78">
                    <a:alpha val="9855"/>
                  </a:srgbClr>
                </a:gs>
                <a:gs pos="71429">
                  <a:srgbClr val="FFDD78">
                    <a:alpha val="4740"/>
                  </a:srgbClr>
                </a:gs>
                <a:gs pos="85714">
                  <a:srgbClr val="FFDD78">
                    <a:alpha val="1902"/>
                  </a:srgbClr>
                </a:gs>
                <a:gs pos="100000">
                  <a:srgbClr val="FFDD78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685" name="Splat 685"/>
            <p:cNvSpPr>
              <a:spLocks noGrp="1"/>
            </p:cNvSpPr>
            <p:nvPr/>
          </p:nvSpPr>
          <p:spPr>
            <a:xfrm rot="-8256010">
              <a:off x="1468676" y="263766"/>
              <a:ext cx="283408" cy="60317"/>
            </a:xfrm>
            <a:prstGeom prst="ellipse">
              <a:avLst/>
            </a:prstGeom>
            <a:gradFill>
              <a:gsLst>
                <a:gs pos="0">
                  <a:srgbClr val="FFCB8C">
                    <a:alpha val="32968"/>
                  </a:srgbClr>
                </a:gs>
                <a:gs pos="14286">
                  <a:srgbClr val="FFCB8C">
                    <a:alpha val="30764"/>
                  </a:srgbClr>
                </a:gs>
                <a:gs pos="28571">
                  <a:srgbClr val="FFCB8C">
                    <a:alpha val="24833"/>
                  </a:srgbClr>
                </a:gs>
                <a:gs pos="42857">
                  <a:srgbClr val="FFCB8C">
                    <a:alpha val="17075"/>
                  </a:srgbClr>
                </a:gs>
                <a:gs pos="57143">
                  <a:srgbClr val="FFCB8C">
                    <a:alpha val="9855"/>
                  </a:srgbClr>
                </a:gs>
                <a:gs pos="71429">
                  <a:srgbClr val="FFCB8C">
                    <a:alpha val="4740"/>
                  </a:srgbClr>
                </a:gs>
                <a:gs pos="85714">
                  <a:srgbClr val="FFCB8C">
                    <a:alpha val="1902"/>
                  </a:srgbClr>
                </a:gs>
                <a:gs pos="100000">
                  <a:srgbClr val="FFCB8C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686" name="Splat 686"/>
            <p:cNvSpPr>
              <a:spLocks noGrp="1"/>
            </p:cNvSpPr>
            <p:nvPr/>
          </p:nvSpPr>
          <p:spPr>
            <a:xfrm rot="9486130">
              <a:off x="-108737" y="80281"/>
              <a:ext cx="610481" cy="84814"/>
            </a:xfrm>
            <a:prstGeom prst="ellipse">
              <a:avLst/>
            </a:prstGeom>
            <a:gradFill>
              <a:gsLst>
                <a:gs pos="0">
                  <a:srgbClr val="000000">
                    <a:alpha val="32968"/>
                  </a:srgbClr>
                </a:gs>
                <a:gs pos="14286">
                  <a:srgbClr val="000000">
                    <a:alpha val="30764"/>
                  </a:srgbClr>
                </a:gs>
                <a:gs pos="28571">
                  <a:srgbClr val="000000">
                    <a:alpha val="24833"/>
                  </a:srgbClr>
                </a:gs>
                <a:gs pos="42857">
                  <a:srgbClr val="000000">
                    <a:alpha val="17075"/>
                  </a:srgbClr>
                </a:gs>
                <a:gs pos="57143">
                  <a:srgbClr val="000000">
                    <a:alpha val="9855"/>
                  </a:srgbClr>
                </a:gs>
                <a:gs pos="71429">
                  <a:srgbClr val="000000">
                    <a:alpha val="4740"/>
                  </a:srgbClr>
                </a:gs>
                <a:gs pos="85714">
                  <a:srgbClr val="000000">
                    <a:alpha val="1902"/>
                  </a:srgbClr>
                </a:gs>
                <a:gs pos="100000">
                  <a:srgbClr val="000000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687" name="Splat 687"/>
            <p:cNvSpPr>
              <a:spLocks noGrp="1"/>
            </p:cNvSpPr>
            <p:nvPr/>
          </p:nvSpPr>
          <p:spPr>
            <a:xfrm rot="2739839">
              <a:off x="2029332" y="719688"/>
              <a:ext cx="485575" cy="174605"/>
            </a:xfrm>
            <a:prstGeom prst="ellipse">
              <a:avLst/>
            </a:prstGeom>
            <a:gradFill>
              <a:gsLst>
                <a:gs pos="0">
                  <a:srgbClr val="FFFFD9">
                    <a:alpha val="32968"/>
                  </a:srgbClr>
                </a:gs>
                <a:gs pos="14286">
                  <a:srgbClr val="FFFFD9">
                    <a:alpha val="30764"/>
                  </a:srgbClr>
                </a:gs>
                <a:gs pos="28571">
                  <a:srgbClr val="FFFFD9">
                    <a:alpha val="24833"/>
                  </a:srgbClr>
                </a:gs>
                <a:gs pos="42857">
                  <a:srgbClr val="FFFFD9">
                    <a:alpha val="17075"/>
                  </a:srgbClr>
                </a:gs>
                <a:gs pos="57143">
                  <a:srgbClr val="FFFFD9">
                    <a:alpha val="9855"/>
                  </a:srgbClr>
                </a:gs>
                <a:gs pos="71429">
                  <a:srgbClr val="FFFFD9">
                    <a:alpha val="4740"/>
                  </a:srgbClr>
                </a:gs>
                <a:gs pos="85714">
                  <a:srgbClr val="FFFFD9">
                    <a:alpha val="1902"/>
                  </a:srgbClr>
                </a:gs>
                <a:gs pos="100000">
                  <a:srgbClr val="FFFFD9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688" name="Splat 688"/>
            <p:cNvSpPr>
              <a:spLocks noGrp="1"/>
            </p:cNvSpPr>
            <p:nvPr/>
          </p:nvSpPr>
          <p:spPr>
            <a:xfrm rot="-9122248">
              <a:off x="2238193" y="2489302"/>
              <a:ext cx="253364" cy="57298"/>
            </a:xfrm>
            <a:prstGeom prst="ellipse">
              <a:avLst/>
            </a:prstGeom>
            <a:gradFill>
              <a:gsLst>
                <a:gs pos="0">
                  <a:srgbClr val="360000">
                    <a:alpha val="32968"/>
                  </a:srgbClr>
                </a:gs>
                <a:gs pos="14286">
                  <a:srgbClr val="360000">
                    <a:alpha val="30764"/>
                  </a:srgbClr>
                </a:gs>
                <a:gs pos="28571">
                  <a:srgbClr val="360000">
                    <a:alpha val="24833"/>
                  </a:srgbClr>
                </a:gs>
                <a:gs pos="42857">
                  <a:srgbClr val="360000">
                    <a:alpha val="17075"/>
                  </a:srgbClr>
                </a:gs>
                <a:gs pos="57143">
                  <a:srgbClr val="360000">
                    <a:alpha val="9855"/>
                  </a:srgbClr>
                </a:gs>
                <a:gs pos="71429">
                  <a:srgbClr val="360000">
                    <a:alpha val="4740"/>
                  </a:srgbClr>
                </a:gs>
                <a:gs pos="85714">
                  <a:srgbClr val="360000">
                    <a:alpha val="1902"/>
                  </a:srgbClr>
                </a:gs>
                <a:gs pos="100000">
                  <a:srgbClr val="360000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689" name="Splat 689"/>
            <p:cNvSpPr>
              <a:spLocks noGrp="1"/>
            </p:cNvSpPr>
            <p:nvPr/>
          </p:nvSpPr>
          <p:spPr>
            <a:xfrm rot="7184599">
              <a:off x="2961487" y="2510526"/>
              <a:ext cx="733933" cy="59977"/>
            </a:xfrm>
            <a:prstGeom prst="ellipse">
              <a:avLst/>
            </a:prstGeom>
            <a:gradFill>
              <a:gsLst>
                <a:gs pos="0">
                  <a:srgbClr val="FFFEF1">
                    <a:alpha val="32968"/>
                  </a:srgbClr>
                </a:gs>
                <a:gs pos="14286">
                  <a:srgbClr val="FFFEF1">
                    <a:alpha val="30764"/>
                  </a:srgbClr>
                </a:gs>
                <a:gs pos="28571">
                  <a:srgbClr val="FFFEF1">
                    <a:alpha val="24833"/>
                  </a:srgbClr>
                </a:gs>
                <a:gs pos="42857">
                  <a:srgbClr val="FFFEF1">
                    <a:alpha val="17075"/>
                  </a:srgbClr>
                </a:gs>
                <a:gs pos="57143">
                  <a:srgbClr val="FFFEF1">
                    <a:alpha val="9855"/>
                  </a:srgbClr>
                </a:gs>
                <a:gs pos="71429">
                  <a:srgbClr val="FFFEF1">
                    <a:alpha val="4740"/>
                  </a:srgbClr>
                </a:gs>
                <a:gs pos="85714">
                  <a:srgbClr val="FFFEF1">
                    <a:alpha val="1902"/>
                  </a:srgbClr>
                </a:gs>
                <a:gs pos="100000">
                  <a:srgbClr val="FFFEF1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690" name="Splat 690"/>
            <p:cNvSpPr>
              <a:spLocks noGrp="1"/>
            </p:cNvSpPr>
            <p:nvPr/>
          </p:nvSpPr>
          <p:spPr>
            <a:xfrm rot="-10037070">
              <a:off x="2131673" y="2123460"/>
              <a:ext cx="365898" cy="64315"/>
            </a:xfrm>
            <a:prstGeom prst="ellipse">
              <a:avLst/>
            </a:prstGeom>
            <a:gradFill>
              <a:gsLst>
                <a:gs pos="0">
                  <a:srgbClr val="00009A">
                    <a:alpha val="32968"/>
                  </a:srgbClr>
                </a:gs>
                <a:gs pos="14286">
                  <a:srgbClr val="00009A">
                    <a:alpha val="30764"/>
                  </a:srgbClr>
                </a:gs>
                <a:gs pos="28571">
                  <a:srgbClr val="00009A">
                    <a:alpha val="24833"/>
                  </a:srgbClr>
                </a:gs>
                <a:gs pos="42857">
                  <a:srgbClr val="00009A">
                    <a:alpha val="17075"/>
                  </a:srgbClr>
                </a:gs>
                <a:gs pos="57143">
                  <a:srgbClr val="00009A">
                    <a:alpha val="9855"/>
                  </a:srgbClr>
                </a:gs>
                <a:gs pos="71429">
                  <a:srgbClr val="00009A">
                    <a:alpha val="4740"/>
                  </a:srgbClr>
                </a:gs>
                <a:gs pos="85714">
                  <a:srgbClr val="00009A">
                    <a:alpha val="1902"/>
                  </a:srgbClr>
                </a:gs>
                <a:gs pos="100000">
                  <a:srgbClr val="00009A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691" name="Splat 691"/>
            <p:cNvSpPr>
              <a:spLocks noGrp="1"/>
            </p:cNvSpPr>
            <p:nvPr/>
          </p:nvSpPr>
          <p:spPr>
            <a:xfrm rot="7079823">
              <a:off x="63922" y="1610701"/>
              <a:ext cx="522526" cy="387591"/>
            </a:xfrm>
            <a:prstGeom prst="ellipse">
              <a:avLst/>
            </a:prstGeom>
            <a:gradFill>
              <a:gsLst>
                <a:gs pos="0">
                  <a:srgbClr val="9DA600">
                    <a:alpha val="5212"/>
                  </a:srgbClr>
                </a:gs>
                <a:gs pos="14286">
                  <a:srgbClr val="9DA600">
                    <a:alpha val="4801"/>
                  </a:srgbClr>
                </a:gs>
                <a:gs pos="28571">
                  <a:srgbClr val="9DA600">
                    <a:alpha val="3748"/>
                  </a:srgbClr>
                </a:gs>
                <a:gs pos="42857">
                  <a:srgbClr val="9DA600">
                    <a:alpha val="2475"/>
                  </a:srgbClr>
                </a:gs>
                <a:gs pos="57143">
                  <a:srgbClr val="9DA600">
                    <a:alpha val="1379"/>
                  </a:srgbClr>
                </a:gs>
                <a:gs pos="71429">
                  <a:srgbClr val="9DA600">
                    <a:alpha val="648"/>
                  </a:srgbClr>
                </a:gs>
                <a:gs pos="85714">
                  <a:srgbClr val="9DA600">
                    <a:alpha val="257"/>
                  </a:srgbClr>
                </a:gs>
                <a:gs pos="100000">
                  <a:srgbClr val="9DA600">
                    <a:alpha val="86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692" name="Splat 692"/>
            <p:cNvSpPr>
              <a:spLocks noGrp="1"/>
            </p:cNvSpPr>
            <p:nvPr/>
          </p:nvSpPr>
          <p:spPr>
            <a:xfrm rot="3384727">
              <a:off x="1989574" y="3240398"/>
              <a:ext cx="395241" cy="77941"/>
            </a:xfrm>
            <a:prstGeom prst="ellipse">
              <a:avLst/>
            </a:prstGeom>
            <a:gradFill>
              <a:gsLst>
                <a:gs pos="0">
                  <a:srgbClr val="794100">
                    <a:alpha val="32968"/>
                  </a:srgbClr>
                </a:gs>
                <a:gs pos="14286">
                  <a:srgbClr val="794100">
                    <a:alpha val="30764"/>
                  </a:srgbClr>
                </a:gs>
                <a:gs pos="28571">
                  <a:srgbClr val="794100">
                    <a:alpha val="24833"/>
                  </a:srgbClr>
                </a:gs>
                <a:gs pos="42857">
                  <a:srgbClr val="794100">
                    <a:alpha val="17075"/>
                  </a:srgbClr>
                </a:gs>
                <a:gs pos="57143">
                  <a:srgbClr val="794100">
                    <a:alpha val="9855"/>
                  </a:srgbClr>
                </a:gs>
                <a:gs pos="71429">
                  <a:srgbClr val="794100">
                    <a:alpha val="4740"/>
                  </a:srgbClr>
                </a:gs>
                <a:gs pos="85714">
                  <a:srgbClr val="794100">
                    <a:alpha val="1902"/>
                  </a:srgbClr>
                </a:gs>
                <a:gs pos="100000">
                  <a:srgbClr val="794100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693" name="Splat 693"/>
            <p:cNvSpPr>
              <a:spLocks noGrp="1"/>
            </p:cNvSpPr>
            <p:nvPr/>
          </p:nvSpPr>
          <p:spPr>
            <a:xfrm rot="10325221">
              <a:off x="2420812" y="1368394"/>
              <a:ext cx="534914" cy="84601"/>
            </a:xfrm>
            <a:prstGeom prst="ellipse">
              <a:avLst/>
            </a:prstGeom>
            <a:gradFill>
              <a:gsLst>
                <a:gs pos="0">
                  <a:srgbClr val="6B0000">
                    <a:alpha val="32968"/>
                  </a:srgbClr>
                </a:gs>
                <a:gs pos="14286">
                  <a:srgbClr val="6B0000">
                    <a:alpha val="30764"/>
                  </a:srgbClr>
                </a:gs>
                <a:gs pos="28571">
                  <a:srgbClr val="6B0000">
                    <a:alpha val="24833"/>
                  </a:srgbClr>
                </a:gs>
                <a:gs pos="42857">
                  <a:srgbClr val="6B0000">
                    <a:alpha val="17075"/>
                  </a:srgbClr>
                </a:gs>
                <a:gs pos="57143">
                  <a:srgbClr val="6B0000">
                    <a:alpha val="9855"/>
                  </a:srgbClr>
                </a:gs>
                <a:gs pos="71429">
                  <a:srgbClr val="6B0000">
                    <a:alpha val="4740"/>
                  </a:srgbClr>
                </a:gs>
                <a:gs pos="85714">
                  <a:srgbClr val="6B0000">
                    <a:alpha val="1902"/>
                  </a:srgbClr>
                </a:gs>
                <a:gs pos="100000">
                  <a:srgbClr val="6B0000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694" name="Splat 694"/>
            <p:cNvSpPr>
              <a:spLocks noGrp="1"/>
            </p:cNvSpPr>
            <p:nvPr/>
          </p:nvSpPr>
          <p:spPr>
            <a:xfrm rot="4110891">
              <a:off x="2466882" y="3178472"/>
              <a:ext cx="389331" cy="258531"/>
            </a:xfrm>
            <a:prstGeom prst="ellipse">
              <a:avLst/>
            </a:prstGeom>
            <a:gradFill>
              <a:gsLst>
                <a:gs pos="0">
                  <a:srgbClr val="B67E00">
                    <a:alpha val="32968"/>
                  </a:srgbClr>
                </a:gs>
                <a:gs pos="14286">
                  <a:srgbClr val="B67E00">
                    <a:alpha val="30764"/>
                  </a:srgbClr>
                </a:gs>
                <a:gs pos="28571">
                  <a:srgbClr val="B67E00">
                    <a:alpha val="24833"/>
                  </a:srgbClr>
                </a:gs>
                <a:gs pos="42857">
                  <a:srgbClr val="B67E00">
                    <a:alpha val="17075"/>
                  </a:srgbClr>
                </a:gs>
                <a:gs pos="57143">
                  <a:srgbClr val="B67E00">
                    <a:alpha val="9855"/>
                  </a:srgbClr>
                </a:gs>
                <a:gs pos="71429">
                  <a:srgbClr val="B67E00">
                    <a:alpha val="4740"/>
                  </a:srgbClr>
                </a:gs>
                <a:gs pos="85714">
                  <a:srgbClr val="B67E00">
                    <a:alpha val="1902"/>
                  </a:srgbClr>
                </a:gs>
                <a:gs pos="100000">
                  <a:srgbClr val="B67E00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695" name="Splat 695"/>
            <p:cNvSpPr>
              <a:spLocks noGrp="1"/>
            </p:cNvSpPr>
            <p:nvPr/>
          </p:nvSpPr>
          <p:spPr>
            <a:xfrm rot="4767203">
              <a:off x="1466959" y="3517369"/>
              <a:ext cx="623721" cy="102526"/>
            </a:xfrm>
            <a:prstGeom prst="ellipse">
              <a:avLst/>
            </a:prstGeom>
            <a:gradFill>
              <a:gsLst>
                <a:gs pos="0">
                  <a:srgbClr val="E7F3FA">
                    <a:alpha val="32968"/>
                  </a:srgbClr>
                </a:gs>
                <a:gs pos="14286">
                  <a:srgbClr val="E7F3FA">
                    <a:alpha val="30764"/>
                  </a:srgbClr>
                </a:gs>
                <a:gs pos="28571">
                  <a:srgbClr val="E7F3FA">
                    <a:alpha val="24833"/>
                  </a:srgbClr>
                </a:gs>
                <a:gs pos="42857">
                  <a:srgbClr val="E7F3FA">
                    <a:alpha val="17075"/>
                  </a:srgbClr>
                </a:gs>
                <a:gs pos="57143">
                  <a:srgbClr val="E7F3FA">
                    <a:alpha val="9855"/>
                  </a:srgbClr>
                </a:gs>
                <a:gs pos="71429">
                  <a:srgbClr val="E7F3FA">
                    <a:alpha val="4740"/>
                  </a:srgbClr>
                </a:gs>
                <a:gs pos="85714">
                  <a:srgbClr val="E7F3FA">
                    <a:alpha val="1902"/>
                  </a:srgbClr>
                </a:gs>
                <a:gs pos="100000">
                  <a:srgbClr val="E7F3FA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696" name="Splat 696"/>
            <p:cNvSpPr>
              <a:spLocks noGrp="1"/>
            </p:cNvSpPr>
            <p:nvPr/>
          </p:nvSpPr>
          <p:spPr>
            <a:xfrm rot="4283929">
              <a:off x="2335863" y="1110984"/>
              <a:ext cx="729549" cy="120541"/>
            </a:xfrm>
            <a:prstGeom prst="ellipse">
              <a:avLst/>
            </a:prstGeom>
            <a:gradFill>
              <a:gsLst>
                <a:gs pos="0">
                  <a:srgbClr val="580000">
                    <a:alpha val="32968"/>
                  </a:srgbClr>
                </a:gs>
                <a:gs pos="14286">
                  <a:srgbClr val="580000">
                    <a:alpha val="30764"/>
                  </a:srgbClr>
                </a:gs>
                <a:gs pos="28571">
                  <a:srgbClr val="580000">
                    <a:alpha val="24833"/>
                  </a:srgbClr>
                </a:gs>
                <a:gs pos="42857">
                  <a:srgbClr val="580000">
                    <a:alpha val="17075"/>
                  </a:srgbClr>
                </a:gs>
                <a:gs pos="57143">
                  <a:srgbClr val="580000">
                    <a:alpha val="9855"/>
                  </a:srgbClr>
                </a:gs>
                <a:gs pos="71429">
                  <a:srgbClr val="580000">
                    <a:alpha val="4740"/>
                  </a:srgbClr>
                </a:gs>
                <a:gs pos="85714">
                  <a:srgbClr val="580000">
                    <a:alpha val="1902"/>
                  </a:srgbClr>
                </a:gs>
                <a:gs pos="100000">
                  <a:srgbClr val="580000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697" name="Splat 697"/>
            <p:cNvSpPr>
              <a:spLocks noGrp="1"/>
            </p:cNvSpPr>
            <p:nvPr/>
          </p:nvSpPr>
          <p:spPr>
            <a:xfrm rot="2968398">
              <a:off x="2240981" y="3385331"/>
              <a:ext cx="365086" cy="47095"/>
            </a:xfrm>
            <a:prstGeom prst="ellipse">
              <a:avLst/>
            </a:prstGeom>
            <a:gradFill>
              <a:gsLst>
                <a:gs pos="0">
                  <a:srgbClr val="1F0000">
                    <a:alpha val="32968"/>
                  </a:srgbClr>
                </a:gs>
                <a:gs pos="14286">
                  <a:srgbClr val="1F0000">
                    <a:alpha val="30764"/>
                  </a:srgbClr>
                </a:gs>
                <a:gs pos="28571">
                  <a:srgbClr val="1F0000">
                    <a:alpha val="24833"/>
                  </a:srgbClr>
                </a:gs>
                <a:gs pos="42857">
                  <a:srgbClr val="1F0000">
                    <a:alpha val="17075"/>
                  </a:srgbClr>
                </a:gs>
                <a:gs pos="57143">
                  <a:srgbClr val="1F0000">
                    <a:alpha val="9855"/>
                  </a:srgbClr>
                </a:gs>
                <a:gs pos="71429">
                  <a:srgbClr val="1F0000">
                    <a:alpha val="4740"/>
                  </a:srgbClr>
                </a:gs>
                <a:gs pos="85714">
                  <a:srgbClr val="1F0000">
                    <a:alpha val="1902"/>
                  </a:srgbClr>
                </a:gs>
                <a:gs pos="100000">
                  <a:srgbClr val="1F0000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698" name="Splat 698"/>
            <p:cNvSpPr>
              <a:spLocks noGrp="1"/>
            </p:cNvSpPr>
            <p:nvPr/>
          </p:nvSpPr>
          <p:spPr>
            <a:xfrm rot="-9059200">
              <a:off x="2598763" y="378979"/>
              <a:ext cx="567523" cy="147201"/>
            </a:xfrm>
            <a:prstGeom prst="ellipse">
              <a:avLst/>
            </a:prstGeom>
            <a:gradFill>
              <a:gsLst>
                <a:gs pos="0">
                  <a:srgbClr val="290000">
                    <a:alpha val="32968"/>
                  </a:srgbClr>
                </a:gs>
                <a:gs pos="14286">
                  <a:srgbClr val="290000">
                    <a:alpha val="30764"/>
                  </a:srgbClr>
                </a:gs>
                <a:gs pos="28571">
                  <a:srgbClr val="290000">
                    <a:alpha val="24833"/>
                  </a:srgbClr>
                </a:gs>
                <a:gs pos="42857">
                  <a:srgbClr val="290000">
                    <a:alpha val="17075"/>
                  </a:srgbClr>
                </a:gs>
                <a:gs pos="57143">
                  <a:srgbClr val="290000">
                    <a:alpha val="9855"/>
                  </a:srgbClr>
                </a:gs>
                <a:gs pos="71429">
                  <a:srgbClr val="290000">
                    <a:alpha val="4740"/>
                  </a:srgbClr>
                </a:gs>
                <a:gs pos="85714">
                  <a:srgbClr val="290000">
                    <a:alpha val="1902"/>
                  </a:srgbClr>
                </a:gs>
                <a:gs pos="100000">
                  <a:srgbClr val="290000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699" name="Splat 699"/>
            <p:cNvSpPr>
              <a:spLocks noGrp="1"/>
            </p:cNvSpPr>
            <p:nvPr/>
          </p:nvSpPr>
          <p:spPr>
            <a:xfrm rot="5376468">
              <a:off x="343423" y="1549371"/>
              <a:ext cx="632168" cy="373902"/>
            </a:xfrm>
            <a:prstGeom prst="ellipse">
              <a:avLst/>
            </a:prstGeom>
            <a:gradFill>
              <a:gsLst>
                <a:gs pos="0">
                  <a:srgbClr val="F8FFFF">
                    <a:alpha val="32968"/>
                  </a:srgbClr>
                </a:gs>
                <a:gs pos="14286">
                  <a:srgbClr val="F8FFFF">
                    <a:alpha val="30764"/>
                  </a:srgbClr>
                </a:gs>
                <a:gs pos="28571">
                  <a:srgbClr val="F8FFFF">
                    <a:alpha val="24833"/>
                  </a:srgbClr>
                </a:gs>
                <a:gs pos="42857">
                  <a:srgbClr val="F8FFFF">
                    <a:alpha val="17075"/>
                  </a:srgbClr>
                </a:gs>
                <a:gs pos="57143">
                  <a:srgbClr val="F8FFFF">
                    <a:alpha val="9855"/>
                  </a:srgbClr>
                </a:gs>
                <a:gs pos="71429">
                  <a:srgbClr val="F8FFFF">
                    <a:alpha val="4740"/>
                  </a:srgbClr>
                </a:gs>
                <a:gs pos="85714">
                  <a:srgbClr val="F8FFFF">
                    <a:alpha val="1902"/>
                  </a:srgbClr>
                </a:gs>
                <a:gs pos="100000">
                  <a:srgbClr val="F8FFFF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700" name="Splat 700"/>
            <p:cNvSpPr>
              <a:spLocks noGrp="1"/>
            </p:cNvSpPr>
            <p:nvPr/>
          </p:nvSpPr>
          <p:spPr>
            <a:xfrm rot="5325618">
              <a:off x="3188707" y="3455106"/>
              <a:ext cx="479815" cy="240315"/>
            </a:xfrm>
            <a:prstGeom prst="ellipse">
              <a:avLst/>
            </a:prstGeom>
            <a:gradFill>
              <a:gsLst>
                <a:gs pos="0">
                  <a:srgbClr val="FEFFF7">
                    <a:alpha val="32968"/>
                  </a:srgbClr>
                </a:gs>
                <a:gs pos="14286">
                  <a:srgbClr val="FEFFF7">
                    <a:alpha val="30764"/>
                  </a:srgbClr>
                </a:gs>
                <a:gs pos="28571">
                  <a:srgbClr val="FEFFF7">
                    <a:alpha val="24833"/>
                  </a:srgbClr>
                </a:gs>
                <a:gs pos="42857">
                  <a:srgbClr val="FEFFF7">
                    <a:alpha val="17075"/>
                  </a:srgbClr>
                </a:gs>
                <a:gs pos="57143">
                  <a:srgbClr val="FEFFF7">
                    <a:alpha val="9855"/>
                  </a:srgbClr>
                </a:gs>
                <a:gs pos="71429">
                  <a:srgbClr val="FEFFF7">
                    <a:alpha val="4740"/>
                  </a:srgbClr>
                </a:gs>
                <a:gs pos="85714">
                  <a:srgbClr val="FEFFF7">
                    <a:alpha val="1902"/>
                  </a:srgbClr>
                </a:gs>
                <a:gs pos="100000">
                  <a:srgbClr val="FEFFF7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701" name="Splat 701"/>
            <p:cNvSpPr>
              <a:spLocks noGrp="1"/>
            </p:cNvSpPr>
            <p:nvPr/>
          </p:nvSpPr>
          <p:spPr>
            <a:xfrm rot="7150260">
              <a:off x="2818912" y="2267641"/>
              <a:ext cx="742690" cy="52055"/>
            </a:xfrm>
            <a:prstGeom prst="ellipse">
              <a:avLst/>
            </a:prstGeom>
            <a:gradFill>
              <a:gsLst>
                <a:gs pos="0">
                  <a:srgbClr val="EBF2FD">
                    <a:alpha val="32547"/>
                  </a:srgbClr>
                </a:gs>
                <a:gs pos="14286">
                  <a:srgbClr val="EBF2FD">
                    <a:alpha val="30364"/>
                  </a:srgbClr>
                </a:gs>
                <a:gs pos="28571">
                  <a:srgbClr val="EBF2FD">
                    <a:alpha val="24496"/>
                  </a:srgbClr>
                </a:gs>
                <a:gs pos="42857">
                  <a:srgbClr val="EBF2FD">
                    <a:alpha val="16832"/>
                  </a:srgbClr>
                </a:gs>
                <a:gs pos="57143">
                  <a:srgbClr val="EBF2FD">
                    <a:alpha val="9708"/>
                  </a:srgbClr>
                </a:gs>
                <a:gs pos="71429">
                  <a:srgbClr val="EBF2FD">
                    <a:alpha val="4668"/>
                  </a:srgbClr>
                </a:gs>
                <a:gs pos="85714">
                  <a:srgbClr val="EBF2FD">
                    <a:alpha val="1873"/>
                  </a:srgbClr>
                </a:gs>
                <a:gs pos="100000">
                  <a:srgbClr val="EBF2FD">
                    <a:alpha val="62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702" name="Splat 702"/>
            <p:cNvSpPr>
              <a:spLocks noGrp="1"/>
            </p:cNvSpPr>
            <p:nvPr/>
          </p:nvSpPr>
          <p:spPr>
            <a:xfrm rot="4768046">
              <a:off x="3154501" y="1950092"/>
              <a:ext cx="678641" cy="104669"/>
            </a:xfrm>
            <a:prstGeom prst="ellipse">
              <a:avLst/>
            </a:prstGeom>
            <a:gradFill>
              <a:gsLst>
                <a:gs pos="0">
                  <a:srgbClr val="F9FFEE">
                    <a:alpha val="11652"/>
                  </a:srgbClr>
                </a:gs>
                <a:gs pos="14286">
                  <a:srgbClr val="F9FFEE">
                    <a:alpha val="10762"/>
                  </a:srgbClr>
                </a:gs>
                <a:gs pos="28571">
                  <a:srgbClr val="F9FFEE">
                    <a:alpha val="8461"/>
                  </a:srgbClr>
                </a:gs>
                <a:gs pos="42857">
                  <a:srgbClr val="F9FFEE">
                    <a:alpha val="5634"/>
                  </a:srgbClr>
                </a:gs>
                <a:gs pos="57143">
                  <a:srgbClr val="F9FFEE">
                    <a:alpha val="3162"/>
                  </a:srgbClr>
                </a:gs>
                <a:gs pos="71429">
                  <a:srgbClr val="F9FFEE">
                    <a:alpha val="1493"/>
                  </a:srgbClr>
                </a:gs>
                <a:gs pos="85714">
                  <a:srgbClr val="F9FFEE">
                    <a:alpha val="593"/>
                  </a:srgbClr>
                </a:gs>
                <a:gs pos="100000">
                  <a:srgbClr val="F9FFEE">
                    <a:alpha val="198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703" name="Splat 703"/>
            <p:cNvSpPr>
              <a:spLocks noGrp="1"/>
            </p:cNvSpPr>
            <p:nvPr/>
          </p:nvSpPr>
          <p:spPr>
            <a:xfrm rot="3322393">
              <a:off x="747392" y="887059"/>
              <a:ext cx="627698" cy="60112"/>
            </a:xfrm>
            <a:prstGeom prst="ellipse">
              <a:avLst/>
            </a:prstGeom>
            <a:gradFill>
              <a:gsLst>
                <a:gs pos="0">
                  <a:srgbClr val="6F4000">
                    <a:alpha val="32968"/>
                  </a:srgbClr>
                </a:gs>
                <a:gs pos="14286">
                  <a:srgbClr val="6F4000">
                    <a:alpha val="30764"/>
                  </a:srgbClr>
                </a:gs>
                <a:gs pos="28571">
                  <a:srgbClr val="6F4000">
                    <a:alpha val="24833"/>
                  </a:srgbClr>
                </a:gs>
                <a:gs pos="42857">
                  <a:srgbClr val="6F4000">
                    <a:alpha val="17075"/>
                  </a:srgbClr>
                </a:gs>
                <a:gs pos="57143">
                  <a:srgbClr val="6F4000">
                    <a:alpha val="9855"/>
                  </a:srgbClr>
                </a:gs>
                <a:gs pos="71429">
                  <a:srgbClr val="6F4000">
                    <a:alpha val="4740"/>
                  </a:srgbClr>
                </a:gs>
                <a:gs pos="85714">
                  <a:srgbClr val="6F4000">
                    <a:alpha val="1902"/>
                  </a:srgbClr>
                </a:gs>
                <a:gs pos="100000">
                  <a:srgbClr val="6F4000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704" name="Splat 704"/>
            <p:cNvSpPr>
              <a:spLocks noGrp="1"/>
            </p:cNvSpPr>
            <p:nvPr/>
          </p:nvSpPr>
          <p:spPr>
            <a:xfrm rot="3926873">
              <a:off x="1097855" y="3603198"/>
              <a:ext cx="660748" cy="85203"/>
            </a:xfrm>
            <a:prstGeom prst="ellipse">
              <a:avLst/>
            </a:prstGeom>
            <a:gradFill>
              <a:gsLst>
                <a:gs pos="0">
                  <a:srgbClr val="877100">
                    <a:alpha val="23343"/>
                  </a:srgbClr>
                </a:gs>
                <a:gs pos="14286">
                  <a:srgbClr val="877100">
                    <a:alpha val="21677"/>
                  </a:srgbClr>
                </a:gs>
                <a:gs pos="28571">
                  <a:srgbClr val="877100">
                    <a:alpha val="17280"/>
                  </a:srgbClr>
                </a:gs>
                <a:gs pos="42857">
                  <a:srgbClr val="877100">
                    <a:alpha val="11700"/>
                  </a:srgbClr>
                </a:gs>
                <a:gs pos="57143">
                  <a:srgbClr val="877100">
                    <a:alpha val="6663"/>
                  </a:srgbClr>
                </a:gs>
                <a:gs pos="71429">
                  <a:srgbClr val="877100">
                    <a:alpha val="3176"/>
                  </a:srgbClr>
                </a:gs>
                <a:gs pos="85714">
                  <a:srgbClr val="877100">
                    <a:alpha val="1268"/>
                  </a:srgbClr>
                </a:gs>
                <a:gs pos="100000">
                  <a:srgbClr val="877100">
                    <a:alpha val="425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705" name="Splat 705"/>
            <p:cNvSpPr>
              <a:spLocks noGrp="1"/>
            </p:cNvSpPr>
            <p:nvPr/>
          </p:nvSpPr>
          <p:spPr>
            <a:xfrm rot="5301144">
              <a:off x="432568" y="3036178"/>
              <a:ext cx="445070" cy="391770"/>
            </a:xfrm>
            <a:prstGeom prst="ellipse">
              <a:avLst/>
            </a:prstGeom>
            <a:gradFill>
              <a:gsLst>
                <a:gs pos="0">
                  <a:srgbClr val="D3BE00">
                    <a:alpha val="2669"/>
                  </a:srgbClr>
                </a:gs>
                <a:gs pos="14286">
                  <a:srgbClr val="D3BE00">
                    <a:alpha val="2456"/>
                  </a:srgbClr>
                </a:gs>
                <a:gs pos="28571">
                  <a:srgbClr val="D3BE00">
                    <a:alpha val="1912"/>
                  </a:srgbClr>
                </a:gs>
                <a:gs pos="42857">
                  <a:srgbClr val="D3BE00">
                    <a:alpha val="1258"/>
                  </a:srgbClr>
                </a:gs>
                <a:gs pos="57143">
                  <a:srgbClr val="D3BE00">
                    <a:alpha val="699"/>
                  </a:srgbClr>
                </a:gs>
                <a:gs pos="71429">
                  <a:srgbClr val="D3BE00">
                    <a:alpha val="328"/>
                  </a:srgbClr>
                </a:gs>
                <a:gs pos="85714">
                  <a:srgbClr val="D3BE00">
                    <a:alpha val="130"/>
                  </a:srgbClr>
                </a:gs>
                <a:gs pos="100000">
                  <a:srgbClr val="D3BE00">
                    <a:alpha val="43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706" name="Splat 706"/>
            <p:cNvSpPr>
              <a:spLocks noGrp="1"/>
            </p:cNvSpPr>
            <p:nvPr/>
          </p:nvSpPr>
          <p:spPr>
            <a:xfrm rot="8649271">
              <a:off x="1126961" y="3137577"/>
              <a:ext cx="564639" cy="293312"/>
            </a:xfrm>
            <a:prstGeom prst="ellipse">
              <a:avLst/>
            </a:prstGeom>
            <a:gradFill>
              <a:gsLst>
                <a:gs pos="0">
                  <a:srgbClr val="0095F9">
                    <a:alpha val="8058"/>
                  </a:srgbClr>
                </a:gs>
                <a:gs pos="14286">
                  <a:srgbClr val="0095F9">
                    <a:alpha val="7431"/>
                  </a:srgbClr>
                </a:gs>
                <a:gs pos="28571">
                  <a:srgbClr val="0095F9">
                    <a:alpha val="5820"/>
                  </a:srgbClr>
                </a:gs>
                <a:gs pos="42857">
                  <a:srgbClr val="0095F9">
                    <a:alpha val="3856"/>
                  </a:srgbClr>
                </a:gs>
                <a:gs pos="57143">
                  <a:srgbClr val="0095F9">
                    <a:alpha val="2156"/>
                  </a:srgbClr>
                </a:gs>
                <a:gs pos="71429">
                  <a:srgbClr val="0095F9">
                    <a:alpha val="1015"/>
                  </a:srgbClr>
                </a:gs>
                <a:gs pos="85714">
                  <a:srgbClr val="0095F9">
                    <a:alpha val="403"/>
                  </a:srgbClr>
                </a:gs>
                <a:gs pos="100000">
                  <a:srgbClr val="0095F9">
                    <a:alpha val="135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707" name="Splat 707"/>
            <p:cNvSpPr>
              <a:spLocks noGrp="1"/>
            </p:cNvSpPr>
            <p:nvPr/>
          </p:nvSpPr>
          <p:spPr>
            <a:xfrm rot="10488673">
              <a:off x="1393276" y="1979825"/>
              <a:ext cx="539222" cy="288230"/>
            </a:xfrm>
            <a:prstGeom prst="ellipse">
              <a:avLst/>
            </a:prstGeom>
            <a:gradFill>
              <a:gsLst>
                <a:gs pos="0">
                  <a:srgbClr val="006BBE">
                    <a:alpha val="14534"/>
                  </a:srgbClr>
                </a:gs>
                <a:gs pos="14286">
                  <a:srgbClr val="006BBE">
                    <a:alpha val="13442"/>
                  </a:srgbClr>
                </a:gs>
                <a:gs pos="28571">
                  <a:srgbClr val="006BBE">
                    <a:alpha val="10603"/>
                  </a:srgbClr>
                </a:gs>
                <a:gs pos="42857">
                  <a:srgbClr val="006BBE">
                    <a:alpha val="7088"/>
                  </a:srgbClr>
                </a:gs>
                <a:gs pos="57143">
                  <a:srgbClr val="006BBE">
                    <a:alpha val="3992"/>
                  </a:srgbClr>
                </a:gs>
                <a:gs pos="71429">
                  <a:srgbClr val="006BBE">
                    <a:alpha val="1889"/>
                  </a:srgbClr>
                </a:gs>
                <a:gs pos="85714">
                  <a:srgbClr val="006BBE">
                    <a:alpha val="751"/>
                  </a:srgbClr>
                </a:gs>
                <a:gs pos="100000">
                  <a:srgbClr val="006BBE">
                    <a:alpha val="252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708" name="Splat 708"/>
            <p:cNvSpPr>
              <a:spLocks noGrp="1"/>
            </p:cNvSpPr>
            <p:nvPr/>
          </p:nvSpPr>
          <p:spPr>
            <a:xfrm rot="4653544">
              <a:off x="1808909" y="1018362"/>
              <a:ext cx="312221" cy="77780"/>
            </a:xfrm>
            <a:prstGeom prst="ellipse">
              <a:avLst/>
            </a:prstGeom>
            <a:gradFill>
              <a:gsLst>
                <a:gs pos="0">
                  <a:srgbClr val="FFFFD9">
                    <a:alpha val="32968"/>
                  </a:srgbClr>
                </a:gs>
                <a:gs pos="14286">
                  <a:srgbClr val="FFFFD9">
                    <a:alpha val="30764"/>
                  </a:srgbClr>
                </a:gs>
                <a:gs pos="28571">
                  <a:srgbClr val="FFFFD9">
                    <a:alpha val="24833"/>
                  </a:srgbClr>
                </a:gs>
                <a:gs pos="42857">
                  <a:srgbClr val="FFFFD9">
                    <a:alpha val="17075"/>
                  </a:srgbClr>
                </a:gs>
                <a:gs pos="57143">
                  <a:srgbClr val="FFFFD9">
                    <a:alpha val="9855"/>
                  </a:srgbClr>
                </a:gs>
                <a:gs pos="71429">
                  <a:srgbClr val="FFFFD9">
                    <a:alpha val="4740"/>
                  </a:srgbClr>
                </a:gs>
                <a:gs pos="85714">
                  <a:srgbClr val="FFFFD9">
                    <a:alpha val="1902"/>
                  </a:srgbClr>
                </a:gs>
                <a:gs pos="100000">
                  <a:srgbClr val="FFFFD9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709" name="Splat 709"/>
            <p:cNvSpPr>
              <a:spLocks noGrp="1"/>
            </p:cNvSpPr>
            <p:nvPr/>
          </p:nvSpPr>
          <p:spPr>
            <a:xfrm rot="4221361">
              <a:off x="2051080" y="349231"/>
              <a:ext cx="437755" cy="156111"/>
            </a:xfrm>
            <a:prstGeom prst="ellipse">
              <a:avLst/>
            </a:prstGeom>
            <a:gradFill>
              <a:gsLst>
                <a:gs pos="0">
                  <a:srgbClr val="C08D00">
                    <a:alpha val="32968"/>
                  </a:srgbClr>
                </a:gs>
                <a:gs pos="14286">
                  <a:srgbClr val="C08D00">
                    <a:alpha val="30764"/>
                  </a:srgbClr>
                </a:gs>
                <a:gs pos="28571">
                  <a:srgbClr val="C08D00">
                    <a:alpha val="24833"/>
                  </a:srgbClr>
                </a:gs>
                <a:gs pos="42857">
                  <a:srgbClr val="C08D00">
                    <a:alpha val="17075"/>
                  </a:srgbClr>
                </a:gs>
                <a:gs pos="57143">
                  <a:srgbClr val="C08D00">
                    <a:alpha val="9855"/>
                  </a:srgbClr>
                </a:gs>
                <a:gs pos="71429">
                  <a:srgbClr val="C08D00">
                    <a:alpha val="4740"/>
                  </a:srgbClr>
                </a:gs>
                <a:gs pos="85714">
                  <a:srgbClr val="C08D00">
                    <a:alpha val="1902"/>
                  </a:srgbClr>
                </a:gs>
                <a:gs pos="100000">
                  <a:srgbClr val="C08D00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710" name="Splat 710"/>
            <p:cNvSpPr>
              <a:spLocks noGrp="1"/>
            </p:cNvSpPr>
            <p:nvPr/>
          </p:nvSpPr>
          <p:spPr>
            <a:xfrm rot="6135972">
              <a:off x="3012611" y="1244330"/>
              <a:ext cx="571882" cy="77391"/>
            </a:xfrm>
            <a:prstGeom prst="ellipse">
              <a:avLst/>
            </a:prstGeom>
            <a:gradFill>
              <a:gsLst>
                <a:gs pos="0">
                  <a:srgbClr val="FFFFF3">
                    <a:alpha val="32968"/>
                  </a:srgbClr>
                </a:gs>
                <a:gs pos="14286">
                  <a:srgbClr val="FFFFF3">
                    <a:alpha val="30764"/>
                  </a:srgbClr>
                </a:gs>
                <a:gs pos="28571">
                  <a:srgbClr val="FFFFF3">
                    <a:alpha val="24833"/>
                  </a:srgbClr>
                </a:gs>
                <a:gs pos="42857">
                  <a:srgbClr val="FFFFF3">
                    <a:alpha val="17075"/>
                  </a:srgbClr>
                </a:gs>
                <a:gs pos="57143">
                  <a:srgbClr val="FFFFF3">
                    <a:alpha val="9855"/>
                  </a:srgbClr>
                </a:gs>
                <a:gs pos="71429">
                  <a:srgbClr val="FFFFF3">
                    <a:alpha val="4740"/>
                  </a:srgbClr>
                </a:gs>
                <a:gs pos="85714">
                  <a:srgbClr val="FFFFF3">
                    <a:alpha val="1902"/>
                  </a:srgbClr>
                </a:gs>
                <a:gs pos="100000">
                  <a:srgbClr val="FFFFF3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711" name="Splat 711"/>
            <p:cNvSpPr>
              <a:spLocks noGrp="1"/>
            </p:cNvSpPr>
            <p:nvPr/>
          </p:nvSpPr>
          <p:spPr>
            <a:xfrm rot="5108482">
              <a:off x="758420" y="3538620"/>
              <a:ext cx="689226" cy="90870"/>
            </a:xfrm>
            <a:prstGeom prst="ellipse">
              <a:avLst/>
            </a:prstGeom>
            <a:gradFill>
              <a:gsLst>
                <a:gs pos="0">
                  <a:srgbClr val="550000">
                    <a:alpha val="32968"/>
                  </a:srgbClr>
                </a:gs>
                <a:gs pos="14286">
                  <a:srgbClr val="550000">
                    <a:alpha val="30764"/>
                  </a:srgbClr>
                </a:gs>
                <a:gs pos="28571">
                  <a:srgbClr val="550000">
                    <a:alpha val="24833"/>
                  </a:srgbClr>
                </a:gs>
                <a:gs pos="42857">
                  <a:srgbClr val="550000">
                    <a:alpha val="17075"/>
                  </a:srgbClr>
                </a:gs>
                <a:gs pos="57143">
                  <a:srgbClr val="550000">
                    <a:alpha val="9855"/>
                  </a:srgbClr>
                </a:gs>
                <a:gs pos="71429">
                  <a:srgbClr val="550000">
                    <a:alpha val="4740"/>
                  </a:srgbClr>
                </a:gs>
                <a:gs pos="85714">
                  <a:srgbClr val="550000">
                    <a:alpha val="1902"/>
                  </a:srgbClr>
                </a:gs>
                <a:gs pos="100000">
                  <a:srgbClr val="550000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712" name="Splat 712"/>
            <p:cNvSpPr>
              <a:spLocks noGrp="1"/>
            </p:cNvSpPr>
            <p:nvPr/>
          </p:nvSpPr>
          <p:spPr>
            <a:xfrm rot="4670810">
              <a:off x="464422" y="2528568"/>
              <a:ext cx="421683" cy="358477"/>
            </a:xfrm>
            <a:prstGeom prst="ellipse">
              <a:avLst/>
            </a:prstGeom>
            <a:gradFill>
              <a:gsLst>
                <a:gs pos="0">
                  <a:srgbClr val="FFC300">
                    <a:alpha val="11962"/>
                  </a:srgbClr>
                </a:gs>
                <a:gs pos="14286">
                  <a:srgbClr val="FFC300">
                    <a:alpha val="11050"/>
                  </a:srgbClr>
                </a:gs>
                <a:gs pos="28571">
                  <a:srgbClr val="FFC300">
                    <a:alpha val="8691"/>
                  </a:srgbClr>
                </a:gs>
                <a:gs pos="42857">
                  <a:srgbClr val="FFC300">
                    <a:alpha val="5789"/>
                  </a:srgbClr>
                </a:gs>
                <a:gs pos="57143">
                  <a:srgbClr val="FFC300">
                    <a:alpha val="3250"/>
                  </a:srgbClr>
                </a:gs>
                <a:gs pos="71429">
                  <a:srgbClr val="FFC300">
                    <a:alpha val="1535"/>
                  </a:srgbClr>
                </a:gs>
                <a:gs pos="85714">
                  <a:srgbClr val="FFC300">
                    <a:alpha val="610"/>
                  </a:srgbClr>
                </a:gs>
                <a:gs pos="100000">
                  <a:srgbClr val="FFC300">
                    <a:alpha val="204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713" name="Splat 713"/>
            <p:cNvSpPr>
              <a:spLocks noGrp="1"/>
            </p:cNvSpPr>
            <p:nvPr/>
          </p:nvSpPr>
          <p:spPr>
            <a:xfrm rot="3912793">
              <a:off x="2203706" y="1207438"/>
              <a:ext cx="576939" cy="52145"/>
            </a:xfrm>
            <a:prstGeom prst="ellipse">
              <a:avLst/>
            </a:prstGeom>
            <a:gradFill>
              <a:gsLst>
                <a:gs pos="0">
                  <a:srgbClr val="580000">
                    <a:alpha val="32968"/>
                  </a:srgbClr>
                </a:gs>
                <a:gs pos="14286">
                  <a:srgbClr val="580000">
                    <a:alpha val="30764"/>
                  </a:srgbClr>
                </a:gs>
                <a:gs pos="28571">
                  <a:srgbClr val="580000">
                    <a:alpha val="24833"/>
                  </a:srgbClr>
                </a:gs>
                <a:gs pos="42857">
                  <a:srgbClr val="580000">
                    <a:alpha val="17075"/>
                  </a:srgbClr>
                </a:gs>
                <a:gs pos="57143">
                  <a:srgbClr val="580000">
                    <a:alpha val="9855"/>
                  </a:srgbClr>
                </a:gs>
                <a:gs pos="71429">
                  <a:srgbClr val="580000">
                    <a:alpha val="4740"/>
                  </a:srgbClr>
                </a:gs>
                <a:gs pos="85714">
                  <a:srgbClr val="580000">
                    <a:alpha val="1902"/>
                  </a:srgbClr>
                </a:gs>
                <a:gs pos="100000">
                  <a:srgbClr val="580000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714" name="Splat 714"/>
            <p:cNvSpPr>
              <a:spLocks noGrp="1"/>
            </p:cNvSpPr>
            <p:nvPr/>
          </p:nvSpPr>
          <p:spPr>
            <a:xfrm rot="8458394">
              <a:off x="1973816" y="1067617"/>
              <a:ext cx="528900" cy="117496"/>
            </a:xfrm>
            <a:prstGeom prst="ellipse">
              <a:avLst/>
            </a:prstGeom>
            <a:gradFill>
              <a:gsLst>
                <a:gs pos="0">
                  <a:srgbClr val="530000">
                    <a:alpha val="32968"/>
                  </a:srgbClr>
                </a:gs>
                <a:gs pos="14286">
                  <a:srgbClr val="530000">
                    <a:alpha val="30764"/>
                  </a:srgbClr>
                </a:gs>
                <a:gs pos="28571">
                  <a:srgbClr val="530000">
                    <a:alpha val="24833"/>
                  </a:srgbClr>
                </a:gs>
                <a:gs pos="42857">
                  <a:srgbClr val="530000">
                    <a:alpha val="17075"/>
                  </a:srgbClr>
                </a:gs>
                <a:gs pos="57143">
                  <a:srgbClr val="530000">
                    <a:alpha val="9855"/>
                  </a:srgbClr>
                </a:gs>
                <a:gs pos="71429">
                  <a:srgbClr val="530000">
                    <a:alpha val="4740"/>
                  </a:srgbClr>
                </a:gs>
                <a:gs pos="85714">
                  <a:srgbClr val="530000">
                    <a:alpha val="1902"/>
                  </a:srgbClr>
                </a:gs>
                <a:gs pos="100000">
                  <a:srgbClr val="530000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715" name="Splat 715"/>
            <p:cNvSpPr>
              <a:spLocks noGrp="1"/>
            </p:cNvSpPr>
            <p:nvPr/>
          </p:nvSpPr>
          <p:spPr>
            <a:xfrm rot="-8174299">
              <a:off x="340883" y="3223899"/>
              <a:ext cx="374655" cy="45991"/>
            </a:xfrm>
            <a:prstGeom prst="ellipse">
              <a:avLst/>
            </a:prstGeom>
            <a:gradFill>
              <a:gsLst>
                <a:gs pos="0">
                  <a:srgbClr val="FFFBC5">
                    <a:alpha val="32968"/>
                  </a:srgbClr>
                </a:gs>
                <a:gs pos="14286">
                  <a:srgbClr val="FFFBC5">
                    <a:alpha val="30764"/>
                  </a:srgbClr>
                </a:gs>
                <a:gs pos="28571">
                  <a:srgbClr val="FFFBC5">
                    <a:alpha val="24833"/>
                  </a:srgbClr>
                </a:gs>
                <a:gs pos="42857">
                  <a:srgbClr val="FFFBC5">
                    <a:alpha val="17075"/>
                  </a:srgbClr>
                </a:gs>
                <a:gs pos="57143">
                  <a:srgbClr val="FFFBC5">
                    <a:alpha val="9855"/>
                  </a:srgbClr>
                </a:gs>
                <a:gs pos="71429">
                  <a:srgbClr val="FFFBC5">
                    <a:alpha val="4740"/>
                  </a:srgbClr>
                </a:gs>
                <a:gs pos="85714">
                  <a:srgbClr val="FFFBC5">
                    <a:alpha val="1902"/>
                  </a:srgbClr>
                </a:gs>
                <a:gs pos="100000">
                  <a:srgbClr val="FFFBC5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716" name="Splat 716"/>
            <p:cNvSpPr>
              <a:spLocks noGrp="1"/>
            </p:cNvSpPr>
            <p:nvPr/>
          </p:nvSpPr>
          <p:spPr>
            <a:xfrm rot="9441662">
              <a:off x="427859" y="2100473"/>
              <a:ext cx="314279" cy="253233"/>
            </a:xfrm>
            <a:prstGeom prst="ellipse">
              <a:avLst/>
            </a:prstGeom>
            <a:gradFill>
              <a:gsLst>
                <a:gs pos="0">
                  <a:srgbClr val="FFF959">
                    <a:alpha val="8953"/>
                  </a:srgbClr>
                </a:gs>
                <a:gs pos="14286">
                  <a:srgbClr val="FFF959">
                    <a:alpha val="8260"/>
                  </a:srgbClr>
                </a:gs>
                <a:gs pos="28571">
                  <a:srgbClr val="FFF959">
                    <a:alpha val="6475"/>
                  </a:srgbClr>
                </a:gs>
                <a:gs pos="42857">
                  <a:srgbClr val="FFF959">
                    <a:alpha val="4295"/>
                  </a:srgbClr>
                </a:gs>
                <a:gs pos="57143">
                  <a:srgbClr val="FFF959">
                    <a:alpha val="2403"/>
                  </a:srgbClr>
                </a:gs>
                <a:gs pos="71429">
                  <a:srgbClr val="FFF959">
                    <a:alpha val="1132"/>
                  </a:srgbClr>
                </a:gs>
                <a:gs pos="85714">
                  <a:srgbClr val="FFF959">
                    <a:alpha val="449"/>
                  </a:srgbClr>
                </a:gs>
                <a:gs pos="100000">
                  <a:srgbClr val="FFF959">
                    <a:alpha val="150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717" name="Splat 717"/>
            <p:cNvSpPr>
              <a:spLocks noGrp="1"/>
            </p:cNvSpPr>
            <p:nvPr/>
          </p:nvSpPr>
          <p:spPr>
            <a:xfrm rot="6620386">
              <a:off x="-172600" y="664833"/>
              <a:ext cx="712201" cy="64537"/>
            </a:xfrm>
            <a:prstGeom prst="ellipse">
              <a:avLst/>
            </a:prstGeom>
            <a:gradFill>
              <a:gsLst>
                <a:gs pos="0">
                  <a:srgbClr val="1A0000">
                    <a:alpha val="32968"/>
                  </a:srgbClr>
                </a:gs>
                <a:gs pos="14286">
                  <a:srgbClr val="1A0000">
                    <a:alpha val="30764"/>
                  </a:srgbClr>
                </a:gs>
                <a:gs pos="28571">
                  <a:srgbClr val="1A0000">
                    <a:alpha val="24833"/>
                  </a:srgbClr>
                </a:gs>
                <a:gs pos="42857">
                  <a:srgbClr val="1A0000">
                    <a:alpha val="17075"/>
                  </a:srgbClr>
                </a:gs>
                <a:gs pos="57143">
                  <a:srgbClr val="1A0000">
                    <a:alpha val="9855"/>
                  </a:srgbClr>
                </a:gs>
                <a:gs pos="71429">
                  <a:srgbClr val="1A0000">
                    <a:alpha val="4740"/>
                  </a:srgbClr>
                </a:gs>
                <a:gs pos="85714">
                  <a:srgbClr val="1A0000">
                    <a:alpha val="1902"/>
                  </a:srgbClr>
                </a:gs>
                <a:gs pos="100000">
                  <a:srgbClr val="1A0000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718" name="Splat 718"/>
            <p:cNvSpPr>
              <a:spLocks noGrp="1"/>
            </p:cNvSpPr>
            <p:nvPr/>
          </p:nvSpPr>
          <p:spPr>
            <a:xfrm rot="4828009">
              <a:off x="1548566" y="3504844"/>
              <a:ext cx="343530" cy="81502"/>
            </a:xfrm>
            <a:prstGeom prst="ellipse">
              <a:avLst/>
            </a:prstGeom>
            <a:gradFill>
              <a:gsLst>
                <a:gs pos="0">
                  <a:srgbClr val="003A84">
                    <a:alpha val="32193"/>
                  </a:srgbClr>
                </a:gs>
                <a:gs pos="14286">
                  <a:srgbClr val="003A84">
                    <a:alpha val="30028"/>
                  </a:srgbClr>
                </a:gs>
                <a:gs pos="28571">
                  <a:srgbClr val="003A84">
                    <a:alpha val="24214"/>
                  </a:srgbClr>
                </a:gs>
                <a:gs pos="42857">
                  <a:srgbClr val="003A84">
                    <a:alpha val="16628"/>
                  </a:srgbClr>
                </a:gs>
                <a:gs pos="57143">
                  <a:srgbClr val="003A84">
                    <a:alpha val="9586"/>
                  </a:srgbClr>
                </a:gs>
                <a:gs pos="71429">
                  <a:srgbClr val="003A84">
                    <a:alpha val="4607"/>
                  </a:srgbClr>
                </a:gs>
                <a:gs pos="85714">
                  <a:srgbClr val="003A84">
                    <a:alpha val="1848"/>
                  </a:srgbClr>
                </a:gs>
                <a:gs pos="100000">
                  <a:srgbClr val="003A84">
                    <a:alpha val="621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719" name="Splat 719"/>
            <p:cNvSpPr>
              <a:spLocks noGrp="1"/>
            </p:cNvSpPr>
            <p:nvPr/>
          </p:nvSpPr>
          <p:spPr>
            <a:xfrm rot="-9584932">
              <a:off x="423523" y="3215137"/>
              <a:ext cx="508845" cy="73186"/>
            </a:xfrm>
            <a:prstGeom prst="ellipse">
              <a:avLst/>
            </a:prstGeom>
            <a:gradFill>
              <a:gsLst>
                <a:gs pos="0">
                  <a:srgbClr val="EDF6FB">
                    <a:alpha val="28860"/>
                  </a:srgbClr>
                </a:gs>
                <a:gs pos="14286">
                  <a:srgbClr val="EDF6FB">
                    <a:alpha val="26874"/>
                  </a:srgbClr>
                </a:gs>
                <a:gs pos="28571">
                  <a:srgbClr val="EDF6FB">
                    <a:alpha val="21574"/>
                  </a:srgbClr>
                </a:gs>
                <a:gs pos="42857">
                  <a:srgbClr val="EDF6FB">
                    <a:alpha val="14734"/>
                  </a:srgbClr>
                </a:gs>
                <a:gs pos="57143">
                  <a:srgbClr val="EDF6FB">
                    <a:alpha val="8453"/>
                  </a:srgbClr>
                </a:gs>
                <a:gs pos="71429">
                  <a:srgbClr val="EDF6FB">
                    <a:alpha val="4050"/>
                  </a:srgbClr>
                </a:gs>
                <a:gs pos="85714">
                  <a:srgbClr val="EDF6FB">
                    <a:alpha val="1622"/>
                  </a:srgbClr>
                </a:gs>
                <a:gs pos="100000">
                  <a:srgbClr val="EDF6FB">
                    <a:alpha val="545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720" name="Splat 720"/>
            <p:cNvSpPr>
              <a:spLocks noGrp="1"/>
            </p:cNvSpPr>
            <p:nvPr/>
          </p:nvSpPr>
          <p:spPr>
            <a:xfrm rot="-9592826">
              <a:off x="1041262" y="426784"/>
              <a:ext cx="389058" cy="65229"/>
            </a:xfrm>
            <a:prstGeom prst="ellipse">
              <a:avLst/>
            </a:prstGeom>
            <a:gradFill>
              <a:gsLst>
                <a:gs pos="0">
                  <a:srgbClr val="550000">
                    <a:alpha val="32968"/>
                  </a:srgbClr>
                </a:gs>
                <a:gs pos="14286">
                  <a:srgbClr val="550000">
                    <a:alpha val="30764"/>
                  </a:srgbClr>
                </a:gs>
                <a:gs pos="28571">
                  <a:srgbClr val="550000">
                    <a:alpha val="24833"/>
                  </a:srgbClr>
                </a:gs>
                <a:gs pos="42857">
                  <a:srgbClr val="550000">
                    <a:alpha val="17075"/>
                  </a:srgbClr>
                </a:gs>
                <a:gs pos="57143">
                  <a:srgbClr val="550000">
                    <a:alpha val="9855"/>
                  </a:srgbClr>
                </a:gs>
                <a:gs pos="71429">
                  <a:srgbClr val="550000">
                    <a:alpha val="4740"/>
                  </a:srgbClr>
                </a:gs>
                <a:gs pos="85714">
                  <a:srgbClr val="550000">
                    <a:alpha val="1902"/>
                  </a:srgbClr>
                </a:gs>
                <a:gs pos="100000">
                  <a:srgbClr val="550000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721" name="Splat 721"/>
            <p:cNvSpPr>
              <a:spLocks noGrp="1"/>
            </p:cNvSpPr>
            <p:nvPr/>
          </p:nvSpPr>
          <p:spPr>
            <a:xfrm rot="9183877">
              <a:off x="1642844" y="3021715"/>
              <a:ext cx="595581" cy="274900"/>
            </a:xfrm>
            <a:prstGeom prst="ellipse">
              <a:avLst/>
            </a:prstGeom>
            <a:gradFill>
              <a:gsLst>
                <a:gs pos="0">
                  <a:srgbClr val="BE9E00">
                    <a:alpha val="18137"/>
                  </a:srgbClr>
                </a:gs>
                <a:gs pos="14286">
                  <a:srgbClr val="BE9E00">
                    <a:alpha val="16801"/>
                  </a:srgbClr>
                </a:gs>
                <a:gs pos="28571">
                  <a:srgbClr val="BE9E00">
                    <a:alpha val="13309"/>
                  </a:srgbClr>
                </a:gs>
                <a:gs pos="42857">
                  <a:srgbClr val="BE9E00">
                    <a:alpha val="8942"/>
                  </a:srgbClr>
                </a:gs>
                <a:gs pos="57143">
                  <a:srgbClr val="BE9E00">
                    <a:alpha val="5058"/>
                  </a:srgbClr>
                </a:gs>
                <a:gs pos="71429">
                  <a:srgbClr val="BE9E00">
                    <a:alpha val="2400"/>
                  </a:srgbClr>
                </a:gs>
                <a:gs pos="85714">
                  <a:srgbClr val="BE9E00">
                    <a:alpha val="956"/>
                  </a:srgbClr>
                </a:gs>
                <a:gs pos="100000">
                  <a:srgbClr val="BE9E00">
                    <a:alpha val="320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722" name="Splat 722"/>
            <p:cNvSpPr>
              <a:spLocks noGrp="1"/>
            </p:cNvSpPr>
            <p:nvPr/>
          </p:nvSpPr>
          <p:spPr>
            <a:xfrm rot="5368507">
              <a:off x="62886" y="276358"/>
              <a:ext cx="288605" cy="225610"/>
            </a:xfrm>
            <a:prstGeom prst="ellipse">
              <a:avLst/>
            </a:prstGeom>
            <a:gradFill>
              <a:gsLst>
                <a:gs pos="0">
                  <a:srgbClr val="5A0000">
                    <a:alpha val="32968"/>
                  </a:srgbClr>
                </a:gs>
                <a:gs pos="14286">
                  <a:srgbClr val="5A0000">
                    <a:alpha val="30764"/>
                  </a:srgbClr>
                </a:gs>
                <a:gs pos="28571">
                  <a:srgbClr val="5A0000">
                    <a:alpha val="24833"/>
                  </a:srgbClr>
                </a:gs>
                <a:gs pos="42857">
                  <a:srgbClr val="5A0000">
                    <a:alpha val="17075"/>
                  </a:srgbClr>
                </a:gs>
                <a:gs pos="57143">
                  <a:srgbClr val="5A0000">
                    <a:alpha val="9855"/>
                  </a:srgbClr>
                </a:gs>
                <a:gs pos="71429">
                  <a:srgbClr val="5A0000">
                    <a:alpha val="4740"/>
                  </a:srgbClr>
                </a:gs>
                <a:gs pos="85714">
                  <a:srgbClr val="5A0000">
                    <a:alpha val="1902"/>
                  </a:srgbClr>
                </a:gs>
                <a:gs pos="100000">
                  <a:srgbClr val="5A0000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723" name="Splat 723"/>
            <p:cNvSpPr>
              <a:spLocks noGrp="1"/>
            </p:cNvSpPr>
            <p:nvPr/>
          </p:nvSpPr>
          <p:spPr>
            <a:xfrm rot="5279719">
              <a:off x="3383145" y="1610740"/>
              <a:ext cx="459819" cy="120519"/>
            </a:xfrm>
            <a:prstGeom prst="ellipse">
              <a:avLst/>
            </a:prstGeom>
            <a:gradFill>
              <a:gsLst>
                <a:gs pos="0">
                  <a:srgbClr val="000092">
                    <a:alpha val="32968"/>
                  </a:srgbClr>
                </a:gs>
                <a:gs pos="14286">
                  <a:srgbClr val="000092">
                    <a:alpha val="30764"/>
                  </a:srgbClr>
                </a:gs>
                <a:gs pos="28571">
                  <a:srgbClr val="000092">
                    <a:alpha val="24833"/>
                  </a:srgbClr>
                </a:gs>
                <a:gs pos="42857">
                  <a:srgbClr val="000092">
                    <a:alpha val="17075"/>
                  </a:srgbClr>
                </a:gs>
                <a:gs pos="57143">
                  <a:srgbClr val="000092">
                    <a:alpha val="9855"/>
                  </a:srgbClr>
                </a:gs>
                <a:gs pos="71429">
                  <a:srgbClr val="000092">
                    <a:alpha val="4740"/>
                  </a:srgbClr>
                </a:gs>
                <a:gs pos="85714">
                  <a:srgbClr val="000092">
                    <a:alpha val="1902"/>
                  </a:srgbClr>
                </a:gs>
                <a:gs pos="100000">
                  <a:srgbClr val="000092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724" name="Splat 724"/>
            <p:cNvSpPr>
              <a:spLocks noGrp="1"/>
            </p:cNvSpPr>
            <p:nvPr/>
          </p:nvSpPr>
          <p:spPr>
            <a:xfrm rot="-8939414">
              <a:off x="364369" y="3257933"/>
              <a:ext cx="562909" cy="56813"/>
            </a:xfrm>
            <a:prstGeom prst="ellipse">
              <a:avLst/>
            </a:prstGeom>
            <a:gradFill>
              <a:gsLst>
                <a:gs pos="0">
                  <a:srgbClr val="440000">
                    <a:alpha val="32968"/>
                  </a:srgbClr>
                </a:gs>
                <a:gs pos="14286">
                  <a:srgbClr val="440000">
                    <a:alpha val="30764"/>
                  </a:srgbClr>
                </a:gs>
                <a:gs pos="28571">
                  <a:srgbClr val="440000">
                    <a:alpha val="24833"/>
                  </a:srgbClr>
                </a:gs>
                <a:gs pos="42857">
                  <a:srgbClr val="440000">
                    <a:alpha val="17075"/>
                  </a:srgbClr>
                </a:gs>
                <a:gs pos="57143">
                  <a:srgbClr val="440000">
                    <a:alpha val="9855"/>
                  </a:srgbClr>
                </a:gs>
                <a:gs pos="71429">
                  <a:srgbClr val="440000">
                    <a:alpha val="4740"/>
                  </a:srgbClr>
                </a:gs>
                <a:gs pos="85714">
                  <a:srgbClr val="440000">
                    <a:alpha val="1902"/>
                  </a:srgbClr>
                </a:gs>
                <a:gs pos="100000">
                  <a:srgbClr val="440000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725" name="Splat 725"/>
            <p:cNvSpPr>
              <a:spLocks noGrp="1"/>
            </p:cNvSpPr>
            <p:nvPr/>
          </p:nvSpPr>
          <p:spPr>
            <a:xfrm rot="5562138">
              <a:off x="2817684" y="2343550"/>
              <a:ext cx="545051" cy="119466"/>
            </a:xfrm>
            <a:prstGeom prst="ellipse">
              <a:avLst/>
            </a:prstGeom>
            <a:gradFill>
              <a:gsLst>
                <a:gs pos="0">
                  <a:srgbClr val="044092">
                    <a:alpha val="19959"/>
                  </a:srgbClr>
                </a:gs>
                <a:gs pos="14286">
                  <a:srgbClr val="044092">
                    <a:alpha val="18504"/>
                  </a:srgbClr>
                </a:gs>
                <a:gs pos="28571">
                  <a:srgbClr val="044092">
                    <a:alpha val="14690"/>
                  </a:srgbClr>
                </a:gs>
                <a:gs pos="42857">
                  <a:srgbClr val="044092">
                    <a:alpha val="9897"/>
                  </a:srgbClr>
                </a:gs>
                <a:gs pos="57143">
                  <a:srgbClr val="044092">
                    <a:alpha val="5611"/>
                  </a:srgbClr>
                </a:gs>
                <a:gs pos="71429">
                  <a:srgbClr val="044092">
                    <a:alpha val="2667"/>
                  </a:srgbClr>
                </a:gs>
                <a:gs pos="85714">
                  <a:srgbClr val="044092">
                    <a:alpha val="1063"/>
                  </a:srgbClr>
                </a:gs>
                <a:gs pos="100000">
                  <a:srgbClr val="044092">
                    <a:alpha val="356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726" name="Splat 726"/>
            <p:cNvSpPr>
              <a:spLocks noGrp="1"/>
            </p:cNvSpPr>
            <p:nvPr/>
          </p:nvSpPr>
          <p:spPr>
            <a:xfrm rot="5941884">
              <a:off x="2811717" y="847111"/>
              <a:ext cx="566611" cy="318967"/>
            </a:xfrm>
            <a:prstGeom prst="ellipse">
              <a:avLst/>
            </a:prstGeom>
            <a:gradFill>
              <a:gsLst>
                <a:gs pos="0">
                  <a:srgbClr val="CA9100">
                    <a:alpha val="32968"/>
                  </a:srgbClr>
                </a:gs>
                <a:gs pos="14286">
                  <a:srgbClr val="CA9100">
                    <a:alpha val="30764"/>
                  </a:srgbClr>
                </a:gs>
                <a:gs pos="28571">
                  <a:srgbClr val="CA9100">
                    <a:alpha val="24833"/>
                  </a:srgbClr>
                </a:gs>
                <a:gs pos="42857">
                  <a:srgbClr val="CA9100">
                    <a:alpha val="17075"/>
                  </a:srgbClr>
                </a:gs>
                <a:gs pos="57143">
                  <a:srgbClr val="CA9100">
                    <a:alpha val="9855"/>
                  </a:srgbClr>
                </a:gs>
                <a:gs pos="71429">
                  <a:srgbClr val="CA9100">
                    <a:alpha val="4740"/>
                  </a:srgbClr>
                </a:gs>
                <a:gs pos="85714">
                  <a:srgbClr val="CA9100">
                    <a:alpha val="1902"/>
                  </a:srgbClr>
                </a:gs>
                <a:gs pos="100000">
                  <a:srgbClr val="CA9100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727" name="Splat 727"/>
            <p:cNvSpPr>
              <a:spLocks noGrp="1"/>
            </p:cNvSpPr>
            <p:nvPr/>
          </p:nvSpPr>
          <p:spPr>
            <a:xfrm rot="6647100">
              <a:off x="3012908" y="1307167"/>
              <a:ext cx="637665" cy="136391"/>
            </a:xfrm>
            <a:prstGeom prst="ellipse">
              <a:avLst/>
            </a:prstGeom>
            <a:gradFill>
              <a:gsLst>
                <a:gs pos="0">
                  <a:srgbClr val="009400">
                    <a:alpha val="4589"/>
                  </a:srgbClr>
                </a:gs>
                <a:gs pos="14286">
                  <a:srgbClr val="009400">
                    <a:alpha val="4225"/>
                  </a:srgbClr>
                </a:gs>
                <a:gs pos="28571">
                  <a:srgbClr val="009400">
                    <a:alpha val="3297"/>
                  </a:srgbClr>
                </a:gs>
                <a:gs pos="42857">
                  <a:srgbClr val="009400">
                    <a:alpha val="2175"/>
                  </a:srgbClr>
                </a:gs>
                <a:gs pos="57143">
                  <a:srgbClr val="009400">
                    <a:alpha val="1211"/>
                  </a:srgbClr>
                </a:gs>
                <a:gs pos="71429">
                  <a:srgbClr val="009400">
                    <a:alpha val="569"/>
                  </a:srgbClr>
                </a:gs>
                <a:gs pos="85714">
                  <a:srgbClr val="009400">
                    <a:alpha val="225"/>
                  </a:srgbClr>
                </a:gs>
                <a:gs pos="100000">
                  <a:srgbClr val="009400">
                    <a:alpha val="75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728" name="Splat 728"/>
            <p:cNvSpPr>
              <a:spLocks noGrp="1"/>
            </p:cNvSpPr>
            <p:nvPr/>
          </p:nvSpPr>
          <p:spPr>
            <a:xfrm rot="9548615">
              <a:off x="396558" y="1690512"/>
              <a:ext cx="246948" cy="47861"/>
            </a:xfrm>
            <a:prstGeom prst="ellipse">
              <a:avLst/>
            </a:prstGeom>
            <a:gradFill>
              <a:gsLst>
                <a:gs pos="0">
                  <a:srgbClr val="690000">
                    <a:alpha val="32968"/>
                  </a:srgbClr>
                </a:gs>
                <a:gs pos="14286">
                  <a:srgbClr val="690000">
                    <a:alpha val="30764"/>
                  </a:srgbClr>
                </a:gs>
                <a:gs pos="28571">
                  <a:srgbClr val="690000">
                    <a:alpha val="24833"/>
                  </a:srgbClr>
                </a:gs>
                <a:gs pos="42857">
                  <a:srgbClr val="690000">
                    <a:alpha val="17075"/>
                  </a:srgbClr>
                </a:gs>
                <a:gs pos="57143">
                  <a:srgbClr val="690000">
                    <a:alpha val="9855"/>
                  </a:srgbClr>
                </a:gs>
                <a:gs pos="71429">
                  <a:srgbClr val="690000">
                    <a:alpha val="4740"/>
                  </a:srgbClr>
                </a:gs>
                <a:gs pos="85714">
                  <a:srgbClr val="690000">
                    <a:alpha val="1902"/>
                  </a:srgbClr>
                </a:gs>
                <a:gs pos="100000">
                  <a:srgbClr val="690000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729" name="Splat 729"/>
            <p:cNvSpPr>
              <a:spLocks noGrp="1"/>
            </p:cNvSpPr>
            <p:nvPr/>
          </p:nvSpPr>
          <p:spPr>
            <a:xfrm rot="7111378">
              <a:off x="2987509" y="1541217"/>
              <a:ext cx="394225" cy="310167"/>
            </a:xfrm>
            <a:prstGeom prst="ellipse">
              <a:avLst/>
            </a:prstGeom>
            <a:gradFill>
              <a:gsLst>
                <a:gs pos="0">
                  <a:srgbClr val="FFD400">
                    <a:alpha val="7846"/>
                  </a:srgbClr>
                </a:gs>
                <a:gs pos="14286">
                  <a:srgbClr val="FFD400">
                    <a:alpha val="7235"/>
                  </a:srgbClr>
                </a:gs>
                <a:gs pos="28571">
                  <a:srgbClr val="FFD400">
                    <a:alpha val="5664"/>
                  </a:srgbClr>
                </a:gs>
                <a:gs pos="42857">
                  <a:srgbClr val="FFD400">
                    <a:alpha val="3752"/>
                  </a:srgbClr>
                </a:gs>
                <a:gs pos="57143">
                  <a:srgbClr val="FFD400">
                    <a:alpha val="2097"/>
                  </a:srgbClr>
                </a:gs>
                <a:gs pos="71429">
                  <a:srgbClr val="FFD400">
                    <a:alpha val="987"/>
                  </a:srgbClr>
                </a:gs>
                <a:gs pos="85714">
                  <a:srgbClr val="FFD400">
                    <a:alpha val="392"/>
                  </a:srgbClr>
                </a:gs>
                <a:gs pos="100000">
                  <a:srgbClr val="FFD400">
                    <a:alpha val="131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730" name="Splat 730"/>
            <p:cNvSpPr>
              <a:spLocks noGrp="1"/>
            </p:cNvSpPr>
            <p:nvPr/>
          </p:nvSpPr>
          <p:spPr>
            <a:xfrm rot="-9402325">
              <a:off x="1210801" y="3403905"/>
              <a:ext cx="622521" cy="101529"/>
            </a:xfrm>
            <a:prstGeom prst="ellipse">
              <a:avLst/>
            </a:prstGeom>
            <a:gradFill>
              <a:gsLst>
                <a:gs pos="0">
                  <a:srgbClr val="FEFFF8">
                    <a:alpha val="32968"/>
                  </a:srgbClr>
                </a:gs>
                <a:gs pos="14286">
                  <a:srgbClr val="FEFFF8">
                    <a:alpha val="30764"/>
                  </a:srgbClr>
                </a:gs>
                <a:gs pos="28571">
                  <a:srgbClr val="FEFFF8">
                    <a:alpha val="24833"/>
                  </a:srgbClr>
                </a:gs>
                <a:gs pos="42857">
                  <a:srgbClr val="FEFFF8">
                    <a:alpha val="17075"/>
                  </a:srgbClr>
                </a:gs>
                <a:gs pos="57143">
                  <a:srgbClr val="FEFFF8">
                    <a:alpha val="9855"/>
                  </a:srgbClr>
                </a:gs>
                <a:gs pos="71429">
                  <a:srgbClr val="FEFFF8">
                    <a:alpha val="4740"/>
                  </a:srgbClr>
                </a:gs>
                <a:gs pos="85714">
                  <a:srgbClr val="FEFFF8">
                    <a:alpha val="1902"/>
                  </a:srgbClr>
                </a:gs>
                <a:gs pos="100000">
                  <a:srgbClr val="FEFFF8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731" name="Splat 731"/>
            <p:cNvSpPr>
              <a:spLocks noGrp="1"/>
            </p:cNvSpPr>
            <p:nvPr/>
          </p:nvSpPr>
          <p:spPr>
            <a:xfrm rot="-9822981">
              <a:off x="1622621" y="1874827"/>
              <a:ext cx="229046" cy="142534"/>
            </a:xfrm>
            <a:prstGeom prst="ellipse">
              <a:avLst/>
            </a:prstGeom>
            <a:gradFill>
              <a:gsLst>
                <a:gs pos="0">
                  <a:srgbClr val="000F95">
                    <a:alpha val="32968"/>
                  </a:srgbClr>
                </a:gs>
                <a:gs pos="14286">
                  <a:srgbClr val="000F95">
                    <a:alpha val="30764"/>
                  </a:srgbClr>
                </a:gs>
                <a:gs pos="28571">
                  <a:srgbClr val="000F95">
                    <a:alpha val="24833"/>
                  </a:srgbClr>
                </a:gs>
                <a:gs pos="42857">
                  <a:srgbClr val="000F95">
                    <a:alpha val="17075"/>
                  </a:srgbClr>
                </a:gs>
                <a:gs pos="57143">
                  <a:srgbClr val="000F95">
                    <a:alpha val="9855"/>
                  </a:srgbClr>
                </a:gs>
                <a:gs pos="71429">
                  <a:srgbClr val="000F95">
                    <a:alpha val="4740"/>
                  </a:srgbClr>
                </a:gs>
                <a:gs pos="85714">
                  <a:srgbClr val="000F95">
                    <a:alpha val="1902"/>
                  </a:srgbClr>
                </a:gs>
                <a:gs pos="100000">
                  <a:srgbClr val="000F95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732" name="Splat 732"/>
            <p:cNvSpPr>
              <a:spLocks noGrp="1"/>
            </p:cNvSpPr>
            <p:nvPr/>
          </p:nvSpPr>
          <p:spPr>
            <a:xfrm rot="-8247321">
              <a:off x="-265442" y="985394"/>
              <a:ext cx="586760" cy="91513"/>
            </a:xfrm>
            <a:prstGeom prst="ellipse">
              <a:avLst/>
            </a:prstGeom>
            <a:gradFill>
              <a:gsLst>
                <a:gs pos="0">
                  <a:srgbClr val="FFFFFF">
                    <a:alpha val="32968"/>
                  </a:srgbClr>
                </a:gs>
                <a:gs pos="14286">
                  <a:srgbClr val="FFFFFF">
                    <a:alpha val="30764"/>
                  </a:srgbClr>
                </a:gs>
                <a:gs pos="28571">
                  <a:srgbClr val="FFFFFF">
                    <a:alpha val="24833"/>
                  </a:srgbClr>
                </a:gs>
                <a:gs pos="42857">
                  <a:srgbClr val="FFFFFF">
                    <a:alpha val="17075"/>
                  </a:srgbClr>
                </a:gs>
                <a:gs pos="57143">
                  <a:srgbClr val="FFFFFF">
                    <a:alpha val="9855"/>
                  </a:srgbClr>
                </a:gs>
                <a:gs pos="71429">
                  <a:srgbClr val="FFFFFF">
                    <a:alpha val="4740"/>
                  </a:srgbClr>
                </a:gs>
                <a:gs pos="85714">
                  <a:srgbClr val="FFFFFF">
                    <a:alpha val="1902"/>
                  </a:srgbClr>
                </a:gs>
                <a:gs pos="100000">
                  <a:srgbClr val="FFFFFF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733" name="Splat 733"/>
            <p:cNvSpPr>
              <a:spLocks noGrp="1"/>
            </p:cNvSpPr>
            <p:nvPr/>
          </p:nvSpPr>
          <p:spPr>
            <a:xfrm rot="4003181">
              <a:off x="1074129" y="1570792"/>
              <a:ext cx="765903" cy="68228"/>
            </a:xfrm>
            <a:prstGeom prst="ellipse">
              <a:avLst/>
            </a:prstGeom>
            <a:gradFill>
              <a:gsLst>
                <a:gs pos="0">
                  <a:srgbClr val="000000">
                    <a:alpha val="32968"/>
                  </a:srgbClr>
                </a:gs>
                <a:gs pos="14286">
                  <a:srgbClr val="000000">
                    <a:alpha val="30764"/>
                  </a:srgbClr>
                </a:gs>
                <a:gs pos="28571">
                  <a:srgbClr val="000000">
                    <a:alpha val="24833"/>
                  </a:srgbClr>
                </a:gs>
                <a:gs pos="42857">
                  <a:srgbClr val="000000">
                    <a:alpha val="17075"/>
                  </a:srgbClr>
                </a:gs>
                <a:gs pos="57143">
                  <a:srgbClr val="000000">
                    <a:alpha val="9855"/>
                  </a:srgbClr>
                </a:gs>
                <a:gs pos="71429">
                  <a:srgbClr val="000000">
                    <a:alpha val="4740"/>
                  </a:srgbClr>
                </a:gs>
                <a:gs pos="85714">
                  <a:srgbClr val="000000">
                    <a:alpha val="1902"/>
                  </a:srgbClr>
                </a:gs>
                <a:gs pos="100000">
                  <a:srgbClr val="000000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734" name="Splat 734"/>
            <p:cNvSpPr>
              <a:spLocks noGrp="1"/>
            </p:cNvSpPr>
            <p:nvPr/>
          </p:nvSpPr>
          <p:spPr>
            <a:xfrm rot="4012542">
              <a:off x="1489306" y="3085137"/>
              <a:ext cx="711569" cy="78326"/>
            </a:xfrm>
            <a:prstGeom prst="ellipse">
              <a:avLst/>
            </a:prstGeom>
            <a:gradFill>
              <a:gsLst>
                <a:gs pos="0">
                  <a:srgbClr val="D8E4FF">
                    <a:alpha val="32968"/>
                  </a:srgbClr>
                </a:gs>
                <a:gs pos="14286">
                  <a:srgbClr val="D8E4FF">
                    <a:alpha val="30764"/>
                  </a:srgbClr>
                </a:gs>
                <a:gs pos="28571">
                  <a:srgbClr val="D8E4FF">
                    <a:alpha val="24833"/>
                  </a:srgbClr>
                </a:gs>
                <a:gs pos="42857">
                  <a:srgbClr val="D8E4FF">
                    <a:alpha val="17075"/>
                  </a:srgbClr>
                </a:gs>
                <a:gs pos="57143">
                  <a:srgbClr val="D8E4FF">
                    <a:alpha val="9855"/>
                  </a:srgbClr>
                </a:gs>
                <a:gs pos="71429">
                  <a:srgbClr val="D8E4FF">
                    <a:alpha val="4740"/>
                  </a:srgbClr>
                </a:gs>
                <a:gs pos="85714">
                  <a:srgbClr val="D8E4FF">
                    <a:alpha val="1902"/>
                  </a:srgbClr>
                </a:gs>
                <a:gs pos="100000">
                  <a:srgbClr val="D8E4FF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735" name="Splat 735"/>
            <p:cNvSpPr>
              <a:spLocks noGrp="1"/>
            </p:cNvSpPr>
            <p:nvPr/>
          </p:nvSpPr>
          <p:spPr>
            <a:xfrm rot="4812920">
              <a:off x="1315546" y="3081171"/>
              <a:ext cx="576555" cy="128075"/>
            </a:xfrm>
            <a:prstGeom prst="ellipse">
              <a:avLst/>
            </a:prstGeom>
            <a:gradFill>
              <a:gsLst>
                <a:gs pos="0">
                  <a:srgbClr val="53004B">
                    <a:alpha val="11675"/>
                  </a:srgbClr>
                </a:gs>
                <a:gs pos="14286">
                  <a:srgbClr val="53004B">
                    <a:alpha val="10784"/>
                  </a:srgbClr>
                </a:gs>
                <a:gs pos="28571">
                  <a:srgbClr val="53004B">
                    <a:alpha val="8479"/>
                  </a:srgbClr>
                </a:gs>
                <a:gs pos="42857">
                  <a:srgbClr val="53004B">
                    <a:alpha val="5646"/>
                  </a:srgbClr>
                </a:gs>
                <a:gs pos="57143">
                  <a:srgbClr val="53004B">
                    <a:alpha val="3169"/>
                  </a:srgbClr>
                </a:gs>
                <a:gs pos="71429">
                  <a:srgbClr val="53004B">
                    <a:alpha val="1496"/>
                  </a:srgbClr>
                </a:gs>
                <a:gs pos="85714">
                  <a:srgbClr val="53004B">
                    <a:alpha val="594"/>
                  </a:srgbClr>
                </a:gs>
                <a:gs pos="100000">
                  <a:srgbClr val="53004B">
                    <a:alpha val="19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736" name="Splat 736"/>
            <p:cNvSpPr>
              <a:spLocks noGrp="1"/>
            </p:cNvSpPr>
            <p:nvPr/>
          </p:nvSpPr>
          <p:spPr>
            <a:xfrm rot="7059668">
              <a:off x="3295208" y="1310935"/>
              <a:ext cx="507228" cy="93133"/>
            </a:xfrm>
            <a:prstGeom prst="ellipse">
              <a:avLst/>
            </a:prstGeom>
            <a:gradFill>
              <a:gsLst>
                <a:gs pos="0">
                  <a:srgbClr val="200000">
                    <a:alpha val="32968"/>
                  </a:srgbClr>
                </a:gs>
                <a:gs pos="14286">
                  <a:srgbClr val="200000">
                    <a:alpha val="30764"/>
                  </a:srgbClr>
                </a:gs>
                <a:gs pos="28571">
                  <a:srgbClr val="200000">
                    <a:alpha val="24833"/>
                  </a:srgbClr>
                </a:gs>
                <a:gs pos="42857">
                  <a:srgbClr val="200000">
                    <a:alpha val="17075"/>
                  </a:srgbClr>
                </a:gs>
                <a:gs pos="57143">
                  <a:srgbClr val="200000">
                    <a:alpha val="9855"/>
                  </a:srgbClr>
                </a:gs>
                <a:gs pos="71429">
                  <a:srgbClr val="200000">
                    <a:alpha val="4740"/>
                  </a:srgbClr>
                </a:gs>
                <a:gs pos="85714">
                  <a:srgbClr val="200000">
                    <a:alpha val="1902"/>
                  </a:srgbClr>
                </a:gs>
                <a:gs pos="100000">
                  <a:srgbClr val="200000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737" name="Splat 737"/>
            <p:cNvSpPr>
              <a:spLocks noGrp="1"/>
            </p:cNvSpPr>
            <p:nvPr/>
          </p:nvSpPr>
          <p:spPr>
            <a:xfrm rot="6067180">
              <a:off x="2903347" y="173401"/>
              <a:ext cx="694054" cy="108619"/>
            </a:xfrm>
            <a:prstGeom prst="ellipse">
              <a:avLst/>
            </a:prstGeom>
            <a:gradFill>
              <a:gsLst>
                <a:gs pos="0">
                  <a:srgbClr val="FFFFF8">
                    <a:alpha val="32968"/>
                  </a:srgbClr>
                </a:gs>
                <a:gs pos="14286">
                  <a:srgbClr val="FFFFF8">
                    <a:alpha val="30764"/>
                  </a:srgbClr>
                </a:gs>
                <a:gs pos="28571">
                  <a:srgbClr val="FFFFF8">
                    <a:alpha val="24833"/>
                  </a:srgbClr>
                </a:gs>
                <a:gs pos="42857">
                  <a:srgbClr val="FFFFF8">
                    <a:alpha val="17075"/>
                  </a:srgbClr>
                </a:gs>
                <a:gs pos="57143">
                  <a:srgbClr val="FFFFF8">
                    <a:alpha val="9855"/>
                  </a:srgbClr>
                </a:gs>
                <a:gs pos="71429">
                  <a:srgbClr val="FFFFF8">
                    <a:alpha val="4740"/>
                  </a:srgbClr>
                </a:gs>
                <a:gs pos="85714">
                  <a:srgbClr val="FFFFF8">
                    <a:alpha val="1902"/>
                  </a:srgbClr>
                </a:gs>
                <a:gs pos="100000">
                  <a:srgbClr val="FFFFF8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738" name="Splat 738"/>
            <p:cNvSpPr>
              <a:spLocks noGrp="1"/>
            </p:cNvSpPr>
            <p:nvPr/>
          </p:nvSpPr>
          <p:spPr>
            <a:xfrm rot="-10349132">
              <a:off x="3346220" y="192279"/>
              <a:ext cx="602489" cy="408471"/>
            </a:xfrm>
            <a:prstGeom prst="ellipse">
              <a:avLst/>
            </a:prstGeom>
            <a:gradFill>
              <a:gsLst>
                <a:gs pos="0">
                  <a:srgbClr val="E5E8E1">
                    <a:alpha val="32968"/>
                  </a:srgbClr>
                </a:gs>
                <a:gs pos="14286">
                  <a:srgbClr val="E5E8E1">
                    <a:alpha val="30764"/>
                  </a:srgbClr>
                </a:gs>
                <a:gs pos="28571">
                  <a:srgbClr val="E5E8E1">
                    <a:alpha val="24833"/>
                  </a:srgbClr>
                </a:gs>
                <a:gs pos="42857">
                  <a:srgbClr val="E5E8E1">
                    <a:alpha val="17075"/>
                  </a:srgbClr>
                </a:gs>
                <a:gs pos="57143">
                  <a:srgbClr val="E5E8E1">
                    <a:alpha val="9855"/>
                  </a:srgbClr>
                </a:gs>
                <a:gs pos="71429">
                  <a:srgbClr val="E5E8E1">
                    <a:alpha val="4740"/>
                  </a:srgbClr>
                </a:gs>
                <a:gs pos="85714">
                  <a:srgbClr val="E5E8E1">
                    <a:alpha val="1902"/>
                  </a:srgbClr>
                </a:gs>
                <a:gs pos="100000">
                  <a:srgbClr val="E5E8E1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739" name="Splat 739"/>
            <p:cNvSpPr>
              <a:spLocks noGrp="1"/>
            </p:cNvSpPr>
            <p:nvPr/>
          </p:nvSpPr>
          <p:spPr>
            <a:xfrm rot="3407993">
              <a:off x="2339215" y="1471052"/>
              <a:ext cx="604542" cy="166392"/>
            </a:xfrm>
            <a:prstGeom prst="ellipse">
              <a:avLst/>
            </a:prstGeom>
            <a:gradFill>
              <a:gsLst>
                <a:gs pos="0">
                  <a:srgbClr val="270000">
                    <a:alpha val="32968"/>
                  </a:srgbClr>
                </a:gs>
                <a:gs pos="14286">
                  <a:srgbClr val="270000">
                    <a:alpha val="30764"/>
                  </a:srgbClr>
                </a:gs>
                <a:gs pos="28571">
                  <a:srgbClr val="270000">
                    <a:alpha val="24833"/>
                  </a:srgbClr>
                </a:gs>
                <a:gs pos="42857">
                  <a:srgbClr val="270000">
                    <a:alpha val="17075"/>
                  </a:srgbClr>
                </a:gs>
                <a:gs pos="57143">
                  <a:srgbClr val="270000">
                    <a:alpha val="9855"/>
                  </a:srgbClr>
                </a:gs>
                <a:gs pos="71429">
                  <a:srgbClr val="270000">
                    <a:alpha val="4740"/>
                  </a:srgbClr>
                </a:gs>
                <a:gs pos="85714">
                  <a:srgbClr val="270000">
                    <a:alpha val="1902"/>
                  </a:srgbClr>
                </a:gs>
                <a:gs pos="100000">
                  <a:srgbClr val="270000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740" name="Splat 740"/>
            <p:cNvSpPr>
              <a:spLocks noGrp="1"/>
            </p:cNvSpPr>
            <p:nvPr/>
          </p:nvSpPr>
          <p:spPr>
            <a:xfrm rot="3256267">
              <a:off x="1134370" y="2602385"/>
              <a:ext cx="513076" cy="105807"/>
            </a:xfrm>
            <a:prstGeom prst="ellipse">
              <a:avLst/>
            </a:prstGeom>
            <a:gradFill>
              <a:gsLst>
                <a:gs pos="0">
                  <a:srgbClr val="FBFFFE">
                    <a:alpha val="23877"/>
                  </a:srgbClr>
                </a:gs>
                <a:gs pos="14286">
                  <a:srgbClr val="FBFFFE">
                    <a:alpha val="22178"/>
                  </a:srgbClr>
                </a:gs>
                <a:gs pos="28571">
                  <a:srgbClr val="FBFFFE">
                    <a:alpha val="17691"/>
                  </a:srgbClr>
                </a:gs>
                <a:gs pos="42857">
                  <a:srgbClr val="FBFFFE">
                    <a:alpha val="11989"/>
                  </a:srgbClr>
                </a:gs>
                <a:gs pos="57143">
                  <a:srgbClr val="FBFFFE">
                    <a:alpha val="6832"/>
                  </a:srgbClr>
                </a:gs>
                <a:gs pos="71429">
                  <a:srgbClr val="FBFFFE">
                    <a:alpha val="3258"/>
                  </a:srgbClr>
                </a:gs>
                <a:gs pos="85714">
                  <a:srgbClr val="FBFFFE">
                    <a:alpha val="1301"/>
                  </a:srgbClr>
                </a:gs>
                <a:gs pos="100000">
                  <a:srgbClr val="FBFFFE">
                    <a:alpha val="437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741" name="Splat 741"/>
            <p:cNvSpPr>
              <a:spLocks noGrp="1"/>
            </p:cNvSpPr>
            <p:nvPr/>
          </p:nvSpPr>
          <p:spPr>
            <a:xfrm rot="4601531">
              <a:off x="257238" y="978753"/>
              <a:ext cx="461176" cy="55979"/>
            </a:xfrm>
            <a:prstGeom prst="ellipse">
              <a:avLst/>
            </a:prstGeom>
            <a:gradFill>
              <a:gsLst>
                <a:gs pos="0">
                  <a:srgbClr val="580000">
                    <a:alpha val="32968"/>
                  </a:srgbClr>
                </a:gs>
                <a:gs pos="14286">
                  <a:srgbClr val="580000">
                    <a:alpha val="30764"/>
                  </a:srgbClr>
                </a:gs>
                <a:gs pos="28571">
                  <a:srgbClr val="580000">
                    <a:alpha val="24833"/>
                  </a:srgbClr>
                </a:gs>
                <a:gs pos="42857">
                  <a:srgbClr val="580000">
                    <a:alpha val="17075"/>
                  </a:srgbClr>
                </a:gs>
                <a:gs pos="57143">
                  <a:srgbClr val="580000">
                    <a:alpha val="9855"/>
                  </a:srgbClr>
                </a:gs>
                <a:gs pos="71429">
                  <a:srgbClr val="580000">
                    <a:alpha val="4740"/>
                  </a:srgbClr>
                </a:gs>
                <a:gs pos="85714">
                  <a:srgbClr val="580000">
                    <a:alpha val="1902"/>
                  </a:srgbClr>
                </a:gs>
                <a:gs pos="100000">
                  <a:srgbClr val="580000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742" name="Splat 742"/>
            <p:cNvSpPr>
              <a:spLocks noGrp="1"/>
            </p:cNvSpPr>
            <p:nvPr/>
          </p:nvSpPr>
          <p:spPr>
            <a:xfrm rot="9528046">
              <a:off x="1346399" y="2092917"/>
              <a:ext cx="550695" cy="262357"/>
            </a:xfrm>
            <a:prstGeom prst="ellipse">
              <a:avLst/>
            </a:prstGeom>
            <a:gradFill>
              <a:gsLst>
                <a:gs pos="0">
                  <a:srgbClr val="FBFFFF">
                    <a:alpha val="32968"/>
                  </a:srgbClr>
                </a:gs>
                <a:gs pos="14286">
                  <a:srgbClr val="FBFFFF">
                    <a:alpha val="30764"/>
                  </a:srgbClr>
                </a:gs>
                <a:gs pos="28571">
                  <a:srgbClr val="FBFFFF">
                    <a:alpha val="24833"/>
                  </a:srgbClr>
                </a:gs>
                <a:gs pos="42857">
                  <a:srgbClr val="FBFFFF">
                    <a:alpha val="17075"/>
                  </a:srgbClr>
                </a:gs>
                <a:gs pos="57143">
                  <a:srgbClr val="FBFFFF">
                    <a:alpha val="9855"/>
                  </a:srgbClr>
                </a:gs>
                <a:gs pos="71429">
                  <a:srgbClr val="FBFFFF">
                    <a:alpha val="4740"/>
                  </a:srgbClr>
                </a:gs>
                <a:gs pos="85714">
                  <a:srgbClr val="FBFFFF">
                    <a:alpha val="1902"/>
                  </a:srgbClr>
                </a:gs>
                <a:gs pos="100000">
                  <a:srgbClr val="FBFFFF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743" name="Splat 743"/>
            <p:cNvSpPr>
              <a:spLocks noGrp="1"/>
            </p:cNvSpPr>
            <p:nvPr/>
          </p:nvSpPr>
          <p:spPr>
            <a:xfrm rot="9377652">
              <a:off x="1320904" y="1793919"/>
              <a:ext cx="587832" cy="69912"/>
            </a:xfrm>
            <a:prstGeom prst="ellipse">
              <a:avLst/>
            </a:prstGeom>
            <a:gradFill>
              <a:gsLst>
                <a:gs pos="0">
                  <a:srgbClr val="00479B">
                    <a:alpha val="32968"/>
                  </a:srgbClr>
                </a:gs>
                <a:gs pos="14286">
                  <a:srgbClr val="00479B">
                    <a:alpha val="30764"/>
                  </a:srgbClr>
                </a:gs>
                <a:gs pos="28571">
                  <a:srgbClr val="00479B">
                    <a:alpha val="24833"/>
                  </a:srgbClr>
                </a:gs>
                <a:gs pos="42857">
                  <a:srgbClr val="00479B">
                    <a:alpha val="17075"/>
                  </a:srgbClr>
                </a:gs>
                <a:gs pos="57143">
                  <a:srgbClr val="00479B">
                    <a:alpha val="9855"/>
                  </a:srgbClr>
                </a:gs>
                <a:gs pos="71429">
                  <a:srgbClr val="00479B">
                    <a:alpha val="4740"/>
                  </a:srgbClr>
                </a:gs>
                <a:gs pos="85714">
                  <a:srgbClr val="00479B">
                    <a:alpha val="1902"/>
                  </a:srgbClr>
                </a:gs>
                <a:gs pos="100000">
                  <a:srgbClr val="00479B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744" name="Splat 744"/>
            <p:cNvSpPr>
              <a:spLocks noGrp="1"/>
            </p:cNvSpPr>
            <p:nvPr/>
          </p:nvSpPr>
          <p:spPr>
            <a:xfrm rot="6085913">
              <a:off x="213902" y="373866"/>
              <a:ext cx="456957" cy="102260"/>
            </a:xfrm>
            <a:prstGeom prst="ellipse">
              <a:avLst/>
            </a:prstGeom>
            <a:gradFill>
              <a:gsLst>
                <a:gs pos="0">
                  <a:srgbClr val="610000">
                    <a:alpha val="32968"/>
                  </a:srgbClr>
                </a:gs>
                <a:gs pos="14286">
                  <a:srgbClr val="610000">
                    <a:alpha val="30764"/>
                  </a:srgbClr>
                </a:gs>
                <a:gs pos="28571">
                  <a:srgbClr val="610000">
                    <a:alpha val="24833"/>
                  </a:srgbClr>
                </a:gs>
                <a:gs pos="42857">
                  <a:srgbClr val="610000">
                    <a:alpha val="17075"/>
                  </a:srgbClr>
                </a:gs>
                <a:gs pos="57143">
                  <a:srgbClr val="610000">
                    <a:alpha val="9855"/>
                  </a:srgbClr>
                </a:gs>
                <a:gs pos="71429">
                  <a:srgbClr val="610000">
                    <a:alpha val="4740"/>
                  </a:srgbClr>
                </a:gs>
                <a:gs pos="85714">
                  <a:srgbClr val="610000">
                    <a:alpha val="1902"/>
                  </a:srgbClr>
                </a:gs>
                <a:gs pos="100000">
                  <a:srgbClr val="610000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745" name="Splat 745"/>
            <p:cNvSpPr>
              <a:spLocks noGrp="1"/>
            </p:cNvSpPr>
            <p:nvPr/>
          </p:nvSpPr>
          <p:spPr>
            <a:xfrm rot="5807351">
              <a:off x="-13308" y="1654953"/>
              <a:ext cx="425709" cy="112097"/>
            </a:xfrm>
            <a:prstGeom prst="ellipse">
              <a:avLst/>
            </a:prstGeom>
            <a:gradFill>
              <a:gsLst>
                <a:gs pos="0">
                  <a:srgbClr val="A96B00">
                    <a:alpha val="21046"/>
                  </a:srgbClr>
                </a:gs>
                <a:gs pos="14286">
                  <a:srgbClr val="A96B00">
                    <a:alpha val="19522"/>
                  </a:srgbClr>
                </a:gs>
                <a:gs pos="28571">
                  <a:srgbClr val="A96B00">
                    <a:alpha val="15518"/>
                  </a:srgbClr>
                </a:gs>
                <a:gs pos="42857">
                  <a:srgbClr val="A96B00">
                    <a:alpha val="10471"/>
                  </a:srgbClr>
                </a:gs>
                <a:gs pos="57143">
                  <a:srgbClr val="A96B00">
                    <a:alpha val="5945"/>
                  </a:srgbClr>
                </a:gs>
                <a:gs pos="71429">
                  <a:srgbClr val="A96B00">
                    <a:alpha val="2828"/>
                  </a:srgbClr>
                </a:gs>
                <a:gs pos="85714">
                  <a:srgbClr val="A96B00">
                    <a:alpha val="1128"/>
                  </a:srgbClr>
                </a:gs>
                <a:gs pos="100000">
                  <a:srgbClr val="A96B00">
                    <a:alpha val="378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746" name="Splat 746"/>
            <p:cNvSpPr>
              <a:spLocks noGrp="1"/>
            </p:cNvSpPr>
            <p:nvPr/>
          </p:nvSpPr>
          <p:spPr>
            <a:xfrm rot="7789918">
              <a:off x="3291112" y="386149"/>
              <a:ext cx="700878" cy="135612"/>
            </a:xfrm>
            <a:prstGeom prst="ellipse">
              <a:avLst/>
            </a:prstGeom>
            <a:gradFill>
              <a:gsLst>
                <a:gs pos="0">
                  <a:srgbClr val="ECEDEB">
                    <a:alpha val="32968"/>
                  </a:srgbClr>
                </a:gs>
                <a:gs pos="14286">
                  <a:srgbClr val="ECEDEB">
                    <a:alpha val="30764"/>
                  </a:srgbClr>
                </a:gs>
                <a:gs pos="28571">
                  <a:srgbClr val="ECEDEB">
                    <a:alpha val="24833"/>
                  </a:srgbClr>
                </a:gs>
                <a:gs pos="42857">
                  <a:srgbClr val="ECEDEB">
                    <a:alpha val="17075"/>
                  </a:srgbClr>
                </a:gs>
                <a:gs pos="57143">
                  <a:srgbClr val="ECEDEB">
                    <a:alpha val="9855"/>
                  </a:srgbClr>
                </a:gs>
                <a:gs pos="71429">
                  <a:srgbClr val="ECEDEB">
                    <a:alpha val="4740"/>
                  </a:srgbClr>
                </a:gs>
                <a:gs pos="85714">
                  <a:srgbClr val="ECEDEB">
                    <a:alpha val="1902"/>
                  </a:srgbClr>
                </a:gs>
                <a:gs pos="100000">
                  <a:srgbClr val="ECEDEB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747" name="Splat 747"/>
            <p:cNvSpPr>
              <a:spLocks noGrp="1"/>
            </p:cNvSpPr>
            <p:nvPr/>
          </p:nvSpPr>
          <p:spPr>
            <a:xfrm rot="3907409">
              <a:off x="-258685" y="1073234"/>
              <a:ext cx="539620" cy="108288"/>
            </a:xfrm>
            <a:prstGeom prst="ellipse">
              <a:avLst/>
            </a:prstGeom>
            <a:gradFill>
              <a:gsLst>
                <a:gs pos="0">
                  <a:srgbClr val="520000">
                    <a:alpha val="32968"/>
                  </a:srgbClr>
                </a:gs>
                <a:gs pos="14286">
                  <a:srgbClr val="520000">
                    <a:alpha val="30764"/>
                  </a:srgbClr>
                </a:gs>
                <a:gs pos="28571">
                  <a:srgbClr val="520000">
                    <a:alpha val="24833"/>
                  </a:srgbClr>
                </a:gs>
                <a:gs pos="42857">
                  <a:srgbClr val="520000">
                    <a:alpha val="17075"/>
                  </a:srgbClr>
                </a:gs>
                <a:gs pos="57143">
                  <a:srgbClr val="520000">
                    <a:alpha val="9855"/>
                  </a:srgbClr>
                </a:gs>
                <a:gs pos="71429">
                  <a:srgbClr val="520000">
                    <a:alpha val="4740"/>
                  </a:srgbClr>
                </a:gs>
                <a:gs pos="85714">
                  <a:srgbClr val="520000">
                    <a:alpha val="1902"/>
                  </a:srgbClr>
                </a:gs>
                <a:gs pos="100000">
                  <a:srgbClr val="520000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748" name="Splat 748"/>
            <p:cNvSpPr>
              <a:spLocks noGrp="1"/>
            </p:cNvSpPr>
            <p:nvPr/>
          </p:nvSpPr>
          <p:spPr>
            <a:xfrm rot="7099306">
              <a:off x="458673" y="3182471"/>
              <a:ext cx="363926" cy="337904"/>
            </a:xfrm>
            <a:prstGeom prst="ellipse">
              <a:avLst/>
            </a:prstGeom>
            <a:gradFill>
              <a:gsLst>
                <a:gs pos="0">
                  <a:srgbClr val="BE7500">
                    <a:alpha val="17435"/>
                  </a:srgbClr>
                </a:gs>
                <a:gs pos="14286">
                  <a:srgbClr val="BE7500">
                    <a:alpha val="16145"/>
                  </a:srgbClr>
                </a:gs>
                <a:gs pos="28571">
                  <a:srgbClr val="BE7500">
                    <a:alpha val="12779"/>
                  </a:srgbClr>
                </a:gs>
                <a:gs pos="42857">
                  <a:srgbClr val="BE7500">
                    <a:alpha val="8577"/>
                  </a:srgbClr>
                </a:gs>
                <a:gs pos="57143">
                  <a:srgbClr val="BE7500">
                    <a:alpha val="4848"/>
                  </a:srgbClr>
                </a:gs>
                <a:gs pos="71429">
                  <a:srgbClr val="BE7500">
                    <a:alpha val="2299"/>
                  </a:srgbClr>
                </a:gs>
                <a:gs pos="85714">
                  <a:srgbClr val="BE7500">
                    <a:alpha val="916"/>
                  </a:srgbClr>
                </a:gs>
                <a:gs pos="100000">
                  <a:srgbClr val="BE7500">
                    <a:alpha val="307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749" name="Splat 749"/>
            <p:cNvSpPr>
              <a:spLocks noGrp="1"/>
            </p:cNvSpPr>
            <p:nvPr/>
          </p:nvSpPr>
          <p:spPr>
            <a:xfrm rot="3216679">
              <a:off x="693315" y="2199887"/>
              <a:ext cx="511706" cy="39988"/>
            </a:xfrm>
            <a:prstGeom prst="ellipse">
              <a:avLst/>
            </a:prstGeom>
            <a:gradFill>
              <a:gsLst>
                <a:gs pos="0">
                  <a:srgbClr val="000037">
                    <a:alpha val="32968"/>
                  </a:srgbClr>
                </a:gs>
                <a:gs pos="14286">
                  <a:srgbClr val="000037">
                    <a:alpha val="30764"/>
                  </a:srgbClr>
                </a:gs>
                <a:gs pos="28571">
                  <a:srgbClr val="000037">
                    <a:alpha val="24833"/>
                  </a:srgbClr>
                </a:gs>
                <a:gs pos="42857">
                  <a:srgbClr val="000037">
                    <a:alpha val="17075"/>
                  </a:srgbClr>
                </a:gs>
                <a:gs pos="57143">
                  <a:srgbClr val="000037">
                    <a:alpha val="9855"/>
                  </a:srgbClr>
                </a:gs>
                <a:gs pos="71429">
                  <a:srgbClr val="000037">
                    <a:alpha val="4740"/>
                  </a:srgbClr>
                </a:gs>
                <a:gs pos="85714">
                  <a:srgbClr val="000037">
                    <a:alpha val="1902"/>
                  </a:srgbClr>
                </a:gs>
                <a:gs pos="100000">
                  <a:srgbClr val="000037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750" name="Splat 750"/>
            <p:cNvSpPr>
              <a:spLocks noGrp="1"/>
            </p:cNvSpPr>
            <p:nvPr/>
          </p:nvSpPr>
          <p:spPr>
            <a:xfrm rot="6551745">
              <a:off x="2737234" y="2482894"/>
              <a:ext cx="590356" cy="193407"/>
            </a:xfrm>
            <a:prstGeom prst="ellipse">
              <a:avLst/>
            </a:prstGeom>
            <a:gradFill>
              <a:gsLst>
                <a:gs pos="0">
                  <a:srgbClr val="BFE6FF">
                    <a:alpha val="6771"/>
                  </a:srgbClr>
                </a:gs>
                <a:gs pos="14286">
                  <a:srgbClr val="BFE6FF">
                    <a:alpha val="6241"/>
                  </a:srgbClr>
                </a:gs>
                <a:gs pos="28571">
                  <a:srgbClr val="BFE6FF">
                    <a:alpha val="4880"/>
                  </a:srgbClr>
                </a:gs>
                <a:gs pos="42857">
                  <a:srgbClr val="BFE6FF">
                    <a:alpha val="3229"/>
                  </a:srgbClr>
                </a:gs>
                <a:gs pos="57143">
                  <a:srgbClr val="BFE6FF">
                    <a:alpha val="1802"/>
                  </a:srgbClr>
                </a:gs>
                <a:gs pos="71429">
                  <a:srgbClr val="BFE6FF">
                    <a:alpha val="848"/>
                  </a:srgbClr>
                </a:gs>
                <a:gs pos="85714">
                  <a:srgbClr val="BFE6FF">
                    <a:alpha val="336"/>
                  </a:srgbClr>
                </a:gs>
                <a:gs pos="100000">
                  <a:srgbClr val="BFE6FF">
                    <a:alpha val="112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751" name="Splat 751"/>
            <p:cNvSpPr>
              <a:spLocks noGrp="1"/>
            </p:cNvSpPr>
            <p:nvPr/>
          </p:nvSpPr>
          <p:spPr>
            <a:xfrm rot="3936502">
              <a:off x="2102288" y="2393652"/>
              <a:ext cx="467891" cy="325937"/>
            </a:xfrm>
            <a:prstGeom prst="ellipse">
              <a:avLst/>
            </a:prstGeom>
            <a:gradFill>
              <a:gsLst>
                <a:gs pos="0">
                  <a:srgbClr val="8AD700">
                    <a:alpha val="2605"/>
                  </a:srgbClr>
                </a:gs>
                <a:gs pos="14286">
                  <a:srgbClr val="8AD700">
                    <a:alpha val="2397"/>
                  </a:srgbClr>
                </a:gs>
                <a:gs pos="28571">
                  <a:srgbClr val="8AD700">
                    <a:alpha val="1866"/>
                  </a:srgbClr>
                </a:gs>
                <a:gs pos="42857">
                  <a:srgbClr val="8AD700">
                    <a:alpha val="1228"/>
                  </a:srgbClr>
                </a:gs>
                <a:gs pos="57143">
                  <a:srgbClr val="8AD700">
                    <a:alpha val="682"/>
                  </a:srgbClr>
                </a:gs>
                <a:gs pos="71429">
                  <a:srgbClr val="8AD700">
                    <a:alpha val="320"/>
                  </a:srgbClr>
                </a:gs>
                <a:gs pos="85714">
                  <a:srgbClr val="8AD700">
                    <a:alpha val="127"/>
                  </a:srgbClr>
                </a:gs>
                <a:gs pos="100000">
                  <a:srgbClr val="8AD700">
                    <a:alpha val="42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752" name="Splat 752"/>
            <p:cNvSpPr>
              <a:spLocks noGrp="1"/>
            </p:cNvSpPr>
            <p:nvPr/>
          </p:nvSpPr>
          <p:spPr>
            <a:xfrm rot="9555407">
              <a:off x="2203741" y="299051"/>
              <a:ext cx="632222" cy="114102"/>
            </a:xfrm>
            <a:prstGeom prst="ellipse">
              <a:avLst/>
            </a:prstGeom>
            <a:gradFill>
              <a:gsLst>
                <a:gs pos="0">
                  <a:srgbClr val="530000">
                    <a:alpha val="32968"/>
                  </a:srgbClr>
                </a:gs>
                <a:gs pos="14286">
                  <a:srgbClr val="530000">
                    <a:alpha val="30764"/>
                  </a:srgbClr>
                </a:gs>
                <a:gs pos="28571">
                  <a:srgbClr val="530000">
                    <a:alpha val="24833"/>
                  </a:srgbClr>
                </a:gs>
                <a:gs pos="42857">
                  <a:srgbClr val="530000">
                    <a:alpha val="17075"/>
                  </a:srgbClr>
                </a:gs>
                <a:gs pos="57143">
                  <a:srgbClr val="530000">
                    <a:alpha val="9855"/>
                  </a:srgbClr>
                </a:gs>
                <a:gs pos="71429">
                  <a:srgbClr val="530000">
                    <a:alpha val="4740"/>
                  </a:srgbClr>
                </a:gs>
                <a:gs pos="85714">
                  <a:srgbClr val="530000">
                    <a:alpha val="1902"/>
                  </a:srgbClr>
                </a:gs>
                <a:gs pos="100000">
                  <a:srgbClr val="530000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753" name="Splat 753"/>
            <p:cNvSpPr>
              <a:spLocks noGrp="1"/>
            </p:cNvSpPr>
            <p:nvPr/>
          </p:nvSpPr>
          <p:spPr>
            <a:xfrm rot="3343673">
              <a:off x="1398537" y="2091902"/>
              <a:ext cx="796105" cy="81677"/>
            </a:xfrm>
            <a:prstGeom prst="ellipse">
              <a:avLst/>
            </a:prstGeom>
            <a:gradFill>
              <a:gsLst>
                <a:gs pos="0">
                  <a:srgbClr val="F1F2F6">
                    <a:alpha val="32968"/>
                  </a:srgbClr>
                </a:gs>
                <a:gs pos="14286">
                  <a:srgbClr val="F1F2F6">
                    <a:alpha val="30764"/>
                  </a:srgbClr>
                </a:gs>
                <a:gs pos="28571">
                  <a:srgbClr val="F1F2F6">
                    <a:alpha val="24833"/>
                  </a:srgbClr>
                </a:gs>
                <a:gs pos="42857">
                  <a:srgbClr val="F1F2F6">
                    <a:alpha val="17075"/>
                  </a:srgbClr>
                </a:gs>
                <a:gs pos="57143">
                  <a:srgbClr val="F1F2F6">
                    <a:alpha val="9855"/>
                  </a:srgbClr>
                </a:gs>
                <a:gs pos="71429">
                  <a:srgbClr val="F1F2F6">
                    <a:alpha val="4740"/>
                  </a:srgbClr>
                </a:gs>
                <a:gs pos="85714">
                  <a:srgbClr val="F1F2F6">
                    <a:alpha val="1902"/>
                  </a:srgbClr>
                </a:gs>
                <a:gs pos="100000">
                  <a:srgbClr val="F1F2F6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754" name="Splat 754"/>
            <p:cNvSpPr>
              <a:spLocks noGrp="1"/>
            </p:cNvSpPr>
            <p:nvPr/>
          </p:nvSpPr>
          <p:spPr>
            <a:xfrm rot="6335950">
              <a:off x="3332036" y="851119"/>
              <a:ext cx="456838" cy="106851"/>
            </a:xfrm>
            <a:prstGeom prst="ellipse">
              <a:avLst/>
            </a:prstGeom>
            <a:gradFill>
              <a:gsLst>
                <a:gs pos="0">
                  <a:srgbClr val="AE9E82">
                    <a:alpha val="6056"/>
                  </a:srgbClr>
                </a:gs>
                <a:gs pos="14286">
                  <a:srgbClr val="AE9E82">
                    <a:alpha val="5580"/>
                  </a:srgbClr>
                </a:gs>
                <a:gs pos="28571">
                  <a:srgbClr val="AE9E82">
                    <a:alpha val="4360"/>
                  </a:srgbClr>
                </a:gs>
                <a:gs pos="42857">
                  <a:srgbClr val="AE9E82">
                    <a:alpha val="2882"/>
                  </a:srgbClr>
                </a:gs>
                <a:gs pos="57143">
                  <a:srgbClr val="AE9E82">
                    <a:alpha val="1607"/>
                  </a:srgbClr>
                </a:gs>
                <a:gs pos="71429">
                  <a:srgbClr val="AE9E82">
                    <a:alpha val="756"/>
                  </a:srgbClr>
                </a:gs>
                <a:gs pos="85714">
                  <a:srgbClr val="AE9E82">
                    <a:alpha val="299"/>
                  </a:srgbClr>
                </a:gs>
                <a:gs pos="100000">
                  <a:srgbClr val="AE9E82">
                    <a:alpha val="100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755" name="Splat 755"/>
            <p:cNvSpPr>
              <a:spLocks noGrp="1"/>
            </p:cNvSpPr>
            <p:nvPr/>
          </p:nvSpPr>
          <p:spPr>
            <a:xfrm rot="3668353">
              <a:off x="516453" y="3483439"/>
              <a:ext cx="397432" cy="308508"/>
            </a:xfrm>
            <a:prstGeom prst="ellipse">
              <a:avLst/>
            </a:prstGeom>
            <a:gradFill>
              <a:gsLst>
                <a:gs pos="0">
                  <a:srgbClr val="CC9200">
                    <a:alpha val="18914"/>
                  </a:srgbClr>
                </a:gs>
                <a:gs pos="14286">
                  <a:srgbClr val="CC9200">
                    <a:alpha val="17527"/>
                  </a:srgbClr>
                </a:gs>
                <a:gs pos="28571">
                  <a:srgbClr val="CC9200">
                    <a:alpha val="13896"/>
                  </a:srgbClr>
                </a:gs>
                <a:gs pos="42857">
                  <a:srgbClr val="CC9200">
                    <a:alpha val="9348"/>
                  </a:srgbClr>
                </a:gs>
                <a:gs pos="57143">
                  <a:srgbClr val="CC9200">
                    <a:alpha val="5293"/>
                  </a:srgbClr>
                </a:gs>
                <a:gs pos="71429">
                  <a:srgbClr val="CC9200">
                    <a:alpha val="2513"/>
                  </a:srgbClr>
                </a:gs>
                <a:gs pos="85714">
                  <a:srgbClr val="CC9200">
                    <a:alpha val="1002"/>
                  </a:srgbClr>
                </a:gs>
                <a:gs pos="100000">
                  <a:srgbClr val="CC9200">
                    <a:alpha val="336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756" name="Splat 756"/>
            <p:cNvSpPr>
              <a:spLocks noGrp="1"/>
            </p:cNvSpPr>
            <p:nvPr/>
          </p:nvSpPr>
          <p:spPr>
            <a:xfrm rot="7037809">
              <a:off x="3220058" y="3192637"/>
              <a:ext cx="614303" cy="62191"/>
            </a:xfrm>
            <a:prstGeom prst="ellipse">
              <a:avLst/>
            </a:prstGeom>
            <a:gradFill>
              <a:gsLst>
                <a:gs pos="0">
                  <a:srgbClr val="FFFFFC">
                    <a:alpha val="32968"/>
                  </a:srgbClr>
                </a:gs>
                <a:gs pos="14286">
                  <a:srgbClr val="FFFFFC">
                    <a:alpha val="30764"/>
                  </a:srgbClr>
                </a:gs>
                <a:gs pos="28571">
                  <a:srgbClr val="FFFFFC">
                    <a:alpha val="24833"/>
                  </a:srgbClr>
                </a:gs>
                <a:gs pos="42857">
                  <a:srgbClr val="FFFFFC">
                    <a:alpha val="17075"/>
                  </a:srgbClr>
                </a:gs>
                <a:gs pos="57143">
                  <a:srgbClr val="FFFFFC">
                    <a:alpha val="9855"/>
                  </a:srgbClr>
                </a:gs>
                <a:gs pos="71429">
                  <a:srgbClr val="FFFFFC">
                    <a:alpha val="4740"/>
                  </a:srgbClr>
                </a:gs>
                <a:gs pos="85714">
                  <a:srgbClr val="FFFFFC">
                    <a:alpha val="1902"/>
                  </a:srgbClr>
                </a:gs>
                <a:gs pos="100000">
                  <a:srgbClr val="FFFFFC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757" name="Splat 757"/>
            <p:cNvSpPr>
              <a:spLocks noGrp="1"/>
            </p:cNvSpPr>
            <p:nvPr/>
          </p:nvSpPr>
          <p:spPr>
            <a:xfrm rot="3407358">
              <a:off x="238773" y="1620034"/>
              <a:ext cx="581100" cy="78343"/>
            </a:xfrm>
            <a:prstGeom prst="ellipse">
              <a:avLst/>
            </a:prstGeom>
            <a:gradFill>
              <a:gsLst>
                <a:gs pos="0">
                  <a:srgbClr val="905E00">
                    <a:alpha val="32968"/>
                  </a:srgbClr>
                </a:gs>
                <a:gs pos="14286">
                  <a:srgbClr val="905E00">
                    <a:alpha val="30764"/>
                  </a:srgbClr>
                </a:gs>
                <a:gs pos="28571">
                  <a:srgbClr val="905E00">
                    <a:alpha val="24833"/>
                  </a:srgbClr>
                </a:gs>
                <a:gs pos="42857">
                  <a:srgbClr val="905E00">
                    <a:alpha val="17075"/>
                  </a:srgbClr>
                </a:gs>
                <a:gs pos="57143">
                  <a:srgbClr val="905E00">
                    <a:alpha val="9855"/>
                  </a:srgbClr>
                </a:gs>
                <a:gs pos="71429">
                  <a:srgbClr val="905E00">
                    <a:alpha val="4740"/>
                  </a:srgbClr>
                </a:gs>
                <a:gs pos="85714">
                  <a:srgbClr val="905E00">
                    <a:alpha val="1902"/>
                  </a:srgbClr>
                </a:gs>
                <a:gs pos="100000">
                  <a:srgbClr val="905E00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758" name="Splat 758"/>
            <p:cNvSpPr>
              <a:spLocks noGrp="1"/>
            </p:cNvSpPr>
            <p:nvPr/>
          </p:nvSpPr>
          <p:spPr>
            <a:xfrm rot="9371965">
              <a:off x="2881504" y="2656287"/>
              <a:ext cx="623942" cy="101931"/>
            </a:xfrm>
            <a:prstGeom prst="ellipse">
              <a:avLst/>
            </a:prstGeom>
            <a:gradFill>
              <a:gsLst>
                <a:gs pos="0">
                  <a:srgbClr val="0000E2">
                    <a:alpha val="4505"/>
                  </a:srgbClr>
                </a:gs>
                <a:gs pos="14286">
                  <a:srgbClr val="0000E2">
                    <a:alpha val="4148"/>
                  </a:srgbClr>
                </a:gs>
                <a:gs pos="28571">
                  <a:srgbClr val="0000E2">
                    <a:alpha val="3236"/>
                  </a:srgbClr>
                </a:gs>
                <a:gs pos="42857">
                  <a:srgbClr val="0000E2">
                    <a:alpha val="2135"/>
                  </a:srgbClr>
                </a:gs>
                <a:gs pos="57143">
                  <a:srgbClr val="0000E2">
                    <a:alpha val="1189"/>
                  </a:srgbClr>
                </a:gs>
                <a:gs pos="71429">
                  <a:srgbClr val="0000E2">
                    <a:alpha val="558"/>
                  </a:srgbClr>
                </a:gs>
                <a:gs pos="85714">
                  <a:srgbClr val="0000E2">
                    <a:alpha val="221"/>
                  </a:srgbClr>
                </a:gs>
                <a:gs pos="100000">
                  <a:srgbClr val="0000E2">
                    <a:alpha val="74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759" name="Splat 759"/>
            <p:cNvSpPr>
              <a:spLocks noGrp="1"/>
            </p:cNvSpPr>
            <p:nvPr/>
          </p:nvSpPr>
          <p:spPr>
            <a:xfrm rot="7069814">
              <a:off x="-73370" y="544005"/>
              <a:ext cx="617377" cy="55328"/>
            </a:xfrm>
            <a:prstGeom prst="ellipse">
              <a:avLst/>
            </a:prstGeom>
            <a:gradFill>
              <a:gsLst>
                <a:gs pos="0">
                  <a:srgbClr val="000000">
                    <a:alpha val="32968"/>
                  </a:srgbClr>
                </a:gs>
                <a:gs pos="14286">
                  <a:srgbClr val="000000">
                    <a:alpha val="30764"/>
                  </a:srgbClr>
                </a:gs>
                <a:gs pos="28571">
                  <a:srgbClr val="000000">
                    <a:alpha val="24833"/>
                  </a:srgbClr>
                </a:gs>
                <a:gs pos="42857">
                  <a:srgbClr val="000000">
                    <a:alpha val="17075"/>
                  </a:srgbClr>
                </a:gs>
                <a:gs pos="57143">
                  <a:srgbClr val="000000">
                    <a:alpha val="9855"/>
                  </a:srgbClr>
                </a:gs>
                <a:gs pos="71429">
                  <a:srgbClr val="000000">
                    <a:alpha val="4740"/>
                  </a:srgbClr>
                </a:gs>
                <a:gs pos="85714">
                  <a:srgbClr val="000000">
                    <a:alpha val="1902"/>
                  </a:srgbClr>
                </a:gs>
                <a:gs pos="100000">
                  <a:srgbClr val="000000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760" name="Splat 760"/>
            <p:cNvSpPr>
              <a:spLocks noGrp="1"/>
            </p:cNvSpPr>
            <p:nvPr/>
          </p:nvSpPr>
          <p:spPr>
            <a:xfrm rot="3522194">
              <a:off x="2496022" y="1922142"/>
              <a:ext cx="681921" cy="116361"/>
            </a:xfrm>
            <a:prstGeom prst="ellipse">
              <a:avLst/>
            </a:prstGeom>
            <a:gradFill>
              <a:gsLst>
                <a:gs pos="0">
                  <a:srgbClr val="703300">
                    <a:alpha val="32968"/>
                  </a:srgbClr>
                </a:gs>
                <a:gs pos="14286">
                  <a:srgbClr val="703300">
                    <a:alpha val="30764"/>
                  </a:srgbClr>
                </a:gs>
                <a:gs pos="28571">
                  <a:srgbClr val="703300">
                    <a:alpha val="24833"/>
                  </a:srgbClr>
                </a:gs>
                <a:gs pos="42857">
                  <a:srgbClr val="703300">
                    <a:alpha val="17075"/>
                  </a:srgbClr>
                </a:gs>
                <a:gs pos="57143">
                  <a:srgbClr val="703300">
                    <a:alpha val="9855"/>
                  </a:srgbClr>
                </a:gs>
                <a:gs pos="71429">
                  <a:srgbClr val="703300">
                    <a:alpha val="4740"/>
                  </a:srgbClr>
                </a:gs>
                <a:gs pos="85714">
                  <a:srgbClr val="703300">
                    <a:alpha val="1902"/>
                  </a:srgbClr>
                </a:gs>
                <a:gs pos="100000">
                  <a:srgbClr val="703300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761" name="Splat 761"/>
            <p:cNvSpPr>
              <a:spLocks noGrp="1"/>
            </p:cNvSpPr>
            <p:nvPr/>
          </p:nvSpPr>
          <p:spPr>
            <a:xfrm rot="-9918050">
              <a:off x="2206509" y="2604079"/>
              <a:ext cx="620210" cy="73826"/>
            </a:xfrm>
            <a:prstGeom prst="ellipse">
              <a:avLst/>
            </a:prstGeom>
            <a:gradFill>
              <a:gsLst>
                <a:gs pos="0">
                  <a:srgbClr val="5D0000">
                    <a:alpha val="32968"/>
                  </a:srgbClr>
                </a:gs>
                <a:gs pos="14286">
                  <a:srgbClr val="5D0000">
                    <a:alpha val="30764"/>
                  </a:srgbClr>
                </a:gs>
                <a:gs pos="28571">
                  <a:srgbClr val="5D0000">
                    <a:alpha val="24833"/>
                  </a:srgbClr>
                </a:gs>
                <a:gs pos="42857">
                  <a:srgbClr val="5D0000">
                    <a:alpha val="17075"/>
                  </a:srgbClr>
                </a:gs>
                <a:gs pos="57143">
                  <a:srgbClr val="5D0000">
                    <a:alpha val="9855"/>
                  </a:srgbClr>
                </a:gs>
                <a:gs pos="71429">
                  <a:srgbClr val="5D0000">
                    <a:alpha val="4740"/>
                  </a:srgbClr>
                </a:gs>
                <a:gs pos="85714">
                  <a:srgbClr val="5D0000">
                    <a:alpha val="1902"/>
                  </a:srgbClr>
                </a:gs>
                <a:gs pos="100000">
                  <a:srgbClr val="5D0000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762" name="Splat 762"/>
            <p:cNvSpPr>
              <a:spLocks noGrp="1"/>
            </p:cNvSpPr>
            <p:nvPr/>
          </p:nvSpPr>
          <p:spPr>
            <a:xfrm rot="4506332">
              <a:off x="324140" y="550020"/>
              <a:ext cx="655945" cy="161530"/>
            </a:xfrm>
            <a:prstGeom prst="ellipse">
              <a:avLst/>
            </a:prstGeom>
            <a:gradFill>
              <a:gsLst>
                <a:gs pos="0">
                  <a:srgbClr val="FFCC00">
                    <a:alpha val="19954"/>
                  </a:srgbClr>
                </a:gs>
                <a:gs pos="14286">
                  <a:srgbClr val="FFCC00">
                    <a:alpha val="18500"/>
                  </a:srgbClr>
                </a:gs>
                <a:gs pos="28571">
                  <a:srgbClr val="FFCC00">
                    <a:alpha val="14686"/>
                  </a:srgbClr>
                </a:gs>
                <a:gs pos="42857">
                  <a:srgbClr val="FFCC00">
                    <a:alpha val="9894"/>
                  </a:srgbClr>
                </a:gs>
                <a:gs pos="57143">
                  <a:srgbClr val="FFCC00">
                    <a:alpha val="5609"/>
                  </a:srgbClr>
                </a:gs>
                <a:gs pos="71429">
                  <a:srgbClr val="FFCC00">
                    <a:alpha val="2666"/>
                  </a:srgbClr>
                </a:gs>
                <a:gs pos="85714">
                  <a:srgbClr val="FFCC00">
                    <a:alpha val="1063"/>
                  </a:srgbClr>
                </a:gs>
                <a:gs pos="100000">
                  <a:srgbClr val="FFCC00">
                    <a:alpha val="356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763" name="Splat 763"/>
            <p:cNvSpPr>
              <a:spLocks noGrp="1"/>
            </p:cNvSpPr>
            <p:nvPr/>
          </p:nvSpPr>
          <p:spPr>
            <a:xfrm rot="8497485">
              <a:off x="1511807" y="2719146"/>
              <a:ext cx="400461" cy="324973"/>
            </a:xfrm>
            <a:prstGeom prst="ellipse">
              <a:avLst/>
            </a:prstGeom>
            <a:gradFill>
              <a:gsLst>
                <a:gs pos="0">
                  <a:srgbClr val="00A9FF">
                    <a:alpha val="5320"/>
                  </a:srgbClr>
                </a:gs>
                <a:gs pos="14286">
                  <a:srgbClr val="00A9FF">
                    <a:alpha val="4900"/>
                  </a:srgbClr>
                </a:gs>
                <a:gs pos="28571">
                  <a:srgbClr val="00A9FF">
                    <a:alpha val="3826"/>
                  </a:srgbClr>
                </a:gs>
                <a:gs pos="42857">
                  <a:srgbClr val="00A9FF">
                    <a:alpha val="2526"/>
                  </a:srgbClr>
                </a:gs>
                <a:gs pos="57143">
                  <a:srgbClr val="00A9FF">
                    <a:alpha val="1408"/>
                  </a:srgbClr>
                </a:gs>
                <a:gs pos="71429">
                  <a:srgbClr val="00A9FF">
                    <a:alpha val="662"/>
                  </a:srgbClr>
                </a:gs>
                <a:gs pos="85714">
                  <a:srgbClr val="00A9FF">
                    <a:alpha val="262"/>
                  </a:srgbClr>
                </a:gs>
                <a:gs pos="100000">
                  <a:srgbClr val="00A9FF">
                    <a:alpha val="88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764" name="Splat 764"/>
            <p:cNvSpPr>
              <a:spLocks noGrp="1"/>
            </p:cNvSpPr>
            <p:nvPr/>
          </p:nvSpPr>
          <p:spPr>
            <a:xfrm rot="10049714">
              <a:off x="2920115" y="2614647"/>
              <a:ext cx="425733" cy="378204"/>
            </a:xfrm>
            <a:prstGeom prst="ellipse">
              <a:avLst/>
            </a:prstGeom>
            <a:gradFill>
              <a:gsLst>
                <a:gs pos="0">
                  <a:srgbClr val="F5FFFF">
                    <a:alpha val="7312"/>
                  </a:srgbClr>
                </a:gs>
                <a:gs pos="14286">
                  <a:srgbClr val="F5FFFF">
                    <a:alpha val="6741"/>
                  </a:srgbClr>
                </a:gs>
                <a:gs pos="28571">
                  <a:srgbClr val="F5FFFF">
                    <a:alpha val="5275"/>
                  </a:srgbClr>
                </a:gs>
                <a:gs pos="42857">
                  <a:srgbClr val="F5FFFF">
                    <a:alpha val="3492"/>
                  </a:srgbClr>
                </a:gs>
                <a:gs pos="57143">
                  <a:srgbClr val="F5FFFF">
                    <a:alpha val="1950"/>
                  </a:srgbClr>
                </a:gs>
                <a:gs pos="71429">
                  <a:srgbClr val="F5FFFF">
                    <a:alpha val="918"/>
                  </a:srgbClr>
                </a:gs>
                <a:gs pos="85714">
                  <a:srgbClr val="F5FFFF">
                    <a:alpha val="364"/>
                  </a:srgbClr>
                </a:gs>
                <a:gs pos="100000">
                  <a:srgbClr val="F5FFFF">
                    <a:alpha val="122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765" name="Splat 765"/>
            <p:cNvSpPr>
              <a:spLocks noGrp="1"/>
            </p:cNvSpPr>
            <p:nvPr/>
          </p:nvSpPr>
          <p:spPr>
            <a:xfrm rot="4614176">
              <a:off x="2270365" y="1022973"/>
              <a:ext cx="555213" cy="236482"/>
            </a:xfrm>
            <a:prstGeom prst="ellipse">
              <a:avLst/>
            </a:prstGeom>
            <a:gradFill>
              <a:gsLst>
                <a:gs pos="0">
                  <a:srgbClr val="FFF7FF">
                    <a:alpha val="7932"/>
                  </a:srgbClr>
                </a:gs>
                <a:gs pos="14286">
                  <a:srgbClr val="FFF7FF">
                    <a:alpha val="7314"/>
                  </a:srgbClr>
                </a:gs>
                <a:gs pos="28571">
                  <a:srgbClr val="FFF7FF">
                    <a:alpha val="5727"/>
                  </a:srgbClr>
                </a:gs>
                <a:gs pos="42857">
                  <a:srgbClr val="FFF7FF">
                    <a:alpha val="3794"/>
                  </a:srgbClr>
                </a:gs>
                <a:gs pos="57143">
                  <a:srgbClr val="FFF7FF">
                    <a:alpha val="2121"/>
                  </a:srgbClr>
                </a:gs>
                <a:gs pos="71429">
                  <a:srgbClr val="FFF7FF">
                    <a:alpha val="998"/>
                  </a:srgbClr>
                </a:gs>
                <a:gs pos="85714">
                  <a:srgbClr val="FFF7FF">
                    <a:alpha val="396"/>
                  </a:srgbClr>
                </a:gs>
                <a:gs pos="100000">
                  <a:srgbClr val="FFF7FF">
                    <a:alpha val="132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766" name="Splat 766"/>
            <p:cNvSpPr>
              <a:spLocks noGrp="1"/>
            </p:cNvSpPr>
            <p:nvPr/>
          </p:nvSpPr>
          <p:spPr>
            <a:xfrm rot="3691014">
              <a:off x="1889653" y="1497390"/>
              <a:ext cx="646187" cy="130872"/>
            </a:xfrm>
            <a:prstGeom prst="ellipse">
              <a:avLst/>
            </a:prstGeom>
            <a:gradFill>
              <a:gsLst>
                <a:gs pos="0">
                  <a:srgbClr val="865500">
                    <a:alpha val="32968"/>
                  </a:srgbClr>
                </a:gs>
                <a:gs pos="14286">
                  <a:srgbClr val="865500">
                    <a:alpha val="30764"/>
                  </a:srgbClr>
                </a:gs>
                <a:gs pos="28571">
                  <a:srgbClr val="865500">
                    <a:alpha val="24833"/>
                  </a:srgbClr>
                </a:gs>
                <a:gs pos="42857">
                  <a:srgbClr val="865500">
                    <a:alpha val="17075"/>
                  </a:srgbClr>
                </a:gs>
                <a:gs pos="57143">
                  <a:srgbClr val="865500">
                    <a:alpha val="9855"/>
                  </a:srgbClr>
                </a:gs>
                <a:gs pos="71429">
                  <a:srgbClr val="865500">
                    <a:alpha val="4740"/>
                  </a:srgbClr>
                </a:gs>
                <a:gs pos="85714">
                  <a:srgbClr val="865500">
                    <a:alpha val="1902"/>
                  </a:srgbClr>
                </a:gs>
                <a:gs pos="100000">
                  <a:srgbClr val="865500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767" name="Splat 767"/>
            <p:cNvSpPr>
              <a:spLocks noGrp="1"/>
            </p:cNvSpPr>
            <p:nvPr/>
          </p:nvSpPr>
          <p:spPr>
            <a:xfrm rot="9762902">
              <a:off x="1224262" y="-14326"/>
              <a:ext cx="224280" cy="97523"/>
            </a:xfrm>
            <a:prstGeom prst="ellipse">
              <a:avLst/>
            </a:prstGeom>
            <a:gradFill>
              <a:gsLst>
                <a:gs pos="0">
                  <a:srgbClr val="FFFFA4">
                    <a:alpha val="32968"/>
                  </a:srgbClr>
                </a:gs>
                <a:gs pos="14286">
                  <a:srgbClr val="FFFFA4">
                    <a:alpha val="30764"/>
                  </a:srgbClr>
                </a:gs>
                <a:gs pos="28571">
                  <a:srgbClr val="FFFFA4">
                    <a:alpha val="24833"/>
                  </a:srgbClr>
                </a:gs>
                <a:gs pos="42857">
                  <a:srgbClr val="FFFFA4">
                    <a:alpha val="17075"/>
                  </a:srgbClr>
                </a:gs>
                <a:gs pos="57143">
                  <a:srgbClr val="FFFFA4">
                    <a:alpha val="9855"/>
                  </a:srgbClr>
                </a:gs>
                <a:gs pos="71429">
                  <a:srgbClr val="FFFFA4">
                    <a:alpha val="4740"/>
                  </a:srgbClr>
                </a:gs>
                <a:gs pos="85714">
                  <a:srgbClr val="FFFFA4">
                    <a:alpha val="1902"/>
                  </a:srgbClr>
                </a:gs>
                <a:gs pos="100000">
                  <a:srgbClr val="FFFFA4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768" name="Splat 768"/>
            <p:cNvSpPr>
              <a:spLocks noGrp="1"/>
            </p:cNvSpPr>
            <p:nvPr/>
          </p:nvSpPr>
          <p:spPr>
            <a:xfrm rot="3755319">
              <a:off x="1685941" y="1326752"/>
              <a:ext cx="415858" cy="59089"/>
            </a:xfrm>
            <a:prstGeom prst="ellipse">
              <a:avLst/>
            </a:prstGeom>
            <a:gradFill>
              <a:gsLst>
                <a:gs pos="0">
                  <a:srgbClr val="6A1E00">
                    <a:alpha val="32968"/>
                  </a:srgbClr>
                </a:gs>
                <a:gs pos="14286">
                  <a:srgbClr val="6A1E00">
                    <a:alpha val="30764"/>
                  </a:srgbClr>
                </a:gs>
                <a:gs pos="28571">
                  <a:srgbClr val="6A1E00">
                    <a:alpha val="24833"/>
                  </a:srgbClr>
                </a:gs>
                <a:gs pos="42857">
                  <a:srgbClr val="6A1E00">
                    <a:alpha val="17075"/>
                  </a:srgbClr>
                </a:gs>
                <a:gs pos="57143">
                  <a:srgbClr val="6A1E00">
                    <a:alpha val="9855"/>
                  </a:srgbClr>
                </a:gs>
                <a:gs pos="71429">
                  <a:srgbClr val="6A1E00">
                    <a:alpha val="4740"/>
                  </a:srgbClr>
                </a:gs>
                <a:gs pos="85714">
                  <a:srgbClr val="6A1E00">
                    <a:alpha val="1902"/>
                  </a:srgbClr>
                </a:gs>
                <a:gs pos="100000">
                  <a:srgbClr val="6A1E00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769" name="Splat 769"/>
            <p:cNvSpPr>
              <a:spLocks noGrp="1"/>
            </p:cNvSpPr>
            <p:nvPr/>
          </p:nvSpPr>
          <p:spPr>
            <a:xfrm rot="-8188891">
              <a:off x="1929039" y="1792895"/>
              <a:ext cx="483345" cy="358645"/>
            </a:xfrm>
            <a:prstGeom prst="ellipse">
              <a:avLst/>
            </a:prstGeom>
            <a:gradFill>
              <a:gsLst>
                <a:gs pos="0">
                  <a:srgbClr val="009BF1">
                    <a:alpha val="8333"/>
                  </a:srgbClr>
                </a:gs>
                <a:gs pos="14286">
                  <a:srgbClr val="009BF1">
                    <a:alpha val="7686"/>
                  </a:srgbClr>
                </a:gs>
                <a:gs pos="28571">
                  <a:srgbClr val="009BF1">
                    <a:alpha val="6021"/>
                  </a:srgbClr>
                </a:gs>
                <a:gs pos="42857">
                  <a:srgbClr val="009BF1">
                    <a:alpha val="3991"/>
                  </a:srgbClr>
                </a:gs>
                <a:gs pos="57143">
                  <a:srgbClr val="009BF1">
                    <a:alpha val="2232"/>
                  </a:srgbClr>
                </a:gs>
                <a:gs pos="71429">
                  <a:srgbClr val="009BF1">
                    <a:alpha val="1051"/>
                  </a:srgbClr>
                </a:gs>
                <a:gs pos="85714">
                  <a:srgbClr val="009BF1">
                    <a:alpha val="417"/>
                  </a:srgbClr>
                </a:gs>
                <a:gs pos="100000">
                  <a:srgbClr val="009BF1">
                    <a:alpha val="1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770" name="Splat 770"/>
            <p:cNvSpPr>
              <a:spLocks noGrp="1"/>
            </p:cNvSpPr>
            <p:nvPr/>
          </p:nvSpPr>
          <p:spPr>
            <a:xfrm rot="9936551">
              <a:off x="1911365" y="1382034"/>
              <a:ext cx="378989" cy="359556"/>
            </a:xfrm>
            <a:prstGeom prst="ellipse">
              <a:avLst/>
            </a:prstGeom>
            <a:gradFill>
              <a:gsLst>
                <a:gs pos="0">
                  <a:srgbClr val="DAFFF8">
                    <a:alpha val="4519"/>
                  </a:srgbClr>
                </a:gs>
                <a:gs pos="14286">
                  <a:srgbClr val="DAFFF8">
                    <a:alpha val="4161"/>
                  </a:srgbClr>
                </a:gs>
                <a:gs pos="28571">
                  <a:srgbClr val="DAFFF8">
                    <a:alpha val="3246"/>
                  </a:srgbClr>
                </a:gs>
                <a:gs pos="42857">
                  <a:srgbClr val="DAFFF8">
                    <a:alpha val="2141"/>
                  </a:srgbClr>
                </a:gs>
                <a:gs pos="57143">
                  <a:srgbClr val="DAFFF8">
                    <a:alpha val="1192"/>
                  </a:srgbClr>
                </a:gs>
                <a:gs pos="71429">
                  <a:srgbClr val="DAFFF8">
                    <a:alpha val="560"/>
                  </a:srgbClr>
                </a:gs>
                <a:gs pos="85714">
                  <a:srgbClr val="DAFFF8">
                    <a:alpha val="222"/>
                  </a:srgbClr>
                </a:gs>
                <a:gs pos="100000">
                  <a:srgbClr val="DAFFF8">
                    <a:alpha val="74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771" name="Splat 771"/>
            <p:cNvSpPr>
              <a:spLocks noGrp="1"/>
            </p:cNvSpPr>
            <p:nvPr/>
          </p:nvSpPr>
          <p:spPr>
            <a:xfrm rot="7229312">
              <a:off x="2857046" y="3413721"/>
              <a:ext cx="252610" cy="227433"/>
            </a:xfrm>
            <a:prstGeom prst="ellipse">
              <a:avLst/>
            </a:prstGeom>
            <a:gradFill>
              <a:gsLst>
                <a:gs pos="0">
                  <a:srgbClr val="000082">
                    <a:alpha val="32968"/>
                  </a:srgbClr>
                </a:gs>
                <a:gs pos="14286">
                  <a:srgbClr val="000082">
                    <a:alpha val="30764"/>
                  </a:srgbClr>
                </a:gs>
                <a:gs pos="28571">
                  <a:srgbClr val="000082">
                    <a:alpha val="24833"/>
                  </a:srgbClr>
                </a:gs>
                <a:gs pos="42857">
                  <a:srgbClr val="000082">
                    <a:alpha val="17075"/>
                  </a:srgbClr>
                </a:gs>
                <a:gs pos="57143">
                  <a:srgbClr val="000082">
                    <a:alpha val="9855"/>
                  </a:srgbClr>
                </a:gs>
                <a:gs pos="71429">
                  <a:srgbClr val="000082">
                    <a:alpha val="4740"/>
                  </a:srgbClr>
                </a:gs>
                <a:gs pos="85714">
                  <a:srgbClr val="000082">
                    <a:alpha val="1902"/>
                  </a:srgbClr>
                </a:gs>
                <a:gs pos="100000">
                  <a:srgbClr val="000082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772" name="Splat 772"/>
            <p:cNvSpPr>
              <a:spLocks noGrp="1"/>
            </p:cNvSpPr>
            <p:nvPr/>
          </p:nvSpPr>
          <p:spPr>
            <a:xfrm rot="3993833">
              <a:off x="1785610" y="1184332"/>
              <a:ext cx="576063" cy="74960"/>
            </a:xfrm>
            <a:prstGeom prst="ellipse">
              <a:avLst/>
            </a:prstGeom>
            <a:gradFill>
              <a:gsLst>
                <a:gs pos="0">
                  <a:srgbClr val="5F0000">
                    <a:alpha val="32968"/>
                  </a:srgbClr>
                </a:gs>
                <a:gs pos="14286">
                  <a:srgbClr val="5F0000">
                    <a:alpha val="30764"/>
                  </a:srgbClr>
                </a:gs>
                <a:gs pos="28571">
                  <a:srgbClr val="5F0000">
                    <a:alpha val="24833"/>
                  </a:srgbClr>
                </a:gs>
                <a:gs pos="42857">
                  <a:srgbClr val="5F0000">
                    <a:alpha val="17075"/>
                  </a:srgbClr>
                </a:gs>
                <a:gs pos="57143">
                  <a:srgbClr val="5F0000">
                    <a:alpha val="9855"/>
                  </a:srgbClr>
                </a:gs>
                <a:gs pos="71429">
                  <a:srgbClr val="5F0000">
                    <a:alpha val="4740"/>
                  </a:srgbClr>
                </a:gs>
                <a:gs pos="85714">
                  <a:srgbClr val="5F0000">
                    <a:alpha val="1902"/>
                  </a:srgbClr>
                </a:gs>
                <a:gs pos="100000">
                  <a:srgbClr val="5F0000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773" name="Splat 773"/>
            <p:cNvSpPr>
              <a:spLocks noGrp="1"/>
            </p:cNvSpPr>
            <p:nvPr/>
          </p:nvSpPr>
          <p:spPr>
            <a:xfrm rot="9919645">
              <a:off x="205391" y="2290244"/>
              <a:ext cx="423699" cy="56085"/>
            </a:xfrm>
            <a:prstGeom prst="ellipse">
              <a:avLst/>
            </a:prstGeom>
            <a:gradFill>
              <a:gsLst>
                <a:gs pos="0">
                  <a:srgbClr val="530000">
                    <a:alpha val="32968"/>
                  </a:srgbClr>
                </a:gs>
                <a:gs pos="14286">
                  <a:srgbClr val="530000">
                    <a:alpha val="30764"/>
                  </a:srgbClr>
                </a:gs>
                <a:gs pos="28571">
                  <a:srgbClr val="530000">
                    <a:alpha val="24833"/>
                  </a:srgbClr>
                </a:gs>
                <a:gs pos="42857">
                  <a:srgbClr val="530000">
                    <a:alpha val="17075"/>
                  </a:srgbClr>
                </a:gs>
                <a:gs pos="57143">
                  <a:srgbClr val="530000">
                    <a:alpha val="9855"/>
                  </a:srgbClr>
                </a:gs>
                <a:gs pos="71429">
                  <a:srgbClr val="530000">
                    <a:alpha val="4740"/>
                  </a:srgbClr>
                </a:gs>
                <a:gs pos="85714">
                  <a:srgbClr val="530000">
                    <a:alpha val="1902"/>
                  </a:srgbClr>
                </a:gs>
                <a:gs pos="100000">
                  <a:srgbClr val="530000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774" name="Splat 774"/>
            <p:cNvSpPr>
              <a:spLocks noGrp="1"/>
            </p:cNvSpPr>
            <p:nvPr/>
          </p:nvSpPr>
          <p:spPr>
            <a:xfrm rot="9996759">
              <a:off x="2818779" y="-26198"/>
              <a:ext cx="567189" cy="229695"/>
            </a:xfrm>
            <a:prstGeom prst="ellipse">
              <a:avLst/>
            </a:prstGeom>
            <a:gradFill>
              <a:gsLst>
                <a:gs pos="0">
                  <a:srgbClr val="FFDF00">
                    <a:alpha val="12646"/>
                  </a:srgbClr>
                </a:gs>
                <a:gs pos="14286">
                  <a:srgbClr val="FFDF00">
                    <a:alpha val="11685"/>
                  </a:srgbClr>
                </a:gs>
                <a:gs pos="28571">
                  <a:srgbClr val="FFDF00">
                    <a:alpha val="9197"/>
                  </a:srgbClr>
                </a:gs>
                <a:gs pos="42857">
                  <a:srgbClr val="FFDF00">
                    <a:alpha val="6132"/>
                  </a:srgbClr>
                </a:gs>
                <a:gs pos="57143">
                  <a:srgbClr val="FFDF00">
                    <a:alpha val="3446"/>
                  </a:srgbClr>
                </a:gs>
                <a:gs pos="71429">
                  <a:srgbClr val="FFDF00">
                    <a:alpha val="1628"/>
                  </a:srgbClr>
                </a:gs>
                <a:gs pos="85714">
                  <a:srgbClr val="FFDF00">
                    <a:alpha val="647"/>
                  </a:srgbClr>
                </a:gs>
                <a:gs pos="100000">
                  <a:srgbClr val="FFDF00">
                    <a:alpha val="217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775" name="Splat 775"/>
            <p:cNvSpPr>
              <a:spLocks noGrp="1"/>
            </p:cNvSpPr>
            <p:nvPr/>
          </p:nvSpPr>
          <p:spPr>
            <a:xfrm rot="3965746">
              <a:off x="1210951" y="1776041"/>
              <a:ext cx="521397" cy="108607"/>
            </a:xfrm>
            <a:prstGeom prst="ellipse">
              <a:avLst/>
            </a:prstGeom>
            <a:gradFill>
              <a:gsLst>
                <a:gs pos="0">
                  <a:srgbClr val="FFFFFA">
                    <a:alpha val="16650"/>
                  </a:srgbClr>
                </a:gs>
                <a:gs pos="14286">
                  <a:srgbClr val="FFFFFA">
                    <a:alpha val="15413"/>
                  </a:srgbClr>
                </a:gs>
                <a:gs pos="28571">
                  <a:srgbClr val="FFFFFA">
                    <a:alpha val="12188"/>
                  </a:srgbClr>
                </a:gs>
                <a:gs pos="42857">
                  <a:srgbClr val="FFFFFA">
                    <a:alpha val="8172"/>
                  </a:srgbClr>
                </a:gs>
                <a:gs pos="57143">
                  <a:srgbClr val="FFFFFA">
                    <a:alpha val="4614"/>
                  </a:srgbClr>
                </a:gs>
                <a:gs pos="71429">
                  <a:srgbClr val="FFFFFA">
                    <a:alpha val="2187"/>
                  </a:srgbClr>
                </a:gs>
                <a:gs pos="85714">
                  <a:srgbClr val="FFFFFA">
                    <a:alpha val="871"/>
                  </a:srgbClr>
                </a:gs>
                <a:gs pos="100000">
                  <a:srgbClr val="FFFFFA">
                    <a:alpha val="292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776" name="Splat 776"/>
            <p:cNvSpPr>
              <a:spLocks noGrp="1"/>
            </p:cNvSpPr>
            <p:nvPr/>
          </p:nvSpPr>
          <p:spPr>
            <a:xfrm rot="6940564">
              <a:off x="157639" y="1863349"/>
              <a:ext cx="350751" cy="94804"/>
            </a:xfrm>
            <a:prstGeom prst="ellipse">
              <a:avLst/>
            </a:prstGeom>
            <a:gradFill>
              <a:gsLst>
                <a:gs pos="0">
                  <a:srgbClr val="6F1B00">
                    <a:alpha val="32968"/>
                  </a:srgbClr>
                </a:gs>
                <a:gs pos="14286">
                  <a:srgbClr val="6F1B00">
                    <a:alpha val="30764"/>
                  </a:srgbClr>
                </a:gs>
                <a:gs pos="28571">
                  <a:srgbClr val="6F1B00">
                    <a:alpha val="24833"/>
                  </a:srgbClr>
                </a:gs>
                <a:gs pos="42857">
                  <a:srgbClr val="6F1B00">
                    <a:alpha val="17075"/>
                  </a:srgbClr>
                </a:gs>
                <a:gs pos="57143">
                  <a:srgbClr val="6F1B00">
                    <a:alpha val="9855"/>
                  </a:srgbClr>
                </a:gs>
                <a:gs pos="71429">
                  <a:srgbClr val="6F1B00">
                    <a:alpha val="4740"/>
                  </a:srgbClr>
                </a:gs>
                <a:gs pos="85714">
                  <a:srgbClr val="6F1B00">
                    <a:alpha val="1902"/>
                  </a:srgbClr>
                </a:gs>
                <a:gs pos="100000">
                  <a:srgbClr val="6F1B00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777" name="Splat 777"/>
            <p:cNvSpPr>
              <a:spLocks noGrp="1"/>
            </p:cNvSpPr>
            <p:nvPr/>
          </p:nvSpPr>
          <p:spPr>
            <a:xfrm rot="-8792551">
              <a:off x="-75676" y="1937195"/>
              <a:ext cx="378755" cy="125023"/>
            </a:xfrm>
            <a:prstGeom prst="ellipse">
              <a:avLst/>
            </a:prstGeom>
            <a:gradFill>
              <a:gsLst>
                <a:gs pos="0">
                  <a:srgbClr val="9D5A00">
                    <a:alpha val="32408"/>
                  </a:srgbClr>
                </a:gs>
                <a:gs pos="14286">
                  <a:srgbClr val="9D5A00">
                    <a:alpha val="30232"/>
                  </a:srgbClr>
                </a:gs>
                <a:gs pos="28571">
                  <a:srgbClr val="9D5A00">
                    <a:alpha val="24385"/>
                  </a:srgbClr>
                </a:gs>
                <a:gs pos="42857">
                  <a:srgbClr val="9D5A00">
                    <a:alpha val="16752"/>
                  </a:srgbClr>
                </a:gs>
                <a:gs pos="57143">
                  <a:srgbClr val="9D5A00">
                    <a:alpha val="9660"/>
                  </a:srgbClr>
                </a:gs>
                <a:gs pos="71429">
                  <a:srgbClr val="9D5A00">
                    <a:alpha val="4644"/>
                  </a:srgbClr>
                </a:gs>
                <a:gs pos="85714">
                  <a:srgbClr val="9D5A00">
                    <a:alpha val="1863"/>
                  </a:srgbClr>
                </a:gs>
                <a:gs pos="100000">
                  <a:srgbClr val="9D5A00">
                    <a:alpha val="626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778" name="Splat 778"/>
            <p:cNvSpPr>
              <a:spLocks noGrp="1"/>
            </p:cNvSpPr>
            <p:nvPr/>
          </p:nvSpPr>
          <p:spPr>
            <a:xfrm rot="5757195">
              <a:off x="3042306" y="41688"/>
              <a:ext cx="416407" cy="360593"/>
            </a:xfrm>
            <a:prstGeom prst="ellipse">
              <a:avLst/>
            </a:prstGeom>
            <a:gradFill>
              <a:gsLst>
                <a:gs pos="0">
                  <a:srgbClr val="003E94">
                    <a:alpha val="19407"/>
                  </a:srgbClr>
                </a:gs>
                <a:gs pos="14286">
                  <a:srgbClr val="003E94">
                    <a:alpha val="17988"/>
                  </a:srgbClr>
                </a:gs>
                <a:gs pos="28571">
                  <a:srgbClr val="003E94">
                    <a:alpha val="14270"/>
                  </a:srgbClr>
                </a:gs>
                <a:gs pos="42857">
                  <a:srgbClr val="003E94">
                    <a:alpha val="9606"/>
                  </a:srgbClr>
                </a:gs>
                <a:gs pos="57143">
                  <a:srgbClr val="003E94">
                    <a:alpha val="5442"/>
                  </a:srgbClr>
                </a:gs>
                <a:gs pos="71429">
                  <a:srgbClr val="003E94">
                    <a:alpha val="2585"/>
                  </a:srgbClr>
                </a:gs>
                <a:gs pos="85714">
                  <a:srgbClr val="003E94">
                    <a:alpha val="1030"/>
                  </a:srgbClr>
                </a:gs>
                <a:gs pos="100000">
                  <a:srgbClr val="003E94">
                    <a:alpha val="345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779" name="Splat 779"/>
            <p:cNvSpPr>
              <a:spLocks noGrp="1"/>
            </p:cNvSpPr>
            <p:nvPr/>
          </p:nvSpPr>
          <p:spPr>
            <a:xfrm rot="3791197">
              <a:off x="1466175" y="739590"/>
              <a:ext cx="664561" cy="53192"/>
            </a:xfrm>
            <a:prstGeom prst="ellipse">
              <a:avLst/>
            </a:prstGeom>
            <a:gradFill>
              <a:gsLst>
                <a:gs pos="0">
                  <a:srgbClr val="FFFFFB">
                    <a:alpha val="32968"/>
                  </a:srgbClr>
                </a:gs>
                <a:gs pos="14286">
                  <a:srgbClr val="FFFFFB">
                    <a:alpha val="30764"/>
                  </a:srgbClr>
                </a:gs>
                <a:gs pos="28571">
                  <a:srgbClr val="FFFFFB">
                    <a:alpha val="24833"/>
                  </a:srgbClr>
                </a:gs>
                <a:gs pos="42857">
                  <a:srgbClr val="FFFFFB">
                    <a:alpha val="17075"/>
                  </a:srgbClr>
                </a:gs>
                <a:gs pos="57143">
                  <a:srgbClr val="FFFFFB">
                    <a:alpha val="9855"/>
                  </a:srgbClr>
                </a:gs>
                <a:gs pos="71429">
                  <a:srgbClr val="FFFFFB">
                    <a:alpha val="4740"/>
                  </a:srgbClr>
                </a:gs>
                <a:gs pos="85714">
                  <a:srgbClr val="FFFFFB">
                    <a:alpha val="1902"/>
                  </a:srgbClr>
                </a:gs>
                <a:gs pos="100000">
                  <a:srgbClr val="FFFFFB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780" name="Splat 780"/>
            <p:cNvSpPr>
              <a:spLocks noGrp="1"/>
            </p:cNvSpPr>
            <p:nvPr/>
          </p:nvSpPr>
          <p:spPr>
            <a:xfrm rot="7070724">
              <a:off x="1782529" y="393130"/>
              <a:ext cx="444453" cy="108049"/>
            </a:xfrm>
            <a:prstGeom prst="ellipse">
              <a:avLst/>
            </a:prstGeom>
            <a:gradFill>
              <a:gsLst>
                <a:gs pos="0">
                  <a:srgbClr val="FFF800">
                    <a:alpha val="6735"/>
                  </a:srgbClr>
                </a:gs>
                <a:gs pos="14286">
                  <a:srgbClr val="FFF800">
                    <a:alpha val="6207"/>
                  </a:srgbClr>
                </a:gs>
                <a:gs pos="28571">
                  <a:srgbClr val="FFF800">
                    <a:alpha val="4854"/>
                  </a:srgbClr>
                </a:gs>
                <a:gs pos="42857">
                  <a:srgbClr val="FFF800">
                    <a:alpha val="3211"/>
                  </a:srgbClr>
                </a:gs>
                <a:gs pos="57143">
                  <a:srgbClr val="FFF800">
                    <a:alpha val="1792"/>
                  </a:srgbClr>
                </a:gs>
                <a:gs pos="71429">
                  <a:srgbClr val="FFF800">
                    <a:alpha val="843"/>
                  </a:srgbClr>
                </a:gs>
                <a:gs pos="85714">
                  <a:srgbClr val="FFF800">
                    <a:alpha val="334"/>
                  </a:srgbClr>
                </a:gs>
                <a:gs pos="100000">
                  <a:srgbClr val="FFF800">
                    <a:alpha val="112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781" name="Splat 781"/>
            <p:cNvSpPr>
              <a:spLocks noGrp="1"/>
            </p:cNvSpPr>
            <p:nvPr/>
          </p:nvSpPr>
          <p:spPr>
            <a:xfrm rot="3552301">
              <a:off x="1390147" y="161777"/>
              <a:ext cx="621657" cy="79990"/>
            </a:xfrm>
            <a:prstGeom prst="ellipse">
              <a:avLst/>
            </a:prstGeom>
            <a:gradFill>
              <a:gsLst>
                <a:gs pos="0">
                  <a:srgbClr val="5B0000">
                    <a:alpha val="32968"/>
                  </a:srgbClr>
                </a:gs>
                <a:gs pos="14286">
                  <a:srgbClr val="5B0000">
                    <a:alpha val="30764"/>
                  </a:srgbClr>
                </a:gs>
                <a:gs pos="28571">
                  <a:srgbClr val="5B0000">
                    <a:alpha val="24833"/>
                  </a:srgbClr>
                </a:gs>
                <a:gs pos="42857">
                  <a:srgbClr val="5B0000">
                    <a:alpha val="17075"/>
                  </a:srgbClr>
                </a:gs>
                <a:gs pos="57143">
                  <a:srgbClr val="5B0000">
                    <a:alpha val="9855"/>
                  </a:srgbClr>
                </a:gs>
                <a:gs pos="71429">
                  <a:srgbClr val="5B0000">
                    <a:alpha val="4740"/>
                  </a:srgbClr>
                </a:gs>
                <a:gs pos="85714">
                  <a:srgbClr val="5B0000">
                    <a:alpha val="1902"/>
                  </a:srgbClr>
                </a:gs>
                <a:gs pos="100000">
                  <a:srgbClr val="5B0000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782" name="Splat 782"/>
            <p:cNvSpPr>
              <a:spLocks noGrp="1"/>
            </p:cNvSpPr>
            <p:nvPr/>
          </p:nvSpPr>
          <p:spPr>
            <a:xfrm rot="3524757">
              <a:off x="166621" y="3487268"/>
              <a:ext cx="681227" cy="277303"/>
            </a:xfrm>
            <a:prstGeom prst="ellipse">
              <a:avLst/>
            </a:prstGeom>
            <a:gradFill>
              <a:gsLst>
                <a:gs pos="0">
                  <a:srgbClr val="F1B500">
                    <a:alpha val="22632"/>
                  </a:srgbClr>
                </a:gs>
                <a:gs pos="14286">
                  <a:srgbClr val="F1B500">
                    <a:alpha val="21010"/>
                  </a:srgbClr>
                </a:gs>
                <a:gs pos="28571">
                  <a:srgbClr val="F1B500">
                    <a:alpha val="16733"/>
                  </a:srgbClr>
                </a:gs>
                <a:gs pos="42857">
                  <a:srgbClr val="F1B500">
                    <a:alpha val="11318"/>
                  </a:srgbClr>
                </a:gs>
                <a:gs pos="57143">
                  <a:srgbClr val="F1B500">
                    <a:alpha val="6439"/>
                  </a:srgbClr>
                </a:gs>
                <a:gs pos="71429">
                  <a:srgbClr val="F1B500">
                    <a:alpha val="3067"/>
                  </a:srgbClr>
                </a:gs>
                <a:gs pos="85714">
                  <a:srgbClr val="F1B500">
                    <a:alpha val="1224"/>
                  </a:srgbClr>
                </a:gs>
                <a:gs pos="100000">
                  <a:srgbClr val="F1B500">
                    <a:alpha val="411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783" name="Splat 783"/>
            <p:cNvSpPr>
              <a:spLocks noGrp="1"/>
            </p:cNvSpPr>
            <p:nvPr/>
          </p:nvSpPr>
          <p:spPr>
            <a:xfrm rot="9706111">
              <a:off x="1750670" y="2906448"/>
              <a:ext cx="639955" cy="106964"/>
            </a:xfrm>
            <a:prstGeom prst="ellipse">
              <a:avLst/>
            </a:prstGeom>
            <a:gradFill>
              <a:gsLst>
                <a:gs pos="0">
                  <a:srgbClr val="310000">
                    <a:alpha val="32968"/>
                  </a:srgbClr>
                </a:gs>
                <a:gs pos="14286">
                  <a:srgbClr val="310000">
                    <a:alpha val="30764"/>
                  </a:srgbClr>
                </a:gs>
                <a:gs pos="28571">
                  <a:srgbClr val="310000">
                    <a:alpha val="24833"/>
                  </a:srgbClr>
                </a:gs>
                <a:gs pos="42857">
                  <a:srgbClr val="310000">
                    <a:alpha val="17075"/>
                  </a:srgbClr>
                </a:gs>
                <a:gs pos="57143">
                  <a:srgbClr val="310000">
                    <a:alpha val="9855"/>
                  </a:srgbClr>
                </a:gs>
                <a:gs pos="71429">
                  <a:srgbClr val="310000">
                    <a:alpha val="4740"/>
                  </a:srgbClr>
                </a:gs>
                <a:gs pos="85714">
                  <a:srgbClr val="310000">
                    <a:alpha val="1902"/>
                  </a:srgbClr>
                </a:gs>
                <a:gs pos="100000">
                  <a:srgbClr val="310000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784" name="Splat 784"/>
            <p:cNvSpPr>
              <a:spLocks noGrp="1"/>
            </p:cNvSpPr>
            <p:nvPr/>
          </p:nvSpPr>
          <p:spPr>
            <a:xfrm rot="-8705027">
              <a:off x="1256680" y="721914"/>
              <a:ext cx="846310" cy="272368"/>
            </a:xfrm>
            <a:prstGeom prst="ellipse">
              <a:avLst/>
            </a:prstGeom>
            <a:gradFill>
              <a:gsLst>
                <a:gs pos="0">
                  <a:srgbClr val="964D00">
                    <a:alpha val="32968"/>
                  </a:srgbClr>
                </a:gs>
                <a:gs pos="14286">
                  <a:srgbClr val="964D00">
                    <a:alpha val="30764"/>
                  </a:srgbClr>
                </a:gs>
                <a:gs pos="28571">
                  <a:srgbClr val="964D00">
                    <a:alpha val="24833"/>
                  </a:srgbClr>
                </a:gs>
                <a:gs pos="42857">
                  <a:srgbClr val="964D00">
                    <a:alpha val="17075"/>
                  </a:srgbClr>
                </a:gs>
                <a:gs pos="57143">
                  <a:srgbClr val="964D00">
                    <a:alpha val="9855"/>
                  </a:srgbClr>
                </a:gs>
                <a:gs pos="71429">
                  <a:srgbClr val="964D00">
                    <a:alpha val="4740"/>
                  </a:srgbClr>
                </a:gs>
                <a:gs pos="85714">
                  <a:srgbClr val="964D00">
                    <a:alpha val="1902"/>
                  </a:srgbClr>
                </a:gs>
                <a:gs pos="100000">
                  <a:srgbClr val="964D00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785" name="Splat 785"/>
            <p:cNvSpPr>
              <a:spLocks noGrp="1"/>
            </p:cNvSpPr>
            <p:nvPr/>
          </p:nvSpPr>
          <p:spPr>
            <a:xfrm rot="-9813814">
              <a:off x="8351" y="-106797"/>
              <a:ext cx="556001" cy="466305"/>
            </a:xfrm>
            <a:prstGeom prst="ellipse">
              <a:avLst/>
            </a:prstGeom>
            <a:gradFill>
              <a:gsLst>
                <a:gs pos="0">
                  <a:srgbClr val="770000">
                    <a:alpha val="32968"/>
                  </a:srgbClr>
                </a:gs>
                <a:gs pos="14286">
                  <a:srgbClr val="770000">
                    <a:alpha val="30764"/>
                  </a:srgbClr>
                </a:gs>
                <a:gs pos="28571">
                  <a:srgbClr val="770000">
                    <a:alpha val="24833"/>
                  </a:srgbClr>
                </a:gs>
                <a:gs pos="42857">
                  <a:srgbClr val="770000">
                    <a:alpha val="17075"/>
                  </a:srgbClr>
                </a:gs>
                <a:gs pos="57143">
                  <a:srgbClr val="770000">
                    <a:alpha val="9855"/>
                  </a:srgbClr>
                </a:gs>
                <a:gs pos="71429">
                  <a:srgbClr val="770000">
                    <a:alpha val="4740"/>
                  </a:srgbClr>
                </a:gs>
                <a:gs pos="85714">
                  <a:srgbClr val="770000">
                    <a:alpha val="1902"/>
                  </a:srgbClr>
                </a:gs>
                <a:gs pos="100000">
                  <a:srgbClr val="770000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786" name="Splat 786"/>
            <p:cNvSpPr>
              <a:spLocks noGrp="1"/>
            </p:cNvSpPr>
            <p:nvPr/>
          </p:nvSpPr>
          <p:spPr>
            <a:xfrm rot="-10392095">
              <a:off x="1565646" y="2754936"/>
              <a:ext cx="110495" cy="78561"/>
            </a:xfrm>
            <a:prstGeom prst="ellipse">
              <a:avLst/>
            </a:prstGeom>
            <a:gradFill>
              <a:gsLst>
                <a:gs pos="0">
                  <a:srgbClr val="000091">
                    <a:alpha val="32968"/>
                  </a:srgbClr>
                </a:gs>
                <a:gs pos="14286">
                  <a:srgbClr val="000091">
                    <a:alpha val="30764"/>
                  </a:srgbClr>
                </a:gs>
                <a:gs pos="28571">
                  <a:srgbClr val="000091">
                    <a:alpha val="24833"/>
                  </a:srgbClr>
                </a:gs>
                <a:gs pos="42857">
                  <a:srgbClr val="000091">
                    <a:alpha val="17075"/>
                  </a:srgbClr>
                </a:gs>
                <a:gs pos="57143">
                  <a:srgbClr val="000091">
                    <a:alpha val="9855"/>
                  </a:srgbClr>
                </a:gs>
                <a:gs pos="71429">
                  <a:srgbClr val="000091">
                    <a:alpha val="4740"/>
                  </a:srgbClr>
                </a:gs>
                <a:gs pos="85714">
                  <a:srgbClr val="000091">
                    <a:alpha val="1902"/>
                  </a:srgbClr>
                </a:gs>
                <a:gs pos="100000">
                  <a:srgbClr val="000091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787" name="Splat 787"/>
            <p:cNvSpPr>
              <a:spLocks noGrp="1"/>
            </p:cNvSpPr>
            <p:nvPr/>
          </p:nvSpPr>
          <p:spPr>
            <a:xfrm rot="7348538">
              <a:off x="3453418" y="1299546"/>
              <a:ext cx="383417" cy="373056"/>
            </a:xfrm>
            <a:prstGeom prst="ellipse">
              <a:avLst/>
            </a:prstGeom>
            <a:gradFill>
              <a:gsLst>
                <a:gs pos="0">
                  <a:srgbClr val="E9EEFF">
                    <a:alpha val="6287"/>
                  </a:srgbClr>
                </a:gs>
                <a:gs pos="14286">
                  <a:srgbClr val="E9EEFF">
                    <a:alpha val="5793"/>
                  </a:srgbClr>
                </a:gs>
                <a:gs pos="28571">
                  <a:srgbClr val="E9EEFF">
                    <a:alpha val="4528"/>
                  </a:srgbClr>
                </a:gs>
                <a:gs pos="42857">
                  <a:srgbClr val="E9EEFF">
                    <a:alpha val="2994"/>
                  </a:srgbClr>
                </a:gs>
                <a:gs pos="57143">
                  <a:srgbClr val="E9EEFF">
                    <a:alpha val="1670"/>
                  </a:srgbClr>
                </a:gs>
                <a:gs pos="71429">
                  <a:srgbClr val="E9EEFF">
                    <a:alpha val="785"/>
                  </a:srgbClr>
                </a:gs>
                <a:gs pos="85714">
                  <a:srgbClr val="E9EEFF">
                    <a:alpha val="311"/>
                  </a:srgbClr>
                </a:gs>
                <a:gs pos="100000">
                  <a:srgbClr val="E9EEFF">
                    <a:alpha val="104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788" name="Splat 788"/>
            <p:cNvSpPr>
              <a:spLocks noGrp="1"/>
            </p:cNvSpPr>
            <p:nvPr/>
          </p:nvSpPr>
          <p:spPr>
            <a:xfrm rot="9481413">
              <a:off x="2752103" y="2021565"/>
              <a:ext cx="749240" cy="149051"/>
            </a:xfrm>
            <a:prstGeom prst="ellipse">
              <a:avLst/>
            </a:prstGeom>
            <a:gradFill>
              <a:gsLst>
                <a:gs pos="0">
                  <a:srgbClr val="F5FAFC">
                    <a:alpha val="22177"/>
                  </a:srgbClr>
                </a:gs>
                <a:gs pos="14286">
                  <a:srgbClr val="F5FAFC">
                    <a:alpha val="20582"/>
                  </a:srgbClr>
                </a:gs>
                <a:gs pos="28571">
                  <a:srgbClr val="F5FAFC">
                    <a:alpha val="16384"/>
                  </a:srgbClr>
                </a:gs>
                <a:gs pos="42857">
                  <a:srgbClr val="F5FAFC">
                    <a:alpha val="11074"/>
                  </a:srgbClr>
                </a:gs>
                <a:gs pos="57143">
                  <a:srgbClr val="F5FAFC">
                    <a:alpha val="6296"/>
                  </a:srgbClr>
                </a:gs>
                <a:gs pos="71429">
                  <a:srgbClr val="F5FAFC">
                    <a:alpha val="2998"/>
                  </a:srgbClr>
                </a:gs>
                <a:gs pos="85714">
                  <a:srgbClr val="F5FAFC">
                    <a:alpha val="1197"/>
                  </a:srgbClr>
                </a:gs>
                <a:gs pos="100000">
                  <a:srgbClr val="F5FAFC">
                    <a:alpha val="401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789" name="Splat 789"/>
            <p:cNvSpPr>
              <a:spLocks noGrp="1"/>
            </p:cNvSpPr>
            <p:nvPr/>
          </p:nvSpPr>
          <p:spPr>
            <a:xfrm rot="10466276">
              <a:off x="1746535" y="2705730"/>
              <a:ext cx="211510" cy="100106"/>
            </a:xfrm>
            <a:prstGeom prst="ellipse">
              <a:avLst/>
            </a:prstGeom>
            <a:gradFill>
              <a:gsLst>
                <a:gs pos="0">
                  <a:srgbClr val="690000">
                    <a:alpha val="32968"/>
                  </a:srgbClr>
                </a:gs>
                <a:gs pos="14286">
                  <a:srgbClr val="690000">
                    <a:alpha val="30764"/>
                  </a:srgbClr>
                </a:gs>
                <a:gs pos="28571">
                  <a:srgbClr val="690000">
                    <a:alpha val="24833"/>
                  </a:srgbClr>
                </a:gs>
                <a:gs pos="42857">
                  <a:srgbClr val="690000">
                    <a:alpha val="17075"/>
                  </a:srgbClr>
                </a:gs>
                <a:gs pos="57143">
                  <a:srgbClr val="690000">
                    <a:alpha val="9855"/>
                  </a:srgbClr>
                </a:gs>
                <a:gs pos="71429">
                  <a:srgbClr val="690000">
                    <a:alpha val="4740"/>
                  </a:srgbClr>
                </a:gs>
                <a:gs pos="85714">
                  <a:srgbClr val="690000">
                    <a:alpha val="1902"/>
                  </a:srgbClr>
                </a:gs>
                <a:gs pos="100000">
                  <a:srgbClr val="690000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790" name="Splat 790"/>
            <p:cNvSpPr>
              <a:spLocks noGrp="1"/>
            </p:cNvSpPr>
            <p:nvPr/>
          </p:nvSpPr>
          <p:spPr>
            <a:xfrm rot="5274195">
              <a:off x="309805" y="937072"/>
              <a:ext cx="716281" cy="60631"/>
            </a:xfrm>
            <a:prstGeom prst="ellipse">
              <a:avLst/>
            </a:prstGeom>
            <a:gradFill>
              <a:gsLst>
                <a:gs pos="0">
                  <a:srgbClr val="2F0000">
                    <a:alpha val="32968"/>
                  </a:srgbClr>
                </a:gs>
                <a:gs pos="14286">
                  <a:srgbClr val="2F0000">
                    <a:alpha val="30764"/>
                  </a:srgbClr>
                </a:gs>
                <a:gs pos="28571">
                  <a:srgbClr val="2F0000">
                    <a:alpha val="24833"/>
                  </a:srgbClr>
                </a:gs>
                <a:gs pos="42857">
                  <a:srgbClr val="2F0000">
                    <a:alpha val="17075"/>
                  </a:srgbClr>
                </a:gs>
                <a:gs pos="57143">
                  <a:srgbClr val="2F0000">
                    <a:alpha val="9855"/>
                  </a:srgbClr>
                </a:gs>
                <a:gs pos="71429">
                  <a:srgbClr val="2F0000">
                    <a:alpha val="4740"/>
                  </a:srgbClr>
                </a:gs>
                <a:gs pos="85714">
                  <a:srgbClr val="2F0000">
                    <a:alpha val="1902"/>
                  </a:srgbClr>
                </a:gs>
                <a:gs pos="100000">
                  <a:srgbClr val="2F0000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791" name="Splat 791"/>
            <p:cNvSpPr>
              <a:spLocks noGrp="1"/>
            </p:cNvSpPr>
            <p:nvPr/>
          </p:nvSpPr>
          <p:spPr>
            <a:xfrm rot="6116557">
              <a:off x="1094079" y="2103575"/>
              <a:ext cx="385376" cy="36374"/>
            </a:xfrm>
            <a:prstGeom prst="ellipse">
              <a:avLst/>
            </a:prstGeom>
            <a:gradFill>
              <a:gsLst>
                <a:gs pos="0">
                  <a:srgbClr val="190051">
                    <a:alpha val="32968"/>
                  </a:srgbClr>
                </a:gs>
                <a:gs pos="14286">
                  <a:srgbClr val="190051">
                    <a:alpha val="30764"/>
                  </a:srgbClr>
                </a:gs>
                <a:gs pos="28571">
                  <a:srgbClr val="190051">
                    <a:alpha val="24833"/>
                  </a:srgbClr>
                </a:gs>
                <a:gs pos="42857">
                  <a:srgbClr val="190051">
                    <a:alpha val="17075"/>
                  </a:srgbClr>
                </a:gs>
                <a:gs pos="57143">
                  <a:srgbClr val="190051">
                    <a:alpha val="9855"/>
                  </a:srgbClr>
                </a:gs>
                <a:gs pos="71429">
                  <a:srgbClr val="190051">
                    <a:alpha val="4740"/>
                  </a:srgbClr>
                </a:gs>
                <a:gs pos="85714">
                  <a:srgbClr val="190051">
                    <a:alpha val="1902"/>
                  </a:srgbClr>
                </a:gs>
                <a:gs pos="100000">
                  <a:srgbClr val="190051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792" name="Splat 792"/>
            <p:cNvSpPr>
              <a:spLocks noGrp="1"/>
            </p:cNvSpPr>
            <p:nvPr/>
          </p:nvSpPr>
          <p:spPr>
            <a:xfrm rot="-9580777">
              <a:off x="250334" y="2892572"/>
              <a:ext cx="388419" cy="147491"/>
            </a:xfrm>
            <a:prstGeom prst="ellipse">
              <a:avLst/>
            </a:prstGeom>
            <a:gradFill>
              <a:gsLst>
                <a:gs pos="0">
                  <a:srgbClr val="470000">
                    <a:alpha val="32968"/>
                  </a:srgbClr>
                </a:gs>
                <a:gs pos="14286">
                  <a:srgbClr val="470000">
                    <a:alpha val="30764"/>
                  </a:srgbClr>
                </a:gs>
                <a:gs pos="28571">
                  <a:srgbClr val="470000">
                    <a:alpha val="24833"/>
                  </a:srgbClr>
                </a:gs>
                <a:gs pos="42857">
                  <a:srgbClr val="470000">
                    <a:alpha val="17075"/>
                  </a:srgbClr>
                </a:gs>
                <a:gs pos="57143">
                  <a:srgbClr val="470000">
                    <a:alpha val="9855"/>
                  </a:srgbClr>
                </a:gs>
                <a:gs pos="71429">
                  <a:srgbClr val="470000">
                    <a:alpha val="4740"/>
                  </a:srgbClr>
                </a:gs>
                <a:gs pos="85714">
                  <a:srgbClr val="470000">
                    <a:alpha val="1902"/>
                  </a:srgbClr>
                </a:gs>
                <a:gs pos="100000">
                  <a:srgbClr val="470000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793" name="Splat 793"/>
            <p:cNvSpPr>
              <a:spLocks noGrp="1"/>
            </p:cNvSpPr>
            <p:nvPr/>
          </p:nvSpPr>
          <p:spPr>
            <a:xfrm rot="-8787648">
              <a:off x="2529475" y="3418270"/>
              <a:ext cx="404043" cy="205910"/>
            </a:xfrm>
            <a:prstGeom prst="ellipse">
              <a:avLst/>
            </a:prstGeom>
            <a:gradFill>
              <a:gsLst>
                <a:gs pos="0">
                  <a:srgbClr val="FFFDF2">
                    <a:alpha val="24805"/>
                  </a:srgbClr>
                </a:gs>
                <a:gs pos="14286">
                  <a:srgbClr val="FFFDF2">
                    <a:alpha val="23051"/>
                  </a:srgbClr>
                </a:gs>
                <a:gs pos="28571">
                  <a:srgbClr val="FFFDF2">
                    <a:alpha val="18409"/>
                  </a:srgbClr>
                </a:gs>
                <a:gs pos="42857">
                  <a:srgbClr val="FFFDF2">
                    <a:alpha val="12493"/>
                  </a:srgbClr>
                </a:gs>
                <a:gs pos="57143">
                  <a:srgbClr val="FFFDF2">
                    <a:alpha val="7128"/>
                  </a:srgbClr>
                </a:gs>
                <a:gs pos="71429">
                  <a:srgbClr val="FFFDF2">
                    <a:alpha val="3402"/>
                  </a:srgbClr>
                </a:gs>
                <a:gs pos="85714">
                  <a:srgbClr val="FFFDF2">
                    <a:alpha val="1359"/>
                  </a:srgbClr>
                </a:gs>
                <a:gs pos="100000">
                  <a:srgbClr val="FFFDF2">
                    <a:alpha val="456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794" name="Splat 794"/>
            <p:cNvSpPr>
              <a:spLocks noGrp="1"/>
            </p:cNvSpPr>
            <p:nvPr/>
          </p:nvSpPr>
          <p:spPr>
            <a:xfrm rot="5240204">
              <a:off x="765955" y="3036967"/>
              <a:ext cx="685315" cy="92381"/>
            </a:xfrm>
            <a:prstGeom prst="ellipse">
              <a:avLst/>
            </a:prstGeom>
            <a:gradFill>
              <a:gsLst>
                <a:gs pos="0">
                  <a:srgbClr val="5F0000">
                    <a:alpha val="31578"/>
                  </a:srgbClr>
                </a:gs>
                <a:gs pos="14286">
                  <a:srgbClr val="5F0000">
                    <a:alpha val="29446"/>
                  </a:srgbClr>
                </a:gs>
                <a:gs pos="28571">
                  <a:srgbClr val="5F0000">
                    <a:alpha val="23724"/>
                  </a:srgbClr>
                </a:gs>
                <a:gs pos="42857">
                  <a:srgbClr val="5F0000">
                    <a:alpha val="16275"/>
                  </a:srgbClr>
                </a:gs>
                <a:gs pos="57143">
                  <a:srgbClr val="5F0000">
                    <a:alpha val="9374"/>
                  </a:srgbClr>
                </a:gs>
                <a:gs pos="71429">
                  <a:srgbClr val="5F0000">
                    <a:alpha val="4503"/>
                  </a:srgbClr>
                </a:gs>
                <a:gs pos="85714">
                  <a:srgbClr val="5F0000">
                    <a:alpha val="1805"/>
                  </a:srgbClr>
                </a:gs>
                <a:gs pos="100000">
                  <a:srgbClr val="5F0000">
                    <a:alpha val="607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795" name="Splat 795"/>
            <p:cNvSpPr>
              <a:spLocks noGrp="1"/>
            </p:cNvSpPr>
            <p:nvPr/>
          </p:nvSpPr>
          <p:spPr>
            <a:xfrm rot="3794843">
              <a:off x="2019493" y="1046443"/>
              <a:ext cx="765190" cy="107415"/>
            </a:xfrm>
            <a:prstGeom prst="ellipse">
              <a:avLst/>
            </a:prstGeom>
            <a:gradFill>
              <a:gsLst>
                <a:gs pos="0">
                  <a:srgbClr val="650018">
                    <a:alpha val="32968"/>
                  </a:srgbClr>
                </a:gs>
                <a:gs pos="14286">
                  <a:srgbClr val="650018">
                    <a:alpha val="30764"/>
                  </a:srgbClr>
                </a:gs>
                <a:gs pos="28571">
                  <a:srgbClr val="650018">
                    <a:alpha val="24833"/>
                  </a:srgbClr>
                </a:gs>
                <a:gs pos="42857">
                  <a:srgbClr val="650018">
                    <a:alpha val="17075"/>
                  </a:srgbClr>
                </a:gs>
                <a:gs pos="57143">
                  <a:srgbClr val="650018">
                    <a:alpha val="9855"/>
                  </a:srgbClr>
                </a:gs>
                <a:gs pos="71429">
                  <a:srgbClr val="650018">
                    <a:alpha val="4740"/>
                  </a:srgbClr>
                </a:gs>
                <a:gs pos="85714">
                  <a:srgbClr val="650018">
                    <a:alpha val="1902"/>
                  </a:srgbClr>
                </a:gs>
                <a:gs pos="100000">
                  <a:srgbClr val="650018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796" name="Splat 796"/>
            <p:cNvSpPr>
              <a:spLocks noGrp="1"/>
            </p:cNvSpPr>
            <p:nvPr/>
          </p:nvSpPr>
          <p:spPr>
            <a:xfrm rot="7744345">
              <a:off x="-97670" y="333098"/>
              <a:ext cx="819054" cy="50703"/>
            </a:xfrm>
            <a:prstGeom prst="ellipse">
              <a:avLst/>
            </a:prstGeom>
            <a:gradFill>
              <a:gsLst>
                <a:gs pos="0">
                  <a:srgbClr val="160000">
                    <a:alpha val="32968"/>
                  </a:srgbClr>
                </a:gs>
                <a:gs pos="14286">
                  <a:srgbClr val="160000">
                    <a:alpha val="30764"/>
                  </a:srgbClr>
                </a:gs>
                <a:gs pos="28571">
                  <a:srgbClr val="160000">
                    <a:alpha val="24833"/>
                  </a:srgbClr>
                </a:gs>
                <a:gs pos="42857">
                  <a:srgbClr val="160000">
                    <a:alpha val="17075"/>
                  </a:srgbClr>
                </a:gs>
                <a:gs pos="57143">
                  <a:srgbClr val="160000">
                    <a:alpha val="9855"/>
                  </a:srgbClr>
                </a:gs>
                <a:gs pos="71429">
                  <a:srgbClr val="160000">
                    <a:alpha val="4740"/>
                  </a:srgbClr>
                </a:gs>
                <a:gs pos="85714">
                  <a:srgbClr val="160000">
                    <a:alpha val="1902"/>
                  </a:srgbClr>
                </a:gs>
                <a:gs pos="100000">
                  <a:srgbClr val="160000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797" name="Splat 797"/>
            <p:cNvSpPr>
              <a:spLocks noGrp="1"/>
            </p:cNvSpPr>
            <p:nvPr/>
          </p:nvSpPr>
          <p:spPr>
            <a:xfrm rot="5214239">
              <a:off x="3048646" y="516506"/>
              <a:ext cx="701379" cy="97143"/>
            </a:xfrm>
            <a:prstGeom prst="ellipse">
              <a:avLst/>
            </a:prstGeom>
            <a:gradFill>
              <a:gsLst>
                <a:gs pos="0">
                  <a:srgbClr val="FAF8EF">
                    <a:alpha val="29375"/>
                  </a:srgbClr>
                </a:gs>
                <a:gs pos="14286">
                  <a:srgbClr val="FAF8EF">
                    <a:alpha val="27360"/>
                  </a:srgbClr>
                </a:gs>
                <a:gs pos="28571">
                  <a:srgbClr val="FAF8EF">
                    <a:alpha val="21980"/>
                  </a:srgbClr>
                </a:gs>
                <a:gs pos="42857">
                  <a:srgbClr val="FAF8EF">
                    <a:alpha val="15024"/>
                  </a:srgbClr>
                </a:gs>
                <a:gs pos="57143">
                  <a:srgbClr val="FAF8EF">
                    <a:alpha val="8626"/>
                  </a:srgbClr>
                </a:gs>
                <a:gs pos="71429">
                  <a:srgbClr val="FAF8EF">
                    <a:alpha val="4135"/>
                  </a:srgbClr>
                </a:gs>
                <a:gs pos="85714">
                  <a:srgbClr val="FAF8EF">
                    <a:alpha val="1656"/>
                  </a:srgbClr>
                </a:gs>
                <a:gs pos="100000">
                  <a:srgbClr val="FAF8EF">
                    <a:alpha val="556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798" name="Splat 798"/>
            <p:cNvSpPr>
              <a:spLocks noGrp="1"/>
            </p:cNvSpPr>
            <p:nvPr/>
          </p:nvSpPr>
          <p:spPr>
            <a:xfrm rot="3767163">
              <a:off x="3079432" y="3325983"/>
              <a:ext cx="547841" cy="141438"/>
            </a:xfrm>
            <a:prstGeom prst="ellipse">
              <a:avLst/>
            </a:prstGeom>
            <a:gradFill>
              <a:gsLst>
                <a:gs pos="0">
                  <a:srgbClr val="B5B9D0">
                    <a:alpha val="32968"/>
                  </a:srgbClr>
                </a:gs>
                <a:gs pos="14286">
                  <a:srgbClr val="B5B9D0">
                    <a:alpha val="30764"/>
                  </a:srgbClr>
                </a:gs>
                <a:gs pos="28571">
                  <a:srgbClr val="B5B9D0">
                    <a:alpha val="24833"/>
                  </a:srgbClr>
                </a:gs>
                <a:gs pos="42857">
                  <a:srgbClr val="B5B9D0">
                    <a:alpha val="17075"/>
                  </a:srgbClr>
                </a:gs>
                <a:gs pos="57143">
                  <a:srgbClr val="B5B9D0">
                    <a:alpha val="9855"/>
                  </a:srgbClr>
                </a:gs>
                <a:gs pos="71429">
                  <a:srgbClr val="B5B9D0">
                    <a:alpha val="4740"/>
                  </a:srgbClr>
                </a:gs>
                <a:gs pos="85714">
                  <a:srgbClr val="B5B9D0">
                    <a:alpha val="1902"/>
                  </a:srgbClr>
                </a:gs>
                <a:gs pos="100000">
                  <a:srgbClr val="B5B9D0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799" name="Splat 799"/>
            <p:cNvSpPr>
              <a:spLocks noGrp="1"/>
            </p:cNvSpPr>
            <p:nvPr/>
          </p:nvSpPr>
          <p:spPr>
            <a:xfrm rot="3127595">
              <a:off x="322868" y="2967563"/>
              <a:ext cx="712003" cy="87618"/>
            </a:xfrm>
            <a:prstGeom prst="ellipse">
              <a:avLst/>
            </a:prstGeom>
            <a:gradFill>
              <a:gsLst>
                <a:gs pos="0">
                  <a:srgbClr val="630024">
                    <a:alpha val="19564"/>
                  </a:srgbClr>
                </a:gs>
                <a:gs pos="14286">
                  <a:srgbClr val="630024">
                    <a:alpha val="18135"/>
                  </a:srgbClr>
                </a:gs>
                <a:gs pos="28571">
                  <a:srgbClr val="630024">
                    <a:alpha val="14390"/>
                  </a:srgbClr>
                </a:gs>
                <a:gs pos="42857">
                  <a:srgbClr val="630024">
                    <a:alpha val="9689"/>
                  </a:srgbClr>
                </a:gs>
                <a:gs pos="57143">
                  <a:srgbClr val="630024">
                    <a:alpha val="5490"/>
                  </a:srgbClr>
                </a:gs>
                <a:gs pos="71429">
                  <a:srgbClr val="630024">
                    <a:alpha val="2609"/>
                  </a:srgbClr>
                </a:gs>
                <a:gs pos="85714">
                  <a:srgbClr val="630024">
                    <a:alpha val="1040"/>
                  </a:srgbClr>
                </a:gs>
                <a:gs pos="100000">
                  <a:srgbClr val="630024">
                    <a:alpha val="34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800" name="Splat 800"/>
            <p:cNvSpPr>
              <a:spLocks noGrp="1"/>
            </p:cNvSpPr>
            <p:nvPr/>
          </p:nvSpPr>
          <p:spPr>
            <a:xfrm rot="4636843">
              <a:off x="3312415" y="1162212"/>
              <a:ext cx="543066" cy="154228"/>
            </a:xfrm>
            <a:prstGeom prst="ellipse">
              <a:avLst/>
            </a:prstGeom>
            <a:gradFill>
              <a:gsLst>
                <a:gs pos="0">
                  <a:srgbClr val="F6FFFF">
                    <a:alpha val="30638"/>
                  </a:srgbClr>
                </a:gs>
                <a:gs pos="14286">
                  <a:srgbClr val="F6FFFF">
                    <a:alpha val="28555"/>
                  </a:srgbClr>
                </a:gs>
                <a:gs pos="28571">
                  <a:srgbClr val="F6FFFF">
                    <a:alpha val="22978"/>
                  </a:srgbClr>
                </a:gs>
                <a:gs pos="42857">
                  <a:srgbClr val="F6FFFF">
                    <a:alpha val="15738"/>
                  </a:srgbClr>
                </a:gs>
                <a:gs pos="57143">
                  <a:srgbClr val="F6FFFF">
                    <a:alpha val="9052"/>
                  </a:srgbClr>
                </a:gs>
                <a:gs pos="71429">
                  <a:srgbClr val="F6FFFF">
                    <a:alpha val="4344"/>
                  </a:srgbClr>
                </a:gs>
                <a:gs pos="85714">
                  <a:srgbClr val="F6FFFF">
                    <a:alpha val="1741"/>
                  </a:srgbClr>
                </a:gs>
                <a:gs pos="100000">
                  <a:srgbClr val="F6FFFF">
                    <a:alpha val="585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801" name="Splat 801"/>
            <p:cNvSpPr>
              <a:spLocks noGrp="1"/>
            </p:cNvSpPr>
            <p:nvPr/>
          </p:nvSpPr>
          <p:spPr>
            <a:xfrm rot="6541884">
              <a:off x="2886254" y="1261956"/>
              <a:ext cx="461840" cy="396634"/>
            </a:xfrm>
            <a:prstGeom prst="ellipse">
              <a:avLst/>
            </a:prstGeom>
            <a:gradFill>
              <a:gsLst>
                <a:gs pos="0">
                  <a:srgbClr val="003700">
                    <a:alpha val="8045"/>
                  </a:srgbClr>
                </a:gs>
                <a:gs pos="14286">
                  <a:srgbClr val="003700">
                    <a:alpha val="7419"/>
                  </a:srgbClr>
                </a:gs>
                <a:gs pos="28571">
                  <a:srgbClr val="003700">
                    <a:alpha val="5809"/>
                  </a:srgbClr>
                </a:gs>
                <a:gs pos="42857">
                  <a:srgbClr val="003700">
                    <a:alpha val="3850"/>
                  </a:srgbClr>
                </a:gs>
                <a:gs pos="57143">
                  <a:srgbClr val="003700">
                    <a:alpha val="2152"/>
                  </a:srgbClr>
                </a:gs>
                <a:gs pos="71429">
                  <a:srgbClr val="003700">
                    <a:alpha val="1013"/>
                  </a:srgbClr>
                </a:gs>
                <a:gs pos="85714">
                  <a:srgbClr val="003700">
                    <a:alpha val="402"/>
                  </a:srgbClr>
                </a:gs>
                <a:gs pos="100000">
                  <a:srgbClr val="003700">
                    <a:alpha val="134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802" name="Splat 802"/>
            <p:cNvSpPr>
              <a:spLocks noGrp="1"/>
            </p:cNvSpPr>
            <p:nvPr/>
          </p:nvSpPr>
          <p:spPr>
            <a:xfrm rot="5545791">
              <a:off x="345" y="1809403"/>
              <a:ext cx="431644" cy="391082"/>
            </a:xfrm>
            <a:prstGeom prst="ellipse">
              <a:avLst/>
            </a:prstGeom>
            <a:gradFill>
              <a:gsLst>
                <a:gs pos="0">
                  <a:srgbClr val="FFD100">
                    <a:alpha val="5452"/>
                  </a:srgbClr>
                </a:gs>
                <a:gs pos="14286">
                  <a:srgbClr val="FFD100">
                    <a:alpha val="5022"/>
                  </a:srgbClr>
                </a:gs>
                <a:gs pos="28571">
                  <a:srgbClr val="FFD100">
                    <a:alpha val="3922"/>
                  </a:srgbClr>
                </a:gs>
                <a:gs pos="42857">
                  <a:srgbClr val="FFD100">
                    <a:alpha val="2590"/>
                  </a:srgbClr>
                </a:gs>
                <a:gs pos="57143">
                  <a:srgbClr val="FFD100">
                    <a:alpha val="1444"/>
                  </a:srgbClr>
                </a:gs>
                <a:gs pos="71429">
                  <a:srgbClr val="FFD100">
                    <a:alpha val="678"/>
                  </a:srgbClr>
                </a:gs>
                <a:gs pos="85714">
                  <a:srgbClr val="FFD100">
                    <a:alpha val="269"/>
                  </a:srgbClr>
                </a:gs>
                <a:gs pos="100000">
                  <a:srgbClr val="FFD100">
                    <a:alpha val="90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803" name="Splat 803"/>
            <p:cNvSpPr>
              <a:spLocks noGrp="1"/>
            </p:cNvSpPr>
            <p:nvPr/>
          </p:nvSpPr>
          <p:spPr>
            <a:xfrm rot="8270486">
              <a:off x="-57094" y="143216"/>
              <a:ext cx="510141" cy="105701"/>
            </a:xfrm>
            <a:prstGeom prst="ellipse">
              <a:avLst/>
            </a:prstGeom>
            <a:gradFill>
              <a:gsLst>
                <a:gs pos="0">
                  <a:srgbClr val="F7FAFF">
                    <a:alpha val="32968"/>
                  </a:srgbClr>
                </a:gs>
                <a:gs pos="14286">
                  <a:srgbClr val="F7FAFF">
                    <a:alpha val="30764"/>
                  </a:srgbClr>
                </a:gs>
                <a:gs pos="28571">
                  <a:srgbClr val="F7FAFF">
                    <a:alpha val="24833"/>
                  </a:srgbClr>
                </a:gs>
                <a:gs pos="42857">
                  <a:srgbClr val="F7FAFF">
                    <a:alpha val="17075"/>
                  </a:srgbClr>
                </a:gs>
                <a:gs pos="57143">
                  <a:srgbClr val="F7FAFF">
                    <a:alpha val="9855"/>
                  </a:srgbClr>
                </a:gs>
                <a:gs pos="71429">
                  <a:srgbClr val="F7FAFF">
                    <a:alpha val="4740"/>
                  </a:srgbClr>
                </a:gs>
                <a:gs pos="85714">
                  <a:srgbClr val="F7FAFF">
                    <a:alpha val="1902"/>
                  </a:srgbClr>
                </a:gs>
                <a:gs pos="100000">
                  <a:srgbClr val="F7FAFF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804" name="Splat 804"/>
            <p:cNvSpPr>
              <a:spLocks noGrp="1"/>
            </p:cNvSpPr>
            <p:nvPr/>
          </p:nvSpPr>
          <p:spPr>
            <a:xfrm rot="9126378">
              <a:off x="1341873" y="1563689"/>
              <a:ext cx="341255" cy="308083"/>
            </a:xfrm>
            <a:prstGeom prst="ellipse">
              <a:avLst/>
            </a:prstGeom>
            <a:gradFill>
              <a:gsLst>
                <a:gs pos="0">
                  <a:srgbClr val="D48600">
                    <a:alpha val="6516"/>
                  </a:srgbClr>
                </a:gs>
                <a:gs pos="14286">
                  <a:srgbClr val="D48600">
                    <a:alpha val="6005"/>
                  </a:srgbClr>
                </a:gs>
                <a:gs pos="28571">
                  <a:srgbClr val="D48600">
                    <a:alpha val="4695"/>
                  </a:srgbClr>
                </a:gs>
                <a:gs pos="42857">
                  <a:srgbClr val="D48600">
                    <a:alpha val="3105"/>
                  </a:srgbClr>
                </a:gs>
                <a:gs pos="57143">
                  <a:srgbClr val="D48600">
                    <a:alpha val="1733"/>
                  </a:srgbClr>
                </a:gs>
                <a:gs pos="71429">
                  <a:srgbClr val="D48600">
                    <a:alpha val="815"/>
                  </a:srgbClr>
                </a:gs>
                <a:gs pos="85714">
                  <a:srgbClr val="D48600">
                    <a:alpha val="323"/>
                  </a:srgbClr>
                </a:gs>
                <a:gs pos="100000">
                  <a:srgbClr val="D48600">
                    <a:alpha val="108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805" name="Splat 805"/>
            <p:cNvSpPr>
              <a:spLocks noGrp="1"/>
            </p:cNvSpPr>
            <p:nvPr/>
          </p:nvSpPr>
          <p:spPr>
            <a:xfrm rot="5661252">
              <a:off x="-361674" y="516914"/>
              <a:ext cx="751006" cy="174670"/>
            </a:xfrm>
            <a:prstGeom prst="ellipse">
              <a:avLst/>
            </a:prstGeom>
            <a:gradFill>
              <a:gsLst>
                <a:gs pos="0">
                  <a:srgbClr val="1A0000">
                    <a:alpha val="32968"/>
                  </a:srgbClr>
                </a:gs>
                <a:gs pos="14286">
                  <a:srgbClr val="1A0000">
                    <a:alpha val="30764"/>
                  </a:srgbClr>
                </a:gs>
                <a:gs pos="28571">
                  <a:srgbClr val="1A0000">
                    <a:alpha val="24833"/>
                  </a:srgbClr>
                </a:gs>
                <a:gs pos="42857">
                  <a:srgbClr val="1A0000">
                    <a:alpha val="17075"/>
                  </a:srgbClr>
                </a:gs>
                <a:gs pos="57143">
                  <a:srgbClr val="1A0000">
                    <a:alpha val="9855"/>
                  </a:srgbClr>
                </a:gs>
                <a:gs pos="71429">
                  <a:srgbClr val="1A0000">
                    <a:alpha val="4740"/>
                  </a:srgbClr>
                </a:gs>
                <a:gs pos="85714">
                  <a:srgbClr val="1A0000">
                    <a:alpha val="1902"/>
                  </a:srgbClr>
                </a:gs>
                <a:gs pos="100000">
                  <a:srgbClr val="1A0000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806" name="Splat 806"/>
            <p:cNvSpPr>
              <a:spLocks noGrp="1"/>
            </p:cNvSpPr>
            <p:nvPr/>
          </p:nvSpPr>
          <p:spPr>
            <a:xfrm rot="4827116">
              <a:off x="662361" y="1882608"/>
              <a:ext cx="393750" cy="98742"/>
            </a:xfrm>
            <a:prstGeom prst="ellipse">
              <a:avLst/>
            </a:prstGeom>
            <a:gradFill>
              <a:gsLst>
                <a:gs pos="0">
                  <a:srgbClr val="00236C">
                    <a:alpha val="32968"/>
                  </a:srgbClr>
                </a:gs>
                <a:gs pos="14286">
                  <a:srgbClr val="00236C">
                    <a:alpha val="30764"/>
                  </a:srgbClr>
                </a:gs>
                <a:gs pos="28571">
                  <a:srgbClr val="00236C">
                    <a:alpha val="24833"/>
                  </a:srgbClr>
                </a:gs>
                <a:gs pos="42857">
                  <a:srgbClr val="00236C">
                    <a:alpha val="17075"/>
                  </a:srgbClr>
                </a:gs>
                <a:gs pos="57143">
                  <a:srgbClr val="00236C">
                    <a:alpha val="9855"/>
                  </a:srgbClr>
                </a:gs>
                <a:gs pos="71429">
                  <a:srgbClr val="00236C">
                    <a:alpha val="4740"/>
                  </a:srgbClr>
                </a:gs>
                <a:gs pos="85714">
                  <a:srgbClr val="00236C">
                    <a:alpha val="1902"/>
                  </a:srgbClr>
                </a:gs>
                <a:gs pos="100000">
                  <a:srgbClr val="00236C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807" name="Splat 807"/>
            <p:cNvSpPr>
              <a:spLocks noGrp="1"/>
            </p:cNvSpPr>
            <p:nvPr/>
          </p:nvSpPr>
          <p:spPr>
            <a:xfrm rot="-9079922">
              <a:off x="2995219" y="634121"/>
              <a:ext cx="303714" cy="57684"/>
            </a:xfrm>
            <a:prstGeom prst="ellipse">
              <a:avLst/>
            </a:prstGeom>
            <a:gradFill>
              <a:gsLst>
                <a:gs pos="0">
                  <a:srgbClr val="110000">
                    <a:alpha val="32968"/>
                  </a:srgbClr>
                </a:gs>
                <a:gs pos="14286">
                  <a:srgbClr val="110000">
                    <a:alpha val="30764"/>
                  </a:srgbClr>
                </a:gs>
                <a:gs pos="28571">
                  <a:srgbClr val="110000">
                    <a:alpha val="24833"/>
                  </a:srgbClr>
                </a:gs>
                <a:gs pos="42857">
                  <a:srgbClr val="110000">
                    <a:alpha val="17075"/>
                  </a:srgbClr>
                </a:gs>
                <a:gs pos="57143">
                  <a:srgbClr val="110000">
                    <a:alpha val="9855"/>
                  </a:srgbClr>
                </a:gs>
                <a:gs pos="71429">
                  <a:srgbClr val="110000">
                    <a:alpha val="4740"/>
                  </a:srgbClr>
                </a:gs>
                <a:gs pos="85714">
                  <a:srgbClr val="110000">
                    <a:alpha val="1902"/>
                  </a:srgbClr>
                </a:gs>
                <a:gs pos="100000">
                  <a:srgbClr val="110000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808" name="Splat 808"/>
            <p:cNvSpPr>
              <a:spLocks noGrp="1"/>
            </p:cNvSpPr>
            <p:nvPr/>
          </p:nvSpPr>
          <p:spPr>
            <a:xfrm rot="-10746926">
              <a:off x="2770024" y="593857"/>
              <a:ext cx="640577" cy="211048"/>
            </a:xfrm>
            <a:prstGeom prst="ellipse">
              <a:avLst/>
            </a:prstGeom>
            <a:gradFill>
              <a:gsLst>
                <a:gs pos="0">
                  <a:srgbClr val="7C0000">
                    <a:alpha val="32968"/>
                  </a:srgbClr>
                </a:gs>
                <a:gs pos="14286">
                  <a:srgbClr val="7C0000">
                    <a:alpha val="30764"/>
                  </a:srgbClr>
                </a:gs>
                <a:gs pos="28571">
                  <a:srgbClr val="7C0000">
                    <a:alpha val="24833"/>
                  </a:srgbClr>
                </a:gs>
                <a:gs pos="42857">
                  <a:srgbClr val="7C0000">
                    <a:alpha val="17075"/>
                  </a:srgbClr>
                </a:gs>
                <a:gs pos="57143">
                  <a:srgbClr val="7C0000">
                    <a:alpha val="9855"/>
                  </a:srgbClr>
                </a:gs>
                <a:gs pos="71429">
                  <a:srgbClr val="7C0000">
                    <a:alpha val="4740"/>
                  </a:srgbClr>
                </a:gs>
                <a:gs pos="85714">
                  <a:srgbClr val="7C0000">
                    <a:alpha val="1902"/>
                  </a:srgbClr>
                </a:gs>
                <a:gs pos="100000">
                  <a:srgbClr val="7C0000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809" name="Splat 809"/>
            <p:cNvSpPr>
              <a:spLocks noGrp="1"/>
            </p:cNvSpPr>
            <p:nvPr/>
          </p:nvSpPr>
          <p:spPr>
            <a:xfrm rot="3781788">
              <a:off x="-129525" y="1883644"/>
              <a:ext cx="403121" cy="113070"/>
            </a:xfrm>
            <a:prstGeom prst="ellipse">
              <a:avLst/>
            </a:prstGeom>
            <a:gradFill>
              <a:gsLst>
                <a:gs pos="0">
                  <a:srgbClr val="000000">
                    <a:alpha val="18921"/>
                  </a:srgbClr>
                </a:gs>
                <a:gs pos="14286">
                  <a:srgbClr val="000000">
                    <a:alpha val="17534"/>
                  </a:srgbClr>
                </a:gs>
                <a:gs pos="28571">
                  <a:srgbClr val="000000">
                    <a:alpha val="13902"/>
                  </a:srgbClr>
                </a:gs>
                <a:gs pos="42857">
                  <a:srgbClr val="000000">
                    <a:alpha val="9352"/>
                  </a:srgbClr>
                </a:gs>
                <a:gs pos="57143">
                  <a:srgbClr val="000000">
                    <a:alpha val="5295"/>
                  </a:srgbClr>
                </a:gs>
                <a:gs pos="71429">
                  <a:srgbClr val="000000">
                    <a:alpha val="2514"/>
                  </a:srgbClr>
                </a:gs>
                <a:gs pos="85714">
                  <a:srgbClr val="000000">
                    <a:alpha val="1002"/>
                  </a:srgbClr>
                </a:gs>
                <a:gs pos="100000">
                  <a:srgbClr val="000000">
                    <a:alpha val="336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810" name="Splat 810"/>
            <p:cNvSpPr>
              <a:spLocks noGrp="1"/>
            </p:cNvSpPr>
            <p:nvPr/>
          </p:nvSpPr>
          <p:spPr>
            <a:xfrm rot="4768662">
              <a:off x="2275657" y="2636426"/>
              <a:ext cx="781855" cy="122235"/>
            </a:xfrm>
            <a:prstGeom prst="ellipse">
              <a:avLst/>
            </a:prstGeom>
            <a:gradFill>
              <a:gsLst>
                <a:gs pos="0">
                  <a:srgbClr val="3F0000">
                    <a:alpha val="32968"/>
                  </a:srgbClr>
                </a:gs>
                <a:gs pos="14286">
                  <a:srgbClr val="3F0000">
                    <a:alpha val="30764"/>
                  </a:srgbClr>
                </a:gs>
                <a:gs pos="28571">
                  <a:srgbClr val="3F0000">
                    <a:alpha val="24833"/>
                  </a:srgbClr>
                </a:gs>
                <a:gs pos="42857">
                  <a:srgbClr val="3F0000">
                    <a:alpha val="17075"/>
                  </a:srgbClr>
                </a:gs>
                <a:gs pos="57143">
                  <a:srgbClr val="3F0000">
                    <a:alpha val="9855"/>
                  </a:srgbClr>
                </a:gs>
                <a:gs pos="71429">
                  <a:srgbClr val="3F0000">
                    <a:alpha val="4740"/>
                  </a:srgbClr>
                </a:gs>
                <a:gs pos="85714">
                  <a:srgbClr val="3F0000">
                    <a:alpha val="1902"/>
                  </a:srgbClr>
                </a:gs>
                <a:gs pos="100000">
                  <a:srgbClr val="3F0000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811" name="Splat 811"/>
            <p:cNvSpPr>
              <a:spLocks noGrp="1"/>
            </p:cNvSpPr>
            <p:nvPr/>
          </p:nvSpPr>
          <p:spPr>
            <a:xfrm rot="5231573">
              <a:off x="858798" y="3436135"/>
              <a:ext cx="567490" cy="80908"/>
            </a:xfrm>
            <a:prstGeom prst="ellipse">
              <a:avLst/>
            </a:prstGeom>
            <a:gradFill>
              <a:gsLst>
                <a:gs pos="0">
                  <a:srgbClr val="FFFAED">
                    <a:alpha val="32968"/>
                  </a:srgbClr>
                </a:gs>
                <a:gs pos="14286">
                  <a:srgbClr val="FFFAED">
                    <a:alpha val="30764"/>
                  </a:srgbClr>
                </a:gs>
                <a:gs pos="28571">
                  <a:srgbClr val="FFFAED">
                    <a:alpha val="24833"/>
                  </a:srgbClr>
                </a:gs>
                <a:gs pos="42857">
                  <a:srgbClr val="FFFAED">
                    <a:alpha val="17075"/>
                  </a:srgbClr>
                </a:gs>
                <a:gs pos="57143">
                  <a:srgbClr val="FFFAED">
                    <a:alpha val="9855"/>
                  </a:srgbClr>
                </a:gs>
                <a:gs pos="71429">
                  <a:srgbClr val="FFFAED">
                    <a:alpha val="4740"/>
                  </a:srgbClr>
                </a:gs>
                <a:gs pos="85714">
                  <a:srgbClr val="FFFAED">
                    <a:alpha val="1902"/>
                  </a:srgbClr>
                </a:gs>
                <a:gs pos="100000">
                  <a:srgbClr val="FFFAED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812" name="Splat 812"/>
            <p:cNvSpPr>
              <a:spLocks noGrp="1"/>
            </p:cNvSpPr>
            <p:nvPr/>
          </p:nvSpPr>
          <p:spPr>
            <a:xfrm rot="4954633">
              <a:off x="1393456" y="2272104"/>
              <a:ext cx="683325" cy="227329"/>
            </a:xfrm>
            <a:prstGeom prst="ellipse">
              <a:avLst/>
            </a:prstGeom>
            <a:gradFill>
              <a:gsLst>
                <a:gs pos="0">
                  <a:srgbClr val="FFFFF7">
                    <a:alpha val="32968"/>
                  </a:srgbClr>
                </a:gs>
                <a:gs pos="14286">
                  <a:srgbClr val="FFFFF7">
                    <a:alpha val="30764"/>
                  </a:srgbClr>
                </a:gs>
                <a:gs pos="28571">
                  <a:srgbClr val="FFFFF7">
                    <a:alpha val="24833"/>
                  </a:srgbClr>
                </a:gs>
                <a:gs pos="42857">
                  <a:srgbClr val="FFFFF7">
                    <a:alpha val="17075"/>
                  </a:srgbClr>
                </a:gs>
                <a:gs pos="57143">
                  <a:srgbClr val="FFFFF7">
                    <a:alpha val="9855"/>
                  </a:srgbClr>
                </a:gs>
                <a:gs pos="71429">
                  <a:srgbClr val="FFFFF7">
                    <a:alpha val="4740"/>
                  </a:srgbClr>
                </a:gs>
                <a:gs pos="85714">
                  <a:srgbClr val="FFFFF7">
                    <a:alpha val="1902"/>
                  </a:srgbClr>
                </a:gs>
                <a:gs pos="100000">
                  <a:srgbClr val="FFFFF7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813" name="Splat 813"/>
            <p:cNvSpPr>
              <a:spLocks noGrp="1"/>
            </p:cNvSpPr>
            <p:nvPr/>
          </p:nvSpPr>
          <p:spPr>
            <a:xfrm rot="3627056">
              <a:off x="466230" y="1113441"/>
              <a:ext cx="207765" cy="50062"/>
            </a:xfrm>
            <a:prstGeom prst="ellipse">
              <a:avLst/>
            </a:prstGeom>
            <a:gradFill>
              <a:gsLst>
                <a:gs pos="0">
                  <a:srgbClr val="FFF3D3">
                    <a:alpha val="32968"/>
                  </a:srgbClr>
                </a:gs>
                <a:gs pos="14286">
                  <a:srgbClr val="FFF3D3">
                    <a:alpha val="30764"/>
                  </a:srgbClr>
                </a:gs>
                <a:gs pos="28571">
                  <a:srgbClr val="FFF3D3">
                    <a:alpha val="24833"/>
                  </a:srgbClr>
                </a:gs>
                <a:gs pos="42857">
                  <a:srgbClr val="FFF3D3">
                    <a:alpha val="17075"/>
                  </a:srgbClr>
                </a:gs>
                <a:gs pos="57143">
                  <a:srgbClr val="FFF3D3">
                    <a:alpha val="9855"/>
                  </a:srgbClr>
                </a:gs>
                <a:gs pos="71429">
                  <a:srgbClr val="FFF3D3">
                    <a:alpha val="4740"/>
                  </a:srgbClr>
                </a:gs>
                <a:gs pos="85714">
                  <a:srgbClr val="FFF3D3">
                    <a:alpha val="1902"/>
                  </a:srgbClr>
                </a:gs>
                <a:gs pos="100000">
                  <a:srgbClr val="FFF3D3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814" name="Splat 814"/>
            <p:cNvSpPr>
              <a:spLocks noGrp="1"/>
            </p:cNvSpPr>
            <p:nvPr/>
          </p:nvSpPr>
          <p:spPr>
            <a:xfrm rot="5961358">
              <a:off x="1689474" y="1316711"/>
              <a:ext cx="520081" cy="91527"/>
            </a:xfrm>
            <a:prstGeom prst="ellipse">
              <a:avLst/>
            </a:prstGeom>
            <a:gradFill>
              <a:gsLst>
                <a:gs pos="0">
                  <a:srgbClr val="D7EAFE">
                    <a:alpha val="32968"/>
                  </a:srgbClr>
                </a:gs>
                <a:gs pos="14286">
                  <a:srgbClr val="D7EAFE">
                    <a:alpha val="30764"/>
                  </a:srgbClr>
                </a:gs>
                <a:gs pos="28571">
                  <a:srgbClr val="D7EAFE">
                    <a:alpha val="24833"/>
                  </a:srgbClr>
                </a:gs>
                <a:gs pos="42857">
                  <a:srgbClr val="D7EAFE">
                    <a:alpha val="17075"/>
                  </a:srgbClr>
                </a:gs>
                <a:gs pos="57143">
                  <a:srgbClr val="D7EAFE">
                    <a:alpha val="9855"/>
                  </a:srgbClr>
                </a:gs>
                <a:gs pos="71429">
                  <a:srgbClr val="D7EAFE">
                    <a:alpha val="4740"/>
                  </a:srgbClr>
                </a:gs>
                <a:gs pos="85714">
                  <a:srgbClr val="D7EAFE">
                    <a:alpha val="1902"/>
                  </a:srgbClr>
                </a:gs>
                <a:gs pos="100000">
                  <a:srgbClr val="D7EAFE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815" name="Splat 815"/>
            <p:cNvSpPr>
              <a:spLocks noGrp="1"/>
            </p:cNvSpPr>
            <p:nvPr/>
          </p:nvSpPr>
          <p:spPr>
            <a:xfrm rot="8153476">
              <a:off x="897748" y="1301295"/>
              <a:ext cx="519886" cy="151688"/>
            </a:xfrm>
            <a:prstGeom prst="ellipse">
              <a:avLst/>
            </a:prstGeom>
            <a:gradFill>
              <a:gsLst>
                <a:gs pos="0">
                  <a:srgbClr val="001600">
                    <a:alpha val="29217"/>
                  </a:srgbClr>
                </a:gs>
                <a:gs pos="14286">
                  <a:srgbClr val="001600">
                    <a:alpha val="27211"/>
                  </a:srgbClr>
                </a:gs>
                <a:gs pos="28571">
                  <a:srgbClr val="001600">
                    <a:alpha val="21855"/>
                  </a:srgbClr>
                </a:gs>
                <a:gs pos="42857">
                  <a:srgbClr val="001600">
                    <a:alpha val="14935"/>
                  </a:srgbClr>
                </a:gs>
                <a:gs pos="57143">
                  <a:srgbClr val="001600">
                    <a:alpha val="8573"/>
                  </a:srgbClr>
                </a:gs>
                <a:gs pos="71429">
                  <a:srgbClr val="001600">
                    <a:alpha val="4109"/>
                  </a:srgbClr>
                </a:gs>
                <a:gs pos="85714">
                  <a:srgbClr val="001600">
                    <a:alpha val="1645"/>
                  </a:srgbClr>
                </a:gs>
                <a:gs pos="100000">
                  <a:srgbClr val="001600">
                    <a:alpha val="553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816" name="Splat 816"/>
            <p:cNvSpPr>
              <a:spLocks noGrp="1"/>
            </p:cNvSpPr>
            <p:nvPr/>
          </p:nvSpPr>
          <p:spPr>
            <a:xfrm rot="5800024">
              <a:off x="2000995" y="2952459"/>
              <a:ext cx="353923" cy="232437"/>
            </a:xfrm>
            <a:prstGeom prst="ellipse">
              <a:avLst/>
            </a:prstGeom>
            <a:gradFill>
              <a:gsLst>
                <a:gs pos="0">
                  <a:srgbClr val="FFF0AC">
                    <a:alpha val="32968"/>
                  </a:srgbClr>
                </a:gs>
                <a:gs pos="14286">
                  <a:srgbClr val="FFF0AC">
                    <a:alpha val="30764"/>
                  </a:srgbClr>
                </a:gs>
                <a:gs pos="28571">
                  <a:srgbClr val="FFF0AC">
                    <a:alpha val="24833"/>
                  </a:srgbClr>
                </a:gs>
                <a:gs pos="42857">
                  <a:srgbClr val="FFF0AC">
                    <a:alpha val="17075"/>
                  </a:srgbClr>
                </a:gs>
                <a:gs pos="57143">
                  <a:srgbClr val="FFF0AC">
                    <a:alpha val="9855"/>
                  </a:srgbClr>
                </a:gs>
                <a:gs pos="71429">
                  <a:srgbClr val="FFF0AC">
                    <a:alpha val="4740"/>
                  </a:srgbClr>
                </a:gs>
                <a:gs pos="85714">
                  <a:srgbClr val="FFF0AC">
                    <a:alpha val="1902"/>
                  </a:srgbClr>
                </a:gs>
                <a:gs pos="100000">
                  <a:srgbClr val="FFF0AC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817" name="Splat 817"/>
            <p:cNvSpPr>
              <a:spLocks noGrp="1"/>
            </p:cNvSpPr>
            <p:nvPr/>
          </p:nvSpPr>
          <p:spPr>
            <a:xfrm rot="7773950">
              <a:off x="2420223" y="1362601"/>
              <a:ext cx="692157" cy="418139"/>
            </a:xfrm>
            <a:prstGeom prst="ellipse">
              <a:avLst/>
            </a:prstGeom>
            <a:gradFill>
              <a:gsLst>
                <a:gs pos="0">
                  <a:srgbClr val="BC7E00">
                    <a:alpha val="32968"/>
                  </a:srgbClr>
                </a:gs>
                <a:gs pos="14286">
                  <a:srgbClr val="BC7E00">
                    <a:alpha val="30764"/>
                  </a:srgbClr>
                </a:gs>
                <a:gs pos="28571">
                  <a:srgbClr val="BC7E00">
                    <a:alpha val="24833"/>
                  </a:srgbClr>
                </a:gs>
                <a:gs pos="42857">
                  <a:srgbClr val="BC7E00">
                    <a:alpha val="17075"/>
                  </a:srgbClr>
                </a:gs>
                <a:gs pos="57143">
                  <a:srgbClr val="BC7E00">
                    <a:alpha val="9855"/>
                  </a:srgbClr>
                </a:gs>
                <a:gs pos="71429">
                  <a:srgbClr val="BC7E00">
                    <a:alpha val="4740"/>
                  </a:srgbClr>
                </a:gs>
                <a:gs pos="85714">
                  <a:srgbClr val="BC7E00">
                    <a:alpha val="1902"/>
                  </a:srgbClr>
                </a:gs>
                <a:gs pos="100000">
                  <a:srgbClr val="BC7E00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818" name="Splat 818"/>
            <p:cNvSpPr>
              <a:spLocks noGrp="1"/>
            </p:cNvSpPr>
            <p:nvPr/>
          </p:nvSpPr>
          <p:spPr>
            <a:xfrm rot="6038365">
              <a:off x="881135" y="3298513"/>
              <a:ext cx="609206" cy="69750"/>
            </a:xfrm>
            <a:prstGeom prst="ellipse">
              <a:avLst/>
            </a:prstGeom>
            <a:gradFill>
              <a:gsLst>
                <a:gs pos="0">
                  <a:srgbClr val="001B79">
                    <a:alpha val="32968"/>
                  </a:srgbClr>
                </a:gs>
                <a:gs pos="14286">
                  <a:srgbClr val="001B79">
                    <a:alpha val="30764"/>
                  </a:srgbClr>
                </a:gs>
                <a:gs pos="28571">
                  <a:srgbClr val="001B79">
                    <a:alpha val="24833"/>
                  </a:srgbClr>
                </a:gs>
                <a:gs pos="42857">
                  <a:srgbClr val="001B79">
                    <a:alpha val="17075"/>
                  </a:srgbClr>
                </a:gs>
                <a:gs pos="57143">
                  <a:srgbClr val="001B79">
                    <a:alpha val="9855"/>
                  </a:srgbClr>
                </a:gs>
                <a:gs pos="71429">
                  <a:srgbClr val="001B79">
                    <a:alpha val="4740"/>
                  </a:srgbClr>
                </a:gs>
                <a:gs pos="85714">
                  <a:srgbClr val="001B79">
                    <a:alpha val="1902"/>
                  </a:srgbClr>
                </a:gs>
                <a:gs pos="100000">
                  <a:srgbClr val="001B79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819" name="Splat 819"/>
            <p:cNvSpPr>
              <a:spLocks noGrp="1"/>
            </p:cNvSpPr>
            <p:nvPr/>
          </p:nvSpPr>
          <p:spPr>
            <a:xfrm rot="5013024">
              <a:off x="3005262" y="2721308"/>
              <a:ext cx="685487" cy="27775"/>
            </a:xfrm>
            <a:prstGeom prst="ellipse">
              <a:avLst/>
            </a:prstGeom>
            <a:gradFill>
              <a:gsLst>
                <a:gs pos="0">
                  <a:srgbClr val="4F6491">
                    <a:alpha val="20455"/>
                  </a:srgbClr>
                </a:gs>
                <a:gs pos="14286">
                  <a:srgbClr val="4F6491">
                    <a:alpha val="18969"/>
                  </a:srgbClr>
                </a:gs>
                <a:gs pos="28571">
                  <a:srgbClr val="4F6491">
                    <a:alpha val="15068"/>
                  </a:srgbClr>
                </a:gs>
                <a:gs pos="42857">
                  <a:srgbClr val="4F6491">
                    <a:alpha val="10159"/>
                  </a:srgbClr>
                </a:gs>
                <a:gs pos="57143">
                  <a:srgbClr val="4F6491">
                    <a:alpha val="5763"/>
                  </a:srgbClr>
                </a:gs>
                <a:gs pos="71429">
                  <a:srgbClr val="4F6491">
                    <a:alpha val="2740"/>
                  </a:srgbClr>
                </a:gs>
                <a:gs pos="85714">
                  <a:srgbClr val="4F6491">
                    <a:alpha val="1093"/>
                  </a:srgbClr>
                </a:gs>
                <a:gs pos="100000">
                  <a:srgbClr val="4F6491">
                    <a:alpha val="366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820" name="Splat 820"/>
            <p:cNvSpPr>
              <a:spLocks noGrp="1"/>
            </p:cNvSpPr>
            <p:nvPr/>
          </p:nvSpPr>
          <p:spPr>
            <a:xfrm rot="3393871">
              <a:off x="873816" y="2652350"/>
              <a:ext cx="442653" cy="70526"/>
            </a:xfrm>
            <a:prstGeom prst="ellipse">
              <a:avLst/>
            </a:prstGeom>
            <a:gradFill>
              <a:gsLst>
                <a:gs pos="0">
                  <a:srgbClr val="7B5400">
                    <a:alpha val="30192"/>
                  </a:srgbClr>
                </a:gs>
                <a:gs pos="14286">
                  <a:srgbClr val="7B5400">
                    <a:alpha val="28133"/>
                  </a:srgbClr>
                </a:gs>
                <a:gs pos="28571">
                  <a:srgbClr val="7B5400">
                    <a:alpha val="22624"/>
                  </a:srgbClr>
                </a:gs>
                <a:gs pos="42857">
                  <a:srgbClr val="7B5400">
                    <a:alpha val="15485"/>
                  </a:srgbClr>
                </a:gs>
                <a:gs pos="57143">
                  <a:srgbClr val="7B5400">
                    <a:alpha val="8901"/>
                  </a:srgbClr>
                </a:gs>
                <a:gs pos="71429">
                  <a:srgbClr val="7B5400">
                    <a:alpha val="4270"/>
                  </a:srgbClr>
                </a:gs>
                <a:gs pos="85714">
                  <a:srgbClr val="7B5400">
                    <a:alpha val="1711"/>
                  </a:srgbClr>
                </a:gs>
                <a:gs pos="100000">
                  <a:srgbClr val="7B5400">
                    <a:alpha val="575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821" name="Splat 821"/>
            <p:cNvSpPr>
              <a:spLocks noGrp="1"/>
            </p:cNvSpPr>
            <p:nvPr/>
          </p:nvSpPr>
          <p:spPr>
            <a:xfrm rot="5613271">
              <a:off x="2199607" y="3510479"/>
              <a:ext cx="276756" cy="54549"/>
            </a:xfrm>
            <a:prstGeom prst="ellipse">
              <a:avLst/>
            </a:prstGeom>
            <a:gradFill>
              <a:gsLst>
                <a:gs pos="0">
                  <a:srgbClr val="002000">
                    <a:alpha val="32968"/>
                  </a:srgbClr>
                </a:gs>
                <a:gs pos="14286">
                  <a:srgbClr val="002000">
                    <a:alpha val="30764"/>
                  </a:srgbClr>
                </a:gs>
                <a:gs pos="28571">
                  <a:srgbClr val="002000">
                    <a:alpha val="24833"/>
                  </a:srgbClr>
                </a:gs>
                <a:gs pos="42857">
                  <a:srgbClr val="002000">
                    <a:alpha val="17075"/>
                  </a:srgbClr>
                </a:gs>
                <a:gs pos="57143">
                  <a:srgbClr val="002000">
                    <a:alpha val="9855"/>
                  </a:srgbClr>
                </a:gs>
                <a:gs pos="71429">
                  <a:srgbClr val="002000">
                    <a:alpha val="4740"/>
                  </a:srgbClr>
                </a:gs>
                <a:gs pos="85714">
                  <a:srgbClr val="002000">
                    <a:alpha val="1902"/>
                  </a:srgbClr>
                </a:gs>
                <a:gs pos="100000">
                  <a:srgbClr val="002000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822" name="Splat 822"/>
            <p:cNvSpPr>
              <a:spLocks noGrp="1"/>
            </p:cNvSpPr>
            <p:nvPr/>
          </p:nvSpPr>
          <p:spPr>
            <a:xfrm rot="8677925">
              <a:off x="278865" y="2055904"/>
              <a:ext cx="577029" cy="55502"/>
            </a:xfrm>
            <a:prstGeom prst="ellipse">
              <a:avLst/>
            </a:prstGeom>
            <a:gradFill>
              <a:gsLst>
                <a:gs pos="0">
                  <a:srgbClr val="00055B">
                    <a:alpha val="32968"/>
                  </a:srgbClr>
                </a:gs>
                <a:gs pos="14286">
                  <a:srgbClr val="00055B">
                    <a:alpha val="30764"/>
                  </a:srgbClr>
                </a:gs>
                <a:gs pos="28571">
                  <a:srgbClr val="00055B">
                    <a:alpha val="24833"/>
                  </a:srgbClr>
                </a:gs>
                <a:gs pos="42857">
                  <a:srgbClr val="00055B">
                    <a:alpha val="17075"/>
                  </a:srgbClr>
                </a:gs>
                <a:gs pos="57143">
                  <a:srgbClr val="00055B">
                    <a:alpha val="9855"/>
                  </a:srgbClr>
                </a:gs>
                <a:gs pos="71429">
                  <a:srgbClr val="00055B">
                    <a:alpha val="4740"/>
                  </a:srgbClr>
                </a:gs>
                <a:gs pos="85714">
                  <a:srgbClr val="00055B">
                    <a:alpha val="1902"/>
                  </a:srgbClr>
                </a:gs>
                <a:gs pos="100000">
                  <a:srgbClr val="00055B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823" name="Splat 823"/>
            <p:cNvSpPr>
              <a:spLocks noGrp="1"/>
            </p:cNvSpPr>
            <p:nvPr/>
          </p:nvSpPr>
          <p:spPr>
            <a:xfrm rot="4661934">
              <a:off x="1963744" y="3247878"/>
              <a:ext cx="816020" cy="90020"/>
            </a:xfrm>
            <a:prstGeom prst="ellipse">
              <a:avLst/>
            </a:prstGeom>
            <a:gradFill>
              <a:gsLst>
                <a:gs pos="0">
                  <a:srgbClr val="600000">
                    <a:alpha val="32968"/>
                  </a:srgbClr>
                </a:gs>
                <a:gs pos="14286">
                  <a:srgbClr val="600000">
                    <a:alpha val="30764"/>
                  </a:srgbClr>
                </a:gs>
                <a:gs pos="28571">
                  <a:srgbClr val="600000">
                    <a:alpha val="24833"/>
                  </a:srgbClr>
                </a:gs>
                <a:gs pos="42857">
                  <a:srgbClr val="600000">
                    <a:alpha val="17075"/>
                  </a:srgbClr>
                </a:gs>
                <a:gs pos="57143">
                  <a:srgbClr val="600000">
                    <a:alpha val="9855"/>
                  </a:srgbClr>
                </a:gs>
                <a:gs pos="71429">
                  <a:srgbClr val="600000">
                    <a:alpha val="4740"/>
                  </a:srgbClr>
                </a:gs>
                <a:gs pos="85714">
                  <a:srgbClr val="600000">
                    <a:alpha val="1902"/>
                  </a:srgbClr>
                </a:gs>
                <a:gs pos="100000">
                  <a:srgbClr val="600000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824" name="Splat 824"/>
            <p:cNvSpPr>
              <a:spLocks noGrp="1"/>
            </p:cNvSpPr>
            <p:nvPr/>
          </p:nvSpPr>
          <p:spPr>
            <a:xfrm rot="4833533">
              <a:off x="1903576" y="2560925"/>
              <a:ext cx="753653" cy="76393"/>
            </a:xfrm>
            <a:prstGeom prst="ellipse">
              <a:avLst/>
            </a:prstGeom>
            <a:gradFill>
              <a:gsLst>
                <a:gs pos="0">
                  <a:srgbClr val="5C0000">
                    <a:alpha val="32968"/>
                  </a:srgbClr>
                </a:gs>
                <a:gs pos="14286">
                  <a:srgbClr val="5C0000">
                    <a:alpha val="30764"/>
                  </a:srgbClr>
                </a:gs>
                <a:gs pos="28571">
                  <a:srgbClr val="5C0000">
                    <a:alpha val="24833"/>
                  </a:srgbClr>
                </a:gs>
                <a:gs pos="42857">
                  <a:srgbClr val="5C0000">
                    <a:alpha val="17075"/>
                  </a:srgbClr>
                </a:gs>
                <a:gs pos="57143">
                  <a:srgbClr val="5C0000">
                    <a:alpha val="9855"/>
                  </a:srgbClr>
                </a:gs>
                <a:gs pos="71429">
                  <a:srgbClr val="5C0000">
                    <a:alpha val="4740"/>
                  </a:srgbClr>
                </a:gs>
                <a:gs pos="85714">
                  <a:srgbClr val="5C0000">
                    <a:alpha val="1902"/>
                  </a:srgbClr>
                </a:gs>
                <a:gs pos="100000">
                  <a:srgbClr val="5C0000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825" name="Splat 825"/>
            <p:cNvSpPr>
              <a:spLocks noGrp="1"/>
            </p:cNvSpPr>
            <p:nvPr/>
          </p:nvSpPr>
          <p:spPr>
            <a:xfrm rot="6168432">
              <a:off x="30602" y="492355"/>
              <a:ext cx="665256" cy="62262"/>
            </a:xfrm>
            <a:prstGeom prst="ellipse">
              <a:avLst/>
            </a:prstGeom>
            <a:gradFill>
              <a:gsLst>
                <a:gs pos="0">
                  <a:srgbClr val="000000">
                    <a:alpha val="32968"/>
                  </a:srgbClr>
                </a:gs>
                <a:gs pos="14286">
                  <a:srgbClr val="000000">
                    <a:alpha val="30764"/>
                  </a:srgbClr>
                </a:gs>
                <a:gs pos="28571">
                  <a:srgbClr val="000000">
                    <a:alpha val="24833"/>
                  </a:srgbClr>
                </a:gs>
                <a:gs pos="42857">
                  <a:srgbClr val="000000">
                    <a:alpha val="17075"/>
                  </a:srgbClr>
                </a:gs>
                <a:gs pos="57143">
                  <a:srgbClr val="000000">
                    <a:alpha val="9855"/>
                  </a:srgbClr>
                </a:gs>
                <a:gs pos="71429">
                  <a:srgbClr val="000000">
                    <a:alpha val="4740"/>
                  </a:srgbClr>
                </a:gs>
                <a:gs pos="85714">
                  <a:srgbClr val="000000">
                    <a:alpha val="1902"/>
                  </a:srgbClr>
                </a:gs>
                <a:gs pos="100000">
                  <a:srgbClr val="000000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826" name="Splat 826"/>
            <p:cNvSpPr>
              <a:spLocks noGrp="1"/>
            </p:cNvSpPr>
            <p:nvPr/>
          </p:nvSpPr>
          <p:spPr>
            <a:xfrm rot="-10145105">
              <a:off x="559622" y="2717314"/>
              <a:ext cx="372569" cy="42710"/>
            </a:xfrm>
            <a:prstGeom prst="ellipse">
              <a:avLst/>
            </a:prstGeom>
            <a:gradFill>
              <a:gsLst>
                <a:gs pos="0">
                  <a:srgbClr val="000000">
                    <a:alpha val="32968"/>
                  </a:srgbClr>
                </a:gs>
                <a:gs pos="14286">
                  <a:srgbClr val="000000">
                    <a:alpha val="30764"/>
                  </a:srgbClr>
                </a:gs>
                <a:gs pos="28571">
                  <a:srgbClr val="000000">
                    <a:alpha val="24833"/>
                  </a:srgbClr>
                </a:gs>
                <a:gs pos="42857">
                  <a:srgbClr val="000000">
                    <a:alpha val="17075"/>
                  </a:srgbClr>
                </a:gs>
                <a:gs pos="57143">
                  <a:srgbClr val="000000">
                    <a:alpha val="9855"/>
                  </a:srgbClr>
                </a:gs>
                <a:gs pos="71429">
                  <a:srgbClr val="000000">
                    <a:alpha val="4740"/>
                  </a:srgbClr>
                </a:gs>
                <a:gs pos="85714">
                  <a:srgbClr val="000000">
                    <a:alpha val="1902"/>
                  </a:srgbClr>
                </a:gs>
                <a:gs pos="100000">
                  <a:srgbClr val="000000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827" name="Splat 827"/>
            <p:cNvSpPr>
              <a:spLocks noGrp="1"/>
            </p:cNvSpPr>
            <p:nvPr/>
          </p:nvSpPr>
          <p:spPr>
            <a:xfrm rot="7014371">
              <a:off x="1986992" y="1909042"/>
              <a:ext cx="567502" cy="219270"/>
            </a:xfrm>
            <a:prstGeom prst="ellipse">
              <a:avLst/>
            </a:prstGeom>
            <a:gradFill>
              <a:gsLst>
                <a:gs pos="0">
                  <a:srgbClr val="0000A6">
                    <a:alpha val="32968"/>
                  </a:srgbClr>
                </a:gs>
                <a:gs pos="14286">
                  <a:srgbClr val="0000A6">
                    <a:alpha val="30764"/>
                  </a:srgbClr>
                </a:gs>
                <a:gs pos="28571">
                  <a:srgbClr val="0000A6">
                    <a:alpha val="24833"/>
                  </a:srgbClr>
                </a:gs>
                <a:gs pos="42857">
                  <a:srgbClr val="0000A6">
                    <a:alpha val="17075"/>
                  </a:srgbClr>
                </a:gs>
                <a:gs pos="57143">
                  <a:srgbClr val="0000A6">
                    <a:alpha val="9855"/>
                  </a:srgbClr>
                </a:gs>
                <a:gs pos="71429">
                  <a:srgbClr val="0000A6">
                    <a:alpha val="4740"/>
                  </a:srgbClr>
                </a:gs>
                <a:gs pos="85714">
                  <a:srgbClr val="0000A6">
                    <a:alpha val="1902"/>
                  </a:srgbClr>
                </a:gs>
                <a:gs pos="100000">
                  <a:srgbClr val="0000A6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828" name="Splat 828"/>
            <p:cNvSpPr>
              <a:spLocks noGrp="1"/>
            </p:cNvSpPr>
            <p:nvPr/>
          </p:nvSpPr>
          <p:spPr>
            <a:xfrm rot="2959720">
              <a:off x="3010059" y="336879"/>
              <a:ext cx="340016" cy="58993"/>
            </a:xfrm>
            <a:prstGeom prst="ellipse">
              <a:avLst/>
            </a:prstGeom>
            <a:gradFill>
              <a:gsLst>
                <a:gs pos="0">
                  <a:srgbClr val="000068">
                    <a:alpha val="32968"/>
                  </a:srgbClr>
                </a:gs>
                <a:gs pos="14286">
                  <a:srgbClr val="000068">
                    <a:alpha val="30764"/>
                  </a:srgbClr>
                </a:gs>
                <a:gs pos="28571">
                  <a:srgbClr val="000068">
                    <a:alpha val="24833"/>
                  </a:srgbClr>
                </a:gs>
                <a:gs pos="42857">
                  <a:srgbClr val="000068">
                    <a:alpha val="17075"/>
                  </a:srgbClr>
                </a:gs>
                <a:gs pos="57143">
                  <a:srgbClr val="000068">
                    <a:alpha val="9855"/>
                  </a:srgbClr>
                </a:gs>
                <a:gs pos="71429">
                  <a:srgbClr val="000068">
                    <a:alpha val="4740"/>
                  </a:srgbClr>
                </a:gs>
                <a:gs pos="85714">
                  <a:srgbClr val="000068">
                    <a:alpha val="1902"/>
                  </a:srgbClr>
                </a:gs>
                <a:gs pos="100000">
                  <a:srgbClr val="000068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829" name="Splat 829"/>
            <p:cNvSpPr>
              <a:spLocks noGrp="1"/>
            </p:cNvSpPr>
            <p:nvPr/>
          </p:nvSpPr>
          <p:spPr>
            <a:xfrm rot="6022564">
              <a:off x="936783" y="2823827"/>
              <a:ext cx="540694" cy="116619"/>
            </a:xfrm>
            <a:prstGeom prst="ellipse">
              <a:avLst/>
            </a:prstGeom>
            <a:gradFill>
              <a:gsLst>
                <a:gs pos="0">
                  <a:srgbClr val="FDF8F8">
                    <a:alpha val="32968"/>
                  </a:srgbClr>
                </a:gs>
                <a:gs pos="14286">
                  <a:srgbClr val="FDF8F8">
                    <a:alpha val="30764"/>
                  </a:srgbClr>
                </a:gs>
                <a:gs pos="28571">
                  <a:srgbClr val="FDF8F8">
                    <a:alpha val="24833"/>
                  </a:srgbClr>
                </a:gs>
                <a:gs pos="42857">
                  <a:srgbClr val="FDF8F8">
                    <a:alpha val="17075"/>
                  </a:srgbClr>
                </a:gs>
                <a:gs pos="57143">
                  <a:srgbClr val="FDF8F8">
                    <a:alpha val="9855"/>
                  </a:srgbClr>
                </a:gs>
                <a:gs pos="71429">
                  <a:srgbClr val="FDF8F8">
                    <a:alpha val="4740"/>
                  </a:srgbClr>
                </a:gs>
                <a:gs pos="85714">
                  <a:srgbClr val="FDF8F8">
                    <a:alpha val="1902"/>
                  </a:srgbClr>
                </a:gs>
                <a:gs pos="100000">
                  <a:srgbClr val="FDF8F8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830" name="Splat 830"/>
            <p:cNvSpPr>
              <a:spLocks noGrp="1"/>
            </p:cNvSpPr>
            <p:nvPr/>
          </p:nvSpPr>
          <p:spPr>
            <a:xfrm rot="4651584">
              <a:off x="3004577" y="851608"/>
              <a:ext cx="499161" cy="42084"/>
            </a:xfrm>
            <a:prstGeom prst="ellipse">
              <a:avLst/>
            </a:prstGeom>
            <a:gradFill>
              <a:gsLst>
                <a:gs pos="0">
                  <a:srgbClr val="FFCC00">
                    <a:alpha val="16396"/>
                  </a:srgbClr>
                </a:gs>
                <a:gs pos="14286">
                  <a:srgbClr val="FFCC00">
                    <a:alpha val="15176"/>
                  </a:srgbClr>
                </a:gs>
                <a:gs pos="28571">
                  <a:srgbClr val="FFCC00">
                    <a:alpha val="11997"/>
                  </a:srgbClr>
                </a:gs>
                <a:gs pos="42857">
                  <a:srgbClr val="FFCC00">
                    <a:alpha val="8041"/>
                  </a:srgbClr>
                </a:gs>
                <a:gs pos="57143">
                  <a:srgbClr val="FFCC00">
                    <a:alpha val="4539"/>
                  </a:srgbClr>
                </a:gs>
                <a:gs pos="71429">
                  <a:srgbClr val="FFCC00">
                    <a:alpha val="2151"/>
                  </a:srgbClr>
                </a:gs>
                <a:gs pos="85714">
                  <a:srgbClr val="FFCC00">
                    <a:alpha val="856"/>
                  </a:srgbClr>
                </a:gs>
                <a:gs pos="100000">
                  <a:srgbClr val="FFCC00">
                    <a:alpha val="287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831" name="Splat 831"/>
            <p:cNvSpPr>
              <a:spLocks noGrp="1"/>
            </p:cNvSpPr>
            <p:nvPr/>
          </p:nvSpPr>
          <p:spPr>
            <a:xfrm rot="10610017">
              <a:off x="-47095" y="1431645"/>
              <a:ext cx="634339" cy="281913"/>
            </a:xfrm>
            <a:prstGeom prst="ellipse">
              <a:avLst/>
            </a:prstGeom>
            <a:gradFill>
              <a:gsLst>
                <a:gs pos="0">
                  <a:srgbClr val="7E5F15">
                    <a:alpha val="32968"/>
                  </a:srgbClr>
                </a:gs>
                <a:gs pos="14286">
                  <a:srgbClr val="7E5F15">
                    <a:alpha val="30764"/>
                  </a:srgbClr>
                </a:gs>
                <a:gs pos="28571">
                  <a:srgbClr val="7E5F15">
                    <a:alpha val="24833"/>
                  </a:srgbClr>
                </a:gs>
                <a:gs pos="42857">
                  <a:srgbClr val="7E5F15">
                    <a:alpha val="17075"/>
                  </a:srgbClr>
                </a:gs>
                <a:gs pos="57143">
                  <a:srgbClr val="7E5F15">
                    <a:alpha val="9855"/>
                  </a:srgbClr>
                </a:gs>
                <a:gs pos="71429">
                  <a:srgbClr val="7E5F15">
                    <a:alpha val="4740"/>
                  </a:srgbClr>
                </a:gs>
                <a:gs pos="85714">
                  <a:srgbClr val="7E5F15">
                    <a:alpha val="1902"/>
                  </a:srgbClr>
                </a:gs>
                <a:gs pos="100000">
                  <a:srgbClr val="7E5F15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832" name="Splat 832"/>
            <p:cNvSpPr>
              <a:spLocks noGrp="1"/>
            </p:cNvSpPr>
            <p:nvPr/>
          </p:nvSpPr>
          <p:spPr>
            <a:xfrm rot="9186060">
              <a:off x="2926328" y="2244228"/>
              <a:ext cx="559185" cy="208700"/>
            </a:xfrm>
            <a:prstGeom prst="ellipse">
              <a:avLst/>
            </a:prstGeom>
            <a:gradFill>
              <a:gsLst>
                <a:gs pos="0">
                  <a:srgbClr val="FAFFFD">
                    <a:alpha val="31415"/>
                  </a:srgbClr>
                </a:gs>
                <a:gs pos="14286">
                  <a:srgbClr val="FAFFFD">
                    <a:alpha val="29291"/>
                  </a:srgbClr>
                </a:gs>
                <a:gs pos="28571">
                  <a:srgbClr val="FAFFFD">
                    <a:alpha val="23594"/>
                  </a:srgbClr>
                </a:gs>
                <a:gs pos="42857">
                  <a:srgbClr val="FAFFFD">
                    <a:alpha val="16182"/>
                  </a:srgbClr>
                </a:gs>
                <a:gs pos="57143">
                  <a:srgbClr val="FAFFFD">
                    <a:alpha val="9318"/>
                  </a:srgbClr>
                </a:gs>
                <a:gs pos="71429">
                  <a:srgbClr val="FAFFFD">
                    <a:alpha val="4475"/>
                  </a:srgbClr>
                </a:gs>
                <a:gs pos="85714">
                  <a:srgbClr val="FAFFFD">
                    <a:alpha val="1794"/>
                  </a:srgbClr>
                </a:gs>
                <a:gs pos="100000">
                  <a:srgbClr val="FAFFFD">
                    <a:alpha val="603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833" name="Splat 833"/>
            <p:cNvSpPr>
              <a:spLocks noGrp="1"/>
            </p:cNvSpPr>
            <p:nvPr/>
          </p:nvSpPr>
          <p:spPr>
            <a:xfrm rot="5699344">
              <a:off x="3127741" y="3545743"/>
              <a:ext cx="202440" cy="89053"/>
            </a:xfrm>
            <a:prstGeom prst="ellipse">
              <a:avLst/>
            </a:prstGeom>
            <a:gradFill>
              <a:gsLst>
                <a:gs pos="0">
                  <a:srgbClr val="000994">
                    <a:alpha val="32968"/>
                  </a:srgbClr>
                </a:gs>
                <a:gs pos="14286">
                  <a:srgbClr val="000994">
                    <a:alpha val="30764"/>
                  </a:srgbClr>
                </a:gs>
                <a:gs pos="28571">
                  <a:srgbClr val="000994">
                    <a:alpha val="24833"/>
                  </a:srgbClr>
                </a:gs>
                <a:gs pos="42857">
                  <a:srgbClr val="000994">
                    <a:alpha val="17075"/>
                  </a:srgbClr>
                </a:gs>
                <a:gs pos="57143">
                  <a:srgbClr val="000994">
                    <a:alpha val="9855"/>
                  </a:srgbClr>
                </a:gs>
                <a:gs pos="71429">
                  <a:srgbClr val="000994">
                    <a:alpha val="4740"/>
                  </a:srgbClr>
                </a:gs>
                <a:gs pos="85714">
                  <a:srgbClr val="000994">
                    <a:alpha val="1902"/>
                  </a:srgbClr>
                </a:gs>
                <a:gs pos="100000">
                  <a:srgbClr val="000994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834" name="Splat 834"/>
            <p:cNvSpPr>
              <a:spLocks noGrp="1"/>
            </p:cNvSpPr>
            <p:nvPr/>
          </p:nvSpPr>
          <p:spPr>
            <a:xfrm rot="-10655652">
              <a:off x="2673758" y="106397"/>
              <a:ext cx="519123" cy="111080"/>
            </a:xfrm>
            <a:prstGeom prst="ellipse">
              <a:avLst/>
            </a:prstGeom>
            <a:gradFill>
              <a:gsLst>
                <a:gs pos="0">
                  <a:srgbClr val="670000">
                    <a:alpha val="32968"/>
                  </a:srgbClr>
                </a:gs>
                <a:gs pos="14286">
                  <a:srgbClr val="670000">
                    <a:alpha val="30764"/>
                  </a:srgbClr>
                </a:gs>
                <a:gs pos="28571">
                  <a:srgbClr val="670000">
                    <a:alpha val="24833"/>
                  </a:srgbClr>
                </a:gs>
                <a:gs pos="42857">
                  <a:srgbClr val="670000">
                    <a:alpha val="17075"/>
                  </a:srgbClr>
                </a:gs>
                <a:gs pos="57143">
                  <a:srgbClr val="670000">
                    <a:alpha val="9855"/>
                  </a:srgbClr>
                </a:gs>
                <a:gs pos="71429">
                  <a:srgbClr val="670000">
                    <a:alpha val="4740"/>
                  </a:srgbClr>
                </a:gs>
                <a:gs pos="85714">
                  <a:srgbClr val="670000">
                    <a:alpha val="1902"/>
                  </a:srgbClr>
                </a:gs>
                <a:gs pos="100000">
                  <a:srgbClr val="670000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835" name="Splat 835"/>
            <p:cNvSpPr>
              <a:spLocks noGrp="1"/>
            </p:cNvSpPr>
            <p:nvPr/>
          </p:nvSpPr>
          <p:spPr>
            <a:xfrm rot="5792337">
              <a:off x="-16771" y="1988195"/>
              <a:ext cx="465751" cy="122045"/>
            </a:xfrm>
            <a:prstGeom prst="ellipse">
              <a:avLst/>
            </a:prstGeom>
            <a:gradFill>
              <a:gsLst>
                <a:gs pos="0">
                  <a:srgbClr val="5D434A">
                    <a:alpha val="14680"/>
                  </a:srgbClr>
                </a:gs>
                <a:gs pos="14286">
                  <a:srgbClr val="5D434A">
                    <a:alpha val="13577"/>
                  </a:srgbClr>
                </a:gs>
                <a:gs pos="28571">
                  <a:srgbClr val="5D434A">
                    <a:alpha val="10712"/>
                  </a:srgbClr>
                </a:gs>
                <a:gs pos="42857">
                  <a:srgbClr val="5D434A">
                    <a:alpha val="7162"/>
                  </a:srgbClr>
                </a:gs>
                <a:gs pos="57143">
                  <a:srgbClr val="5D434A">
                    <a:alpha val="4034"/>
                  </a:srgbClr>
                </a:gs>
                <a:gs pos="71429">
                  <a:srgbClr val="5D434A">
                    <a:alpha val="1909"/>
                  </a:srgbClr>
                </a:gs>
                <a:gs pos="85714">
                  <a:srgbClr val="5D434A">
                    <a:alpha val="759"/>
                  </a:srgbClr>
                </a:gs>
                <a:gs pos="100000">
                  <a:srgbClr val="5D434A">
                    <a:alpha val="254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836" name="Splat 836"/>
            <p:cNvSpPr>
              <a:spLocks noGrp="1"/>
            </p:cNvSpPr>
            <p:nvPr/>
          </p:nvSpPr>
          <p:spPr>
            <a:xfrm rot="8279757">
              <a:off x="2404001" y="304450"/>
              <a:ext cx="617047" cy="98326"/>
            </a:xfrm>
            <a:prstGeom prst="ellipse">
              <a:avLst/>
            </a:prstGeom>
            <a:gradFill>
              <a:gsLst>
                <a:gs pos="0">
                  <a:srgbClr val="2B0043">
                    <a:alpha val="20303"/>
                  </a:srgbClr>
                </a:gs>
                <a:gs pos="14286">
                  <a:srgbClr val="2B0043">
                    <a:alpha val="18827"/>
                  </a:srgbClr>
                </a:gs>
                <a:gs pos="28571">
                  <a:srgbClr val="2B0043">
                    <a:alpha val="14952"/>
                  </a:srgbClr>
                </a:gs>
                <a:gs pos="42857">
                  <a:srgbClr val="2B0043">
                    <a:alpha val="10078"/>
                  </a:srgbClr>
                </a:gs>
                <a:gs pos="57143">
                  <a:srgbClr val="2B0043">
                    <a:alpha val="5716"/>
                  </a:srgbClr>
                </a:gs>
                <a:gs pos="71429">
                  <a:srgbClr val="2B0043">
                    <a:alpha val="2718"/>
                  </a:srgbClr>
                </a:gs>
                <a:gs pos="85714">
                  <a:srgbClr val="2B0043">
                    <a:alpha val="1084"/>
                  </a:srgbClr>
                </a:gs>
                <a:gs pos="100000">
                  <a:srgbClr val="2B0043">
                    <a:alpha val="363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837" name="Splat 837"/>
            <p:cNvSpPr>
              <a:spLocks noGrp="1"/>
            </p:cNvSpPr>
            <p:nvPr/>
          </p:nvSpPr>
          <p:spPr>
            <a:xfrm rot="5572146">
              <a:off x="405294" y="238447"/>
              <a:ext cx="746164" cy="119843"/>
            </a:xfrm>
            <a:prstGeom prst="ellipse">
              <a:avLst/>
            </a:prstGeom>
            <a:gradFill>
              <a:gsLst>
                <a:gs pos="0">
                  <a:srgbClr val="200000">
                    <a:alpha val="32968"/>
                  </a:srgbClr>
                </a:gs>
                <a:gs pos="14286">
                  <a:srgbClr val="200000">
                    <a:alpha val="30764"/>
                  </a:srgbClr>
                </a:gs>
                <a:gs pos="28571">
                  <a:srgbClr val="200000">
                    <a:alpha val="24833"/>
                  </a:srgbClr>
                </a:gs>
                <a:gs pos="42857">
                  <a:srgbClr val="200000">
                    <a:alpha val="17075"/>
                  </a:srgbClr>
                </a:gs>
                <a:gs pos="57143">
                  <a:srgbClr val="200000">
                    <a:alpha val="9855"/>
                  </a:srgbClr>
                </a:gs>
                <a:gs pos="71429">
                  <a:srgbClr val="200000">
                    <a:alpha val="4740"/>
                  </a:srgbClr>
                </a:gs>
                <a:gs pos="85714">
                  <a:srgbClr val="200000">
                    <a:alpha val="1902"/>
                  </a:srgbClr>
                </a:gs>
                <a:gs pos="100000">
                  <a:srgbClr val="200000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838" name="Splat 838"/>
            <p:cNvSpPr>
              <a:spLocks noGrp="1"/>
            </p:cNvSpPr>
            <p:nvPr/>
          </p:nvSpPr>
          <p:spPr>
            <a:xfrm rot="-8961330">
              <a:off x="2162938" y="2917022"/>
              <a:ext cx="724013" cy="112523"/>
            </a:xfrm>
            <a:prstGeom prst="ellipse">
              <a:avLst/>
            </a:prstGeom>
            <a:gradFill>
              <a:gsLst>
                <a:gs pos="0">
                  <a:srgbClr val="5D0000">
                    <a:alpha val="32968"/>
                  </a:srgbClr>
                </a:gs>
                <a:gs pos="14286">
                  <a:srgbClr val="5D0000">
                    <a:alpha val="30764"/>
                  </a:srgbClr>
                </a:gs>
                <a:gs pos="28571">
                  <a:srgbClr val="5D0000">
                    <a:alpha val="24833"/>
                  </a:srgbClr>
                </a:gs>
                <a:gs pos="42857">
                  <a:srgbClr val="5D0000">
                    <a:alpha val="17075"/>
                  </a:srgbClr>
                </a:gs>
                <a:gs pos="57143">
                  <a:srgbClr val="5D0000">
                    <a:alpha val="9855"/>
                  </a:srgbClr>
                </a:gs>
                <a:gs pos="71429">
                  <a:srgbClr val="5D0000">
                    <a:alpha val="4740"/>
                  </a:srgbClr>
                </a:gs>
                <a:gs pos="85714">
                  <a:srgbClr val="5D0000">
                    <a:alpha val="1902"/>
                  </a:srgbClr>
                </a:gs>
                <a:gs pos="100000">
                  <a:srgbClr val="5D0000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839" name="Splat 839"/>
            <p:cNvSpPr>
              <a:spLocks noGrp="1"/>
            </p:cNvSpPr>
            <p:nvPr/>
          </p:nvSpPr>
          <p:spPr>
            <a:xfrm rot="-8266715">
              <a:off x="3172071" y="2427632"/>
              <a:ext cx="302333" cy="145635"/>
            </a:xfrm>
            <a:prstGeom prst="ellipse">
              <a:avLst/>
            </a:prstGeom>
            <a:gradFill>
              <a:gsLst>
                <a:gs pos="0">
                  <a:srgbClr val="084DB7">
                    <a:alpha val="21539"/>
                  </a:srgbClr>
                </a:gs>
                <a:gs pos="14286">
                  <a:srgbClr val="084DB7">
                    <a:alpha val="19984"/>
                  </a:srgbClr>
                </a:gs>
                <a:gs pos="28571">
                  <a:srgbClr val="084DB7">
                    <a:alpha val="15895"/>
                  </a:srgbClr>
                </a:gs>
                <a:gs pos="42857">
                  <a:srgbClr val="084DB7">
                    <a:alpha val="10733"/>
                  </a:srgbClr>
                </a:gs>
                <a:gs pos="57143">
                  <a:srgbClr val="084DB7">
                    <a:alpha val="6098"/>
                  </a:srgbClr>
                </a:gs>
                <a:gs pos="71429">
                  <a:srgbClr val="084DB7">
                    <a:alpha val="2902"/>
                  </a:srgbClr>
                </a:gs>
                <a:gs pos="85714">
                  <a:srgbClr val="084DB7">
                    <a:alpha val="1158"/>
                  </a:srgbClr>
                </a:gs>
                <a:gs pos="100000">
                  <a:srgbClr val="084DB7">
                    <a:alpha val="388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840" name="Splat 840"/>
            <p:cNvSpPr>
              <a:spLocks noGrp="1"/>
            </p:cNvSpPr>
            <p:nvPr/>
          </p:nvSpPr>
          <p:spPr>
            <a:xfrm rot="-8872132">
              <a:off x="60900" y="3386824"/>
              <a:ext cx="578430" cy="58918"/>
            </a:xfrm>
            <a:prstGeom prst="ellipse">
              <a:avLst/>
            </a:prstGeom>
            <a:gradFill>
              <a:gsLst>
                <a:gs pos="0">
                  <a:srgbClr val="3C4E00">
                    <a:alpha val="32968"/>
                  </a:srgbClr>
                </a:gs>
                <a:gs pos="14286">
                  <a:srgbClr val="3C4E00">
                    <a:alpha val="30764"/>
                  </a:srgbClr>
                </a:gs>
                <a:gs pos="28571">
                  <a:srgbClr val="3C4E00">
                    <a:alpha val="24833"/>
                  </a:srgbClr>
                </a:gs>
                <a:gs pos="42857">
                  <a:srgbClr val="3C4E00">
                    <a:alpha val="17075"/>
                  </a:srgbClr>
                </a:gs>
                <a:gs pos="57143">
                  <a:srgbClr val="3C4E00">
                    <a:alpha val="9855"/>
                  </a:srgbClr>
                </a:gs>
                <a:gs pos="71429">
                  <a:srgbClr val="3C4E00">
                    <a:alpha val="4740"/>
                  </a:srgbClr>
                </a:gs>
                <a:gs pos="85714">
                  <a:srgbClr val="3C4E00">
                    <a:alpha val="1902"/>
                  </a:srgbClr>
                </a:gs>
                <a:gs pos="100000">
                  <a:srgbClr val="3C4E00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841" name="Splat 841"/>
            <p:cNvSpPr>
              <a:spLocks noGrp="1"/>
            </p:cNvSpPr>
            <p:nvPr/>
          </p:nvSpPr>
          <p:spPr>
            <a:xfrm rot="-9885395">
              <a:off x="2414039" y="2431344"/>
              <a:ext cx="511583" cy="179892"/>
            </a:xfrm>
            <a:prstGeom prst="ellipse">
              <a:avLst/>
            </a:prstGeom>
            <a:gradFill>
              <a:gsLst>
                <a:gs pos="0">
                  <a:srgbClr val="FFFFCC">
                    <a:alpha val="16014"/>
                  </a:srgbClr>
                </a:gs>
                <a:gs pos="14286">
                  <a:srgbClr val="FFFFCC">
                    <a:alpha val="14820"/>
                  </a:srgbClr>
                </a:gs>
                <a:gs pos="28571">
                  <a:srgbClr val="FFFFCC">
                    <a:alpha val="11710"/>
                  </a:srgbClr>
                </a:gs>
                <a:gs pos="42857">
                  <a:srgbClr val="FFFFCC">
                    <a:alpha val="7844"/>
                  </a:srgbClr>
                </a:gs>
                <a:gs pos="57143">
                  <a:srgbClr val="FFFFCC">
                    <a:alpha val="4426"/>
                  </a:srgbClr>
                </a:gs>
                <a:gs pos="71429">
                  <a:srgbClr val="FFFFCC">
                    <a:alpha val="2097"/>
                  </a:srgbClr>
                </a:gs>
                <a:gs pos="85714">
                  <a:srgbClr val="FFFFCC">
                    <a:alpha val="834"/>
                  </a:srgbClr>
                </a:gs>
                <a:gs pos="100000">
                  <a:srgbClr val="FFFFCC">
                    <a:alpha val="280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842" name="Splat 842"/>
            <p:cNvSpPr>
              <a:spLocks noGrp="1"/>
            </p:cNvSpPr>
            <p:nvPr/>
          </p:nvSpPr>
          <p:spPr>
            <a:xfrm rot="8427517">
              <a:off x="1738650" y="2033528"/>
              <a:ext cx="760020" cy="123418"/>
            </a:xfrm>
            <a:prstGeom prst="ellipse">
              <a:avLst/>
            </a:prstGeom>
            <a:gradFill>
              <a:gsLst>
                <a:gs pos="0">
                  <a:srgbClr val="FEFFFE">
                    <a:alpha val="32968"/>
                  </a:srgbClr>
                </a:gs>
                <a:gs pos="14286">
                  <a:srgbClr val="FEFFFE">
                    <a:alpha val="30764"/>
                  </a:srgbClr>
                </a:gs>
                <a:gs pos="28571">
                  <a:srgbClr val="FEFFFE">
                    <a:alpha val="24833"/>
                  </a:srgbClr>
                </a:gs>
                <a:gs pos="42857">
                  <a:srgbClr val="FEFFFE">
                    <a:alpha val="17075"/>
                  </a:srgbClr>
                </a:gs>
                <a:gs pos="57143">
                  <a:srgbClr val="FEFFFE">
                    <a:alpha val="9855"/>
                  </a:srgbClr>
                </a:gs>
                <a:gs pos="71429">
                  <a:srgbClr val="FEFFFE">
                    <a:alpha val="4740"/>
                  </a:srgbClr>
                </a:gs>
                <a:gs pos="85714">
                  <a:srgbClr val="FEFFFE">
                    <a:alpha val="1902"/>
                  </a:srgbClr>
                </a:gs>
                <a:gs pos="100000">
                  <a:srgbClr val="FEFFFE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843" name="Splat 843"/>
            <p:cNvSpPr>
              <a:spLocks noGrp="1"/>
            </p:cNvSpPr>
            <p:nvPr/>
          </p:nvSpPr>
          <p:spPr>
            <a:xfrm rot="6565558">
              <a:off x="1659655" y="1371754"/>
              <a:ext cx="464711" cy="70946"/>
            </a:xfrm>
            <a:prstGeom prst="ellipse">
              <a:avLst/>
            </a:prstGeom>
            <a:gradFill>
              <a:gsLst>
                <a:gs pos="0">
                  <a:srgbClr val="FEEAC3">
                    <a:alpha val="16543"/>
                  </a:srgbClr>
                </a:gs>
                <a:gs pos="14286">
                  <a:srgbClr val="FEEAC3">
                    <a:alpha val="15313"/>
                  </a:srgbClr>
                </a:gs>
                <a:gs pos="28571">
                  <a:srgbClr val="FEEAC3">
                    <a:alpha val="12107"/>
                  </a:srgbClr>
                </a:gs>
                <a:gs pos="42857">
                  <a:srgbClr val="FEEAC3">
                    <a:alpha val="8117"/>
                  </a:srgbClr>
                </a:gs>
                <a:gs pos="57143">
                  <a:srgbClr val="FEEAC3">
                    <a:alpha val="4582"/>
                  </a:srgbClr>
                </a:gs>
                <a:gs pos="71429">
                  <a:srgbClr val="FEEAC3">
                    <a:alpha val="2172"/>
                  </a:srgbClr>
                </a:gs>
                <a:gs pos="85714">
                  <a:srgbClr val="FEEAC3">
                    <a:alpha val="864"/>
                  </a:srgbClr>
                </a:gs>
                <a:gs pos="100000">
                  <a:srgbClr val="FEEAC3">
                    <a:alpha val="290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844" name="Splat 844"/>
            <p:cNvSpPr>
              <a:spLocks noGrp="1"/>
            </p:cNvSpPr>
            <p:nvPr/>
          </p:nvSpPr>
          <p:spPr>
            <a:xfrm rot="2980017">
              <a:off x="1117129" y="55780"/>
              <a:ext cx="731218" cy="92688"/>
            </a:xfrm>
            <a:prstGeom prst="ellipse">
              <a:avLst/>
            </a:prstGeom>
            <a:gradFill>
              <a:gsLst>
                <a:gs pos="0">
                  <a:srgbClr val="000000">
                    <a:alpha val="32968"/>
                  </a:srgbClr>
                </a:gs>
                <a:gs pos="14286">
                  <a:srgbClr val="000000">
                    <a:alpha val="30764"/>
                  </a:srgbClr>
                </a:gs>
                <a:gs pos="28571">
                  <a:srgbClr val="000000">
                    <a:alpha val="24833"/>
                  </a:srgbClr>
                </a:gs>
                <a:gs pos="42857">
                  <a:srgbClr val="000000">
                    <a:alpha val="17075"/>
                  </a:srgbClr>
                </a:gs>
                <a:gs pos="57143">
                  <a:srgbClr val="000000">
                    <a:alpha val="9855"/>
                  </a:srgbClr>
                </a:gs>
                <a:gs pos="71429">
                  <a:srgbClr val="000000">
                    <a:alpha val="4740"/>
                  </a:srgbClr>
                </a:gs>
                <a:gs pos="85714">
                  <a:srgbClr val="000000">
                    <a:alpha val="1902"/>
                  </a:srgbClr>
                </a:gs>
                <a:gs pos="100000">
                  <a:srgbClr val="000000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845" name="Splat 845"/>
            <p:cNvSpPr>
              <a:spLocks noGrp="1"/>
            </p:cNvSpPr>
            <p:nvPr/>
          </p:nvSpPr>
          <p:spPr>
            <a:xfrm rot="-10441088">
              <a:off x="1841124" y="3215722"/>
              <a:ext cx="313959" cy="205271"/>
            </a:xfrm>
            <a:prstGeom prst="ellipse">
              <a:avLst/>
            </a:prstGeom>
            <a:gradFill>
              <a:gsLst>
                <a:gs pos="0">
                  <a:srgbClr val="FFFDE9">
                    <a:alpha val="32968"/>
                  </a:srgbClr>
                </a:gs>
                <a:gs pos="14286">
                  <a:srgbClr val="FFFDE9">
                    <a:alpha val="30764"/>
                  </a:srgbClr>
                </a:gs>
                <a:gs pos="28571">
                  <a:srgbClr val="FFFDE9">
                    <a:alpha val="24833"/>
                  </a:srgbClr>
                </a:gs>
                <a:gs pos="42857">
                  <a:srgbClr val="FFFDE9">
                    <a:alpha val="17075"/>
                  </a:srgbClr>
                </a:gs>
                <a:gs pos="57143">
                  <a:srgbClr val="FFFDE9">
                    <a:alpha val="9855"/>
                  </a:srgbClr>
                </a:gs>
                <a:gs pos="71429">
                  <a:srgbClr val="FFFDE9">
                    <a:alpha val="4740"/>
                  </a:srgbClr>
                </a:gs>
                <a:gs pos="85714">
                  <a:srgbClr val="FFFDE9">
                    <a:alpha val="1902"/>
                  </a:srgbClr>
                </a:gs>
                <a:gs pos="100000">
                  <a:srgbClr val="FFFDE9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846" name="Splat 846"/>
            <p:cNvSpPr>
              <a:spLocks noGrp="1"/>
            </p:cNvSpPr>
            <p:nvPr/>
          </p:nvSpPr>
          <p:spPr>
            <a:xfrm rot="8610014">
              <a:off x="260895" y="1290413"/>
              <a:ext cx="533162" cy="106175"/>
            </a:xfrm>
            <a:prstGeom prst="ellipse">
              <a:avLst/>
            </a:prstGeom>
            <a:gradFill>
              <a:gsLst>
                <a:gs pos="0">
                  <a:srgbClr val="000000">
                    <a:alpha val="32968"/>
                  </a:srgbClr>
                </a:gs>
                <a:gs pos="14286">
                  <a:srgbClr val="000000">
                    <a:alpha val="30764"/>
                  </a:srgbClr>
                </a:gs>
                <a:gs pos="28571">
                  <a:srgbClr val="000000">
                    <a:alpha val="24833"/>
                  </a:srgbClr>
                </a:gs>
                <a:gs pos="42857">
                  <a:srgbClr val="000000">
                    <a:alpha val="17075"/>
                  </a:srgbClr>
                </a:gs>
                <a:gs pos="57143">
                  <a:srgbClr val="000000">
                    <a:alpha val="9855"/>
                  </a:srgbClr>
                </a:gs>
                <a:gs pos="71429">
                  <a:srgbClr val="000000">
                    <a:alpha val="4740"/>
                  </a:srgbClr>
                </a:gs>
                <a:gs pos="85714">
                  <a:srgbClr val="000000">
                    <a:alpha val="1902"/>
                  </a:srgbClr>
                </a:gs>
                <a:gs pos="100000">
                  <a:srgbClr val="000000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847" name="Splat 847"/>
            <p:cNvSpPr>
              <a:spLocks noGrp="1"/>
            </p:cNvSpPr>
            <p:nvPr/>
          </p:nvSpPr>
          <p:spPr>
            <a:xfrm rot="2998705">
              <a:off x="2071790" y="2986006"/>
              <a:ext cx="486898" cy="45579"/>
            </a:xfrm>
            <a:prstGeom prst="ellipse">
              <a:avLst/>
            </a:prstGeom>
            <a:gradFill>
              <a:gsLst>
                <a:gs pos="0">
                  <a:srgbClr val="560000">
                    <a:alpha val="32968"/>
                  </a:srgbClr>
                </a:gs>
                <a:gs pos="14286">
                  <a:srgbClr val="560000">
                    <a:alpha val="30764"/>
                  </a:srgbClr>
                </a:gs>
                <a:gs pos="28571">
                  <a:srgbClr val="560000">
                    <a:alpha val="24833"/>
                  </a:srgbClr>
                </a:gs>
                <a:gs pos="42857">
                  <a:srgbClr val="560000">
                    <a:alpha val="17075"/>
                  </a:srgbClr>
                </a:gs>
                <a:gs pos="57143">
                  <a:srgbClr val="560000">
                    <a:alpha val="9855"/>
                  </a:srgbClr>
                </a:gs>
                <a:gs pos="71429">
                  <a:srgbClr val="560000">
                    <a:alpha val="4740"/>
                  </a:srgbClr>
                </a:gs>
                <a:gs pos="85714">
                  <a:srgbClr val="560000">
                    <a:alpha val="1902"/>
                  </a:srgbClr>
                </a:gs>
                <a:gs pos="100000">
                  <a:srgbClr val="560000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848" name="Splat 848"/>
            <p:cNvSpPr>
              <a:spLocks noGrp="1"/>
            </p:cNvSpPr>
            <p:nvPr/>
          </p:nvSpPr>
          <p:spPr>
            <a:xfrm rot="6751820">
              <a:off x="3148603" y="1799678"/>
              <a:ext cx="671212" cy="82636"/>
            </a:xfrm>
            <a:prstGeom prst="ellipse">
              <a:avLst/>
            </a:prstGeom>
            <a:gradFill>
              <a:gsLst>
                <a:gs pos="0">
                  <a:srgbClr val="FFFBF5">
                    <a:alpha val="22649"/>
                  </a:srgbClr>
                </a:gs>
                <a:gs pos="14286">
                  <a:srgbClr val="FFFBF5">
                    <a:alpha val="21025"/>
                  </a:srgbClr>
                </a:gs>
                <a:gs pos="28571">
                  <a:srgbClr val="FFFBF5">
                    <a:alpha val="16746"/>
                  </a:srgbClr>
                </a:gs>
                <a:gs pos="42857">
                  <a:srgbClr val="FFFBF5">
                    <a:alpha val="11327"/>
                  </a:srgbClr>
                </a:gs>
                <a:gs pos="57143">
                  <a:srgbClr val="FFFBF5">
                    <a:alpha val="6444"/>
                  </a:srgbClr>
                </a:gs>
                <a:gs pos="71429">
                  <a:srgbClr val="FFFBF5">
                    <a:alpha val="3070"/>
                  </a:srgbClr>
                </a:gs>
                <a:gs pos="85714">
                  <a:srgbClr val="FFFBF5">
                    <a:alpha val="1225"/>
                  </a:srgbClr>
                </a:gs>
                <a:gs pos="100000">
                  <a:srgbClr val="FFFBF5">
                    <a:alpha val="411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849" name="Splat 849"/>
            <p:cNvSpPr>
              <a:spLocks noGrp="1"/>
            </p:cNvSpPr>
            <p:nvPr/>
          </p:nvSpPr>
          <p:spPr>
            <a:xfrm rot="-8560247">
              <a:off x="1959505" y="1810694"/>
              <a:ext cx="687353" cy="110812"/>
            </a:xfrm>
            <a:prstGeom prst="ellipse">
              <a:avLst/>
            </a:prstGeom>
            <a:gradFill>
              <a:gsLst>
                <a:gs pos="0">
                  <a:srgbClr val="FDFFF4">
                    <a:alpha val="32968"/>
                  </a:srgbClr>
                </a:gs>
                <a:gs pos="14286">
                  <a:srgbClr val="FDFFF4">
                    <a:alpha val="30764"/>
                  </a:srgbClr>
                </a:gs>
                <a:gs pos="28571">
                  <a:srgbClr val="FDFFF4">
                    <a:alpha val="24833"/>
                  </a:srgbClr>
                </a:gs>
                <a:gs pos="42857">
                  <a:srgbClr val="FDFFF4">
                    <a:alpha val="17075"/>
                  </a:srgbClr>
                </a:gs>
                <a:gs pos="57143">
                  <a:srgbClr val="FDFFF4">
                    <a:alpha val="9855"/>
                  </a:srgbClr>
                </a:gs>
                <a:gs pos="71429">
                  <a:srgbClr val="FDFFF4">
                    <a:alpha val="4740"/>
                  </a:srgbClr>
                </a:gs>
                <a:gs pos="85714">
                  <a:srgbClr val="FDFFF4">
                    <a:alpha val="1902"/>
                  </a:srgbClr>
                </a:gs>
                <a:gs pos="100000">
                  <a:srgbClr val="FDFFF4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850" name="Splat 850"/>
            <p:cNvSpPr>
              <a:spLocks noGrp="1"/>
            </p:cNvSpPr>
            <p:nvPr/>
          </p:nvSpPr>
          <p:spPr>
            <a:xfrm rot="7719265">
              <a:off x="2062665" y="2386508"/>
              <a:ext cx="578732" cy="78714"/>
            </a:xfrm>
            <a:prstGeom prst="ellipse">
              <a:avLst/>
            </a:prstGeom>
            <a:gradFill>
              <a:gsLst>
                <a:gs pos="0">
                  <a:srgbClr val="8A6400">
                    <a:alpha val="32968"/>
                  </a:srgbClr>
                </a:gs>
                <a:gs pos="14286">
                  <a:srgbClr val="8A6400">
                    <a:alpha val="30764"/>
                  </a:srgbClr>
                </a:gs>
                <a:gs pos="28571">
                  <a:srgbClr val="8A6400">
                    <a:alpha val="24833"/>
                  </a:srgbClr>
                </a:gs>
                <a:gs pos="42857">
                  <a:srgbClr val="8A6400">
                    <a:alpha val="17075"/>
                  </a:srgbClr>
                </a:gs>
                <a:gs pos="57143">
                  <a:srgbClr val="8A6400">
                    <a:alpha val="9855"/>
                  </a:srgbClr>
                </a:gs>
                <a:gs pos="71429">
                  <a:srgbClr val="8A6400">
                    <a:alpha val="4740"/>
                  </a:srgbClr>
                </a:gs>
                <a:gs pos="85714">
                  <a:srgbClr val="8A6400">
                    <a:alpha val="1902"/>
                  </a:srgbClr>
                </a:gs>
                <a:gs pos="100000">
                  <a:srgbClr val="8A6400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851" name="Splat 851"/>
            <p:cNvSpPr>
              <a:spLocks noGrp="1"/>
            </p:cNvSpPr>
            <p:nvPr/>
          </p:nvSpPr>
          <p:spPr>
            <a:xfrm rot="8439226">
              <a:off x="1991542" y="2431078"/>
              <a:ext cx="448998" cy="271316"/>
            </a:xfrm>
            <a:prstGeom prst="ellipse">
              <a:avLst/>
            </a:prstGeom>
            <a:gradFill>
              <a:gsLst>
                <a:gs pos="0">
                  <a:srgbClr val="FFDD63">
                    <a:alpha val="11782"/>
                  </a:srgbClr>
                </a:gs>
                <a:gs pos="14286">
                  <a:srgbClr val="FFDD63">
                    <a:alpha val="10883"/>
                  </a:srgbClr>
                </a:gs>
                <a:gs pos="28571">
                  <a:srgbClr val="FFDD63">
                    <a:alpha val="8557"/>
                  </a:srgbClr>
                </a:gs>
                <a:gs pos="42857">
                  <a:srgbClr val="FFDD63">
                    <a:alpha val="5699"/>
                  </a:srgbClr>
                </a:gs>
                <a:gs pos="57143">
                  <a:srgbClr val="FFDD63">
                    <a:alpha val="3199"/>
                  </a:srgbClr>
                </a:gs>
                <a:gs pos="71429">
                  <a:srgbClr val="FFDD63">
                    <a:alpha val="1510"/>
                  </a:srgbClr>
                </a:gs>
                <a:gs pos="85714">
                  <a:srgbClr val="FFDD63">
                    <a:alpha val="600"/>
                  </a:srgbClr>
                </a:gs>
                <a:gs pos="100000">
                  <a:srgbClr val="FFDD63">
                    <a:alpha val="201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852" name="Splat 852"/>
            <p:cNvSpPr>
              <a:spLocks noGrp="1"/>
            </p:cNvSpPr>
            <p:nvPr/>
          </p:nvSpPr>
          <p:spPr>
            <a:xfrm rot="10551643">
              <a:off x="1286821" y="2495900"/>
              <a:ext cx="561574" cy="232705"/>
            </a:xfrm>
            <a:prstGeom prst="ellipse">
              <a:avLst/>
            </a:prstGeom>
            <a:gradFill>
              <a:gsLst>
                <a:gs pos="0">
                  <a:srgbClr val="FBFFFA">
                    <a:alpha val="24261"/>
                  </a:srgbClr>
                </a:gs>
                <a:gs pos="14286">
                  <a:srgbClr val="FBFFFA">
                    <a:alpha val="22539"/>
                  </a:srgbClr>
                </a:gs>
                <a:gs pos="28571">
                  <a:srgbClr val="FBFFFA">
                    <a:alpha val="17988"/>
                  </a:srgbClr>
                </a:gs>
                <a:gs pos="42857">
                  <a:srgbClr val="FBFFFA">
                    <a:alpha val="12197"/>
                  </a:srgbClr>
                </a:gs>
                <a:gs pos="57143">
                  <a:srgbClr val="FBFFFA">
                    <a:alpha val="6954"/>
                  </a:srgbClr>
                </a:gs>
                <a:gs pos="71429">
                  <a:srgbClr val="FBFFFA">
                    <a:alpha val="3317"/>
                  </a:srgbClr>
                </a:gs>
                <a:gs pos="85714">
                  <a:srgbClr val="FBFFFA">
                    <a:alpha val="1325"/>
                  </a:srgbClr>
                </a:gs>
                <a:gs pos="100000">
                  <a:srgbClr val="FBFFFA">
                    <a:alpha val="445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853" name="Splat 853"/>
            <p:cNvSpPr>
              <a:spLocks noGrp="1"/>
            </p:cNvSpPr>
            <p:nvPr/>
          </p:nvSpPr>
          <p:spPr>
            <a:xfrm rot="3914625">
              <a:off x="2368083" y="912596"/>
              <a:ext cx="368362" cy="38777"/>
            </a:xfrm>
            <a:prstGeom prst="ellipse">
              <a:avLst/>
            </a:prstGeom>
            <a:gradFill>
              <a:gsLst>
                <a:gs pos="0">
                  <a:srgbClr val="650800">
                    <a:alpha val="32968"/>
                  </a:srgbClr>
                </a:gs>
                <a:gs pos="14286">
                  <a:srgbClr val="650800">
                    <a:alpha val="30764"/>
                  </a:srgbClr>
                </a:gs>
                <a:gs pos="28571">
                  <a:srgbClr val="650800">
                    <a:alpha val="24833"/>
                  </a:srgbClr>
                </a:gs>
                <a:gs pos="42857">
                  <a:srgbClr val="650800">
                    <a:alpha val="17075"/>
                  </a:srgbClr>
                </a:gs>
                <a:gs pos="57143">
                  <a:srgbClr val="650800">
                    <a:alpha val="9855"/>
                  </a:srgbClr>
                </a:gs>
                <a:gs pos="71429">
                  <a:srgbClr val="650800">
                    <a:alpha val="4740"/>
                  </a:srgbClr>
                </a:gs>
                <a:gs pos="85714">
                  <a:srgbClr val="650800">
                    <a:alpha val="1902"/>
                  </a:srgbClr>
                </a:gs>
                <a:gs pos="100000">
                  <a:srgbClr val="650800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854" name="Splat 854"/>
            <p:cNvSpPr>
              <a:spLocks noGrp="1"/>
            </p:cNvSpPr>
            <p:nvPr/>
          </p:nvSpPr>
          <p:spPr>
            <a:xfrm rot="6377789">
              <a:off x="-168368" y="819406"/>
              <a:ext cx="778664" cy="108762"/>
            </a:xfrm>
            <a:prstGeom prst="ellipse">
              <a:avLst/>
            </a:prstGeom>
            <a:gradFill>
              <a:gsLst>
                <a:gs pos="0">
                  <a:srgbClr val="000000">
                    <a:alpha val="32968"/>
                  </a:srgbClr>
                </a:gs>
                <a:gs pos="14286">
                  <a:srgbClr val="000000">
                    <a:alpha val="30764"/>
                  </a:srgbClr>
                </a:gs>
                <a:gs pos="28571">
                  <a:srgbClr val="000000">
                    <a:alpha val="24833"/>
                  </a:srgbClr>
                </a:gs>
                <a:gs pos="42857">
                  <a:srgbClr val="000000">
                    <a:alpha val="17075"/>
                  </a:srgbClr>
                </a:gs>
                <a:gs pos="57143">
                  <a:srgbClr val="000000">
                    <a:alpha val="9855"/>
                  </a:srgbClr>
                </a:gs>
                <a:gs pos="71429">
                  <a:srgbClr val="000000">
                    <a:alpha val="4740"/>
                  </a:srgbClr>
                </a:gs>
                <a:gs pos="85714">
                  <a:srgbClr val="000000">
                    <a:alpha val="1902"/>
                  </a:srgbClr>
                </a:gs>
                <a:gs pos="100000">
                  <a:srgbClr val="000000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855" name="Splat 855"/>
            <p:cNvSpPr>
              <a:spLocks noGrp="1"/>
            </p:cNvSpPr>
            <p:nvPr/>
          </p:nvSpPr>
          <p:spPr>
            <a:xfrm rot="7078885">
              <a:off x="787763" y="-28110"/>
              <a:ext cx="568670" cy="76142"/>
            </a:xfrm>
            <a:prstGeom prst="ellipse">
              <a:avLst/>
            </a:prstGeom>
            <a:gradFill>
              <a:gsLst>
                <a:gs pos="0">
                  <a:srgbClr val="FFFFEF">
                    <a:alpha val="32968"/>
                  </a:srgbClr>
                </a:gs>
                <a:gs pos="14286">
                  <a:srgbClr val="FFFFEF">
                    <a:alpha val="30764"/>
                  </a:srgbClr>
                </a:gs>
                <a:gs pos="28571">
                  <a:srgbClr val="FFFFEF">
                    <a:alpha val="24833"/>
                  </a:srgbClr>
                </a:gs>
                <a:gs pos="42857">
                  <a:srgbClr val="FFFFEF">
                    <a:alpha val="17075"/>
                  </a:srgbClr>
                </a:gs>
                <a:gs pos="57143">
                  <a:srgbClr val="FFFFEF">
                    <a:alpha val="9855"/>
                  </a:srgbClr>
                </a:gs>
                <a:gs pos="71429">
                  <a:srgbClr val="FFFFEF">
                    <a:alpha val="4740"/>
                  </a:srgbClr>
                </a:gs>
                <a:gs pos="85714">
                  <a:srgbClr val="FFFFEF">
                    <a:alpha val="1902"/>
                  </a:srgbClr>
                </a:gs>
                <a:gs pos="100000">
                  <a:srgbClr val="FFFFEF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856" name="Splat 856"/>
            <p:cNvSpPr>
              <a:spLocks noGrp="1"/>
            </p:cNvSpPr>
            <p:nvPr/>
          </p:nvSpPr>
          <p:spPr>
            <a:xfrm rot="3329327">
              <a:off x="954783" y="232200"/>
              <a:ext cx="724157" cy="166239"/>
            </a:xfrm>
            <a:prstGeom prst="ellipse">
              <a:avLst/>
            </a:prstGeom>
            <a:gradFill>
              <a:gsLst>
                <a:gs pos="0">
                  <a:srgbClr val="000000">
                    <a:alpha val="32968"/>
                  </a:srgbClr>
                </a:gs>
                <a:gs pos="14286">
                  <a:srgbClr val="000000">
                    <a:alpha val="30764"/>
                  </a:srgbClr>
                </a:gs>
                <a:gs pos="28571">
                  <a:srgbClr val="000000">
                    <a:alpha val="24833"/>
                  </a:srgbClr>
                </a:gs>
                <a:gs pos="42857">
                  <a:srgbClr val="000000">
                    <a:alpha val="17075"/>
                  </a:srgbClr>
                </a:gs>
                <a:gs pos="57143">
                  <a:srgbClr val="000000">
                    <a:alpha val="9855"/>
                  </a:srgbClr>
                </a:gs>
                <a:gs pos="71429">
                  <a:srgbClr val="000000">
                    <a:alpha val="4740"/>
                  </a:srgbClr>
                </a:gs>
                <a:gs pos="85714">
                  <a:srgbClr val="000000">
                    <a:alpha val="1902"/>
                  </a:srgbClr>
                </a:gs>
                <a:gs pos="100000">
                  <a:srgbClr val="000000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857" name="Splat 857"/>
            <p:cNvSpPr>
              <a:spLocks noGrp="1"/>
            </p:cNvSpPr>
            <p:nvPr/>
          </p:nvSpPr>
          <p:spPr>
            <a:xfrm rot="10213072">
              <a:off x="677591" y="2770304"/>
              <a:ext cx="509448" cy="198325"/>
            </a:xfrm>
            <a:prstGeom prst="ellipse">
              <a:avLst/>
            </a:prstGeom>
            <a:gradFill>
              <a:gsLst>
                <a:gs pos="0">
                  <a:srgbClr val="FFBB00">
                    <a:alpha val="9021"/>
                  </a:srgbClr>
                </a:gs>
                <a:gs pos="14286">
                  <a:srgbClr val="FFBB00">
                    <a:alpha val="8323"/>
                  </a:srgbClr>
                </a:gs>
                <a:gs pos="28571">
                  <a:srgbClr val="FFBB00">
                    <a:alpha val="6525"/>
                  </a:srgbClr>
                </a:gs>
                <a:gs pos="42857">
                  <a:srgbClr val="FFBB00">
                    <a:alpha val="4329"/>
                  </a:srgbClr>
                </a:gs>
                <a:gs pos="57143">
                  <a:srgbClr val="FFBB00">
                    <a:alpha val="2422"/>
                  </a:srgbClr>
                </a:gs>
                <a:gs pos="71429">
                  <a:srgbClr val="FFBB00">
                    <a:alpha val="1141"/>
                  </a:srgbClr>
                </a:gs>
                <a:gs pos="85714">
                  <a:srgbClr val="FFBB00">
                    <a:alpha val="453"/>
                  </a:srgbClr>
                </a:gs>
                <a:gs pos="100000">
                  <a:srgbClr val="FFBB00">
                    <a:alpha val="152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858" name="Splat 858"/>
            <p:cNvSpPr>
              <a:spLocks noGrp="1"/>
            </p:cNvSpPr>
            <p:nvPr/>
          </p:nvSpPr>
          <p:spPr>
            <a:xfrm rot="9899417">
              <a:off x="196172" y="3432220"/>
              <a:ext cx="259198" cy="122652"/>
            </a:xfrm>
            <a:prstGeom prst="ellipse">
              <a:avLst/>
            </a:prstGeom>
            <a:gradFill>
              <a:gsLst>
                <a:gs pos="0">
                  <a:srgbClr val="58DCFF">
                    <a:alpha val="27665"/>
                  </a:srgbClr>
                </a:gs>
                <a:gs pos="14286">
                  <a:srgbClr val="58DCFF">
                    <a:alpha val="25745"/>
                  </a:srgbClr>
                </a:gs>
                <a:gs pos="28571">
                  <a:srgbClr val="58DCFF">
                    <a:alpha val="20635"/>
                  </a:srgbClr>
                </a:gs>
                <a:gs pos="42857">
                  <a:srgbClr val="58DCFF">
                    <a:alpha val="14066"/>
                  </a:srgbClr>
                </a:gs>
                <a:gs pos="57143">
                  <a:srgbClr val="58DCFF">
                    <a:alpha val="8057"/>
                  </a:srgbClr>
                </a:gs>
                <a:gs pos="71429">
                  <a:srgbClr val="58DCFF">
                    <a:alpha val="3856"/>
                  </a:srgbClr>
                </a:gs>
                <a:gs pos="85714">
                  <a:srgbClr val="58DCFF">
                    <a:alpha val="1543"/>
                  </a:srgbClr>
                </a:gs>
                <a:gs pos="100000">
                  <a:srgbClr val="58DCFF">
                    <a:alpha val="518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859" name="Splat 859"/>
            <p:cNvSpPr>
              <a:spLocks noGrp="1"/>
            </p:cNvSpPr>
            <p:nvPr/>
          </p:nvSpPr>
          <p:spPr>
            <a:xfrm rot="8371230">
              <a:off x="1955533" y="1120111"/>
              <a:ext cx="275178" cy="212847"/>
            </a:xfrm>
            <a:prstGeom prst="ellipse">
              <a:avLst/>
            </a:prstGeom>
            <a:gradFill>
              <a:gsLst>
                <a:gs pos="0">
                  <a:srgbClr val="E0AA57">
                    <a:alpha val="22259"/>
                  </a:srgbClr>
                </a:gs>
                <a:gs pos="14286">
                  <a:srgbClr val="E0AA57">
                    <a:alpha val="20660"/>
                  </a:srgbClr>
                </a:gs>
                <a:gs pos="28571">
                  <a:srgbClr val="E0AA57">
                    <a:alpha val="16447"/>
                  </a:srgbClr>
                </a:gs>
                <a:gs pos="42857">
                  <a:srgbClr val="E0AA57">
                    <a:alpha val="11118"/>
                  </a:srgbClr>
                </a:gs>
                <a:gs pos="57143">
                  <a:srgbClr val="E0AA57">
                    <a:alpha val="6322"/>
                  </a:srgbClr>
                </a:gs>
                <a:gs pos="71429">
                  <a:srgbClr val="E0AA57">
                    <a:alpha val="3011"/>
                  </a:srgbClr>
                </a:gs>
                <a:gs pos="85714">
                  <a:srgbClr val="E0AA57">
                    <a:alpha val="1202"/>
                  </a:srgbClr>
                </a:gs>
                <a:gs pos="100000">
                  <a:srgbClr val="E0AA57">
                    <a:alpha val="403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860" name="Splat 860"/>
            <p:cNvSpPr>
              <a:spLocks noGrp="1"/>
            </p:cNvSpPr>
            <p:nvPr/>
          </p:nvSpPr>
          <p:spPr>
            <a:xfrm rot="-8298686">
              <a:off x="1703624" y="367538"/>
              <a:ext cx="373483" cy="230273"/>
            </a:xfrm>
            <a:prstGeom prst="ellipse">
              <a:avLst/>
            </a:prstGeom>
            <a:gradFill>
              <a:gsLst>
                <a:gs pos="0">
                  <a:srgbClr val="000000">
                    <a:alpha val="18127"/>
                  </a:srgbClr>
                </a:gs>
                <a:gs pos="14286">
                  <a:srgbClr val="000000">
                    <a:alpha val="16792"/>
                  </a:srgbClr>
                </a:gs>
                <a:gs pos="28571">
                  <a:srgbClr val="000000">
                    <a:alpha val="13301"/>
                  </a:srgbClr>
                </a:gs>
                <a:gs pos="42857">
                  <a:srgbClr val="000000">
                    <a:alpha val="8937"/>
                  </a:srgbClr>
                </a:gs>
                <a:gs pos="57143">
                  <a:srgbClr val="000000">
                    <a:alpha val="5055"/>
                  </a:srgbClr>
                </a:gs>
                <a:gs pos="71429">
                  <a:srgbClr val="000000">
                    <a:alpha val="2399"/>
                  </a:srgbClr>
                </a:gs>
                <a:gs pos="85714">
                  <a:srgbClr val="000000">
                    <a:alpha val="956"/>
                  </a:srgbClr>
                </a:gs>
                <a:gs pos="100000">
                  <a:srgbClr val="000000">
                    <a:alpha val="320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861" name="Splat 861"/>
            <p:cNvSpPr>
              <a:spLocks noGrp="1"/>
            </p:cNvSpPr>
            <p:nvPr/>
          </p:nvSpPr>
          <p:spPr>
            <a:xfrm rot="3742066">
              <a:off x="1741464" y="452488"/>
              <a:ext cx="749942" cy="175004"/>
            </a:xfrm>
            <a:prstGeom prst="ellipse">
              <a:avLst/>
            </a:prstGeom>
            <a:gradFill>
              <a:gsLst>
                <a:gs pos="0">
                  <a:srgbClr val="690000">
                    <a:alpha val="32968"/>
                  </a:srgbClr>
                </a:gs>
                <a:gs pos="14286">
                  <a:srgbClr val="690000">
                    <a:alpha val="30764"/>
                  </a:srgbClr>
                </a:gs>
                <a:gs pos="28571">
                  <a:srgbClr val="690000">
                    <a:alpha val="24833"/>
                  </a:srgbClr>
                </a:gs>
                <a:gs pos="42857">
                  <a:srgbClr val="690000">
                    <a:alpha val="17075"/>
                  </a:srgbClr>
                </a:gs>
                <a:gs pos="57143">
                  <a:srgbClr val="690000">
                    <a:alpha val="9855"/>
                  </a:srgbClr>
                </a:gs>
                <a:gs pos="71429">
                  <a:srgbClr val="690000">
                    <a:alpha val="4740"/>
                  </a:srgbClr>
                </a:gs>
                <a:gs pos="85714">
                  <a:srgbClr val="690000">
                    <a:alpha val="1902"/>
                  </a:srgbClr>
                </a:gs>
                <a:gs pos="100000">
                  <a:srgbClr val="690000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862" name="Splat 862"/>
            <p:cNvSpPr>
              <a:spLocks noGrp="1"/>
            </p:cNvSpPr>
            <p:nvPr/>
          </p:nvSpPr>
          <p:spPr>
            <a:xfrm rot="-9615226">
              <a:off x="443615" y="2867110"/>
              <a:ext cx="715117" cy="109004"/>
            </a:xfrm>
            <a:prstGeom prst="ellipse">
              <a:avLst/>
            </a:prstGeom>
            <a:gradFill>
              <a:gsLst>
                <a:gs pos="0">
                  <a:srgbClr val="850000">
                    <a:alpha val="32968"/>
                  </a:srgbClr>
                </a:gs>
                <a:gs pos="14286">
                  <a:srgbClr val="850000">
                    <a:alpha val="30764"/>
                  </a:srgbClr>
                </a:gs>
                <a:gs pos="28571">
                  <a:srgbClr val="850000">
                    <a:alpha val="24833"/>
                  </a:srgbClr>
                </a:gs>
                <a:gs pos="42857">
                  <a:srgbClr val="850000">
                    <a:alpha val="17075"/>
                  </a:srgbClr>
                </a:gs>
                <a:gs pos="57143">
                  <a:srgbClr val="850000">
                    <a:alpha val="9855"/>
                  </a:srgbClr>
                </a:gs>
                <a:gs pos="71429">
                  <a:srgbClr val="850000">
                    <a:alpha val="4740"/>
                  </a:srgbClr>
                </a:gs>
                <a:gs pos="85714">
                  <a:srgbClr val="850000">
                    <a:alpha val="1902"/>
                  </a:srgbClr>
                </a:gs>
                <a:gs pos="100000">
                  <a:srgbClr val="850000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863" name="Splat 863"/>
            <p:cNvSpPr>
              <a:spLocks noGrp="1"/>
            </p:cNvSpPr>
            <p:nvPr/>
          </p:nvSpPr>
          <p:spPr>
            <a:xfrm rot="2854078">
              <a:off x="1834693" y="2707663"/>
              <a:ext cx="471587" cy="70142"/>
            </a:xfrm>
            <a:prstGeom prst="ellipse">
              <a:avLst/>
            </a:prstGeom>
            <a:gradFill>
              <a:gsLst>
                <a:gs pos="0">
                  <a:srgbClr val="FFFFB8">
                    <a:alpha val="32968"/>
                  </a:srgbClr>
                </a:gs>
                <a:gs pos="14286">
                  <a:srgbClr val="FFFFB8">
                    <a:alpha val="30764"/>
                  </a:srgbClr>
                </a:gs>
                <a:gs pos="28571">
                  <a:srgbClr val="FFFFB8">
                    <a:alpha val="24833"/>
                  </a:srgbClr>
                </a:gs>
                <a:gs pos="42857">
                  <a:srgbClr val="FFFFB8">
                    <a:alpha val="17075"/>
                  </a:srgbClr>
                </a:gs>
                <a:gs pos="57143">
                  <a:srgbClr val="FFFFB8">
                    <a:alpha val="9855"/>
                  </a:srgbClr>
                </a:gs>
                <a:gs pos="71429">
                  <a:srgbClr val="FFFFB8">
                    <a:alpha val="4740"/>
                  </a:srgbClr>
                </a:gs>
                <a:gs pos="85714">
                  <a:srgbClr val="FFFFB8">
                    <a:alpha val="1902"/>
                  </a:srgbClr>
                </a:gs>
                <a:gs pos="100000">
                  <a:srgbClr val="FFFFB8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864" name="Splat 864"/>
            <p:cNvSpPr>
              <a:spLocks noGrp="1"/>
            </p:cNvSpPr>
            <p:nvPr/>
          </p:nvSpPr>
          <p:spPr>
            <a:xfrm rot="4214786">
              <a:off x="2646783" y="2495044"/>
              <a:ext cx="259293" cy="68020"/>
            </a:xfrm>
            <a:prstGeom prst="ellipse">
              <a:avLst/>
            </a:prstGeom>
            <a:gradFill>
              <a:gsLst>
                <a:gs pos="0">
                  <a:srgbClr val="FBFFFF">
                    <a:alpha val="30107"/>
                  </a:srgbClr>
                </a:gs>
                <a:gs pos="14286">
                  <a:srgbClr val="FBFFFF">
                    <a:alpha val="28052"/>
                  </a:srgbClr>
                </a:gs>
                <a:gs pos="28571">
                  <a:srgbClr val="FBFFFF">
                    <a:alpha val="22557"/>
                  </a:srgbClr>
                </a:gs>
                <a:gs pos="42857">
                  <a:srgbClr val="FBFFFF">
                    <a:alpha val="15437"/>
                  </a:srgbClr>
                </a:gs>
                <a:gs pos="57143">
                  <a:srgbClr val="FBFFFF">
                    <a:alpha val="8872"/>
                  </a:srgbClr>
                </a:gs>
                <a:gs pos="71429">
                  <a:srgbClr val="FBFFFF">
                    <a:alpha val="4256"/>
                  </a:srgbClr>
                </a:gs>
                <a:gs pos="85714">
                  <a:srgbClr val="FBFFFF">
                    <a:alpha val="1705"/>
                  </a:srgbClr>
                </a:gs>
                <a:gs pos="100000">
                  <a:srgbClr val="FBFFFF">
                    <a:alpha val="573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865" name="Splat 865"/>
            <p:cNvSpPr>
              <a:spLocks noGrp="1"/>
            </p:cNvSpPr>
            <p:nvPr/>
          </p:nvSpPr>
          <p:spPr>
            <a:xfrm rot="10774420">
              <a:off x="2285745" y="3489565"/>
              <a:ext cx="434486" cy="150086"/>
            </a:xfrm>
            <a:prstGeom prst="ellipse">
              <a:avLst/>
            </a:prstGeom>
            <a:gradFill>
              <a:gsLst>
                <a:gs pos="0">
                  <a:srgbClr val="320000">
                    <a:alpha val="27038"/>
                  </a:srgbClr>
                </a:gs>
                <a:gs pos="14286">
                  <a:srgbClr val="320000">
                    <a:alpha val="25154"/>
                  </a:srgbClr>
                </a:gs>
                <a:gs pos="28571">
                  <a:srgbClr val="320000">
                    <a:alpha val="20145"/>
                  </a:srgbClr>
                </a:gs>
                <a:gs pos="42857">
                  <a:srgbClr val="320000">
                    <a:alpha val="13719"/>
                  </a:srgbClr>
                </a:gs>
                <a:gs pos="57143">
                  <a:srgbClr val="320000">
                    <a:alpha val="7851"/>
                  </a:srgbClr>
                </a:gs>
                <a:gs pos="71429">
                  <a:srgbClr val="320000">
                    <a:alpha val="3755"/>
                  </a:srgbClr>
                </a:gs>
                <a:gs pos="85714">
                  <a:srgbClr val="320000">
                    <a:alpha val="1502"/>
                  </a:srgbClr>
                </a:gs>
                <a:gs pos="100000">
                  <a:srgbClr val="320000">
                    <a:alpha val="504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866" name="Splat 866"/>
            <p:cNvSpPr>
              <a:spLocks noGrp="1"/>
            </p:cNvSpPr>
            <p:nvPr/>
          </p:nvSpPr>
          <p:spPr>
            <a:xfrm rot="7013679">
              <a:off x="1588072" y="1450678"/>
              <a:ext cx="663198" cy="209965"/>
            </a:xfrm>
            <a:prstGeom prst="ellipse">
              <a:avLst/>
            </a:prstGeom>
            <a:gradFill>
              <a:gsLst>
                <a:gs pos="0">
                  <a:srgbClr val="FFFFF7">
                    <a:alpha val="32196"/>
                  </a:srgbClr>
                </a:gs>
                <a:gs pos="14286">
                  <a:srgbClr val="FFFFF7">
                    <a:alpha val="30031"/>
                  </a:srgbClr>
                </a:gs>
                <a:gs pos="28571">
                  <a:srgbClr val="FFFFF7">
                    <a:alpha val="24216"/>
                  </a:srgbClr>
                </a:gs>
                <a:gs pos="42857">
                  <a:srgbClr val="FFFFF7">
                    <a:alpha val="16630"/>
                  </a:srgbClr>
                </a:gs>
                <a:gs pos="57143">
                  <a:srgbClr val="FFFFF7">
                    <a:alpha val="9587"/>
                  </a:srgbClr>
                </a:gs>
                <a:gs pos="71429">
                  <a:srgbClr val="FFFFF7">
                    <a:alpha val="4608"/>
                  </a:srgbClr>
                </a:gs>
                <a:gs pos="85714">
                  <a:srgbClr val="FFFFF7">
                    <a:alpha val="1848"/>
                  </a:srgbClr>
                </a:gs>
                <a:gs pos="100000">
                  <a:srgbClr val="FFFFF7">
                    <a:alpha val="621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867" name="Splat 867"/>
            <p:cNvSpPr>
              <a:spLocks noGrp="1"/>
            </p:cNvSpPr>
            <p:nvPr/>
          </p:nvSpPr>
          <p:spPr>
            <a:xfrm rot="4308532">
              <a:off x="3237911" y="1325041"/>
              <a:ext cx="505681" cy="71589"/>
            </a:xfrm>
            <a:prstGeom prst="ellipse">
              <a:avLst/>
            </a:prstGeom>
            <a:gradFill>
              <a:gsLst>
                <a:gs pos="0">
                  <a:srgbClr val="FACB10">
                    <a:alpha val="9881"/>
                  </a:srgbClr>
                </a:gs>
                <a:gs pos="14286">
                  <a:srgbClr val="FACB10">
                    <a:alpha val="9119"/>
                  </a:srgbClr>
                </a:gs>
                <a:gs pos="28571">
                  <a:srgbClr val="FACB10">
                    <a:alpha val="7156"/>
                  </a:srgbClr>
                </a:gs>
                <a:gs pos="42857">
                  <a:srgbClr val="FACB10">
                    <a:alpha val="4753"/>
                  </a:srgbClr>
                </a:gs>
                <a:gs pos="57143">
                  <a:srgbClr val="FACB10">
                    <a:alpha val="2662"/>
                  </a:srgbClr>
                </a:gs>
                <a:gs pos="71429">
                  <a:srgbClr val="FACB10">
                    <a:alpha val="1255"/>
                  </a:srgbClr>
                </a:gs>
                <a:gs pos="85714">
                  <a:srgbClr val="FACB10">
                    <a:alpha val="498"/>
                  </a:srgbClr>
                </a:gs>
                <a:gs pos="100000">
                  <a:srgbClr val="FACB10">
                    <a:alpha val="167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868" name="Splat 868"/>
            <p:cNvSpPr>
              <a:spLocks noGrp="1"/>
            </p:cNvSpPr>
            <p:nvPr/>
          </p:nvSpPr>
          <p:spPr>
            <a:xfrm rot="2925932">
              <a:off x="552375" y="2818476"/>
              <a:ext cx="599197" cy="275274"/>
            </a:xfrm>
            <a:prstGeom prst="ellipse">
              <a:avLst/>
            </a:prstGeom>
            <a:gradFill>
              <a:gsLst>
                <a:gs pos="0">
                  <a:srgbClr val="C89A00">
                    <a:alpha val="25573"/>
                  </a:srgbClr>
                </a:gs>
                <a:gs pos="14286">
                  <a:srgbClr val="C89A00">
                    <a:alpha val="23774"/>
                  </a:srgbClr>
                </a:gs>
                <a:gs pos="28571">
                  <a:srgbClr val="C89A00">
                    <a:alpha val="19004"/>
                  </a:srgbClr>
                </a:gs>
                <a:gs pos="42857">
                  <a:srgbClr val="C89A00">
                    <a:alpha val="12912"/>
                  </a:srgbClr>
                </a:gs>
                <a:gs pos="57143">
                  <a:srgbClr val="C89A00">
                    <a:alpha val="7375"/>
                  </a:srgbClr>
                </a:gs>
                <a:gs pos="71429">
                  <a:srgbClr val="C89A00">
                    <a:alpha val="3522"/>
                  </a:srgbClr>
                </a:gs>
                <a:gs pos="85714">
                  <a:srgbClr val="C89A00">
                    <a:alpha val="1408"/>
                  </a:srgbClr>
                </a:gs>
                <a:gs pos="100000">
                  <a:srgbClr val="C89A00">
                    <a:alpha val="473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869" name="Splat 869"/>
            <p:cNvSpPr>
              <a:spLocks noGrp="1"/>
            </p:cNvSpPr>
            <p:nvPr/>
          </p:nvSpPr>
          <p:spPr>
            <a:xfrm rot="9245147">
              <a:off x="3073260" y="1815788"/>
              <a:ext cx="689574" cy="120139"/>
            </a:xfrm>
            <a:prstGeom prst="ellipse">
              <a:avLst/>
            </a:prstGeom>
            <a:gradFill>
              <a:gsLst>
                <a:gs pos="0">
                  <a:srgbClr val="FFFFEF">
                    <a:alpha val="13867"/>
                  </a:srgbClr>
                </a:gs>
                <a:gs pos="14286">
                  <a:srgbClr val="FFFFEF">
                    <a:alpha val="12820"/>
                  </a:srgbClr>
                </a:gs>
                <a:gs pos="28571">
                  <a:srgbClr val="FFFFEF">
                    <a:alpha val="10105"/>
                  </a:srgbClr>
                </a:gs>
                <a:gs pos="42857">
                  <a:srgbClr val="FFFFEF">
                    <a:alpha val="6749"/>
                  </a:srgbClr>
                </a:gs>
                <a:gs pos="57143">
                  <a:srgbClr val="FFFFEF">
                    <a:alpha val="3798"/>
                  </a:srgbClr>
                </a:gs>
                <a:gs pos="71429">
                  <a:srgbClr val="FFFFEF">
                    <a:alpha val="1796"/>
                  </a:srgbClr>
                </a:gs>
                <a:gs pos="85714">
                  <a:srgbClr val="FFFFEF">
                    <a:alpha val="714"/>
                  </a:srgbClr>
                </a:gs>
                <a:gs pos="100000">
                  <a:srgbClr val="FFFFEF">
                    <a:alpha val="2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870" name="Splat 870"/>
            <p:cNvSpPr>
              <a:spLocks noGrp="1"/>
            </p:cNvSpPr>
            <p:nvPr/>
          </p:nvSpPr>
          <p:spPr>
            <a:xfrm rot="4378435">
              <a:off x="617396" y="2573826"/>
              <a:ext cx="488247" cy="210132"/>
            </a:xfrm>
            <a:prstGeom prst="ellipse">
              <a:avLst/>
            </a:prstGeom>
            <a:gradFill>
              <a:gsLst>
                <a:gs pos="0">
                  <a:srgbClr val="EFA100">
                    <a:alpha val="8364"/>
                  </a:srgbClr>
                </a:gs>
                <a:gs pos="14286">
                  <a:srgbClr val="EFA100">
                    <a:alpha val="7714"/>
                  </a:srgbClr>
                </a:gs>
                <a:gs pos="28571">
                  <a:srgbClr val="EFA100">
                    <a:alpha val="6043"/>
                  </a:srgbClr>
                </a:gs>
                <a:gs pos="42857">
                  <a:srgbClr val="EFA100">
                    <a:alpha val="4006"/>
                  </a:srgbClr>
                </a:gs>
                <a:gs pos="57143">
                  <a:srgbClr val="EFA100">
                    <a:alpha val="2240"/>
                  </a:srgbClr>
                </a:gs>
                <a:gs pos="71429">
                  <a:srgbClr val="EFA100">
                    <a:alpha val="1055"/>
                  </a:srgbClr>
                </a:gs>
                <a:gs pos="85714">
                  <a:srgbClr val="EFA100">
                    <a:alpha val="418"/>
                  </a:srgbClr>
                </a:gs>
                <a:gs pos="100000">
                  <a:srgbClr val="EFA100">
                    <a:alpha val="140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871" name="Splat 871"/>
            <p:cNvSpPr>
              <a:spLocks noGrp="1"/>
            </p:cNvSpPr>
            <p:nvPr/>
          </p:nvSpPr>
          <p:spPr>
            <a:xfrm rot="-9525368">
              <a:off x="1769749" y="63359"/>
              <a:ext cx="648074" cy="150202"/>
            </a:xfrm>
            <a:prstGeom prst="ellipse">
              <a:avLst/>
            </a:prstGeom>
            <a:gradFill>
              <a:gsLst>
                <a:gs pos="0">
                  <a:srgbClr val="470037">
                    <a:alpha val="32968"/>
                  </a:srgbClr>
                </a:gs>
                <a:gs pos="14286">
                  <a:srgbClr val="470037">
                    <a:alpha val="30764"/>
                  </a:srgbClr>
                </a:gs>
                <a:gs pos="28571">
                  <a:srgbClr val="470037">
                    <a:alpha val="24833"/>
                  </a:srgbClr>
                </a:gs>
                <a:gs pos="42857">
                  <a:srgbClr val="470037">
                    <a:alpha val="17075"/>
                  </a:srgbClr>
                </a:gs>
                <a:gs pos="57143">
                  <a:srgbClr val="470037">
                    <a:alpha val="9855"/>
                  </a:srgbClr>
                </a:gs>
                <a:gs pos="71429">
                  <a:srgbClr val="470037">
                    <a:alpha val="4740"/>
                  </a:srgbClr>
                </a:gs>
                <a:gs pos="85714">
                  <a:srgbClr val="470037">
                    <a:alpha val="1902"/>
                  </a:srgbClr>
                </a:gs>
                <a:gs pos="100000">
                  <a:srgbClr val="470037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872" name="Splat 872"/>
            <p:cNvSpPr>
              <a:spLocks noGrp="1"/>
            </p:cNvSpPr>
            <p:nvPr/>
          </p:nvSpPr>
          <p:spPr>
            <a:xfrm rot="5158956">
              <a:off x="-349481" y="-15883"/>
              <a:ext cx="724984" cy="297147"/>
            </a:xfrm>
            <a:prstGeom prst="ellipse">
              <a:avLst/>
            </a:prstGeom>
            <a:gradFill>
              <a:gsLst>
                <a:gs pos="0">
                  <a:srgbClr val="975B00">
                    <a:alpha val="32968"/>
                  </a:srgbClr>
                </a:gs>
                <a:gs pos="14286">
                  <a:srgbClr val="975B00">
                    <a:alpha val="30764"/>
                  </a:srgbClr>
                </a:gs>
                <a:gs pos="28571">
                  <a:srgbClr val="975B00">
                    <a:alpha val="24833"/>
                  </a:srgbClr>
                </a:gs>
                <a:gs pos="42857">
                  <a:srgbClr val="975B00">
                    <a:alpha val="17075"/>
                  </a:srgbClr>
                </a:gs>
                <a:gs pos="57143">
                  <a:srgbClr val="975B00">
                    <a:alpha val="9855"/>
                  </a:srgbClr>
                </a:gs>
                <a:gs pos="71429">
                  <a:srgbClr val="975B00">
                    <a:alpha val="4740"/>
                  </a:srgbClr>
                </a:gs>
                <a:gs pos="85714">
                  <a:srgbClr val="975B00">
                    <a:alpha val="1902"/>
                  </a:srgbClr>
                </a:gs>
                <a:gs pos="100000">
                  <a:srgbClr val="975B00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873" name="Splat 873"/>
            <p:cNvSpPr>
              <a:spLocks noGrp="1"/>
            </p:cNvSpPr>
            <p:nvPr/>
          </p:nvSpPr>
          <p:spPr>
            <a:xfrm rot="-9599542">
              <a:off x="1786838" y="2652724"/>
              <a:ext cx="790515" cy="96521"/>
            </a:xfrm>
            <a:prstGeom prst="ellipse">
              <a:avLst/>
            </a:prstGeom>
            <a:gradFill>
              <a:gsLst>
                <a:gs pos="0">
                  <a:srgbClr val="000000">
                    <a:alpha val="32968"/>
                  </a:srgbClr>
                </a:gs>
                <a:gs pos="14286">
                  <a:srgbClr val="000000">
                    <a:alpha val="30764"/>
                  </a:srgbClr>
                </a:gs>
                <a:gs pos="28571">
                  <a:srgbClr val="000000">
                    <a:alpha val="24833"/>
                  </a:srgbClr>
                </a:gs>
                <a:gs pos="42857">
                  <a:srgbClr val="000000">
                    <a:alpha val="17075"/>
                  </a:srgbClr>
                </a:gs>
                <a:gs pos="57143">
                  <a:srgbClr val="000000">
                    <a:alpha val="9855"/>
                  </a:srgbClr>
                </a:gs>
                <a:gs pos="71429">
                  <a:srgbClr val="000000">
                    <a:alpha val="4740"/>
                  </a:srgbClr>
                </a:gs>
                <a:gs pos="85714">
                  <a:srgbClr val="000000">
                    <a:alpha val="1902"/>
                  </a:srgbClr>
                </a:gs>
                <a:gs pos="100000">
                  <a:srgbClr val="000000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874" name="Splat 874"/>
            <p:cNvSpPr>
              <a:spLocks noGrp="1"/>
            </p:cNvSpPr>
            <p:nvPr/>
          </p:nvSpPr>
          <p:spPr>
            <a:xfrm rot="3598853">
              <a:off x="988214" y="1269117"/>
              <a:ext cx="517307" cy="47719"/>
            </a:xfrm>
            <a:prstGeom prst="ellipse">
              <a:avLst/>
            </a:prstGeom>
            <a:gradFill>
              <a:gsLst>
                <a:gs pos="0">
                  <a:srgbClr val="000000">
                    <a:alpha val="32968"/>
                  </a:srgbClr>
                </a:gs>
                <a:gs pos="14286">
                  <a:srgbClr val="000000">
                    <a:alpha val="30764"/>
                  </a:srgbClr>
                </a:gs>
                <a:gs pos="28571">
                  <a:srgbClr val="000000">
                    <a:alpha val="24833"/>
                  </a:srgbClr>
                </a:gs>
                <a:gs pos="42857">
                  <a:srgbClr val="000000">
                    <a:alpha val="17075"/>
                  </a:srgbClr>
                </a:gs>
                <a:gs pos="57143">
                  <a:srgbClr val="000000">
                    <a:alpha val="9855"/>
                  </a:srgbClr>
                </a:gs>
                <a:gs pos="71429">
                  <a:srgbClr val="000000">
                    <a:alpha val="4740"/>
                  </a:srgbClr>
                </a:gs>
                <a:gs pos="85714">
                  <a:srgbClr val="000000">
                    <a:alpha val="1902"/>
                  </a:srgbClr>
                </a:gs>
                <a:gs pos="100000">
                  <a:srgbClr val="000000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875" name="Splat 875"/>
            <p:cNvSpPr>
              <a:spLocks noGrp="1"/>
            </p:cNvSpPr>
            <p:nvPr/>
          </p:nvSpPr>
          <p:spPr>
            <a:xfrm rot="4513065">
              <a:off x="1491180" y="-133257"/>
              <a:ext cx="481202" cy="290489"/>
            </a:xfrm>
            <a:prstGeom prst="ellipse">
              <a:avLst/>
            </a:prstGeom>
            <a:gradFill>
              <a:gsLst>
                <a:gs pos="0">
                  <a:srgbClr val="CE8100">
                    <a:alpha val="32968"/>
                  </a:srgbClr>
                </a:gs>
                <a:gs pos="14286">
                  <a:srgbClr val="CE8100">
                    <a:alpha val="30764"/>
                  </a:srgbClr>
                </a:gs>
                <a:gs pos="28571">
                  <a:srgbClr val="CE8100">
                    <a:alpha val="24833"/>
                  </a:srgbClr>
                </a:gs>
                <a:gs pos="42857">
                  <a:srgbClr val="CE8100">
                    <a:alpha val="17075"/>
                  </a:srgbClr>
                </a:gs>
                <a:gs pos="57143">
                  <a:srgbClr val="CE8100">
                    <a:alpha val="9855"/>
                  </a:srgbClr>
                </a:gs>
                <a:gs pos="71429">
                  <a:srgbClr val="CE8100">
                    <a:alpha val="4740"/>
                  </a:srgbClr>
                </a:gs>
                <a:gs pos="85714">
                  <a:srgbClr val="CE8100">
                    <a:alpha val="1902"/>
                  </a:srgbClr>
                </a:gs>
                <a:gs pos="100000">
                  <a:srgbClr val="CE8100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876" name="Splat 876"/>
            <p:cNvSpPr>
              <a:spLocks noGrp="1"/>
            </p:cNvSpPr>
            <p:nvPr/>
          </p:nvSpPr>
          <p:spPr>
            <a:xfrm rot="4278462">
              <a:off x="1892738" y="1693156"/>
              <a:ext cx="729753" cy="63477"/>
            </a:xfrm>
            <a:prstGeom prst="ellipse">
              <a:avLst/>
            </a:prstGeom>
            <a:gradFill>
              <a:gsLst>
                <a:gs pos="0">
                  <a:srgbClr val="FFFFFD">
                    <a:alpha val="32968"/>
                  </a:srgbClr>
                </a:gs>
                <a:gs pos="14286">
                  <a:srgbClr val="FFFFFD">
                    <a:alpha val="30764"/>
                  </a:srgbClr>
                </a:gs>
                <a:gs pos="28571">
                  <a:srgbClr val="FFFFFD">
                    <a:alpha val="24833"/>
                  </a:srgbClr>
                </a:gs>
                <a:gs pos="42857">
                  <a:srgbClr val="FFFFFD">
                    <a:alpha val="17075"/>
                  </a:srgbClr>
                </a:gs>
                <a:gs pos="57143">
                  <a:srgbClr val="FFFFFD">
                    <a:alpha val="9855"/>
                  </a:srgbClr>
                </a:gs>
                <a:gs pos="71429">
                  <a:srgbClr val="FFFFFD">
                    <a:alpha val="4740"/>
                  </a:srgbClr>
                </a:gs>
                <a:gs pos="85714">
                  <a:srgbClr val="FFFFFD">
                    <a:alpha val="1902"/>
                  </a:srgbClr>
                </a:gs>
                <a:gs pos="100000">
                  <a:srgbClr val="FFFFFD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877" name="Splat 877"/>
            <p:cNvSpPr>
              <a:spLocks noGrp="1"/>
            </p:cNvSpPr>
            <p:nvPr/>
          </p:nvSpPr>
          <p:spPr>
            <a:xfrm rot="-9566807">
              <a:off x="361386" y="1682026"/>
              <a:ext cx="454529" cy="301007"/>
            </a:xfrm>
            <a:prstGeom prst="ellipse">
              <a:avLst/>
            </a:prstGeom>
            <a:gradFill>
              <a:gsLst>
                <a:gs pos="0">
                  <a:srgbClr val="E0A300">
                    <a:alpha val="22558"/>
                  </a:srgbClr>
                </a:gs>
                <a:gs pos="14286">
                  <a:srgbClr val="E0A300">
                    <a:alpha val="20940"/>
                  </a:srgbClr>
                </a:gs>
                <a:gs pos="28571">
                  <a:srgbClr val="E0A300">
                    <a:alpha val="16676"/>
                  </a:srgbClr>
                </a:gs>
                <a:gs pos="42857">
                  <a:srgbClr val="E0A300">
                    <a:alpha val="11278"/>
                  </a:srgbClr>
                </a:gs>
                <a:gs pos="57143">
                  <a:srgbClr val="E0A300">
                    <a:alpha val="6416"/>
                  </a:srgbClr>
                </a:gs>
                <a:gs pos="71429">
                  <a:srgbClr val="E0A300">
                    <a:alpha val="3056"/>
                  </a:srgbClr>
                </a:gs>
                <a:gs pos="85714">
                  <a:srgbClr val="E0A300">
                    <a:alpha val="1220"/>
                  </a:srgbClr>
                </a:gs>
                <a:gs pos="100000">
                  <a:srgbClr val="E0A300">
                    <a:alpha val="40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878" name="Splat 878"/>
            <p:cNvSpPr>
              <a:spLocks noGrp="1"/>
            </p:cNvSpPr>
            <p:nvPr/>
          </p:nvSpPr>
          <p:spPr>
            <a:xfrm rot="5441064">
              <a:off x="736547" y="2533947"/>
              <a:ext cx="592220" cy="378683"/>
            </a:xfrm>
            <a:prstGeom prst="ellipse">
              <a:avLst/>
            </a:prstGeom>
            <a:gradFill>
              <a:gsLst>
                <a:gs pos="0">
                  <a:srgbClr val="EFB800">
                    <a:alpha val="6426"/>
                  </a:srgbClr>
                </a:gs>
                <a:gs pos="14286">
                  <a:srgbClr val="EFB800">
                    <a:alpha val="5922"/>
                  </a:srgbClr>
                </a:gs>
                <a:gs pos="28571">
                  <a:srgbClr val="EFB800">
                    <a:alpha val="4630"/>
                  </a:srgbClr>
                </a:gs>
                <a:gs pos="42857">
                  <a:srgbClr val="EFB800">
                    <a:alpha val="3061"/>
                  </a:srgbClr>
                </a:gs>
                <a:gs pos="57143">
                  <a:srgbClr val="EFB800">
                    <a:alpha val="1708"/>
                  </a:srgbClr>
                </a:gs>
                <a:gs pos="71429">
                  <a:srgbClr val="EFB800">
                    <a:alpha val="803"/>
                  </a:srgbClr>
                </a:gs>
                <a:gs pos="85714">
                  <a:srgbClr val="EFB800">
                    <a:alpha val="318"/>
                  </a:srgbClr>
                </a:gs>
                <a:gs pos="100000">
                  <a:srgbClr val="EFB800">
                    <a:alpha val="106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879" name="Splat 879"/>
            <p:cNvSpPr>
              <a:spLocks noGrp="1"/>
            </p:cNvSpPr>
            <p:nvPr/>
          </p:nvSpPr>
          <p:spPr>
            <a:xfrm rot="-8966315">
              <a:off x="90710" y="3320963"/>
              <a:ext cx="659390" cy="81725"/>
            </a:xfrm>
            <a:prstGeom prst="ellipse">
              <a:avLst/>
            </a:prstGeom>
            <a:gradFill>
              <a:gsLst>
                <a:gs pos="0">
                  <a:srgbClr val="250000">
                    <a:alpha val="32968"/>
                  </a:srgbClr>
                </a:gs>
                <a:gs pos="14286">
                  <a:srgbClr val="250000">
                    <a:alpha val="30764"/>
                  </a:srgbClr>
                </a:gs>
                <a:gs pos="28571">
                  <a:srgbClr val="250000">
                    <a:alpha val="24833"/>
                  </a:srgbClr>
                </a:gs>
                <a:gs pos="42857">
                  <a:srgbClr val="250000">
                    <a:alpha val="17075"/>
                  </a:srgbClr>
                </a:gs>
                <a:gs pos="57143">
                  <a:srgbClr val="250000">
                    <a:alpha val="9855"/>
                  </a:srgbClr>
                </a:gs>
                <a:gs pos="71429">
                  <a:srgbClr val="250000">
                    <a:alpha val="4740"/>
                  </a:srgbClr>
                </a:gs>
                <a:gs pos="85714">
                  <a:srgbClr val="250000">
                    <a:alpha val="1902"/>
                  </a:srgbClr>
                </a:gs>
                <a:gs pos="100000">
                  <a:srgbClr val="250000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880" name="Splat 880"/>
            <p:cNvSpPr>
              <a:spLocks noGrp="1"/>
            </p:cNvSpPr>
            <p:nvPr/>
          </p:nvSpPr>
          <p:spPr>
            <a:xfrm rot="5851678">
              <a:off x="3341483" y="615587"/>
              <a:ext cx="604130" cy="100911"/>
            </a:xfrm>
            <a:prstGeom prst="ellipse">
              <a:avLst/>
            </a:prstGeom>
            <a:gradFill>
              <a:gsLst>
                <a:gs pos="0">
                  <a:srgbClr val="FCFFF9">
                    <a:alpha val="32968"/>
                  </a:srgbClr>
                </a:gs>
                <a:gs pos="14286">
                  <a:srgbClr val="FCFFF9">
                    <a:alpha val="30764"/>
                  </a:srgbClr>
                </a:gs>
                <a:gs pos="28571">
                  <a:srgbClr val="FCFFF9">
                    <a:alpha val="24833"/>
                  </a:srgbClr>
                </a:gs>
                <a:gs pos="42857">
                  <a:srgbClr val="FCFFF9">
                    <a:alpha val="17075"/>
                  </a:srgbClr>
                </a:gs>
                <a:gs pos="57143">
                  <a:srgbClr val="FCFFF9">
                    <a:alpha val="9855"/>
                  </a:srgbClr>
                </a:gs>
                <a:gs pos="71429">
                  <a:srgbClr val="FCFFF9">
                    <a:alpha val="4740"/>
                  </a:srgbClr>
                </a:gs>
                <a:gs pos="85714">
                  <a:srgbClr val="FCFFF9">
                    <a:alpha val="1902"/>
                  </a:srgbClr>
                </a:gs>
                <a:gs pos="100000">
                  <a:srgbClr val="FCFFF9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881" name="Splat 881"/>
            <p:cNvSpPr>
              <a:spLocks noGrp="1"/>
            </p:cNvSpPr>
            <p:nvPr/>
          </p:nvSpPr>
          <p:spPr>
            <a:xfrm rot="8706137">
              <a:off x="3426219" y="2883911"/>
              <a:ext cx="406320" cy="372111"/>
            </a:xfrm>
            <a:prstGeom prst="ellipse">
              <a:avLst/>
            </a:prstGeom>
            <a:gradFill>
              <a:gsLst>
                <a:gs pos="0">
                  <a:srgbClr val="002794">
                    <a:alpha val="12517"/>
                  </a:srgbClr>
                </a:gs>
                <a:gs pos="14286">
                  <a:srgbClr val="002794">
                    <a:alpha val="11566"/>
                  </a:srgbClr>
                </a:gs>
                <a:gs pos="28571">
                  <a:srgbClr val="002794">
                    <a:alpha val="9102"/>
                  </a:srgbClr>
                </a:gs>
                <a:gs pos="42857">
                  <a:srgbClr val="002794">
                    <a:alpha val="6068"/>
                  </a:srgbClr>
                </a:gs>
                <a:gs pos="57143">
                  <a:srgbClr val="002794">
                    <a:alpha val="3409"/>
                  </a:srgbClr>
                </a:gs>
                <a:gs pos="71429">
                  <a:srgbClr val="002794">
                    <a:alpha val="1610"/>
                  </a:srgbClr>
                </a:gs>
                <a:gs pos="85714">
                  <a:srgbClr val="002794">
                    <a:alpha val="640"/>
                  </a:srgbClr>
                </a:gs>
                <a:gs pos="100000">
                  <a:srgbClr val="002794">
                    <a:alpha val="214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882" name="Splat 882"/>
            <p:cNvSpPr>
              <a:spLocks noGrp="1"/>
            </p:cNvSpPr>
            <p:nvPr/>
          </p:nvSpPr>
          <p:spPr>
            <a:xfrm rot="-10497404">
              <a:off x="639350" y="956235"/>
              <a:ext cx="455424" cy="281849"/>
            </a:xfrm>
            <a:prstGeom prst="ellipse">
              <a:avLst/>
            </a:prstGeom>
            <a:gradFill>
              <a:gsLst>
                <a:gs pos="0">
                  <a:srgbClr val="620000">
                    <a:alpha val="32968"/>
                  </a:srgbClr>
                </a:gs>
                <a:gs pos="14286">
                  <a:srgbClr val="620000">
                    <a:alpha val="30764"/>
                  </a:srgbClr>
                </a:gs>
                <a:gs pos="28571">
                  <a:srgbClr val="620000">
                    <a:alpha val="24833"/>
                  </a:srgbClr>
                </a:gs>
                <a:gs pos="42857">
                  <a:srgbClr val="620000">
                    <a:alpha val="17075"/>
                  </a:srgbClr>
                </a:gs>
                <a:gs pos="57143">
                  <a:srgbClr val="620000">
                    <a:alpha val="9855"/>
                  </a:srgbClr>
                </a:gs>
                <a:gs pos="71429">
                  <a:srgbClr val="620000">
                    <a:alpha val="4740"/>
                  </a:srgbClr>
                </a:gs>
                <a:gs pos="85714">
                  <a:srgbClr val="620000">
                    <a:alpha val="1902"/>
                  </a:srgbClr>
                </a:gs>
                <a:gs pos="100000">
                  <a:srgbClr val="620000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883" name="Splat 883"/>
            <p:cNvSpPr>
              <a:spLocks noGrp="1"/>
            </p:cNvSpPr>
            <p:nvPr/>
          </p:nvSpPr>
          <p:spPr>
            <a:xfrm rot="10746722">
              <a:off x="2045387" y="2344810"/>
              <a:ext cx="453485" cy="247471"/>
            </a:xfrm>
            <a:prstGeom prst="ellipse">
              <a:avLst/>
            </a:prstGeom>
            <a:gradFill>
              <a:gsLst>
                <a:gs pos="0">
                  <a:srgbClr val="007C00">
                    <a:alpha val="4671"/>
                  </a:srgbClr>
                </a:gs>
                <a:gs pos="14286">
                  <a:srgbClr val="007C00">
                    <a:alpha val="4302"/>
                  </a:srgbClr>
                </a:gs>
                <a:gs pos="28571">
                  <a:srgbClr val="007C00">
                    <a:alpha val="3356"/>
                  </a:srgbClr>
                </a:gs>
                <a:gs pos="42857">
                  <a:srgbClr val="007C00">
                    <a:alpha val="2215"/>
                  </a:srgbClr>
                </a:gs>
                <a:gs pos="57143">
                  <a:srgbClr val="007C00">
                    <a:alpha val="1233"/>
                  </a:srgbClr>
                </a:gs>
                <a:gs pos="71429">
                  <a:srgbClr val="007C00">
                    <a:alpha val="579"/>
                  </a:srgbClr>
                </a:gs>
                <a:gs pos="85714">
                  <a:srgbClr val="007C00">
                    <a:alpha val="229"/>
                  </a:srgbClr>
                </a:gs>
                <a:gs pos="100000">
                  <a:srgbClr val="007C00">
                    <a:alpha val="77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884" name="Splat 884"/>
            <p:cNvSpPr>
              <a:spLocks noGrp="1"/>
            </p:cNvSpPr>
            <p:nvPr/>
          </p:nvSpPr>
          <p:spPr>
            <a:xfrm rot="6295965">
              <a:off x="-30549" y="1310181"/>
              <a:ext cx="281216" cy="250562"/>
            </a:xfrm>
            <a:prstGeom prst="ellipse">
              <a:avLst/>
            </a:prstGeom>
            <a:gradFill>
              <a:gsLst>
                <a:gs pos="0">
                  <a:srgbClr val="002900">
                    <a:alpha val="22149"/>
                  </a:srgbClr>
                </a:gs>
                <a:gs pos="14286">
                  <a:srgbClr val="002900">
                    <a:alpha val="20556"/>
                  </a:srgbClr>
                </a:gs>
                <a:gs pos="28571">
                  <a:srgbClr val="002900">
                    <a:alpha val="16363"/>
                  </a:srgbClr>
                </a:gs>
                <a:gs pos="42857">
                  <a:srgbClr val="002900">
                    <a:alpha val="11059"/>
                  </a:srgbClr>
                </a:gs>
                <a:gs pos="57143">
                  <a:srgbClr val="002900">
                    <a:alpha val="6288"/>
                  </a:srgbClr>
                </a:gs>
                <a:gs pos="71429">
                  <a:srgbClr val="002900">
                    <a:alpha val="2994"/>
                  </a:srgbClr>
                </a:gs>
                <a:gs pos="85714">
                  <a:srgbClr val="002900">
                    <a:alpha val="1195"/>
                  </a:srgbClr>
                </a:gs>
                <a:gs pos="100000">
                  <a:srgbClr val="002900">
                    <a:alpha val="401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885" name="Splat 885"/>
            <p:cNvSpPr>
              <a:spLocks noGrp="1"/>
            </p:cNvSpPr>
            <p:nvPr/>
          </p:nvSpPr>
          <p:spPr>
            <a:xfrm rot="2996623">
              <a:off x="1178896" y="-132591"/>
              <a:ext cx="649946" cy="348714"/>
            </a:xfrm>
            <a:prstGeom prst="ellipse">
              <a:avLst/>
            </a:prstGeom>
            <a:gradFill>
              <a:gsLst>
                <a:gs pos="0">
                  <a:srgbClr val="340000">
                    <a:alpha val="32968"/>
                  </a:srgbClr>
                </a:gs>
                <a:gs pos="14286">
                  <a:srgbClr val="340000">
                    <a:alpha val="30764"/>
                  </a:srgbClr>
                </a:gs>
                <a:gs pos="28571">
                  <a:srgbClr val="340000">
                    <a:alpha val="24833"/>
                  </a:srgbClr>
                </a:gs>
                <a:gs pos="42857">
                  <a:srgbClr val="340000">
                    <a:alpha val="17075"/>
                  </a:srgbClr>
                </a:gs>
                <a:gs pos="57143">
                  <a:srgbClr val="340000">
                    <a:alpha val="9855"/>
                  </a:srgbClr>
                </a:gs>
                <a:gs pos="71429">
                  <a:srgbClr val="340000">
                    <a:alpha val="4740"/>
                  </a:srgbClr>
                </a:gs>
                <a:gs pos="85714">
                  <a:srgbClr val="340000">
                    <a:alpha val="1902"/>
                  </a:srgbClr>
                </a:gs>
                <a:gs pos="100000">
                  <a:srgbClr val="340000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886" name="Splat 886"/>
            <p:cNvSpPr>
              <a:spLocks noGrp="1"/>
            </p:cNvSpPr>
            <p:nvPr/>
          </p:nvSpPr>
          <p:spPr>
            <a:xfrm rot="4222636">
              <a:off x="1837611" y="3236891"/>
              <a:ext cx="380560" cy="74083"/>
            </a:xfrm>
            <a:prstGeom prst="ellipse">
              <a:avLst/>
            </a:prstGeom>
            <a:gradFill>
              <a:gsLst>
                <a:gs pos="0">
                  <a:srgbClr val="9E7300">
                    <a:alpha val="32968"/>
                  </a:srgbClr>
                </a:gs>
                <a:gs pos="14286">
                  <a:srgbClr val="9E7300">
                    <a:alpha val="30764"/>
                  </a:srgbClr>
                </a:gs>
                <a:gs pos="28571">
                  <a:srgbClr val="9E7300">
                    <a:alpha val="24833"/>
                  </a:srgbClr>
                </a:gs>
                <a:gs pos="42857">
                  <a:srgbClr val="9E7300">
                    <a:alpha val="17075"/>
                  </a:srgbClr>
                </a:gs>
                <a:gs pos="57143">
                  <a:srgbClr val="9E7300">
                    <a:alpha val="9855"/>
                  </a:srgbClr>
                </a:gs>
                <a:gs pos="71429">
                  <a:srgbClr val="9E7300">
                    <a:alpha val="4740"/>
                  </a:srgbClr>
                </a:gs>
                <a:gs pos="85714">
                  <a:srgbClr val="9E7300">
                    <a:alpha val="1902"/>
                  </a:srgbClr>
                </a:gs>
                <a:gs pos="100000">
                  <a:srgbClr val="9E7300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887" name="Splat 887"/>
            <p:cNvSpPr>
              <a:spLocks noGrp="1"/>
            </p:cNvSpPr>
            <p:nvPr/>
          </p:nvSpPr>
          <p:spPr>
            <a:xfrm rot="4947026">
              <a:off x="325525" y="1300159"/>
              <a:ext cx="589153" cy="41911"/>
            </a:xfrm>
            <a:prstGeom prst="ellipse">
              <a:avLst/>
            </a:prstGeom>
            <a:gradFill>
              <a:gsLst>
                <a:gs pos="0">
                  <a:srgbClr val="FFE8DB">
                    <a:alpha val="32968"/>
                  </a:srgbClr>
                </a:gs>
                <a:gs pos="14286">
                  <a:srgbClr val="FFE8DB">
                    <a:alpha val="30764"/>
                  </a:srgbClr>
                </a:gs>
                <a:gs pos="28571">
                  <a:srgbClr val="FFE8DB">
                    <a:alpha val="24833"/>
                  </a:srgbClr>
                </a:gs>
                <a:gs pos="42857">
                  <a:srgbClr val="FFE8DB">
                    <a:alpha val="17075"/>
                  </a:srgbClr>
                </a:gs>
                <a:gs pos="57143">
                  <a:srgbClr val="FFE8DB">
                    <a:alpha val="9855"/>
                  </a:srgbClr>
                </a:gs>
                <a:gs pos="71429">
                  <a:srgbClr val="FFE8DB">
                    <a:alpha val="4740"/>
                  </a:srgbClr>
                </a:gs>
                <a:gs pos="85714">
                  <a:srgbClr val="FFE8DB">
                    <a:alpha val="1902"/>
                  </a:srgbClr>
                </a:gs>
                <a:gs pos="100000">
                  <a:srgbClr val="FFE8DB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888" name="Splat 888"/>
            <p:cNvSpPr>
              <a:spLocks noGrp="1"/>
            </p:cNvSpPr>
            <p:nvPr/>
          </p:nvSpPr>
          <p:spPr>
            <a:xfrm rot="7562874">
              <a:off x="1929812" y="158859"/>
              <a:ext cx="609891" cy="346707"/>
            </a:xfrm>
            <a:prstGeom prst="ellipse">
              <a:avLst/>
            </a:prstGeom>
            <a:gradFill>
              <a:gsLst>
                <a:gs pos="0">
                  <a:srgbClr val="FFFF00">
                    <a:alpha val="3011"/>
                  </a:srgbClr>
                </a:gs>
                <a:gs pos="14286">
                  <a:srgbClr val="FFFF00">
                    <a:alpha val="2771"/>
                  </a:srgbClr>
                </a:gs>
                <a:gs pos="28571">
                  <a:srgbClr val="FFFF00">
                    <a:alpha val="2158"/>
                  </a:srgbClr>
                </a:gs>
                <a:gs pos="42857">
                  <a:srgbClr val="FFFF00">
                    <a:alpha val="1421"/>
                  </a:srgbClr>
                </a:gs>
                <a:gs pos="57143">
                  <a:srgbClr val="FFFF00">
                    <a:alpha val="790"/>
                  </a:srgbClr>
                </a:gs>
                <a:gs pos="71429">
                  <a:srgbClr val="FFFF00">
                    <a:alpha val="370"/>
                  </a:srgbClr>
                </a:gs>
                <a:gs pos="85714">
                  <a:srgbClr val="FFFF00">
                    <a:alpha val="147"/>
                  </a:srgbClr>
                </a:gs>
                <a:gs pos="100000">
                  <a:srgbClr val="FFFF00">
                    <a:alpha val="4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889" name="Splat 889"/>
            <p:cNvSpPr>
              <a:spLocks noGrp="1"/>
            </p:cNvSpPr>
            <p:nvPr/>
          </p:nvSpPr>
          <p:spPr>
            <a:xfrm rot="6118436">
              <a:off x="-222912" y="1868228"/>
              <a:ext cx="515392" cy="49062"/>
            </a:xfrm>
            <a:prstGeom prst="ellipse">
              <a:avLst/>
            </a:prstGeom>
            <a:gradFill>
              <a:gsLst>
                <a:gs pos="0">
                  <a:srgbClr val="783900">
                    <a:alpha val="24011"/>
                  </a:srgbClr>
                </a:gs>
                <a:gs pos="14286">
                  <a:srgbClr val="783900">
                    <a:alpha val="22305"/>
                  </a:srgbClr>
                </a:gs>
                <a:gs pos="28571">
                  <a:srgbClr val="783900">
                    <a:alpha val="17795"/>
                  </a:srgbClr>
                </a:gs>
                <a:gs pos="42857">
                  <a:srgbClr val="783900">
                    <a:alpha val="12061"/>
                  </a:srgbClr>
                </a:gs>
                <a:gs pos="57143">
                  <a:srgbClr val="783900">
                    <a:alpha val="6874"/>
                  </a:srgbClr>
                </a:gs>
                <a:gs pos="71429">
                  <a:srgbClr val="783900">
                    <a:alpha val="3279"/>
                  </a:srgbClr>
                </a:gs>
                <a:gs pos="85714">
                  <a:srgbClr val="783900">
                    <a:alpha val="1310"/>
                  </a:srgbClr>
                </a:gs>
                <a:gs pos="100000">
                  <a:srgbClr val="783900">
                    <a:alpha val="4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890" name="Splat 890"/>
            <p:cNvSpPr>
              <a:spLocks noGrp="1"/>
            </p:cNvSpPr>
            <p:nvPr/>
          </p:nvSpPr>
          <p:spPr>
            <a:xfrm rot="8190535">
              <a:off x="2746715" y="763884"/>
              <a:ext cx="644728" cy="185243"/>
            </a:xfrm>
            <a:prstGeom prst="ellipse">
              <a:avLst/>
            </a:prstGeom>
            <a:gradFill>
              <a:gsLst>
                <a:gs pos="0">
                  <a:srgbClr val="3B1600">
                    <a:alpha val="32968"/>
                  </a:srgbClr>
                </a:gs>
                <a:gs pos="14286">
                  <a:srgbClr val="3B1600">
                    <a:alpha val="30764"/>
                  </a:srgbClr>
                </a:gs>
                <a:gs pos="28571">
                  <a:srgbClr val="3B1600">
                    <a:alpha val="24833"/>
                  </a:srgbClr>
                </a:gs>
                <a:gs pos="42857">
                  <a:srgbClr val="3B1600">
                    <a:alpha val="17075"/>
                  </a:srgbClr>
                </a:gs>
                <a:gs pos="57143">
                  <a:srgbClr val="3B1600">
                    <a:alpha val="9855"/>
                  </a:srgbClr>
                </a:gs>
                <a:gs pos="71429">
                  <a:srgbClr val="3B1600">
                    <a:alpha val="4740"/>
                  </a:srgbClr>
                </a:gs>
                <a:gs pos="85714">
                  <a:srgbClr val="3B1600">
                    <a:alpha val="1902"/>
                  </a:srgbClr>
                </a:gs>
                <a:gs pos="100000">
                  <a:srgbClr val="3B1600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891" name="Splat 891"/>
            <p:cNvSpPr>
              <a:spLocks noGrp="1"/>
            </p:cNvSpPr>
            <p:nvPr/>
          </p:nvSpPr>
          <p:spPr>
            <a:xfrm rot="8688693">
              <a:off x="2832790" y="824128"/>
              <a:ext cx="483630" cy="92104"/>
            </a:xfrm>
            <a:prstGeom prst="ellipse">
              <a:avLst/>
            </a:prstGeom>
            <a:gradFill>
              <a:gsLst>
                <a:gs pos="0">
                  <a:srgbClr val="FFCC8C">
                    <a:alpha val="25666"/>
                  </a:srgbClr>
                </a:gs>
                <a:gs pos="14286">
                  <a:srgbClr val="FFCC8C">
                    <a:alpha val="23861"/>
                  </a:srgbClr>
                </a:gs>
                <a:gs pos="28571">
                  <a:srgbClr val="FFCC8C">
                    <a:alpha val="19076"/>
                  </a:srgbClr>
                </a:gs>
                <a:gs pos="42857">
                  <a:srgbClr val="FFCC8C">
                    <a:alpha val="12963"/>
                  </a:srgbClr>
                </a:gs>
                <a:gs pos="57143">
                  <a:srgbClr val="FFCC8C">
                    <a:alpha val="7404"/>
                  </a:srgbClr>
                </a:gs>
                <a:gs pos="71429">
                  <a:srgbClr val="FFCC8C">
                    <a:alpha val="3537"/>
                  </a:srgbClr>
                </a:gs>
                <a:gs pos="85714">
                  <a:srgbClr val="FFCC8C">
                    <a:alpha val="1414"/>
                  </a:srgbClr>
                </a:gs>
                <a:gs pos="100000">
                  <a:srgbClr val="FFCC8C">
                    <a:alpha val="475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892" name="Splat 892"/>
            <p:cNvSpPr>
              <a:spLocks noGrp="1"/>
            </p:cNvSpPr>
            <p:nvPr/>
          </p:nvSpPr>
          <p:spPr>
            <a:xfrm rot="-9353817">
              <a:off x="235850" y="2838330"/>
              <a:ext cx="830192" cy="54297"/>
            </a:xfrm>
            <a:prstGeom prst="ellipse">
              <a:avLst/>
            </a:prstGeom>
            <a:gradFill>
              <a:gsLst>
                <a:gs pos="0">
                  <a:srgbClr val="000000">
                    <a:alpha val="32968"/>
                  </a:srgbClr>
                </a:gs>
                <a:gs pos="14286">
                  <a:srgbClr val="000000">
                    <a:alpha val="30764"/>
                  </a:srgbClr>
                </a:gs>
                <a:gs pos="28571">
                  <a:srgbClr val="000000">
                    <a:alpha val="24833"/>
                  </a:srgbClr>
                </a:gs>
                <a:gs pos="42857">
                  <a:srgbClr val="000000">
                    <a:alpha val="17075"/>
                  </a:srgbClr>
                </a:gs>
                <a:gs pos="57143">
                  <a:srgbClr val="000000">
                    <a:alpha val="9855"/>
                  </a:srgbClr>
                </a:gs>
                <a:gs pos="71429">
                  <a:srgbClr val="000000">
                    <a:alpha val="4740"/>
                  </a:srgbClr>
                </a:gs>
                <a:gs pos="85714">
                  <a:srgbClr val="000000">
                    <a:alpha val="1902"/>
                  </a:srgbClr>
                </a:gs>
                <a:gs pos="100000">
                  <a:srgbClr val="000000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893" name="Splat 893"/>
            <p:cNvSpPr>
              <a:spLocks noGrp="1"/>
            </p:cNvSpPr>
            <p:nvPr/>
          </p:nvSpPr>
          <p:spPr>
            <a:xfrm rot="3466771">
              <a:off x="1239953" y="1033838"/>
              <a:ext cx="835424" cy="75165"/>
            </a:xfrm>
            <a:prstGeom prst="ellipse">
              <a:avLst/>
            </a:prstGeom>
            <a:gradFill>
              <a:gsLst>
                <a:gs pos="0">
                  <a:srgbClr val="000000">
                    <a:alpha val="32968"/>
                  </a:srgbClr>
                </a:gs>
                <a:gs pos="14286">
                  <a:srgbClr val="000000">
                    <a:alpha val="30764"/>
                  </a:srgbClr>
                </a:gs>
                <a:gs pos="28571">
                  <a:srgbClr val="000000">
                    <a:alpha val="24833"/>
                  </a:srgbClr>
                </a:gs>
                <a:gs pos="42857">
                  <a:srgbClr val="000000">
                    <a:alpha val="17075"/>
                  </a:srgbClr>
                </a:gs>
                <a:gs pos="57143">
                  <a:srgbClr val="000000">
                    <a:alpha val="9855"/>
                  </a:srgbClr>
                </a:gs>
                <a:gs pos="71429">
                  <a:srgbClr val="000000">
                    <a:alpha val="4740"/>
                  </a:srgbClr>
                </a:gs>
                <a:gs pos="85714">
                  <a:srgbClr val="000000">
                    <a:alpha val="1902"/>
                  </a:srgbClr>
                </a:gs>
                <a:gs pos="100000">
                  <a:srgbClr val="000000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894" name="Splat 894"/>
            <p:cNvSpPr>
              <a:spLocks noGrp="1"/>
            </p:cNvSpPr>
            <p:nvPr/>
          </p:nvSpPr>
          <p:spPr>
            <a:xfrm rot="4456612">
              <a:off x="1910705" y="152014"/>
              <a:ext cx="497161" cy="129136"/>
            </a:xfrm>
            <a:prstGeom prst="ellipse">
              <a:avLst/>
            </a:prstGeom>
            <a:gradFill>
              <a:gsLst>
                <a:gs pos="0">
                  <a:srgbClr val="E2B300">
                    <a:alpha val="16893"/>
                  </a:srgbClr>
                </a:gs>
                <a:gs pos="14286">
                  <a:srgbClr val="E2B300">
                    <a:alpha val="15640"/>
                  </a:srgbClr>
                </a:gs>
                <a:gs pos="28571">
                  <a:srgbClr val="E2B300">
                    <a:alpha val="12370"/>
                  </a:srgbClr>
                </a:gs>
                <a:gs pos="42857">
                  <a:srgbClr val="E2B300">
                    <a:alpha val="8297"/>
                  </a:srgbClr>
                </a:gs>
                <a:gs pos="57143">
                  <a:srgbClr val="E2B300">
                    <a:alpha val="4686"/>
                  </a:srgbClr>
                </a:gs>
                <a:gs pos="71429">
                  <a:srgbClr val="E2B300">
                    <a:alpha val="2222"/>
                  </a:srgbClr>
                </a:gs>
                <a:gs pos="85714">
                  <a:srgbClr val="E2B300">
                    <a:alpha val="884"/>
                  </a:srgbClr>
                </a:gs>
                <a:gs pos="100000">
                  <a:srgbClr val="E2B300">
                    <a:alpha val="296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895" name="Splat 895"/>
            <p:cNvSpPr>
              <a:spLocks noGrp="1"/>
            </p:cNvSpPr>
            <p:nvPr/>
          </p:nvSpPr>
          <p:spPr>
            <a:xfrm rot="-8212188">
              <a:off x="2881671" y="524355"/>
              <a:ext cx="485495" cy="130920"/>
            </a:xfrm>
            <a:prstGeom prst="ellipse">
              <a:avLst/>
            </a:prstGeom>
            <a:gradFill>
              <a:gsLst>
                <a:gs pos="0">
                  <a:srgbClr val="000000">
                    <a:alpha val="7242"/>
                  </a:srgbClr>
                </a:gs>
                <a:gs pos="14286">
                  <a:srgbClr val="000000">
                    <a:alpha val="6676"/>
                  </a:srgbClr>
                </a:gs>
                <a:gs pos="28571">
                  <a:srgbClr val="000000">
                    <a:alpha val="5223"/>
                  </a:srgbClr>
                </a:gs>
                <a:gs pos="42857">
                  <a:srgbClr val="000000">
                    <a:alpha val="3458"/>
                  </a:srgbClr>
                </a:gs>
                <a:gs pos="57143">
                  <a:srgbClr val="000000">
                    <a:alpha val="1931"/>
                  </a:srgbClr>
                </a:gs>
                <a:gs pos="71429">
                  <a:srgbClr val="000000">
                    <a:alpha val="909"/>
                  </a:srgbClr>
                </a:gs>
                <a:gs pos="85714">
                  <a:srgbClr val="000000">
                    <a:alpha val="360"/>
                  </a:srgbClr>
                </a:gs>
                <a:gs pos="100000">
                  <a:srgbClr val="000000">
                    <a:alpha val="120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896" name="Splat 896"/>
            <p:cNvSpPr>
              <a:spLocks noGrp="1"/>
            </p:cNvSpPr>
            <p:nvPr/>
          </p:nvSpPr>
          <p:spPr>
            <a:xfrm rot="3797703">
              <a:off x="922998" y="3167555"/>
              <a:ext cx="772887" cy="108345"/>
            </a:xfrm>
            <a:prstGeom prst="ellipse">
              <a:avLst/>
            </a:prstGeom>
            <a:gradFill>
              <a:gsLst>
                <a:gs pos="0">
                  <a:srgbClr val="001DA7">
                    <a:alpha val="28279"/>
                  </a:srgbClr>
                </a:gs>
                <a:gs pos="14286">
                  <a:srgbClr val="001DA7">
                    <a:alpha val="26325"/>
                  </a:srgbClr>
                </a:gs>
                <a:gs pos="28571">
                  <a:srgbClr val="001DA7">
                    <a:alpha val="21117"/>
                  </a:srgbClr>
                </a:gs>
                <a:gs pos="42857">
                  <a:srgbClr val="001DA7">
                    <a:alpha val="14409"/>
                  </a:srgbClr>
                </a:gs>
                <a:gs pos="57143">
                  <a:srgbClr val="001DA7">
                    <a:alpha val="8260"/>
                  </a:srgbClr>
                </a:gs>
                <a:gs pos="71429">
                  <a:srgbClr val="001DA7">
                    <a:alpha val="3955"/>
                  </a:srgbClr>
                </a:gs>
                <a:gs pos="85714">
                  <a:srgbClr val="001DA7">
                    <a:alpha val="1583"/>
                  </a:srgbClr>
                </a:gs>
                <a:gs pos="100000">
                  <a:srgbClr val="001DA7">
                    <a:alpha val="532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897" name="Splat 897"/>
            <p:cNvSpPr>
              <a:spLocks noGrp="1"/>
            </p:cNvSpPr>
            <p:nvPr/>
          </p:nvSpPr>
          <p:spPr>
            <a:xfrm rot="7635629">
              <a:off x="888015" y="2119504"/>
              <a:ext cx="353812" cy="294806"/>
            </a:xfrm>
            <a:prstGeom prst="ellipse">
              <a:avLst/>
            </a:prstGeom>
            <a:gradFill>
              <a:gsLst>
                <a:gs pos="0">
                  <a:srgbClr val="FAFBFF">
                    <a:alpha val="26721"/>
                  </a:srgbClr>
                </a:gs>
                <a:gs pos="14286">
                  <a:srgbClr val="FAFBFF">
                    <a:alpha val="24855"/>
                  </a:srgbClr>
                </a:gs>
                <a:gs pos="28571">
                  <a:srgbClr val="FAFBFF">
                    <a:alpha val="19898"/>
                  </a:srgbClr>
                </a:gs>
                <a:gs pos="42857">
                  <a:srgbClr val="FAFBFF">
                    <a:alpha val="13543"/>
                  </a:srgbClr>
                </a:gs>
                <a:gs pos="57143">
                  <a:srgbClr val="FAFBFF">
                    <a:alpha val="7747"/>
                  </a:srgbClr>
                </a:gs>
                <a:gs pos="71429">
                  <a:srgbClr val="FAFBFF">
                    <a:alpha val="3704"/>
                  </a:srgbClr>
                </a:gs>
                <a:gs pos="85714">
                  <a:srgbClr val="FAFBFF">
                    <a:alpha val="1482"/>
                  </a:srgbClr>
                </a:gs>
                <a:gs pos="100000">
                  <a:srgbClr val="FAFBFF">
                    <a:alpha val="497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898" name="Splat 898"/>
            <p:cNvSpPr>
              <a:spLocks noGrp="1"/>
            </p:cNvSpPr>
            <p:nvPr/>
          </p:nvSpPr>
          <p:spPr>
            <a:xfrm rot="7216446">
              <a:off x="3201400" y="1484786"/>
              <a:ext cx="385787" cy="95104"/>
            </a:xfrm>
            <a:prstGeom prst="ellipse">
              <a:avLst/>
            </a:prstGeom>
            <a:gradFill>
              <a:gsLst>
                <a:gs pos="0">
                  <a:srgbClr val="FEFFFA">
                    <a:alpha val="32968"/>
                  </a:srgbClr>
                </a:gs>
                <a:gs pos="14286">
                  <a:srgbClr val="FEFFFA">
                    <a:alpha val="30764"/>
                  </a:srgbClr>
                </a:gs>
                <a:gs pos="28571">
                  <a:srgbClr val="FEFFFA">
                    <a:alpha val="24833"/>
                  </a:srgbClr>
                </a:gs>
                <a:gs pos="42857">
                  <a:srgbClr val="FEFFFA">
                    <a:alpha val="17075"/>
                  </a:srgbClr>
                </a:gs>
                <a:gs pos="57143">
                  <a:srgbClr val="FEFFFA">
                    <a:alpha val="9855"/>
                  </a:srgbClr>
                </a:gs>
                <a:gs pos="71429">
                  <a:srgbClr val="FEFFFA">
                    <a:alpha val="4740"/>
                  </a:srgbClr>
                </a:gs>
                <a:gs pos="85714">
                  <a:srgbClr val="FEFFFA">
                    <a:alpha val="1902"/>
                  </a:srgbClr>
                </a:gs>
                <a:gs pos="100000">
                  <a:srgbClr val="FEFFFA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899" name="Splat 899"/>
            <p:cNvSpPr>
              <a:spLocks noGrp="1"/>
            </p:cNvSpPr>
            <p:nvPr/>
          </p:nvSpPr>
          <p:spPr>
            <a:xfrm rot="5921550">
              <a:off x="2194260" y="3282876"/>
              <a:ext cx="381161" cy="44840"/>
            </a:xfrm>
            <a:prstGeom prst="ellipse">
              <a:avLst/>
            </a:prstGeom>
            <a:gradFill>
              <a:gsLst>
                <a:gs pos="0">
                  <a:srgbClr val="FFD37A">
                    <a:alpha val="18853"/>
                  </a:srgbClr>
                </a:gs>
                <a:gs pos="14286">
                  <a:srgbClr val="FFD37A">
                    <a:alpha val="17471"/>
                  </a:srgbClr>
                </a:gs>
                <a:gs pos="28571">
                  <a:srgbClr val="FFD37A">
                    <a:alpha val="13851"/>
                  </a:srgbClr>
                </a:gs>
                <a:gs pos="42857">
                  <a:srgbClr val="FFD37A">
                    <a:alpha val="9316"/>
                  </a:srgbClr>
                </a:gs>
                <a:gs pos="57143">
                  <a:srgbClr val="FFD37A">
                    <a:alpha val="5274"/>
                  </a:srgbClr>
                </a:gs>
                <a:gs pos="71429">
                  <a:srgbClr val="FFD37A">
                    <a:alpha val="2505"/>
                  </a:srgbClr>
                </a:gs>
                <a:gs pos="85714">
                  <a:srgbClr val="FFD37A">
                    <a:alpha val="998"/>
                  </a:srgbClr>
                </a:gs>
                <a:gs pos="100000">
                  <a:srgbClr val="FFD37A">
                    <a:alpha val="334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900" name="Splat 900"/>
            <p:cNvSpPr>
              <a:spLocks noGrp="1"/>
            </p:cNvSpPr>
            <p:nvPr/>
          </p:nvSpPr>
          <p:spPr>
            <a:xfrm rot="4385052">
              <a:off x="640799" y="51513"/>
              <a:ext cx="362091" cy="80690"/>
            </a:xfrm>
            <a:prstGeom prst="ellipse">
              <a:avLst/>
            </a:prstGeom>
            <a:gradFill>
              <a:gsLst>
                <a:gs pos="0">
                  <a:srgbClr val="FFEDBB">
                    <a:alpha val="32968"/>
                  </a:srgbClr>
                </a:gs>
                <a:gs pos="14286">
                  <a:srgbClr val="FFEDBB">
                    <a:alpha val="30764"/>
                  </a:srgbClr>
                </a:gs>
                <a:gs pos="28571">
                  <a:srgbClr val="FFEDBB">
                    <a:alpha val="24833"/>
                  </a:srgbClr>
                </a:gs>
                <a:gs pos="42857">
                  <a:srgbClr val="FFEDBB">
                    <a:alpha val="17075"/>
                  </a:srgbClr>
                </a:gs>
                <a:gs pos="57143">
                  <a:srgbClr val="FFEDBB">
                    <a:alpha val="9855"/>
                  </a:srgbClr>
                </a:gs>
                <a:gs pos="71429">
                  <a:srgbClr val="FFEDBB">
                    <a:alpha val="4740"/>
                  </a:srgbClr>
                </a:gs>
                <a:gs pos="85714">
                  <a:srgbClr val="FFEDBB">
                    <a:alpha val="1902"/>
                  </a:srgbClr>
                </a:gs>
                <a:gs pos="100000">
                  <a:srgbClr val="FFEDBB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901" name="Splat 901"/>
            <p:cNvSpPr>
              <a:spLocks noGrp="1"/>
            </p:cNvSpPr>
            <p:nvPr/>
          </p:nvSpPr>
          <p:spPr>
            <a:xfrm rot="7242133">
              <a:off x="605036" y="1512532"/>
              <a:ext cx="333788" cy="202784"/>
            </a:xfrm>
            <a:prstGeom prst="ellipse">
              <a:avLst/>
            </a:prstGeom>
            <a:gradFill>
              <a:gsLst>
                <a:gs pos="0">
                  <a:srgbClr val="3A004C">
                    <a:alpha val="32968"/>
                  </a:srgbClr>
                </a:gs>
                <a:gs pos="14286">
                  <a:srgbClr val="3A004C">
                    <a:alpha val="30764"/>
                  </a:srgbClr>
                </a:gs>
                <a:gs pos="28571">
                  <a:srgbClr val="3A004C">
                    <a:alpha val="24833"/>
                  </a:srgbClr>
                </a:gs>
                <a:gs pos="42857">
                  <a:srgbClr val="3A004C">
                    <a:alpha val="17075"/>
                  </a:srgbClr>
                </a:gs>
                <a:gs pos="57143">
                  <a:srgbClr val="3A004C">
                    <a:alpha val="9855"/>
                  </a:srgbClr>
                </a:gs>
                <a:gs pos="71429">
                  <a:srgbClr val="3A004C">
                    <a:alpha val="4740"/>
                  </a:srgbClr>
                </a:gs>
                <a:gs pos="85714">
                  <a:srgbClr val="3A004C">
                    <a:alpha val="1902"/>
                  </a:srgbClr>
                </a:gs>
                <a:gs pos="100000">
                  <a:srgbClr val="3A004C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902" name="Splat 902"/>
            <p:cNvSpPr>
              <a:spLocks noGrp="1"/>
            </p:cNvSpPr>
            <p:nvPr/>
          </p:nvSpPr>
          <p:spPr>
            <a:xfrm rot="5808539">
              <a:off x="576984" y="1139192"/>
              <a:ext cx="532239" cy="101060"/>
            </a:xfrm>
            <a:prstGeom prst="ellipse">
              <a:avLst/>
            </a:prstGeom>
            <a:gradFill>
              <a:gsLst>
                <a:gs pos="0">
                  <a:srgbClr val="F5FFFF">
                    <a:alpha val="32968"/>
                  </a:srgbClr>
                </a:gs>
                <a:gs pos="14286">
                  <a:srgbClr val="F5FFFF">
                    <a:alpha val="30764"/>
                  </a:srgbClr>
                </a:gs>
                <a:gs pos="28571">
                  <a:srgbClr val="F5FFFF">
                    <a:alpha val="24833"/>
                  </a:srgbClr>
                </a:gs>
                <a:gs pos="42857">
                  <a:srgbClr val="F5FFFF">
                    <a:alpha val="17075"/>
                  </a:srgbClr>
                </a:gs>
                <a:gs pos="57143">
                  <a:srgbClr val="F5FFFF">
                    <a:alpha val="9855"/>
                  </a:srgbClr>
                </a:gs>
                <a:gs pos="71429">
                  <a:srgbClr val="F5FFFF">
                    <a:alpha val="4740"/>
                  </a:srgbClr>
                </a:gs>
                <a:gs pos="85714">
                  <a:srgbClr val="F5FFFF">
                    <a:alpha val="1902"/>
                  </a:srgbClr>
                </a:gs>
                <a:gs pos="100000">
                  <a:srgbClr val="F5FFFF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903" name="Splat 903"/>
            <p:cNvSpPr>
              <a:spLocks noGrp="1"/>
            </p:cNvSpPr>
            <p:nvPr/>
          </p:nvSpPr>
          <p:spPr>
            <a:xfrm rot="3879847">
              <a:off x="2929999" y="396509"/>
              <a:ext cx="426710" cy="113572"/>
            </a:xfrm>
            <a:prstGeom prst="ellipse">
              <a:avLst/>
            </a:prstGeom>
            <a:gradFill>
              <a:gsLst>
                <a:gs pos="0">
                  <a:srgbClr val="DF9F00">
                    <a:alpha val="32968"/>
                  </a:srgbClr>
                </a:gs>
                <a:gs pos="14286">
                  <a:srgbClr val="DF9F00">
                    <a:alpha val="30764"/>
                  </a:srgbClr>
                </a:gs>
                <a:gs pos="28571">
                  <a:srgbClr val="DF9F00">
                    <a:alpha val="24833"/>
                  </a:srgbClr>
                </a:gs>
                <a:gs pos="42857">
                  <a:srgbClr val="DF9F00">
                    <a:alpha val="17075"/>
                  </a:srgbClr>
                </a:gs>
                <a:gs pos="57143">
                  <a:srgbClr val="DF9F00">
                    <a:alpha val="9855"/>
                  </a:srgbClr>
                </a:gs>
                <a:gs pos="71429">
                  <a:srgbClr val="DF9F00">
                    <a:alpha val="4740"/>
                  </a:srgbClr>
                </a:gs>
                <a:gs pos="85714">
                  <a:srgbClr val="DF9F00">
                    <a:alpha val="1902"/>
                  </a:srgbClr>
                </a:gs>
                <a:gs pos="100000">
                  <a:srgbClr val="DF9F00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904" name="Splat 904"/>
            <p:cNvSpPr>
              <a:spLocks noGrp="1"/>
            </p:cNvSpPr>
            <p:nvPr/>
          </p:nvSpPr>
          <p:spPr>
            <a:xfrm rot="-8627304">
              <a:off x="2281694" y="1895400"/>
              <a:ext cx="213897" cy="87876"/>
            </a:xfrm>
            <a:prstGeom prst="ellipse">
              <a:avLst/>
            </a:prstGeom>
            <a:gradFill>
              <a:gsLst>
                <a:gs pos="0">
                  <a:srgbClr val="4869E5">
                    <a:alpha val="30883"/>
                  </a:srgbClr>
                </a:gs>
                <a:gs pos="14286">
                  <a:srgbClr val="4869E5">
                    <a:alpha val="28787"/>
                  </a:srgbClr>
                </a:gs>
                <a:gs pos="28571">
                  <a:srgbClr val="4869E5">
                    <a:alpha val="23172"/>
                  </a:srgbClr>
                </a:gs>
                <a:gs pos="42857">
                  <a:srgbClr val="4869E5">
                    <a:alpha val="15878"/>
                  </a:srgbClr>
                </a:gs>
                <a:gs pos="57143">
                  <a:srgbClr val="4869E5">
                    <a:alpha val="9136"/>
                  </a:srgbClr>
                </a:gs>
                <a:gs pos="71429">
                  <a:srgbClr val="4869E5">
                    <a:alpha val="4385"/>
                  </a:srgbClr>
                </a:gs>
                <a:gs pos="85714">
                  <a:srgbClr val="4869E5">
                    <a:alpha val="1758"/>
                  </a:srgbClr>
                </a:gs>
                <a:gs pos="100000">
                  <a:srgbClr val="4869E5">
                    <a:alpha val="591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905" name="Splat 905"/>
            <p:cNvSpPr>
              <a:spLocks noGrp="1"/>
            </p:cNvSpPr>
            <p:nvPr/>
          </p:nvSpPr>
          <p:spPr>
            <a:xfrm rot="-8500934">
              <a:off x="477092" y="1682715"/>
              <a:ext cx="489248" cy="346648"/>
            </a:xfrm>
            <a:prstGeom prst="ellipse">
              <a:avLst/>
            </a:prstGeom>
            <a:gradFill>
              <a:gsLst>
                <a:gs pos="0">
                  <a:srgbClr val="A4FFB9">
                    <a:alpha val="2610"/>
                  </a:srgbClr>
                </a:gs>
                <a:gs pos="14286">
                  <a:srgbClr val="A4FFB9">
                    <a:alpha val="2401"/>
                  </a:srgbClr>
                </a:gs>
                <a:gs pos="28571">
                  <a:srgbClr val="A4FFB9">
                    <a:alpha val="1870"/>
                  </a:srgbClr>
                </a:gs>
                <a:gs pos="42857">
                  <a:srgbClr val="A4FFB9">
                    <a:alpha val="1230"/>
                  </a:srgbClr>
                </a:gs>
                <a:gs pos="57143">
                  <a:srgbClr val="A4FFB9">
                    <a:alpha val="684"/>
                  </a:srgbClr>
                </a:gs>
                <a:gs pos="71429">
                  <a:srgbClr val="A4FFB9">
                    <a:alpha val="321"/>
                  </a:srgbClr>
                </a:gs>
                <a:gs pos="85714">
                  <a:srgbClr val="A4FFB9">
                    <a:alpha val="127"/>
                  </a:srgbClr>
                </a:gs>
                <a:gs pos="100000">
                  <a:srgbClr val="A4FFB9">
                    <a:alpha val="42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906" name="Splat 906"/>
            <p:cNvSpPr>
              <a:spLocks noGrp="1"/>
            </p:cNvSpPr>
            <p:nvPr/>
          </p:nvSpPr>
          <p:spPr>
            <a:xfrm rot="9565829">
              <a:off x="2405643" y="1109636"/>
              <a:ext cx="715885" cy="139999"/>
            </a:xfrm>
            <a:prstGeom prst="ellipse">
              <a:avLst/>
            </a:prstGeom>
            <a:gradFill>
              <a:gsLst>
                <a:gs pos="0">
                  <a:srgbClr val="671C00">
                    <a:alpha val="30285"/>
                  </a:srgbClr>
                </a:gs>
                <a:gs pos="14286">
                  <a:srgbClr val="671C00">
                    <a:alpha val="28221"/>
                  </a:srgbClr>
                </a:gs>
                <a:gs pos="28571">
                  <a:srgbClr val="671C00">
                    <a:alpha val="22698"/>
                  </a:srgbClr>
                </a:gs>
                <a:gs pos="42857">
                  <a:srgbClr val="671C00">
                    <a:alpha val="15538"/>
                  </a:srgbClr>
                </a:gs>
                <a:gs pos="57143">
                  <a:srgbClr val="671C00">
                    <a:alpha val="8933"/>
                  </a:srgbClr>
                </a:gs>
                <a:gs pos="71429">
                  <a:srgbClr val="671C00">
                    <a:alpha val="4285"/>
                  </a:srgbClr>
                </a:gs>
                <a:gs pos="85714">
                  <a:srgbClr val="671C00">
                    <a:alpha val="1717"/>
                  </a:srgbClr>
                </a:gs>
                <a:gs pos="100000">
                  <a:srgbClr val="671C00">
                    <a:alpha val="577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907" name="Splat 907"/>
            <p:cNvSpPr>
              <a:spLocks noGrp="1"/>
            </p:cNvSpPr>
            <p:nvPr/>
          </p:nvSpPr>
          <p:spPr>
            <a:xfrm rot="-8643414">
              <a:off x="994800" y="1242284"/>
              <a:ext cx="599716" cy="132433"/>
            </a:xfrm>
            <a:prstGeom prst="ellipse">
              <a:avLst/>
            </a:prstGeom>
            <a:gradFill>
              <a:gsLst>
                <a:gs pos="0">
                  <a:srgbClr val="640300">
                    <a:alpha val="32968"/>
                  </a:srgbClr>
                </a:gs>
                <a:gs pos="14286">
                  <a:srgbClr val="640300">
                    <a:alpha val="30764"/>
                  </a:srgbClr>
                </a:gs>
                <a:gs pos="28571">
                  <a:srgbClr val="640300">
                    <a:alpha val="24833"/>
                  </a:srgbClr>
                </a:gs>
                <a:gs pos="42857">
                  <a:srgbClr val="640300">
                    <a:alpha val="17075"/>
                  </a:srgbClr>
                </a:gs>
                <a:gs pos="57143">
                  <a:srgbClr val="640300">
                    <a:alpha val="9855"/>
                  </a:srgbClr>
                </a:gs>
                <a:gs pos="71429">
                  <a:srgbClr val="640300">
                    <a:alpha val="4740"/>
                  </a:srgbClr>
                </a:gs>
                <a:gs pos="85714">
                  <a:srgbClr val="640300">
                    <a:alpha val="1902"/>
                  </a:srgbClr>
                </a:gs>
                <a:gs pos="100000">
                  <a:srgbClr val="640300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908" name="Splat 908"/>
            <p:cNvSpPr>
              <a:spLocks noGrp="1"/>
            </p:cNvSpPr>
            <p:nvPr/>
          </p:nvSpPr>
          <p:spPr>
            <a:xfrm rot="-8110021">
              <a:off x="1951415" y="-77456"/>
              <a:ext cx="650209" cy="178403"/>
            </a:xfrm>
            <a:prstGeom prst="ellipse">
              <a:avLst/>
            </a:prstGeom>
            <a:gradFill>
              <a:gsLst>
                <a:gs pos="0">
                  <a:srgbClr val="251D00">
                    <a:alpha val="32968"/>
                  </a:srgbClr>
                </a:gs>
                <a:gs pos="14286">
                  <a:srgbClr val="251D00">
                    <a:alpha val="30764"/>
                  </a:srgbClr>
                </a:gs>
                <a:gs pos="28571">
                  <a:srgbClr val="251D00">
                    <a:alpha val="24833"/>
                  </a:srgbClr>
                </a:gs>
                <a:gs pos="42857">
                  <a:srgbClr val="251D00">
                    <a:alpha val="17075"/>
                  </a:srgbClr>
                </a:gs>
                <a:gs pos="57143">
                  <a:srgbClr val="251D00">
                    <a:alpha val="9855"/>
                  </a:srgbClr>
                </a:gs>
                <a:gs pos="71429">
                  <a:srgbClr val="251D00">
                    <a:alpha val="4740"/>
                  </a:srgbClr>
                </a:gs>
                <a:gs pos="85714">
                  <a:srgbClr val="251D00">
                    <a:alpha val="1902"/>
                  </a:srgbClr>
                </a:gs>
                <a:gs pos="100000">
                  <a:srgbClr val="251D00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909" name="Splat 909"/>
            <p:cNvSpPr>
              <a:spLocks noGrp="1"/>
            </p:cNvSpPr>
            <p:nvPr/>
          </p:nvSpPr>
          <p:spPr>
            <a:xfrm rot="7724999">
              <a:off x="2904828" y="2500163"/>
              <a:ext cx="538660" cy="96316"/>
            </a:xfrm>
            <a:prstGeom prst="ellipse">
              <a:avLst/>
            </a:prstGeom>
            <a:gradFill>
              <a:gsLst>
                <a:gs pos="0">
                  <a:srgbClr val="EEEDE2">
                    <a:alpha val="27084"/>
                  </a:srgbClr>
                </a:gs>
                <a:gs pos="14286">
                  <a:srgbClr val="EEEDE2">
                    <a:alpha val="25197"/>
                  </a:srgbClr>
                </a:gs>
                <a:gs pos="28571">
                  <a:srgbClr val="EEEDE2">
                    <a:alpha val="20181"/>
                  </a:srgbClr>
                </a:gs>
                <a:gs pos="42857">
                  <a:srgbClr val="EEEDE2">
                    <a:alpha val="13744"/>
                  </a:srgbClr>
                </a:gs>
                <a:gs pos="57143">
                  <a:srgbClr val="EEEDE2">
                    <a:alpha val="7866"/>
                  </a:srgbClr>
                </a:gs>
                <a:gs pos="71429">
                  <a:srgbClr val="EEEDE2">
                    <a:alpha val="3762"/>
                  </a:srgbClr>
                </a:gs>
                <a:gs pos="85714">
                  <a:srgbClr val="EEEDE2">
                    <a:alpha val="1505"/>
                  </a:srgbClr>
                </a:gs>
                <a:gs pos="100000">
                  <a:srgbClr val="EEEDE2">
                    <a:alpha val="505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910" name="Splat 910"/>
            <p:cNvSpPr>
              <a:spLocks noGrp="1"/>
            </p:cNvSpPr>
            <p:nvPr/>
          </p:nvSpPr>
          <p:spPr>
            <a:xfrm rot="4008597">
              <a:off x="1442547" y="315132"/>
              <a:ext cx="717605" cy="52121"/>
            </a:xfrm>
            <a:prstGeom prst="ellipse">
              <a:avLst/>
            </a:prstGeom>
            <a:gradFill>
              <a:gsLst>
                <a:gs pos="0">
                  <a:srgbClr val="FFE6BC">
                    <a:alpha val="16345"/>
                  </a:srgbClr>
                </a:gs>
                <a:gs pos="14286">
                  <a:srgbClr val="FFE6BC">
                    <a:alpha val="15129"/>
                  </a:srgbClr>
                </a:gs>
                <a:gs pos="28571">
                  <a:srgbClr val="FFE6BC">
                    <a:alpha val="11959"/>
                  </a:srgbClr>
                </a:gs>
                <a:gs pos="42857">
                  <a:srgbClr val="FFE6BC">
                    <a:alpha val="8015"/>
                  </a:srgbClr>
                </a:gs>
                <a:gs pos="57143">
                  <a:srgbClr val="FFE6BC">
                    <a:alpha val="4523"/>
                  </a:srgbClr>
                </a:gs>
                <a:gs pos="71429">
                  <a:srgbClr val="FFE6BC">
                    <a:alpha val="2143"/>
                  </a:srgbClr>
                </a:gs>
                <a:gs pos="85714">
                  <a:srgbClr val="FFE6BC">
                    <a:alpha val="853"/>
                  </a:srgbClr>
                </a:gs>
                <a:gs pos="100000">
                  <a:srgbClr val="FFE6BC">
                    <a:alpha val="286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911" name="Splat 911"/>
            <p:cNvSpPr>
              <a:spLocks noGrp="1"/>
            </p:cNvSpPr>
            <p:nvPr/>
          </p:nvSpPr>
          <p:spPr>
            <a:xfrm rot="4288607">
              <a:off x="2484717" y="1233721"/>
              <a:ext cx="400606" cy="55816"/>
            </a:xfrm>
            <a:prstGeom prst="ellipse">
              <a:avLst/>
            </a:prstGeom>
            <a:gradFill>
              <a:gsLst>
                <a:gs pos="0">
                  <a:srgbClr val="FFF5E6">
                    <a:alpha val="32968"/>
                  </a:srgbClr>
                </a:gs>
                <a:gs pos="14286">
                  <a:srgbClr val="FFF5E6">
                    <a:alpha val="30764"/>
                  </a:srgbClr>
                </a:gs>
                <a:gs pos="28571">
                  <a:srgbClr val="FFF5E6">
                    <a:alpha val="24833"/>
                  </a:srgbClr>
                </a:gs>
                <a:gs pos="42857">
                  <a:srgbClr val="FFF5E6">
                    <a:alpha val="17075"/>
                  </a:srgbClr>
                </a:gs>
                <a:gs pos="57143">
                  <a:srgbClr val="FFF5E6">
                    <a:alpha val="9855"/>
                  </a:srgbClr>
                </a:gs>
                <a:gs pos="71429">
                  <a:srgbClr val="FFF5E6">
                    <a:alpha val="4740"/>
                  </a:srgbClr>
                </a:gs>
                <a:gs pos="85714">
                  <a:srgbClr val="FFF5E6">
                    <a:alpha val="1902"/>
                  </a:srgbClr>
                </a:gs>
                <a:gs pos="100000">
                  <a:srgbClr val="FFF5E6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912" name="Splat 912"/>
            <p:cNvSpPr>
              <a:spLocks noGrp="1"/>
            </p:cNvSpPr>
            <p:nvPr/>
          </p:nvSpPr>
          <p:spPr>
            <a:xfrm rot="7547805">
              <a:off x="1006640" y="1195892"/>
              <a:ext cx="640237" cy="217167"/>
            </a:xfrm>
            <a:prstGeom prst="ellipse">
              <a:avLst/>
            </a:prstGeom>
            <a:gradFill>
              <a:gsLst>
                <a:gs pos="0">
                  <a:srgbClr val="4A0000">
                    <a:alpha val="32968"/>
                  </a:srgbClr>
                </a:gs>
                <a:gs pos="14286">
                  <a:srgbClr val="4A0000">
                    <a:alpha val="30764"/>
                  </a:srgbClr>
                </a:gs>
                <a:gs pos="28571">
                  <a:srgbClr val="4A0000">
                    <a:alpha val="24833"/>
                  </a:srgbClr>
                </a:gs>
                <a:gs pos="42857">
                  <a:srgbClr val="4A0000">
                    <a:alpha val="17075"/>
                  </a:srgbClr>
                </a:gs>
                <a:gs pos="57143">
                  <a:srgbClr val="4A0000">
                    <a:alpha val="9855"/>
                  </a:srgbClr>
                </a:gs>
                <a:gs pos="71429">
                  <a:srgbClr val="4A0000">
                    <a:alpha val="4740"/>
                  </a:srgbClr>
                </a:gs>
                <a:gs pos="85714">
                  <a:srgbClr val="4A0000">
                    <a:alpha val="1902"/>
                  </a:srgbClr>
                </a:gs>
                <a:gs pos="100000">
                  <a:srgbClr val="4A0000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913" name="Splat 913"/>
            <p:cNvSpPr>
              <a:spLocks noGrp="1"/>
            </p:cNvSpPr>
            <p:nvPr/>
          </p:nvSpPr>
          <p:spPr>
            <a:xfrm rot="-9720629">
              <a:off x="2925744" y="2444705"/>
              <a:ext cx="312503" cy="178430"/>
            </a:xfrm>
            <a:prstGeom prst="ellipse">
              <a:avLst/>
            </a:prstGeom>
            <a:gradFill>
              <a:gsLst>
                <a:gs pos="0">
                  <a:srgbClr val="FFFDF3">
                    <a:alpha val="32968"/>
                  </a:srgbClr>
                </a:gs>
                <a:gs pos="14286">
                  <a:srgbClr val="FFFDF3">
                    <a:alpha val="30764"/>
                  </a:srgbClr>
                </a:gs>
                <a:gs pos="28571">
                  <a:srgbClr val="FFFDF3">
                    <a:alpha val="24833"/>
                  </a:srgbClr>
                </a:gs>
                <a:gs pos="42857">
                  <a:srgbClr val="FFFDF3">
                    <a:alpha val="17075"/>
                  </a:srgbClr>
                </a:gs>
                <a:gs pos="57143">
                  <a:srgbClr val="FFFDF3">
                    <a:alpha val="9855"/>
                  </a:srgbClr>
                </a:gs>
                <a:gs pos="71429">
                  <a:srgbClr val="FFFDF3">
                    <a:alpha val="4740"/>
                  </a:srgbClr>
                </a:gs>
                <a:gs pos="85714">
                  <a:srgbClr val="FFFDF3">
                    <a:alpha val="1902"/>
                  </a:srgbClr>
                </a:gs>
                <a:gs pos="100000">
                  <a:srgbClr val="FFFDF3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914" name="Splat 914"/>
            <p:cNvSpPr>
              <a:spLocks noGrp="1"/>
            </p:cNvSpPr>
            <p:nvPr/>
          </p:nvSpPr>
          <p:spPr>
            <a:xfrm rot="3466627">
              <a:off x="218556" y="711690"/>
              <a:ext cx="585136" cy="86928"/>
            </a:xfrm>
            <a:prstGeom prst="ellipse">
              <a:avLst/>
            </a:prstGeom>
            <a:gradFill>
              <a:gsLst>
                <a:gs pos="0">
                  <a:srgbClr val="00001E">
                    <a:alpha val="32968"/>
                  </a:srgbClr>
                </a:gs>
                <a:gs pos="14286">
                  <a:srgbClr val="00001E">
                    <a:alpha val="30764"/>
                  </a:srgbClr>
                </a:gs>
                <a:gs pos="28571">
                  <a:srgbClr val="00001E">
                    <a:alpha val="24833"/>
                  </a:srgbClr>
                </a:gs>
                <a:gs pos="42857">
                  <a:srgbClr val="00001E">
                    <a:alpha val="17075"/>
                  </a:srgbClr>
                </a:gs>
                <a:gs pos="57143">
                  <a:srgbClr val="00001E">
                    <a:alpha val="9855"/>
                  </a:srgbClr>
                </a:gs>
                <a:gs pos="71429">
                  <a:srgbClr val="00001E">
                    <a:alpha val="4740"/>
                  </a:srgbClr>
                </a:gs>
                <a:gs pos="85714">
                  <a:srgbClr val="00001E">
                    <a:alpha val="1902"/>
                  </a:srgbClr>
                </a:gs>
                <a:gs pos="100000">
                  <a:srgbClr val="00001E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915" name="Splat 915"/>
            <p:cNvSpPr>
              <a:spLocks noGrp="1"/>
            </p:cNvSpPr>
            <p:nvPr/>
          </p:nvSpPr>
          <p:spPr>
            <a:xfrm rot="3825625">
              <a:off x="2441903" y="1734235"/>
              <a:ext cx="827529" cy="60432"/>
            </a:xfrm>
            <a:prstGeom prst="ellipse">
              <a:avLst/>
            </a:prstGeom>
            <a:gradFill>
              <a:gsLst>
                <a:gs pos="0">
                  <a:srgbClr val="5B0000">
                    <a:alpha val="32968"/>
                  </a:srgbClr>
                </a:gs>
                <a:gs pos="14286">
                  <a:srgbClr val="5B0000">
                    <a:alpha val="30764"/>
                  </a:srgbClr>
                </a:gs>
                <a:gs pos="28571">
                  <a:srgbClr val="5B0000">
                    <a:alpha val="24833"/>
                  </a:srgbClr>
                </a:gs>
                <a:gs pos="42857">
                  <a:srgbClr val="5B0000">
                    <a:alpha val="17075"/>
                  </a:srgbClr>
                </a:gs>
                <a:gs pos="57143">
                  <a:srgbClr val="5B0000">
                    <a:alpha val="9855"/>
                  </a:srgbClr>
                </a:gs>
                <a:gs pos="71429">
                  <a:srgbClr val="5B0000">
                    <a:alpha val="4740"/>
                  </a:srgbClr>
                </a:gs>
                <a:gs pos="85714">
                  <a:srgbClr val="5B0000">
                    <a:alpha val="1902"/>
                  </a:srgbClr>
                </a:gs>
                <a:gs pos="100000">
                  <a:srgbClr val="5B0000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916" name="Splat 916"/>
            <p:cNvSpPr>
              <a:spLocks noGrp="1"/>
            </p:cNvSpPr>
            <p:nvPr/>
          </p:nvSpPr>
          <p:spPr>
            <a:xfrm rot="-8152350">
              <a:off x="1572067" y="2982972"/>
              <a:ext cx="579726" cy="103225"/>
            </a:xfrm>
            <a:prstGeom prst="ellipse">
              <a:avLst/>
            </a:prstGeom>
            <a:gradFill>
              <a:gsLst>
                <a:gs pos="0">
                  <a:srgbClr val="755C00">
                    <a:alpha val="27482"/>
                  </a:srgbClr>
                </a:gs>
                <a:gs pos="14286">
                  <a:srgbClr val="755C00">
                    <a:alpha val="25572"/>
                  </a:srgbClr>
                </a:gs>
                <a:gs pos="28571">
                  <a:srgbClr val="755C00">
                    <a:alpha val="20492"/>
                  </a:srgbClr>
                </a:gs>
                <a:gs pos="42857">
                  <a:srgbClr val="755C00">
                    <a:alpha val="13965"/>
                  </a:srgbClr>
                </a:gs>
                <a:gs pos="57143">
                  <a:srgbClr val="755C00">
                    <a:alpha val="7997"/>
                  </a:srgbClr>
                </a:gs>
                <a:gs pos="71429">
                  <a:srgbClr val="755C00">
                    <a:alpha val="3826"/>
                  </a:srgbClr>
                </a:gs>
                <a:gs pos="85714">
                  <a:srgbClr val="755C00">
                    <a:alpha val="1531"/>
                  </a:srgbClr>
                </a:gs>
                <a:gs pos="100000">
                  <a:srgbClr val="755C00">
                    <a:alpha val="514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917" name="Splat 917"/>
            <p:cNvSpPr>
              <a:spLocks noGrp="1"/>
            </p:cNvSpPr>
            <p:nvPr/>
          </p:nvSpPr>
          <p:spPr>
            <a:xfrm rot="4633621">
              <a:off x="413262" y="2708766"/>
              <a:ext cx="357961" cy="357151"/>
            </a:xfrm>
            <a:prstGeom prst="ellipse">
              <a:avLst/>
            </a:prstGeom>
            <a:gradFill>
              <a:gsLst>
                <a:gs pos="0">
                  <a:srgbClr val="C50000">
                    <a:alpha val="10961"/>
                  </a:srgbClr>
                </a:gs>
                <a:gs pos="14286">
                  <a:srgbClr val="C50000">
                    <a:alpha val="10121"/>
                  </a:srgbClr>
                </a:gs>
                <a:gs pos="28571">
                  <a:srgbClr val="C50000">
                    <a:alpha val="7951"/>
                  </a:srgbClr>
                </a:gs>
                <a:gs pos="42857">
                  <a:srgbClr val="C50000">
                    <a:alpha val="5289"/>
                  </a:srgbClr>
                </a:gs>
                <a:gs pos="57143">
                  <a:srgbClr val="C50000">
                    <a:alpha val="2966"/>
                  </a:srgbClr>
                </a:gs>
                <a:gs pos="71429">
                  <a:srgbClr val="C50000">
                    <a:alpha val="1400"/>
                  </a:srgbClr>
                </a:gs>
                <a:gs pos="85714">
                  <a:srgbClr val="C50000">
                    <a:alpha val="556"/>
                  </a:srgbClr>
                </a:gs>
                <a:gs pos="100000">
                  <a:srgbClr val="C50000">
                    <a:alpha val="186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918" name="Splat 918"/>
            <p:cNvSpPr>
              <a:spLocks noGrp="1"/>
            </p:cNvSpPr>
            <p:nvPr/>
          </p:nvSpPr>
          <p:spPr>
            <a:xfrm rot="-10384563">
              <a:off x="539151" y="1838405"/>
              <a:ext cx="277212" cy="195934"/>
            </a:xfrm>
            <a:prstGeom prst="ellipse">
              <a:avLst/>
            </a:prstGeom>
            <a:gradFill>
              <a:gsLst>
                <a:gs pos="0">
                  <a:srgbClr val="895100">
                    <a:alpha val="32968"/>
                  </a:srgbClr>
                </a:gs>
                <a:gs pos="14286">
                  <a:srgbClr val="895100">
                    <a:alpha val="30764"/>
                  </a:srgbClr>
                </a:gs>
                <a:gs pos="28571">
                  <a:srgbClr val="895100">
                    <a:alpha val="24833"/>
                  </a:srgbClr>
                </a:gs>
                <a:gs pos="42857">
                  <a:srgbClr val="895100">
                    <a:alpha val="17075"/>
                  </a:srgbClr>
                </a:gs>
                <a:gs pos="57143">
                  <a:srgbClr val="895100">
                    <a:alpha val="9855"/>
                  </a:srgbClr>
                </a:gs>
                <a:gs pos="71429">
                  <a:srgbClr val="895100">
                    <a:alpha val="4740"/>
                  </a:srgbClr>
                </a:gs>
                <a:gs pos="85714">
                  <a:srgbClr val="895100">
                    <a:alpha val="1902"/>
                  </a:srgbClr>
                </a:gs>
                <a:gs pos="100000">
                  <a:srgbClr val="895100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919" name="Splat 919"/>
            <p:cNvSpPr>
              <a:spLocks noGrp="1"/>
            </p:cNvSpPr>
            <p:nvPr/>
          </p:nvSpPr>
          <p:spPr>
            <a:xfrm rot="-8908757">
              <a:off x="2395392" y="2026408"/>
              <a:ext cx="697052" cy="178382"/>
            </a:xfrm>
            <a:prstGeom prst="ellipse">
              <a:avLst/>
            </a:prstGeom>
            <a:gradFill>
              <a:gsLst>
                <a:gs pos="0">
                  <a:srgbClr val="FBFFFF">
                    <a:alpha val="32968"/>
                  </a:srgbClr>
                </a:gs>
                <a:gs pos="14286">
                  <a:srgbClr val="FBFFFF">
                    <a:alpha val="30764"/>
                  </a:srgbClr>
                </a:gs>
                <a:gs pos="28571">
                  <a:srgbClr val="FBFFFF">
                    <a:alpha val="24833"/>
                  </a:srgbClr>
                </a:gs>
                <a:gs pos="42857">
                  <a:srgbClr val="FBFFFF">
                    <a:alpha val="17075"/>
                  </a:srgbClr>
                </a:gs>
                <a:gs pos="57143">
                  <a:srgbClr val="FBFFFF">
                    <a:alpha val="9855"/>
                  </a:srgbClr>
                </a:gs>
                <a:gs pos="71429">
                  <a:srgbClr val="FBFFFF">
                    <a:alpha val="4740"/>
                  </a:srgbClr>
                </a:gs>
                <a:gs pos="85714">
                  <a:srgbClr val="FBFFFF">
                    <a:alpha val="1902"/>
                  </a:srgbClr>
                </a:gs>
                <a:gs pos="100000">
                  <a:srgbClr val="FBFFFF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920" name="Splat 920"/>
            <p:cNvSpPr>
              <a:spLocks noGrp="1"/>
            </p:cNvSpPr>
            <p:nvPr/>
          </p:nvSpPr>
          <p:spPr>
            <a:xfrm rot="-8319175">
              <a:off x="410693" y="3031827"/>
              <a:ext cx="628349" cy="207898"/>
            </a:xfrm>
            <a:prstGeom prst="ellipse">
              <a:avLst/>
            </a:prstGeom>
            <a:gradFill>
              <a:gsLst>
                <a:gs pos="0">
                  <a:srgbClr val="DDA700">
                    <a:alpha val="27112"/>
                  </a:srgbClr>
                </a:gs>
                <a:gs pos="14286">
                  <a:srgbClr val="DDA700">
                    <a:alpha val="25224"/>
                  </a:srgbClr>
                </a:gs>
                <a:gs pos="28571">
                  <a:srgbClr val="DDA700">
                    <a:alpha val="20203"/>
                  </a:srgbClr>
                </a:gs>
                <a:gs pos="42857">
                  <a:srgbClr val="DDA700">
                    <a:alpha val="13760"/>
                  </a:srgbClr>
                </a:gs>
                <a:gs pos="57143">
                  <a:srgbClr val="DDA700">
                    <a:alpha val="7875"/>
                  </a:srgbClr>
                </a:gs>
                <a:gs pos="71429">
                  <a:srgbClr val="DDA700">
                    <a:alpha val="3767"/>
                  </a:srgbClr>
                </a:gs>
                <a:gs pos="85714">
                  <a:srgbClr val="DDA700">
                    <a:alpha val="1507"/>
                  </a:srgbClr>
                </a:gs>
                <a:gs pos="100000">
                  <a:srgbClr val="DDA700">
                    <a:alpha val="506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921" name="Splat 921"/>
            <p:cNvSpPr>
              <a:spLocks noGrp="1"/>
            </p:cNvSpPr>
            <p:nvPr/>
          </p:nvSpPr>
          <p:spPr>
            <a:xfrm rot="9265744">
              <a:off x="822954" y="1557897"/>
              <a:ext cx="371490" cy="334932"/>
            </a:xfrm>
            <a:prstGeom prst="ellipse">
              <a:avLst/>
            </a:prstGeom>
            <a:gradFill>
              <a:gsLst>
                <a:gs pos="0">
                  <a:srgbClr val="FFDF00">
                    <a:alpha val="3729"/>
                  </a:srgbClr>
                </a:gs>
                <a:gs pos="14286">
                  <a:srgbClr val="FFDF00">
                    <a:alpha val="3432"/>
                  </a:srgbClr>
                </a:gs>
                <a:gs pos="28571">
                  <a:srgbClr val="FFDF00">
                    <a:alpha val="2675"/>
                  </a:srgbClr>
                </a:gs>
                <a:gs pos="42857">
                  <a:srgbClr val="FFDF00">
                    <a:alpha val="1763"/>
                  </a:srgbClr>
                </a:gs>
                <a:gs pos="57143">
                  <a:srgbClr val="FFDF00">
                    <a:alpha val="981"/>
                  </a:srgbClr>
                </a:gs>
                <a:gs pos="71429">
                  <a:srgbClr val="FFDF00">
                    <a:alpha val="460"/>
                  </a:srgbClr>
                </a:gs>
                <a:gs pos="85714">
                  <a:srgbClr val="FFDF00">
                    <a:alpha val="182"/>
                  </a:srgbClr>
                </a:gs>
                <a:gs pos="100000">
                  <a:srgbClr val="FFDF00">
                    <a:alpha val="61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922" name="Splat 922"/>
            <p:cNvSpPr>
              <a:spLocks noGrp="1"/>
            </p:cNvSpPr>
            <p:nvPr/>
          </p:nvSpPr>
          <p:spPr>
            <a:xfrm rot="4438228">
              <a:off x="826245" y="2643230"/>
              <a:ext cx="510214" cy="101271"/>
            </a:xfrm>
            <a:prstGeom prst="ellipse">
              <a:avLst/>
            </a:prstGeom>
            <a:gradFill>
              <a:gsLst>
                <a:gs pos="0">
                  <a:srgbClr val="DC9100">
                    <a:alpha val="24297"/>
                  </a:srgbClr>
                </a:gs>
                <a:gs pos="14286">
                  <a:srgbClr val="DC9100">
                    <a:alpha val="22573"/>
                  </a:srgbClr>
                </a:gs>
                <a:gs pos="28571">
                  <a:srgbClr val="DC9100">
                    <a:alpha val="18015"/>
                  </a:srgbClr>
                </a:gs>
                <a:gs pos="42857">
                  <a:srgbClr val="DC9100">
                    <a:alpha val="12216"/>
                  </a:srgbClr>
                </a:gs>
                <a:gs pos="57143">
                  <a:srgbClr val="DC9100">
                    <a:alpha val="6965"/>
                  </a:srgbClr>
                </a:gs>
                <a:gs pos="71429">
                  <a:srgbClr val="DC9100">
                    <a:alpha val="3323"/>
                  </a:srgbClr>
                </a:gs>
                <a:gs pos="85714">
                  <a:srgbClr val="DC9100">
                    <a:alpha val="1327"/>
                  </a:srgbClr>
                </a:gs>
                <a:gs pos="100000">
                  <a:srgbClr val="DC9100">
                    <a:alpha val="445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923" name="Splat 923"/>
            <p:cNvSpPr>
              <a:spLocks noGrp="1"/>
            </p:cNvSpPr>
            <p:nvPr/>
          </p:nvSpPr>
          <p:spPr>
            <a:xfrm rot="7206674">
              <a:off x="-260463" y="151670"/>
              <a:ext cx="665896" cy="152480"/>
            </a:xfrm>
            <a:prstGeom prst="ellipse">
              <a:avLst/>
            </a:prstGeom>
            <a:gradFill>
              <a:gsLst>
                <a:gs pos="0">
                  <a:srgbClr val="3B0000">
                    <a:alpha val="32968"/>
                  </a:srgbClr>
                </a:gs>
                <a:gs pos="14286">
                  <a:srgbClr val="3B0000">
                    <a:alpha val="30764"/>
                  </a:srgbClr>
                </a:gs>
                <a:gs pos="28571">
                  <a:srgbClr val="3B0000">
                    <a:alpha val="24833"/>
                  </a:srgbClr>
                </a:gs>
                <a:gs pos="42857">
                  <a:srgbClr val="3B0000">
                    <a:alpha val="17075"/>
                  </a:srgbClr>
                </a:gs>
                <a:gs pos="57143">
                  <a:srgbClr val="3B0000">
                    <a:alpha val="9855"/>
                  </a:srgbClr>
                </a:gs>
                <a:gs pos="71429">
                  <a:srgbClr val="3B0000">
                    <a:alpha val="4740"/>
                  </a:srgbClr>
                </a:gs>
                <a:gs pos="85714">
                  <a:srgbClr val="3B0000">
                    <a:alpha val="1902"/>
                  </a:srgbClr>
                </a:gs>
                <a:gs pos="100000">
                  <a:srgbClr val="3B0000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924" name="Splat 924"/>
            <p:cNvSpPr>
              <a:spLocks noGrp="1"/>
            </p:cNvSpPr>
            <p:nvPr/>
          </p:nvSpPr>
          <p:spPr>
            <a:xfrm rot="-9144110">
              <a:off x="982881" y="153956"/>
              <a:ext cx="710136" cy="77987"/>
            </a:xfrm>
            <a:prstGeom prst="ellipse">
              <a:avLst/>
            </a:prstGeom>
            <a:gradFill>
              <a:gsLst>
                <a:gs pos="0">
                  <a:srgbClr val="FFFFDD">
                    <a:alpha val="32968"/>
                  </a:srgbClr>
                </a:gs>
                <a:gs pos="14286">
                  <a:srgbClr val="FFFFDD">
                    <a:alpha val="30764"/>
                  </a:srgbClr>
                </a:gs>
                <a:gs pos="28571">
                  <a:srgbClr val="FFFFDD">
                    <a:alpha val="24833"/>
                  </a:srgbClr>
                </a:gs>
                <a:gs pos="42857">
                  <a:srgbClr val="FFFFDD">
                    <a:alpha val="17075"/>
                  </a:srgbClr>
                </a:gs>
                <a:gs pos="57143">
                  <a:srgbClr val="FFFFDD">
                    <a:alpha val="9855"/>
                  </a:srgbClr>
                </a:gs>
                <a:gs pos="71429">
                  <a:srgbClr val="FFFFDD">
                    <a:alpha val="4740"/>
                  </a:srgbClr>
                </a:gs>
                <a:gs pos="85714">
                  <a:srgbClr val="FFFFDD">
                    <a:alpha val="1902"/>
                  </a:srgbClr>
                </a:gs>
                <a:gs pos="100000">
                  <a:srgbClr val="FFFFDD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925" name="Splat 925"/>
            <p:cNvSpPr>
              <a:spLocks noGrp="1"/>
            </p:cNvSpPr>
            <p:nvPr/>
          </p:nvSpPr>
          <p:spPr>
            <a:xfrm rot="5910402">
              <a:off x="722277" y="3135993"/>
              <a:ext cx="760880" cy="46022"/>
            </a:xfrm>
            <a:prstGeom prst="ellipse">
              <a:avLst/>
            </a:prstGeom>
            <a:gradFill>
              <a:gsLst>
                <a:gs pos="0">
                  <a:srgbClr val="620400">
                    <a:alpha val="32968"/>
                  </a:srgbClr>
                </a:gs>
                <a:gs pos="14286">
                  <a:srgbClr val="620400">
                    <a:alpha val="30764"/>
                  </a:srgbClr>
                </a:gs>
                <a:gs pos="28571">
                  <a:srgbClr val="620400">
                    <a:alpha val="24833"/>
                  </a:srgbClr>
                </a:gs>
                <a:gs pos="42857">
                  <a:srgbClr val="620400">
                    <a:alpha val="17075"/>
                  </a:srgbClr>
                </a:gs>
                <a:gs pos="57143">
                  <a:srgbClr val="620400">
                    <a:alpha val="9855"/>
                  </a:srgbClr>
                </a:gs>
                <a:gs pos="71429">
                  <a:srgbClr val="620400">
                    <a:alpha val="4740"/>
                  </a:srgbClr>
                </a:gs>
                <a:gs pos="85714">
                  <a:srgbClr val="620400">
                    <a:alpha val="1902"/>
                  </a:srgbClr>
                </a:gs>
                <a:gs pos="100000">
                  <a:srgbClr val="620400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926" name="Splat 926"/>
            <p:cNvSpPr>
              <a:spLocks noGrp="1"/>
            </p:cNvSpPr>
            <p:nvPr/>
          </p:nvSpPr>
          <p:spPr>
            <a:xfrm rot="-10660019">
              <a:off x="3080001" y="2371183"/>
              <a:ext cx="354429" cy="63302"/>
            </a:xfrm>
            <a:prstGeom prst="ellipse">
              <a:avLst/>
            </a:prstGeom>
            <a:gradFill>
              <a:gsLst>
                <a:gs pos="0">
                  <a:srgbClr val="6C7577">
                    <a:alpha val="11066"/>
                  </a:srgbClr>
                </a:gs>
                <a:gs pos="14286">
                  <a:srgbClr val="6C7577">
                    <a:alpha val="10219"/>
                  </a:srgbClr>
                </a:gs>
                <a:gs pos="28571">
                  <a:srgbClr val="6C7577">
                    <a:alpha val="8029"/>
                  </a:srgbClr>
                </a:gs>
                <a:gs pos="42857">
                  <a:srgbClr val="6C7577">
                    <a:alpha val="5342"/>
                  </a:srgbClr>
                </a:gs>
                <a:gs pos="57143">
                  <a:srgbClr val="6C7577">
                    <a:alpha val="2996"/>
                  </a:srgbClr>
                </a:gs>
                <a:gs pos="71429">
                  <a:srgbClr val="6C7577">
                    <a:alpha val="1414"/>
                  </a:srgbClr>
                </a:gs>
                <a:gs pos="85714">
                  <a:srgbClr val="6C7577">
                    <a:alpha val="561"/>
                  </a:srgbClr>
                </a:gs>
                <a:gs pos="100000">
                  <a:srgbClr val="6C7577">
                    <a:alpha val="188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927" name="Splat 927"/>
            <p:cNvSpPr>
              <a:spLocks noGrp="1"/>
            </p:cNvSpPr>
            <p:nvPr/>
          </p:nvSpPr>
          <p:spPr>
            <a:xfrm rot="5646326">
              <a:off x="3222823" y="3002065"/>
              <a:ext cx="749317" cy="97908"/>
            </a:xfrm>
            <a:prstGeom prst="ellipse">
              <a:avLst/>
            </a:prstGeom>
            <a:gradFill>
              <a:gsLst>
                <a:gs pos="0">
                  <a:srgbClr val="F6F7F3">
                    <a:alpha val="32963"/>
                  </a:srgbClr>
                </a:gs>
                <a:gs pos="14286">
                  <a:srgbClr val="F6F7F3">
                    <a:alpha val="30759"/>
                  </a:srgbClr>
                </a:gs>
                <a:gs pos="28571">
                  <a:srgbClr val="F6F7F3">
                    <a:alpha val="24829"/>
                  </a:srgbClr>
                </a:gs>
                <a:gs pos="42857">
                  <a:srgbClr val="F6F7F3">
                    <a:alpha val="17073"/>
                  </a:srgbClr>
                </a:gs>
                <a:gs pos="57143">
                  <a:srgbClr val="F6F7F3">
                    <a:alpha val="9853"/>
                  </a:srgbClr>
                </a:gs>
                <a:gs pos="71429">
                  <a:srgbClr val="F6F7F3">
                    <a:alpha val="4740"/>
                  </a:srgbClr>
                </a:gs>
                <a:gs pos="85714">
                  <a:srgbClr val="F6F7F3">
                    <a:alpha val="1902"/>
                  </a:srgbClr>
                </a:gs>
                <a:gs pos="100000">
                  <a:srgbClr val="F6F7F3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928" name="Splat 928"/>
            <p:cNvSpPr>
              <a:spLocks noGrp="1"/>
            </p:cNvSpPr>
            <p:nvPr/>
          </p:nvSpPr>
          <p:spPr>
            <a:xfrm rot="3090291">
              <a:off x="1286428" y="3015929"/>
              <a:ext cx="510834" cy="48566"/>
            </a:xfrm>
            <a:prstGeom prst="ellipse">
              <a:avLst/>
            </a:prstGeom>
            <a:gradFill>
              <a:gsLst>
                <a:gs pos="0">
                  <a:srgbClr val="001460">
                    <a:alpha val="32968"/>
                  </a:srgbClr>
                </a:gs>
                <a:gs pos="14286">
                  <a:srgbClr val="001460">
                    <a:alpha val="30764"/>
                  </a:srgbClr>
                </a:gs>
                <a:gs pos="28571">
                  <a:srgbClr val="001460">
                    <a:alpha val="24833"/>
                  </a:srgbClr>
                </a:gs>
                <a:gs pos="42857">
                  <a:srgbClr val="001460">
                    <a:alpha val="17075"/>
                  </a:srgbClr>
                </a:gs>
                <a:gs pos="57143">
                  <a:srgbClr val="001460">
                    <a:alpha val="9855"/>
                  </a:srgbClr>
                </a:gs>
                <a:gs pos="71429">
                  <a:srgbClr val="001460">
                    <a:alpha val="4740"/>
                  </a:srgbClr>
                </a:gs>
                <a:gs pos="85714">
                  <a:srgbClr val="001460">
                    <a:alpha val="1902"/>
                  </a:srgbClr>
                </a:gs>
                <a:gs pos="100000">
                  <a:srgbClr val="001460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929" name="Splat 929"/>
            <p:cNvSpPr>
              <a:spLocks noGrp="1"/>
            </p:cNvSpPr>
            <p:nvPr/>
          </p:nvSpPr>
          <p:spPr>
            <a:xfrm rot="10439991">
              <a:off x="406302" y="2265669"/>
              <a:ext cx="436204" cy="108829"/>
            </a:xfrm>
            <a:prstGeom prst="ellipse">
              <a:avLst/>
            </a:prstGeom>
            <a:gradFill>
              <a:gsLst>
                <a:gs pos="0">
                  <a:srgbClr val="FFFFC9">
                    <a:alpha val="32968"/>
                  </a:srgbClr>
                </a:gs>
                <a:gs pos="14286">
                  <a:srgbClr val="FFFFC9">
                    <a:alpha val="30764"/>
                  </a:srgbClr>
                </a:gs>
                <a:gs pos="28571">
                  <a:srgbClr val="FFFFC9">
                    <a:alpha val="24833"/>
                  </a:srgbClr>
                </a:gs>
                <a:gs pos="42857">
                  <a:srgbClr val="FFFFC9">
                    <a:alpha val="17075"/>
                  </a:srgbClr>
                </a:gs>
                <a:gs pos="57143">
                  <a:srgbClr val="FFFFC9">
                    <a:alpha val="9855"/>
                  </a:srgbClr>
                </a:gs>
                <a:gs pos="71429">
                  <a:srgbClr val="FFFFC9">
                    <a:alpha val="4740"/>
                  </a:srgbClr>
                </a:gs>
                <a:gs pos="85714">
                  <a:srgbClr val="FFFFC9">
                    <a:alpha val="1902"/>
                  </a:srgbClr>
                </a:gs>
                <a:gs pos="100000">
                  <a:srgbClr val="FFFFC9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930" name="Splat 930"/>
            <p:cNvSpPr>
              <a:spLocks noGrp="1"/>
            </p:cNvSpPr>
            <p:nvPr/>
          </p:nvSpPr>
          <p:spPr>
            <a:xfrm rot="-8282760">
              <a:off x="671493" y="3619239"/>
              <a:ext cx="468217" cy="37096"/>
            </a:xfrm>
            <a:prstGeom prst="ellipse">
              <a:avLst/>
            </a:prstGeom>
            <a:gradFill>
              <a:gsLst>
                <a:gs pos="0">
                  <a:srgbClr val="000000">
                    <a:alpha val="32968"/>
                  </a:srgbClr>
                </a:gs>
                <a:gs pos="14286">
                  <a:srgbClr val="000000">
                    <a:alpha val="30764"/>
                  </a:srgbClr>
                </a:gs>
                <a:gs pos="28571">
                  <a:srgbClr val="000000">
                    <a:alpha val="24833"/>
                  </a:srgbClr>
                </a:gs>
                <a:gs pos="42857">
                  <a:srgbClr val="000000">
                    <a:alpha val="17075"/>
                  </a:srgbClr>
                </a:gs>
                <a:gs pos="57143">
                  <a:srgbClr val="000000">
                    <a:alpha val="9855"/>
                  </a:srgbClr>
                </a:gs>
                <a:gs pos="71429">
                  <a:srgbClr val="000000">
                    <a:alpha val="4740"/>
                  </a:srgbClr>
                </a:gs>
                <a:gs pos="85714">
                  <a:srgbClr val="000000">
                    <a:alpha val="1902"/>
                  </a:srgbClr>
                </a:gs>
                <a:gs pos="100000">
                  <a:srgbClr val="000000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931" name="Splat 931"/>
            <p:cNvSpPr>
              <a:spLocks noGrp="1"/>
            </p:cNvSpPr>
            <p:nvPr/>
          </p:nvSpPr>
          <p:spPr>
            <a:xfrm rot="5276070">
              <a:off x="594774" y="864760"/>
              <a:ext cx="743449" cy="161856"/>
            </a:xfrm>
            <a:prstGeom prst="ellipse">
              <a:avLst/>
            </a:prstGeom>
            <a:gradFill>
              <a:gsLst>
                <a:gs pos="0">
                  <a:srgbClr val="FFB500">
                    <a:alpha val="32712"/>
                  </a:srgbClr>
                </a:gs>
                <a:gs pos="14286">
                  <a:srgbClr val="FFB500">
                    <a:alpha val="30521"/>
                  </a:srgbClr>
                </a:gs>
                <a:gs pos="28571">
                  <a:srgbClr val="FFB500">
                    <a:alpha val="24628"/>
                  </a:srgbClr>
                </a:gs>
                <a:gs pos="42857">
                  <a:srgbClr val="FFB500">
                    <a:alpha val="16927"/>
                  </a:srgbClr>
                </a:gs>
                <a:gs pos="57143">
                  <a:srgbClr val="FFB500">
                    <a:alpha val="9766"/>
                  </a:srgbClr>
                </a:gs>
                <a:gs pos="71429">
                  <a:srgbClr val="FFB500">
                    <a:alpha val="4696"/>
                  </a:srgbClr>
                </a:gs>
                <a:gs pos="85714">
                  <a:srgbClr val="FFB500">
                    <a:alpha val="1884"/>
                  </a:srgbClr>
                </a:gs>
                <a:gs pos="100000">
                  <a:srgbClr val="FFB500">
                    <a:alpha val="633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932" name="Splat 932"/>
            <p:cNvSpPr>
              <a:spLocks noGrp="1"/>
            </p:cNvSpPr>
            <p:nvPr/>
          </p:nvSpPr>
          <p:spPr>
            <a:xfrm rot="-10743277">
              <a:off x="1176191" y="1868775"/>
              <a:ext cx="479756" cy="81313"/>
            </a:xfrm>
            <a:prstGeom prst="ellipse">
              <a:avLst/>
            </a:prstGeom>
            <a:gradFill>
              <a:gsLst>
                <a:gs pos="0">
                  <a:srgbClr val="003F7C">
                    <a:alpha val="32968"/>
                  </a:srgbClr>
                </a:gs>
                <a:gs pos="14286">
                  <a:srgbClr val="003F7C">
                    <a:alpha val="30764"/>
                  </a:srgbClr>
                </a:gs>
                <a:gs pos="28571">
                  <a:srgbClr val="003F7C">
                    <a:alpha val="24833"/>
                  </a:srgbClr>
                </a:gs>
                <a:gs pos="42857">
                  <a:srgbClr val="003F7C">
                    <a:alpha val="17075"/>
                  </a:srgbClr>
                </a:gs>
                <a:gs pos="57143">
                  <a:srgbClr val="003F7C">
                    <a:alpha val="9855"/>
                  </a:srgbClr>
                </a:gs>
                <a:gs pos="71429">
                  <a:srgbClr val="003F7C">
                    <a:alpha val="4740"/>
                  </a:srgbClr>
                </a:gs>
                <a:gs pos="85714">
                  <a:srgbClr val="003F7C">
                    <a:alpha val="1902"/>
                  </a:srgbClr>
                </a:gs>
                <a:gs pos="100000">
                  <a:srgbClr val="003F7C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933" name="Splat 933"/>
            <p:cNvSpPr>
              <a:spLocks noGrp="1"/>
            </p:cNvSpPr>
            <p:nvPr/>
          </p:nvSpPr>
          <p:spPr>
            <a:xfrm rot="6365215">
              <a:off x="2622266" y="1387876"/>
              <a:ext cx="255966" cy="112748"/>
            </a:xfrm>
            <a:prstGeom prst="ellipse">
              <a:avLst/>
            </a:prstGeom>
            <a:gradFill>
              <a:gsLst>
                <a:gs pos="0">
                  <a:srgbClr val="FFCE5C">
                    <a:alpha val="23469"/>
                  </a:srgbClr>
                </a:gs>
                <a:gs pos="14286">
                  <a:srgbClr val="FFCE5C">
                    <a:alpha val="21795"/>
                  </a:srgbClr>
                </a:gs>
                <a:gs pos="28571">
                  <a:srgbClr val="FFCE5C">
                    <a:alpha val="17377"/>
                  </a:srgbClr>
                </a:gs>
                <a:gs pos="42857">
                  <a:srgbClr val="FFCE5C">
                    <a:alpha val="11768"/>
                  </a:srgbClr>
                </a:gs>
                <a:gs pos="57143">
                  <a:srgbClr val="FFCE5C">
                    <a:alpha val="6702"/>
                  </a:srgbClr>
                </a:gs>
                <a:gs pos="71429">
                  <a:srgbClr val="FFCE5C">
                    <a:alpha val="3195"/>
                  </a:srgbClr>
                </a:gs>
                <a:gs pos="85714">
                  <a:srgbClr val="FFCE5C">
                    <a:alpha val="1276"/>
                  </a:srgbClr>
                </a:gs>
                <a:gs pos="100000">
                  <a:srgbClr val="FFCE5C">
                    <a:alpha val="428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934" name="Splat 934"/>
            <p:cNvSpPr>
              <a:spLocks noGrp="1"/>
            </p:cNvSpPr>
            <p:nvPr/>
          </p:nvSpPr>
          <p:spPr>
            <a:xfrm rot="8059574">
              <a:off x="1785516" y="1948923"/>
              <a:ext cx="520880" cy="237975"/>
            </a:xfrm>
            <a:prstGeom prst="ellipse">
              <a:avLst/>
            </a:prstGeom>
            <a:gradFill>
              <a:gsLst>
                <a:gs pos="0">
                  <a:srgbClr val="007ACC">
                    <a:alpha val="16943"/>
                  </a:srgbClr>
                </a:gs>
                <a:gs pos="14286">
                  <a:srgbClr val="007ACC">
                    <a:alpha val="15687"/>
                  </a:srgbClr>
                </a:gs>
                <a:gs pos="28571">
                  <a:srgbClr val="007ACC">
                    <a:alpha val="12408"/>
                  </a:srgbClr>
                </a:gs>
                <a:gs pos="42857">
                  <a:srgbClr val="007ACC">
                    <a:alpha val="8323"/>
                  </a:srgbClr>
                </a:gs>
                <a:gs pos="57143">
                  <a:srgbClr val="007ACC">
                    <a:alpha val="4701"/>
                  </a:srgbClr>
                </a:gs>
                <a:gs pos="71429">
                  <a:srgbClr val="007ACC">
                    <a:alpha val="2229"/>
                  </a:srgbClr>
                </a:gs>
                <a:gs pos="85714">
                  <a:srgbClr val="007ACC">
                    <a:alpha val="887"/>
                  </a:srgbClr>
                </a:gs>
                <a:gs pos="100000">
                  <a:srgbClr val="007ACC">
                    <a:alpha val="297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935" name="Splat 935"/>
            <p:cNvSpPr>
              <a:spLocks noGrp="1"/>
            </p:cNvSpPr>
            <p:nvPr/>
          </p:nvSpPr>
          <p:spPr>
            <a:xfrm rot="4205125">
              <a:off x="816875" y="1168600"/>
              <a:ext cx="620167" cy="75346"/>
            </a:xfrm>
            <a:prstGeom prst="ellipse">
              <a:avLst/>
            </a:prstGeom>
            <a:gradFill>
              <a:gsLst>
                <a:gs pos="0">
                  <a:srgbClr val="230000">
                    <a:alpha val="32968"/>
                  </a:srgbClr>
                </a:gs>
                <a:gs pos="14286">
                  <a:srgbClr val="230000">
                    <a:alpha val="30764"/>
                  </a:srgbClr>
                </a:gs>
                <a:gs pos="28571">
                  <a:srgbClr val="230000">
                    <a:alpha val="24833"/>
                  </a:srgbClr>
                </a:gs>
                <a:gs pos="42857">
                  <a:srgbClr val="230000">
                    <a:alpha val="17075"/>
                  </a:srgbClr>
                </a:gs>
                <a:gs pos="57143">
                  <a:srgbClr val="230000">
                    <a:alpha val="9855"/>
                  </a:srgbClr>
                </a:gs>
                <a:gs pos="71429">
                  <a:srgbClr val="230000">
                    <a:alpha val="4740"/>
                  </a:srgbClr>
                </a:gs>
                <a:gs pos="85714">
                  <a:srgbClr val="230000">
                    <a:alpha val="1902"/>
                  </a:srgbClr>
                </a:gs>
                <a:gs pos="100000">
                  <a:srgbClr val="230000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936" name="Splat 936"/>
            <p:cNvSpPr>
              <a:spLocks noGrp="1"/>
            </p:cNvSpPr>
            <p:nvPr/>
          </p:nvSpPr>
          <p:spPr>
            <a:xfrm rot="3522378">
              <a:off x="2422998" y="2465101"/>
              <a:ext cx="368436" cy="148270"/>
            </a:xfrm>
            <a:prstGeom prst="ellipse">
              <a:avLst/>
            </a:prstGeom>
            <a:gradFill>
              <a:gsLst>
                <a:gs pos="0">
                  <a:srgbClr val="410000">
                    <a:alpha val="32968"/>
                  </a:srgbClr>
                </a:gs>
                <a:gs pos="14286">
                  <a:srgbClr val="410000">
                    <a:alpha val="30764"/>
                  </a:srgbClr>
                </a:gs>
                <a:gs pos="28571">
                  <a:srgbClr val="410000">
                    <a:alpha val="24833"/>
                  </a:srgbClr>
                </a:gs>
                <a:gs pos="42857">
                  <a:srgbClr val="410000">
                    <a:alpha val="17075"/>
                  </a:srgbClr>
                </a:gs>
                <a:gs pos="57143">
                  <a:srgbClr val="410000">
                    <a:alpha val="9855"/>
                  </a:srgbClr>
                </a:gs>
                <a:gs pos="71429">
                  <a:srgbClr val="410000">
                    <a:alpha val="4740"/>
                  </a:srgbClr>
                </a:gs>
                <a:gs pos="85714">
                  <a:srgbClr val="410000">
                    <a:alpha val="1902"/>
                  </a:srgbClr>
                </a:gs>
                <a:gs pos="100000">
                  <a:srgbClr val="410000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937" name="Splat 937"/>
            <p:cNvSpPr>
              <a:spLocks noGrp="1"/>
            </p:cNvSpPr>
            <p:nvPr/>
          </p:nvSpPr>
          <p:spPr>
            <a:xfrm rot="6942350">
              <a:off x="2562271" y="3016464"/>
              <a:ext cx="624381" cy="361334"/>
            </a:xfrm>
            <a:prstGeom prst="ellipse">
              <a:avLst/>
            </a:prstGeom>
            <a:gradFill>
              <a:gsLst>
                <a:gs pos="0">
                  <a:srgbClr val="F6FAF7">
                    <a:alpha val="32968"/>
                  </a:srgbClr>
                </a:gs>
                <a:gs pos="14286">
                  <a:srgbClr val="F6FAF7">
                    <a:alpha val="30764"/>
                  </a:srgbClr>
                </a:gs>
                <a:gs pos="28571">
                  <a:srgbClr val="F6FAF7">
                    <a:alpha val="24833"/>
                  </a:srgbClr>
                </a:gs>
                <a:gs pos="42857">
                  <a:srgbClr val="F6FAF7">
                    <a:alpha val="17075"/>
                  </a:srgbClr>
                </a:gs>
                <a:gs pos="57143">
                  <a:srgbClr val="F6FAF7">
                    <a:alpha val="9855"/>
                  </a:srgbClr>
                </a:gs>
                <a:gs pos="71429">
                  <a:srgbClr val="F6FAF7">
                    <a:alpha val="4740"/>
                  </a:srgbClr>
                </a:gs>
                <a:gs pos="85714">
                  <a:srgbClr val="F6FAF7">
                    <a:alpha val="1902"/>
                  </a:srgbClr>
                </a:gs>
                <a:gs pos="100000">
                  <a:srgbClr val="F6FAF7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938" name="Splat 938"/>
            <p:cNvSpPr>
              <a:spLocks noGrp="1"/>
            </p:cNvSpPr>
            <p:nvPr/>
          </p:nvSpPr>
          <p:spPr>
            <a:xfrm rot="-8281346">
              <a:off x="2643963" y="1424037"/>
              <a:ext cx="411615" cy="127656"/>
            </a:xfrm>
            <a:prstGeom prst="ellipse">
              <a:avLst/>
            </a:prstGeom>
            <a:gradFill>
              <a:gsLst>
                <a:gs pos="0">
                  <a:srgbClr val="1B0000">
                    <a:alpha val="32968"/>
                  </a:srgbClr>
                </a:gs>
                <a:gs pos="14286">
                  <a:srgbClr val="1B0000">
                    <a:alpha val="30764"/>
                  </a:srgbClr>
                </a:gs>
                <a:gs pos="28571">
                  <a:srgbClr val="1B0000">
                    <a:alpha val="24833"/>
                  </a:srgbClr>
                </a:gs>
                <a:gs pos="42857">
                  <a:srgbClr val="1B0000">
                    <a:alpha val="17075"/>
                  </a:srgbClr>
                </a:gs>
                <a:gs pos="57143">
                  <a:srgbClr val="1B0000">
                    <a:alpha val="9855"/>
                  </a:srgbClr>
                </a:gs>
                <a:gs pos="71429">
                  <a:srgbClr val="1B0000">
                    <a:alpha val="4740"/>
                  </a:srgbClr>
                </a:gs>
                <a:gs pos="85714">
                  <a:srgbClr val="1B0000">
                    <a:alpha val="1902"/>
                  </a:srgbClr>
                </a:gs>
                <a:gs pos="100000">
                  <a:srgbClr val="1B0000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939" name="Splat 939"/>
            <p:cNvSpPr>
              <a:spLocks noGrp="1"/>
            </p:cNvSpPr>
            <p:nvPr/>
          </p:nvSpPr>
          <p:spPr>
            <a:xfrm rot="5381528">
              <a:off x="1440720" y="2951329"/>
              <a:ext cx="686715" cy="116188"/>
            </a:xfrm>
            <a:prstGeom prst="ellipse">
              <a:avLst/>
            </a:prstGeom>
            <a:gradFill>
              <a:gsLst>
                <a:gs pos="0">
                  <a:srgbClr val="F6FAFF">
                    <a:alpha val="29483"/>
                  </a:srgbClr>
                </a:gs>
                <a:gs pos="14286">
                  <a:srgbClr val="F6FAFF">
                    <a:alpha val="27462"/>
                  </a:srgbClr>
                </a:gs>
                <a:gs pos="28571">
                  <a:srgbClr val="F6FAFF">
                    <a:alpha val="22064"/>
                  </a:srgbClr>
                </a:gs>
                <a:gs pos="42857">
                  <a:srgbClr val="F6FAFF">
                    <a:alpha val="15084"/>
                  </a:srgbClr>
                </a:gs>
                <a:gs pos="57143">
                  <a:srgbClr val="F6FAFF">
                    <a:alpha val="8662"/>
                  </a:srgbClr>
                </a:gs>
                <a:gs pos="71429">
                  <a:srgbClr val="F6FAFF">
                    <a:alpha val="4152"/>
                  </a:srgbClr>
                </a:gs>
                <a:gs pos="85714">
                  <a:srgbClr val="F6FAFF">
                    <a:alpha val="1663"/>
                  </a:srgbClr>
                </a:gs>
                <a:gs pos="100000">
                  <a:srgbClr val="F6FAFF">
                    <a:alpha val="55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940" name="Splat 940"/>
            <p:cNvSpPr>
              <a:spLocks noGrp="1"/>
            </p:cNvSpPr>
            <p:nvPr/>
          </p:nvSpPr>
          <p:spPr>
            <a:xfrm rot="-8782843">
              <a:off x="2126582" y="698738"/>
              <a:ext cx="696320" cy="80041"/>
            </a:xfrm>
            <a:prstGeom prst="ellipse">
              <a:avLst/>
            </a:prstGeom>
            <a:gradFill>
              <a:gsLst>
                <a:gs pos="0">
                  <a:srgbClr val="4A0000">
                    <a:alpha val="32968"/>
                  </a:srgbClr>
                </a:gs>
                <a:gs pos="14286">
                  <a:srgbClr val="4A0000">
                    <a:alpha val="30764"/>
                  </a:srgbClr>
                </a:gs>
                <a:gs pos="28571">
                  <a:srgbClr val="4A0000">
                    <a:alpha val="24833"/>
                  </a:srgbClr>
                </a:gs>
                <a:gs pos="42857">
                  <a:srgbClr val="4A0000">
                    <a:alpha val="17075"/>
                  </a:srgbClr>
                </a:gs>
                <a:gs pos="57143">
                  <a:srgbClr val="4A0000">
                    <a:alpha val="9855"/>
                  </a:srgbClr>
                </a:gs>
                <a:gs pos="71429">
                  <a:srgbClr val="4A0000">
                    <a:alpha val="4740"/>
                  </a:srgbClr>
                </a:gs>
                <a:gs pos="85714">
                  <a:srgbClr val="4A0000">
                    <a:alpha val="1902"/>
                  </a:srgbClr>
                </a:gs>
                <a:gs pos="100000">
                  <a:srgbClr val="4A0000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941" name="Splat 941"/>
            <p:cNvSpPr>
              <a:spLocks noGrp="1"/>
            </p:cNvSpPr>
            <p:nvPr/>
          </p:nvSpPr>
          <p:spPr>
            <a:xfrm rot="4887179">
              <a:off x="425941" y="1274029"/>
              <a:ext cx="759988" cy="109749"/>
            </a:xfrm>
            <a:prstGeom prst="ellipse">
              <a:avLst/>
            </a:prstGeom>
            <a:gradFill>
              <a:gsLst>
                <a:gs pos="0">
                  <a:srgbClr val="000000">
                    <a:alpha val="32968"/>
                  </a:srgbClr>
                </a:gs>
                <a:gs pos="14286">
                  <a:srgbClr val="000000">
                    <a:alpha val="30764"/>
                  </a:srgbClr>
                </a:gs>
                <a:gs pos="28571">
                  <a:srgbClr val="000000">
                    <a:alpha val="24833"/>
                  </a:srgbClr>
                </a:gs>
                <a:gs pos="42857">
                  <a:srgbClr val="000000">
                    <a:alpha val="17075"/>
                  </a:srgbClr>
                </a:gs>
                <a:gs pos="57143">
                  <a:srgbClr val="000000">
                    <a:alpha val="9855"/>
                  </a:srgbClr>
                </a:gs>
                <a:gs pos="71429">
                  <a:srgbClr val="000000">
                    <a:alpha val="4740"/>
                  </a:srgbClr>
                </a:gs>
                <a:gs pos="85714">
                  <a:srgbClr val="000000">
                    <a:alpha val="1902"/>
                  </a:srgbClr>
                </a:gs>
                <a:gs pos="100000">
                  <a:srgbClr val="000000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942" name="Splat 942"/>
            <p:cNvSpPr>
              <a:spLocks noGrp="1"/>
            </p:cNvSpPr>
            <p:nvPr/>
          </p:nvSpPr>
          <p:spPr>
            <a:xfrm rot="4750511">
              <a:off x="923086" y="123263"/>
              <a:ext cx="269486" cy="268471"/>
            </a:xfrm>
            <a:prstGeom prst="ellipse">
              <a:avLst/>
            </a:prstGeom>
            <a:gradFill>
              <a:gsLst>
                <a:gs pos="0">
                  <a:srgbClr val="C3F4FF">
                    <a:alpha val="9105"/>
                  </a:srgbClr>
                </a:gs>
                <a:gs pos="14286">
                  <a:srgbClr val="C3F4FF">
                    <a:alpha val="8400"/>
                  </a:srgbClr>
                </a:gs>
                <a:gs pos="28571">
                  <a:srgbClr val="C3F4FF">
                    <a:alpha val="6586"/>
                  </a:srgbClr>
                </a:gs>
                <a:gs pos="42857">
                  <a:srgbClr val="C3F4FF">
                    <a:alpha val="4370"/>
                  </a:srgbClr>
                </a:gs>
                <a:gs pos="57143">
                  <a:srgbClr val="C3F4FF">
                    <a:alpha val="2446"/>
                  </a:srgbClr>
                </a:gs>
                <a:gs pos="71429">
                  <a:srgbClr val="C3F4FF">
                    <a:alpha val="1152"/>
                  </a:srgbClr>
                </a:gs>
                <a:gs pos="85714">
                  <a:srgbClr val="C3F4FF">
                    <a:alpha val="457"/>
                  </a:srgbClr>
                </a:gs>
                <a:gs pos="100000">
                  <a:srgbClr val="C3F4FF">
                    <a:alpha val="153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943" name="Splat 943"/>
            <p:cNvSpPr>
              <a:spLocks noGrp="1"/>
            </p:cNvSpPr>
            <p:nvPr/>
          </p:nvSpPr>
          <p:spPr>
            <a:xfrm rot="3135512">
              <a:off x="936163" y="2179257"/>
              <a:ext cx="395856" cy="361207"/>
            </a:xfrm>
            <a:prstGeom prst="ellipse">
              <a:avLst/>
            </a:prstGeom>
            <a:gradFill>
              <a:gsLst>
                <a:gs pos="0">
                  <a:srgbClr val="C0EBFA">
                    <a:alpha val="6000"/>
                  </a:srgbClr>
                </a:gs>
                <a:gs pos="14286">
                  <a:srgbClr val="C0EBFA">
                    <a:alpha val="5529"/>
                  </a:srgbClr>
                </a:gs>
                <a:gs pos="28571">
                  <a:srgbClr val="C0EBFA">
                    <a:alpha val="4320"/>
                  </a:srgbClr>
                </a:gs>
                <a:gs pos="42857">
                  <a:srgbClr val="C0EBFA">
                    <a:alpha val="2855"/>
                  </a:srgbClr>
                </a:gs>
                <a:gs pos="57143">
                  <a:srgbClr val="C0EBFA">
                    <a:alpha val="1592"/>
                  </a:srgbClr>
                </a:gs>
                <a:gs pos="71429">
                  <a:srgbClr val="C0EBFA">
                    <a:alpha val="748"/>
                  </a:srgbClr>
                </a:gs>
                <a:gs pos="85714">
                  <a:srgbClr val="C0EBFA">
                    <a:alpha val="297"/>
                  </a:srgbClr>
                </a:gs>
                <a:gs pos="100000">
                  <a:srgbClr val="C0EBFA">
                    <a:alpha val="9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944" name="Splat 944"/>
            <p:cNvSpPr>
              <a:spLocks noGrp="1"/>
            </p:cNvSpPr>
            <p:nvPr/>
          </p:nvSpPr>
          <p:spPr>
            <a:xfrm rot="3561457">
              <a:off x="1419345" y="2804281"/>
              <a:ext cx="345793" cy="314597"/>
            </a:xfrm>
            <a:prstGeom prst="ellipse">
              <a:avLst/>
            </a:prstGeom>
            <a:gradFill>
              <a:gsLst>
                <a:gs pos="0">
                  <a:srgbClr val="DFFFFC">
                    <a:alpha val="4885"/>
                  </a:srgbClr>
                </a:gs>
                <a:gs pos="14286">
                  <a:srgbClr val="DFFFFC">
                    <a:alpha val="4499"/>
                  </a:srgbClr>
                </a:gs>
                <a:gs pos="28571">
                  <a:srgbClr val="DFFFFC">
                    <a:alpha val="3511"/>
                  </a:srgbClr>
                </a:gs>
                <a:gs pos="42857">
                  <a:srgbClr val="DFFFFC">
                    <a:alpha val="2317"/>
                  </a:srgbClr>
                </a:gs>
                <a:gs pos="57143">
                  <a:srgbClr val="DFFFFC">
                    <a:alpha val="1291"/>
                  </a:srgbClr>
                </a:gs>
                <a:gs pos="71429">
                  <a:srgbClr val="DFFFFC">
                    <a:alpha val="606"/>
                  </a:srgbClr>
                </a:gs>
                <a:gs pos="85714">
                  <a:srgbClr val="DFFFFC">
                    <a:alpha val="240"/>
                  </a:srgbClr>
                </a:gs>
                <a:gs pos="100000">
                  <a:srgbClr val="DFFFFC">
                    <a:alpha val="80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945" name="Splat 945"/>
            <p:cNvSpPr>
              <a:spLocks noGrp="1"/>
            </p:cNvSpPr>
            <p:nvPr/>
          </p:nvSpPr>
          <p:spPr>
            <a:xfrm rot="3244465">
              <a:off x="2244491" y="3010158"/>
              <a:ext cx="379599" cy="63941"/>
            </a:xfrm>
            <a:prstGeom prst="ellipse">
              <a:avLst/>
            </a:prstGeom>
            <a:gradFill>
              <a:gsLst>
                <a:gs pos="0">
                  <a:srgbClr val="764000">
                    <a:alpha val="32968"/>
                  </a:srgbClr>
                </a:gs>
                <a:gs pos="14286">
                  <a:srgbClr val="764000">
                    <a:alpha val="30764"/>
                  </a:srgbClr>
                </a:gs>
                <a:gs pos="28571">
                  <a:srgbClr val="764000">
                    <a:alpha val="24833"/>
                  </a:srgbClr>
                </a:gs>
                <a:gs pos="42857">
                  <a:srgbClr val="764000">
                    <a:alpha val="17075"/>
                  </a:srgbClr>
                </a:gs>
                <a:gs pos="57143">
                  <a:srgbClr val="764000">
                    <a:alpha val="9855"/>
                  </a:srgbClr>
                </a:gs>
                <a:gs pos="71429">
                  <a:srgbClr val="764000">
                    <a:alpha val="4740"/>
                  </a:srgbClr>
                </a:gs>
                <a:gs pos="85714">
                  <a:srgbClr val="764000">
                    <a:alpha val="1902"/>
                  </a:srgbClr>
                </a:gs>
                <a:gs pos="100000">
                  <a:srgbClr val="764000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946" name="Splat 946"/>
            <p:cNvSpPr>
              <a:spLocks noGrp="1"/>
            </p:cNvSpPr>
            <p:nvPr/>
          </p:nvSpPr>
          <p:spPr>
            <a:xfrm rot="4552640">
              <a:off x="649748" y="1373733"/>
              <a:ext cx="705822" cy="93436"/>
            </a:xfrm>
            <a:prstGeom prst="ellipse">
              <a:avLst/>
            </a:prstGeom>
            <a:gradFill>
              <a:gsLst>
                <a:gs pos="0">
                  <a:srgbClr val="6E0000">
                    <a:alpha val="32968"/>
                  </a:srgbClr>
                </a:gs>
                <a:gs pos="14286">
                  <a:srgbClr val="6E0000">
                    <a:alpha val="30764"/>
                  </a:srgbClr>
                </a:gs>
                <a:gs pos="28571">
                  <a:srgbClr val="6E0000">
                    <a:alpha val="24833"/>
                  </a:srgbClr>
                </a:gs>
                <a:gs pos="42857">
                  <a:srgbClr val="6E0000">
                    <a:alpha val="17075"/>
                  </a:srgbClr>
                </a:gs>
                <a:gs pos="57143">
                  <a:srgbClr val="6E0000">
                    <a:alpha val="9855"/>
                  </a:srgbClr>
                </a:gs>
                <a:gs pos="71429">
                  <a:srgbClr val="6E0000">
                    <a:alpha val="4740"/>
                  </a:srgbClr>
                </a:gs>
                <a:gs pos="85714">
                  <a:srgbClr val="6E0000">
                    <a:alpha val="1902"/>
                  </a:srgbClr>
                </a:gs>
                <a:gs pos="100000">
                  <a:srgbClr val="6E0000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947" name="Splat 947"/>
            <p:cNvSpPr>
              <a:spLocks noGrp="1"/>
            </p:cNvSpPr>
            <p:nvPr/>
          </p:nvSpPr>
          <p:spPr>
            <a:xfrm rot="6080349">
              <a:off x="3293250" y="1614767"/>
              <a:ext cx="451711" cy="87791"/>
            </a:xfrm>
            <a:prstGeom prst="ellipse">
              <a:avLst/>
            </a:prstGeom>
            <a:gradFill>
              <a:gsLst>
                <a:gs pos="0">
                  <a:srgbClr val="FFF2D0">
                    <a:alpha val="11885"/>
                  </a:srgbClr>
                </a:gs>
                <a:gs pos="14286">
                  <a:srgbClr val="FFF2D0">
                    <a:alpha val="10978"/>
                  </a:srgbClr>
                </a:gs>
                <a:gs pos="28571">
                  <a:srgbClr val="FFF2D0">
                    <a:alpha val="8634"/>
                  </a:srgbClr>
                </a:gs>
                <a:gs pos="42857">
                  <a:srgbClr val="FFF2D0">
                    <a:alpha val="5750"/>
                  </a:srgbClr>
                </a:gs>
                <a:gs pos="57143">
                  <a:srgbClr val="FFF2D0">
                    <a:alpha val="3228"/>
                  </a:srgbClr>
                </a:gs>
                <a:gs pos="71429">
                  <a:srgbClr val="FFF2D0">
                    <a:alpha val="1524"/>
                  </a:srgbClr>
                </a:gs>
                <a:gs pos="85714">
                  <a:srgbClr val="FFF2D0">
                    <a:alpha val="606"/>
                  </a:srgbClr>
                </a:gs>
                <a:gs pos="100000">
                  <a:srgbClr val="FFF2D0">
                    <a:alpha val="203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948" name="Splat 948"/>
            <p:cNvSpPr>
              <a:spLocks noGrp="1"/>
            </p:cNvSpPr>
            <p:nvPr/>
          </p:nvSpPr>
          <p:spPr>
            <a:xfrm rot="-10746051">
              <a:off x="1218501" y="605775"/>
              <a:ext cx="664963" cy="349070"/>
            </a:xfrm>
            <a:prstGeom prst="ellipse">
              <a:avLst/>
            </a:prstGeom>
            <a:gradFill>
              <a:gsLst>
                <a:gs pos="0">
                  <a:srgbClr val="000000">
                    <a:alpha val="32968"/>
                  </a:srgbClr>
                </a:gs>
                <a:gs pos="14286">
                  <a:srgbClr val="000000">
                    <a:alpha val="30764"/>
                  </a:srgbClr>
                </a:gs>
                <a:gs pos="28571">
                  <a:srgbClr val="000000">
                    <a:alpha val="24833"/>
                  </a:srgbClr>
                </a:gs>
                <a:gs pos="42857">
                  <a:srgbClr val="000000">
                    <a:alpha val="17075"/>
                  </a:srgbClr>
                </a:gs>
                <a:gs pos="57143">
                  <a:srgbClr val="000000">
                    <a:alpha val="9855"/>
                  </a:srgbClr>
                </a:gs>
                <a:gs pos="71429">
                  <a:srgbClr val="000000">
                    <a:alpha val="4740"/>
                  </a:srgbClr>
                </a:gs>
                <a:gs pos="85714">
                  <a:srgbClr val="000000">
                    <a:alpha val="1902"/>
                  </a:srgbClr>
                </a:gs>
                <a:gs pos="100000">
                  <a:srgbClr val="000000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949" name="Splat 949"/>
            <p:cNvSpPr>
              <a:spLocks noGrp="1"/>
            </p:cNvSpPr>
            <p:nvPr/>
          </p:nvSpPr>
          <p:spPr>
            <a:xfrm rot="-10222235">
              <a:off x="1621865" y="1391602"/>
              <a:ext cx="339056" cy="219565"/>
            </a:xfrm>
            <a:prstGeom prst="ellipse">
              <a:avLst/>
            </a:prstGeom>
            <a:gradFill>
              <a:gsLst>
                <a:gs pos="0">
                  <a:srgbClr val="910000">
                    <a:alpha val="32968"/>
                  </a:srgbClr>
                </a:gs>
                <a:gs pos="14286">
                  <a:srgbClr val="910000">
                    <a:alpha val="30764"/>
                  </a:srgbClr>
                </a:gs>
                <a:gs pos="28571">
                  <a:srgbClr val="910000">
                    <a:alpha val="24833"/>
                  </a:srgbClr>
                </a:gs>
                <a:gs pos="42857">
                  <a:srgbClr val="910000">
                    <a:alpha val="17075"/>
                  </a:srgbClr>
                </a:gs>
                <a:gs pos="57143">
                  <a:srgbClr val="910000">
                    <a:alpha val="9855"/>
                  </a:srgbClr>
                </a:gs>
                <a:gs pos="71429">
                  <a:srgbClr val="910000">
                    <a:alpha val="4740"/>
                  </a:srgbClr>
                </a:gs>
                <a:gs pos="85714">
                  <a:srgbClr val="910000">
                    <a:alpha val="1902"/>
                  </a:srgbClr>
                </a:gs>
                <a:gs pos="100000">
                  <a:srgbClr val="910000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950" name="Splat 950"/>
            <p:cNvSpPr>
              <a:spLocks noGrp="1"/>
            </p:cNvSpPr>
            <p:nvPr/>
          </p:nvSpPr>
          <p:spPr>
            <a:xfrm rot="4213838">
              <a:off x="2873179" y="544615"/>
              <a:ext cx="324625" cy="246125"/>
            </a:xfrm>
            <a:prstGeom prst="ellipse">
              <a:avLst/>
            </a:prstGeom>
            <a:gradFill>
              <a:gsLst>
                <a:gs pos="0">
                  <a:srgbClr val="FAC300">
                    <a:alpha val="11695"/>
                  </a:srgbClr>
                </a:gs>
                <a:gs pos="14286">
                  <a:srgbClr val="FAC300">
                    <a:alpha val="10803"/>
                  </a:srgbClr>
                </a:gs>
                <a:gs pos="28571">
                  <a:srgbClr val="FAC300">
                    <a:alpha val="8494"/>
                  </a:srgbClr>
                </a:gs>
                <a:gs pos="42857">
                  <a:srgbClr val="FAC300">
                    <a:alpha val="5656"/>
                  </a:srgbClr>
                </a:gs>
                <a:gs pos="57143">
                  <a:srgbClr val="FAC300">
                    <a:alpha val="3175"/>
                  </a:srgbClr>
                </a:gs>
                <a:gs pos="71429">
                  <a:srgbClr val="FAC300">
                    <a:alpha val="1499"/>
                  </a:srgbClr>
                </a:gs>
                <a:gs pos="85714">
                  <a:srgbClr val="FAC300">
                    <a:alpha val="595"/>
                  </a:srgbClr>
                </a:gs>
                <a:gs pos="100000">
                  <a:srgbClr val="FAC300">
                    <a:alpha val="19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951" name="Splat 951"/>
            <p:cNvSpPr>
              <a:spLocks noGrp="1"/>
            </p:cNvSpPr>
            <p:nvPr/>
          </p:nvSpPr>
          <p:spPr>
            <a:xfrm rot="-8277917">
              <a:off x="1917333" y="3318952"/>
              <a:ext cx="605767" cy="253892"/>
            </a:xfrm>
            <a:prstGeom prst="ellipse">
              <a:avLst/>
            </a:prstGeom>
            <a:gradFill>
              <a:gsLst>
                <a:gs pos="0">
                  <a:srgbClr val="A36909">
                    <a:alpha val="32968"/>
                  </a:srgbClr>
                </a:gs>
                <a:gs pos="14286">
                  <a:srgbClr val="A36909">
                    <a:alpha val="30764"/>
                  </a:srgbClr>
                </a:gs>
                <a:gs pos="28571">
                  <a:srgbClr val="A36909">
                    <a:alpha val="24833"/>
                  </a:srgbClr>
                </a:gs>
                <a:gs pos="42857">
                  <a:srgbClr val="A36909">
                    <a:alpha val="17075"/>
                  </a:srgbClr>
                </a:gs>
                <a:gs pos="57143">
                  <a:srgbClr val="A36909">
                    <a:alpha val="9855"/>
                  </a:srgbClr>
                </a:gs>
                <a:gs pos="71429">
                  <a:srgbClr val="A36909">
                    <a:alpha val="4740"/>
                  </a:srgbClr>
                </a:gs>
                <a:gs pos="85714">
                  <a:srgbClr val="A36909">
                    <a:alpha val="1902"/>
                  </a:srgbClr>
                </a:gs>
                <a:gs pos="100000">
                  <a:srgbClr val="A36909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952" name="Splat 952"/>
            <p:cNvSpPr>
              <a:spLocks noGrp="1"/>
            </p:cNvSpPr>
            <p:nvPr/>
          </p:nvSpPr>
          <p:spPr>
            <a:xfrm rot="6121937">
              <a:off x="2468741" y="1288043"/>
              <a:ext cx="447702" cy="100885"/>
            </a:xfrm>
            <a:prstGeom prst="ellipse">
              <a:avLst/>
            </a:prstGeom>
            <a:gradFill>
              <a:gsLst>
                <a:gs pos="0">
                  <a:srgbClr val="FFDC3C">
                    <a:alpha val="7481"/>
                  </a:srgbClr>
                </a:gs>
                <a:gs pos="14286">
                  <a:srgbClr val="FFDC3C">
                    <a:alpha val="6898"/>
                  </a:srgbClr>
                </a:gs>
                <a:gs pos="28571">
                  <a:srgbClr val="FFDC3C">
                    <a:alpha val="5398"/>
                  </a:srgbClr>
                </a:gs>
                <a:gs pos="42857">
                  <a:srgbClr val="FFDC3C">
                    <a:alpha val="3574"/>
                  </a:srgbClr>
                </a:gs>
                <a:gs pos="57143">
                  <a:srgbClr val="FFDC3C">
                    <a:alpha val="1997"/>
                  </a:srgbClr>
                </a:gs>
                <a:gs pos="71429">
                  <a:srgbClr val="FFDC3C">
                    <a:alpha val="940"/>
                  </a:srgbClr>
                </a:gs>
                <a:gs pos="85714">
                  <a:srgbClr val="FFDC3C">
                    <a:alpha val="373"/>
                  </a:srgbClr>
                </a:gs>
                <a:gs pos="100000">
                  <a:srgbClr val="FFDC3C">
                    <a:alpha val="125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953" name="Splat 953"/>
            <p:cNvSpPr>
              <a:spLocks noGrp="1"/>
            </p:cNvSpPr>
            <p:nvPr/>
          </p:nvSpPr>
          <p:spPr>
            <a:xfrm rot="4243234">
              <a:off x="3071326" y="972305"/>
              <a:ext cx="608934" cy="275274"/>
            </a:xfrm>
            <a:prstGeom prst="ellipse">
              <a:avLst/>
            </a:prstGeom>
            <a:gradFill>
              <a:gsLst>
                <a:gs pos="0">
                  <a:srgbClr val="FAFAFF">
                    <a:alpha val="30797"/>
                  </a:srgbClr>
                </a:gs>
                <a:gs pos="14286">
                  <a:srgbClr val="FAFAFF">
                    <a:alpha val="28706"/>
                  </a:srgbClr>
                </a:gs>
                <a:gs pos="28571">
                  <a:srgbClr val="FAFAFF">
                    <a:alpha val="23104"/>
                  </a:srgbClr>
                </a:gs>
                <a:gs pos="42857">
                  <a:srgbClr val="FAFAFF">
                    <a:alpha val="15829"/>
                  </a:srgbClr>
                </a:gs>
                <a:gs pos="57143">
                  <a:srgbClr val="FAFAFF">
                    <a:alpha val="9107"/>
                  </a:srgbClr>
                </a:gs>
                <a:gs pos="71429">
                  <a:srgbClr val="FAFAFF">
                    <a:alpha val="4371"/>
                  </a:srgbClr>
                </a:gs>
                <a:gs pos="85714">
                  <a:srgbClr val="FAFAFF">
                    <a:alpha val="1752"/>
                  </a:srgbClr>
                </a:gs>
                <a:gs pos="100000">
                  <a:srgbClr val="FAFAFF">
                    <a:alpha val="58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954" name="Splat 954"/>
            <p:cNvSpPr>
              <a:spLocks noGrp="1"/>
            </p:cNvSpPr>
            <p:nvPr/>
          </p:nvSpPr>
          <p:spPr>
            <a:xfrm rot="-9994828">
              <a:off x="585062" y="2661665"/>
              <a:ext cx="453249" cy="165025"/>
            </a:xfrm>
            <a:prstGeom prst="ellipse">
              <a:avLst/>
            </a:prstGeom>
            <a:gradFill>
              <a:gsLst>
                <a:gs pos="0">
                  <a:srgbClr val="DE0000">
                    <a:alpha val="6303"/>
                  </a:srgbClr>
                </a:gs>
                <a:gs pos="14286">
                  <a:srgbClr val="DE0000">
                    <a:alpha val="5809"/>
                  </a:srgbClr>
                </a:gs>
                <a:gs pos="28571">
                  <a:srgbClr val="DE0000">
                    <a:alpha val="4540"/>
                  </a:srgbClr>
                </a:gs>
                <a:gs pos="42857">
                  <a:srgbClr val="DE0000">
                    <a:alpha val="3002"/>
                  </a:srgbClr>
                </a:gs>
                <a:gs pos="57143">
                  <a:srgbClr val="DE0000">
                    <a:alpha val="1675"/>
                  </a:srgbClr>
                </a:gs>
                <a:gs pos="71429">
                  <a:srgbClr val="DE0000">
                    <a:alpha val="787"/>
                  </a:srgbClr>
                </a:gs>
                <a:gs pos="85714">
                  <a:srgbClr val="DE0000">
                    <a:alpha val="312"/>
                  </a:srgbClr>
                </a:gs>
                <a:gs pos="100000">
                  <a:srgbClr val="DE0000">
                    <a:alpha val="104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955" name="Splat 955"/>
            <p:cNvSpPr>
              <a:spLocks noGrp="1"/>
            </p:cNvSpPr>
            <p:nvPr/>
          </p:nvSpPr>
          <p:spPr>
            <a:xfrm rot="-10535814">
              <a:off x="264599" y="3394770"/>
              <a:ext cx="345178" cy="60945"/>
            </a:xfrm>
            <a:prstGeom prst="ellipse">
              <a:avLst/>
            </a:prstGeom>
            <a:gradFill>
              <a:gsLst>
                <a:gs pos="0">
                  <a:srgbClr val="000000">
                    <a:alpha val="32968"/>
                  </a:srgbClr>
                </a:gs>
                <a:gs pos="14286">
                  <a:srgbClr val="000000">
                    <a:alpha val="30764"/>
                  </a:srgbClr>
                </a:gs>
                <a:gs pos="28571">
                  <a:srgbClr val="000000">
                    <a:alpha val="24833"/>
                  </a:srgbClr>
                </a:gs>
                <a:gs pos="42857">
                  <a:srgbClr val="000000">
                    <a:alpha val="17075"/>
                  </a:srgbClr>
                </a:gs>
                <a:gs pos="57143">
                  <a:srgbClr val="000000">
                    <a:alpha val="9855"/>
                  </a:srgbClr>
                </a:gs>
                <a:gs pos="71429">
                  <a:srgbClr val="000000">
                    <a:alpha val="4740"/>
                  </a:srgbClr>
                </a:gs>
                <a:gs pos="85714">
                  <a:srgbClr val="000000">
                    <a:alpha val="1902"/>
                  </a:srgbClr>
                </a:gs>
                <a:gs pos="100000">
                  <a:srgbClr val="000000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956" name="Splat 956"/>
            <p:cNvSpPr>
              <a:spLocks noGrp="1"/>
            </p:cNvSpPr>
            <p:nvPr/>
          </p:nvSpPr>
          <p:spPr>
            <a:xfrm rot="6109993">
              <a:off x="2983417" y="3406771"/>
              <a:ext cx="725376" cy="162172"/>
            </a:xfrm>
            <a:prstGeom prst="ellipse">
              <a:avLst/>
            </a:prstGeom>
            <a:gradFill>
              <a:gsLst>
                <a:gs pos="0">
                  <a:srgbClr val="0061FF">
                    <a:alpha val="2964"/>
                  </a:srgbClr>
                </a:gs>
                <a:gs pos="14286">
                  <a:srgbClr val="0061FF">
                    <a:alpha val="2727"/>
                  </a:srgbClr>
                </a:gs>
                <a:gs pos="28571">
                  <a:srgbClr val="0061FF">
                    <a:alpha val="2124"/>
                  </a:srgbClr>
                </a:gs>
                <a:gs pos="42857">
                  <a:srgbClr val="0061FF">
                    <a:alpha val="1398"/>
                  </a:srgbClr>
                </a:gs>
                <a:gs pos="57143">
                  <a:srgbClr val="0061FF">
                    <a:alpha val="777"/>
                  </a:srgbClr>
                </a:gs>
                <a:gs pos="71429">
                  <a:srgbClr val="0061FF">
                    <a:alpha val="365"/>
                  </a:srgbClr>
                </a:gs>
                <a:gs pos="85714">
                  <a:srgbClr val="0061FF">
                    <a:alpha val="144"/>
                  </a:srgbClr>
                </a:gs>
                <a:gs pos="100000">
                  <a:srgbClr val="0061FF">
                    <a:alpha val="48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957" name="Splat 957"/>
            <p:cNvSpPr>
              <a:spLocks noGrp="1"/>
            </p:cNvSpPr>
            <p:nvPr/>
          </p:nvSpPr>
          <p:spPr>
            <a:xfrm rot="2998069">
              <a:off x="949181" y="1321524"/>
              <a:ext cx="553303" cy="59114"/>
            </a:xfrm>
            <a:prstGeom prst="ellipse">
              <a:avLst/>
            </a:prstGeom>
            <a:gradFill>
              <a:gsLst>
                <a:gs pos="0">
                  <a:srgbClr val="5C523E">
                    <a:alpha val="32968"/>
                  </a:srgbClr>
                </a:gs>
                <a:gs pos="14286">
                  <a:srgbClr val="5C523E">
                    <a:alpha val="30764"/>
                  </a:srgbClr>
                </a:gs>
                <a:gs pos="28571">
                  <a:srgbClr val="5C523E">
                    <a:alpha val="24833"/>
                  </a:srgbClr>
                </a:gs>
                <a:gs pos="42857">
                  <a:srgbClr val="5C523E">
                    <a:alpha val="17075"/>
                  </a:srgbClr>
                </a:gs>
                <a:gs pos="57143">
                  <a:srgbClr val="5C523E">
                    <a:alpha val="9855"/>
                  </a:srgbClr>
                </a:gs>
                <a:gs pos="71429">
                  <a:srgbClr val="5C523E">
                    <a:alpha val="4740"/>
                  </a:srgbClr>
                </a:gs>
                <a:gs pos="85714">
                  <a:srgbClr val="5C523E">
                    <a:alpha val="1902"/>
                  </a:srgbClr>
                </a:gs>
                <a:gs pos="100000">
                  <a:srgbClr val="5C523E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958" name="Splat 958"/>
            <p:cNvSpPr>
              <a:spLocks noGrp="1"/>
            </p:cNvSpPr>
            <p:nvPr/>
          </p:nvSpPr>
          <p:spPr>
            <a:xfrm rot="5189990">
              <a:off x="3141571" y="951253"/>
              <a:ext cx="617990" cy="94205"/>
            </a:xfrm>
            <a:prstGeom prst="ellipse">
              <a:avLst/>
            </a:prstGeom>
            <a:gradFill>
              <a:gsLst>
                <a:gs pos="0">
                  <a:srgbClr val="FFFFF6">
                    <a:alpha val="32968"/>
                  </a:srgbClr>
                </a:gs>
                <a:gs pos="14286">
                  <a:srgbClr val="FFFFF6">
                    <a:alpha val="30764"/>
                  </a:srgbClr>
                </a:gs>
                <a:gs pos="28571">
                  <a:srgbClr val="FFFFF6">
                    <a:alpha val="24833"/>
                  </a:srgbClr>
                </a:gs>
                <a:gs pos="42857">
                  <a:srgbClr val="FFFFF6">
                    <a:alpha val="17075"/>
                  </a:srgbClr>
                </a:gs>
                <a:gs pos="57143">
                  <a:srgbClr val="FFFFF6">
                    <a:alpha val="9855"/>
                  </a:srgbClr>
                </a:gs>
                <a:gs pos="71429">
                  <a:srgbClr val="FFFFF6">
                    <a:alpha val="4740"/>
                  </a:srgbClr>
                </a:gs>
                <a:gs pos="85714">
                  <a:srgbClr val="FFFFF6">
                    <a:alpha val="1902"/>
                  </a:srgbClr>
                </a:gs>
                <a:gs pos="100000">
                  <a:srgbClr val="FFFFF6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959" name="Splat 959"/>
            <p:cNvSpPr>
              <a:spLocks noGrp="1"/>
            </p:cNvSpPr>
            <p:nvPr/>
          </p:nvSpPr>
          <p:spPr>
            <a:xfrm rot="8765634">
              <a:off x="263535" y="2678959"/>
              <a:ext cx="320073" cy="126261"/>
            </a:xfrm>
            <a:prstGeom prst="ellipse">
              <a:avLst/>
            </a:prstGeom>
            <a:gradFill>
              <a:gsLst>
                <a:gs pos="0">
                  <a:srgbClr val="7D3300">
                    <a:alpha val="32968"/>
                  </a:srgbClr>
                </a:gs>
                <a:gs pos="14286">
                  <a:srgbClr val="7D3300">
                    <a:alpha val="30764"/>
                  </a:srgbClr>
                </a:gs>
                <a:gs pos="28571">
                  <a:srgbClr val="7D3300">
                    <a:alpha val="24833"/>
                  </a:srgbClr>
                </a:gs>
                <a:gs pos="42857">
                  <a:srgbClr val="7D3300">
                    <a:alpha val="17075"/>
                  </a:srgbClr>
                </a:gs>
                <a:gs pos="57143">
                  <a:srgbClr val="7D3300">
                    <a:alpha val="9855"/>
                  </a:srgbClr>
                </a:gs>
                <a:gs pos="71429">
                  <a:srgbClr val="7D3300">
                    <a:alpha val="4740"/>
                  </a:srgbClr>
                </a:gs>
                <a:gs pos="85714">
                  <a:srgbClr val="7D3300">
                    <a:alpha val="1902"/>
                  </a:srgbClr>
                </a:gs>
                <a:gs pos="100000">
                  <a:srgbClr val="7D3300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960" name="Splat 960"/>
            <p:cNvSpPr>
              <a:spLocks noGrp="1"/>
            </p:cNvSpPr>
            <p:nvPr/>
          </p:nvSpPr>
          <p:spPr>
            <a:xfrm rot="-10209354">
              <a:off x="2081528" y="1794109"/>
              <a:ext cx="364024" cy="263431"/>
            </a:xfrm>
            <a:prstGeom prst="ellipse">
              <a:avLst/>
            </a:prstGeom>
            <a:gradFill>
              <a:gsLst>
                <a:gs pos="0">
                  <a:srgbClr val="F7FFF7">
                    <a:alpha val="17482"/>
                  </a:srgbClr>
                </a:gs>
                <a:gs pos="14286">
                  <a:srgbClr val="F7FFF7">
                    <a:alpha val="16189"/>
                  </a:srgbClr>
                </a:gs>
                <a:gs pos="28571">
                  <a:srgbClr val="F7FFF7">
                    <a:alpha val="12814"/>
                  </a:srgbClr>
                </a:gs>
                <a:gs pos="42857">
                  <a:srgbClr val="F7FFF7">
                    <a:alpha val="8602"/>
                  </a:srgbClr>
                </a:gs>
                <a:gs pos="57143">
                  <a:srgbClr val="F7FFF7">
                    <a:alpha val="4862"/>
                  </a:srgbClr>
                </a:gs>
                <a:gs pos="71429">
                  <a:srgbClr val="F7FFF7">
                    <a:alpha val="2306"/>
                  </a:srgbClr>
                </a:gs>
                <a:gs pos="85714">
                  <a:srgbClr val="F7FFF7">
                    <a:alpha val="918"/>
                  </a:srgbClr>
                </a:gs>
                <a:gs pos="100000">
                  <a:srgbClr val="F7FFF7">
                    <a:alpha val="308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961" name="Splat 961"/>
            <p:cNvSpPr>
              <a:spLocks noGrp="1"/>
            </p:cNvSpPr>
            <p:nvPr/>
          </p:nvSpPr>
          <p:spPr>
            <a:xfrm rot="-9367298">
              <a:off x="1068010" y="1866788"/>
              <a:ext cx="508989" cy="67745"/>
            </a:xfrm>
            <a:prstGeom prst="ellipse">
              <a:avLst/>
            </a:prstGeom>
            <a:gradFill>
              <a:gsLst>
                <a:gs pos="0">
                  <a:srgbClr val="EFF5FF">
                    <a:alpha val="19825"/>
                  </a:srgbClr>
                </a:gs>
                <a:gs pos="14286">
                  <a:srgbClr val="EFF5FF">
                    <a:alpha val="18379"/>
                  </a:srgbClr>
                </a:gs>
                <a:gs pos="28571">
                  <a:srgbClr val="EFF5FF">
                    <a:alpha val="14588"/>
                  </a:srgbClr>
                </a:gs>
                <a:gs pos="42857">
                  <a:srgbClr val="EFF5FF">
                    <a:alpha val="9826"/>
                  </a:srgbClr>
                </a:gs>
                <a:gs pos="57143">
                  <a:srgbClr val="EFF5FF">
                    <a:alpha val="5570"/>
                  </a:srgbClr>
                </a:gs>
                <a:gs pos="71429">
                  <a:srgbClr val="EFF5FF">
                    <a:alpha val="2647"/>
                  </a:srgbClr>
                </a:gs>
                <a:gs pos="85714">
                  <a:srgbClr val="EFF5FF">
                    <a:alpha val="1055"/>
                  </a:srgbClr>
                </a:gs>
                <a:gs pos="100000">
                  <a:srgbClr val="EFF5FF">
                    <a:alpha val="354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962" name="Splat 962"/>
            <p:cNvSpPr>
              <a:spLocks noGrp="1"/>
            </p:cNvSpPr>
            <p:nvPr/>
          </p:nvSpPr>
          <p:spPr>
            <a:xfrm rot="6019844">
              <a:off x="1411688" y="1991776"/>
              <a:ext cx="434588" cy="121161"/>
            </a:xfrm>
            <a:prstGeom prst="ellipse">
              <a:avLst/>
            </a:prstGeom>
            <a:gradFill>
              <a:gsLst>
                <a:gs pos="0">
                  <a:srgbClr val="002997">
                    <a:alpha val="32968"/>
                  </a:srgbClr>
                </a:gs>
                <a:gs pos="14286">
                  <a:srgbClr val="002997">
                    <a:alpha val="30764"/>
                  </a:srgbClr>
                </a:gs>
                <a:gs pos="28571">
                  <a:srgbClr val="002997">
                    <a:alpha val="24833"/>
                  </a:srgbClr>
                </a:gs>
                <a:gs pos="42857">
                  <a:srgbClr val="002997">
                    <a:alpha val="17075"/>
                  </a:srgbClr>
                </a:gs>
                <a:gs pos="57143">
                  <a:srgbClr val="002997">
                    <a:alpha val="9855"/>
                  </a:srgbClr>
                </a:gs>
                <a:gs pos="71429">
                  <a:srgbClr val="002997">
                    <a:alpha val="4740"/>
                  </a:srgbClr>
                </a:gs>
                <a:gs pos="85714">
                  <a:srgbClr val="002997">
                    <a:alpha val="1902"/>
                  </a:srgbClr>
                </a:gs>
                <a:gs pos="100000">
                  <a:srgbClr val="002997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963" name="Splat 963"/>
            <p:cNvSpPr>
              <a:spLocks noGrp="1"/>
            </p:cNvSpPr>
            <p:nvPr/>
          </p:nvSpPr>
          <p:spPr>
            <a:xfrm rot="-9166576">
              <a:off x="431025" y="-154800"/>
              <a:ext cx="500094" cy="423612"/>
            </a:xfrm>
            <a:prstGeom prst="ellipse">
              <a:avLst/>
            </a:prstGeom>
            <a:gradFill>
              <a:gsLst>
                <a:gs pos="0">
                  <a:srgbClr val="E0A500">
                    <a:alpha val="32968"/>
                  </a:srgbClr>
                </a:gs>
                <a:gs pos="14286">
                  <a:srgbClr val="E0A500">
                    <a:alpha val="30764"/>
                  </a:srgbClr>
                </a:gs>
                <a:gs pos="28571">
                  <a:srgbClr val="E0A500">
                    <a:alpha val="24833"/>
                  </a:srgbClr>
                </a:gs>
                <a:gs pos="42857">
                  <a:srgbClr val="E0A500">
                    <a:alpha val="17075"/>
                  </a:srgbClr>
                </a:gs>
                <a:gs pos="57143">
                  <a:srgbClr val="E0A500">
                    <a:alpha val="9855"/>
                  </a:srgbClr>
                </a:gs>
                <a:gs pos="71429">
                  <a:srgbClr val="E0A500">
                    <a:alpha val="4740"/>
                  </a:srgbClr>
                </a:gs>
                <a:gs pos="85714">
                  <a:srgbClr val="E0A500">
                    <a:alpha val="1902"/>
                  </a:srgbClr>
                </a:gs>
                <a:gs pos="100000">
                  <a:srgbClr val="E0A500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964" name="Splat 964"/>
            <p:cNvSpPr>
              <a:spLocks noGrp="1"/>
            </p:cNvSpPr>
            <p:nvPr/>
          </p:nvSpPr>
          <p:spPr>
            <a:xfrm rot="-8723843">
              <a:off x="950618" y="976315"/>
              <a:ext cx="453328" cy="111133"/>
            </a:xfrm>
            <a:prstGeom prst="ellipse">
              <a:avLst/>
            </a:prstGeom>
            <a:gradFill>
              <a:gsLst>
                <a:gs pos="0">
                  <a:srgbClr val="230000">
                    <a:alpha val="32968"/>
                  </a:srgbClr>
                </a:gs>
                <a:gs pos="14286">
                  <a:srgbClr val="230000">
                    <a:alpha val="30764"/>
                  </a:srgbClr>
                </a:gs>
                <a:gs pos="28571">
                  <a:srgbClr val="230000">
                    <a:alpha val="24833"/>
                  </a:srgbClr>
                </a:gs>
                <a:gs pos="42857">
                  <a:srgbClr val="230000">
                    <a:alpha val="17075"/>
                  </a:srgbClr>
                </a:gs>
                <a:gs pos="57143">
                  <a:srgbClr val="230000">
                    <a:alpha val="9855"/>
                  </a:srgbClr>
                </a:gs>
                <a:gs pos="71429">
                  <a:srgbClr val="230000">
                    <a:alpha val="4740"/>
                  </a:srgbClr>
                </a:gs>
                <a:gs pos="85714">
                  <a:srgbClr val="230000">
                    <a:alpha val="1902"/>
                  </a:srgbClr>
                </a:gs>
                <a:gs pos="100000">
                  <a:srgbClr val="230000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965" name="Splat 965"/>
            <p:cNvSpPr>
              <a:spLocks noGrp="1"/>
            </p:cNvSpPr>
            <p:nvPr/>
          </p:nvSpPr>
          <p:spPr>
            <a:xfrm rot="3994841">
              <a:off x="2241345" y="695159"/>
              <a:ext cx="372017" cy="106707"/>
            </a:xfrm>
            <a:prstGeom prst="ellipse">
              <a:avLst/>
            </a:prstGeom>
            <a:gradFill>
              <a:gsLst>
                <a:gs pos="0">
                  <a:srgbClr val="FFC700">
                    <a:alpha val="9212"/>
                  </a:srgbClr>
                </a:gs>
                <a:gs pos="14286">
                  <a:srgbClr val="FFC700">
                    <a:alpha val="8500"/>
                  </a:srgbClr>
                </a:gs>
                <a:gs pos="28571">
                  <a:srgbClr val="FFC700">
                    <a:alpha val="6665"/>
                  </a:srgbClr>
                </a:gs>
                <a:gs pos="42857">
                  <a:srgbClr val="FFC700">
                    <a:alpha val="4423"/>
                  </a:srgbClr>
                </a:gs>
                <a:gs pos="57143">
                  <a:srgbClr val="FFC700">
                    <a:alpha val="2476"/>
                  </a:srgbClr>
                </a:gs>
                <a:gs pos="71429">
                  <a:srgbClr val="FFC700">
                    <a:alpha val="1167"/>
                  </a:srgbClr>
                </a:gs>
                <a:gs pos="85714">
                  <a:srgbClr val="FFC700">
                    <a:alpha val="463"/>
                  </a:srgbClr>
                </a:gs>
                <a:gs pos="100000">
                  <a:srgbClr val="FFC700">
                    <a:alpha val="155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966" name="Splat 966"/>
            <p:cNvSpPr>
              <a:spLocks noGrp="1"/>
            </p:cNvSpPr>
            <p:nvPr/>
          </p:nvSpPr>
          <p:spPr>
            <a:xfrm rot="4596749">
              <a:off x="3034565" y="268495"/>
              <a:ext cx="697532" cy="39715"/>
            </a:xfrm>
            <a:prstGeom prst="ellipse">
              <a:avLst/>
            </a:prstGeom>
            <a:gradFill>
              <a:gsLst>
                <a:gs pos="0">
                  <a:srgbClr val="FFFFFE">
                    <a:alpha val="32968"/>
                  </a:srgbClr>
                </a:gs>
                <a:gs pos="14286">
                  <a:srgbClr val="FFFFFE">
                    <a:alpha val="30764"/>
                  </a:srgbClr>
                </a:gs>
                <a:gs pos="28571">
                  <a:srgbClr val="FFFFFE">
                    <a:alpha val="24833"/>
                  </a:srgbClr>
                </a:gs>
                <a:gs pos="42857">
                  <a:srgbClr val="FFFFFE">
                    <a:alpha val="17075"/>
                  </a:srgbClr>
                </a:gs>
                <a:gs pos="57143">
                  <a:srgbClr val="FFFFFE">
                    <a:alpha val="9855"/>
                  </a:srgbClr>
                </a:gs>
                <a:gs pos="71429">
                  <a:srgbClr val="FFFFFE">
                    <a:alpha val="4740"/>
                  </a:srgbClr>
                </a:gs>
                <a:gs pos="85714">
                  <a:srgbClr val="FFFFFE">
                    <a:alpha val="1902"/>
                  </a:srgbClr>
                </a:gs>
                <a:gs pos="100000">
                  <a:srgbClr val="FFFFFE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967" name="Splat 967"/>
            <p:cNvSpPr>
              <a:spLocks noGrp="1"/>
            </p:cNvSpPr>
            <p:nvPr/>
          </p:nvSpPr>
          <p:spPr>
            <a:xfrm rot="7917600">
              <a:off x="78351" y="1607153"/>
              <a:ext cx="406925" cy="161848"/>
            </a:xfrm>
            <a:prstGeom prst="ellipse">
              <a:avLst/>
            </a:prstGeom>
            <a:gradFill>
              <a:gsLst>
                <a:gs pos="0">
                  <a:srgbClr val="BCE7F2">
                    <a:alpha val="24769"/>
                  </a:srgbClr>
                </a:gs>
                <a:gs pos="14286">
                  <a:srgbClr val="BCE7F2">
                    <a:alpha val="23017"/>
                  </a:srgbClr>
                </a:gs>
                <a:gs pos="28571">
                  <a:srgbClr val="BCE7F2">
                    <a:alpha val="18381"/>
                  </a:srgbClr>
                </a:gs>
                <a:gs pos="42857">
                  <a:srgbClr val="BCE7F2">
                    <a:alpha val="12473"/>
                  </a:srgbClr>
                </a:gs>
                <a:gs pos="57143">
                  <a:srgbClr val="BCE7F2">
                    <a:alpha val="7116"/>
                  </a:srgbClr>
                </a:gs>
                <a:gs pos="71429">
                  <a:srgbClr val="BCE7F2">
                    <a:alpha val="3396"/>
                  </a:srgbClr>
                </a:gs>
                <a:gs pos="85714">
                  <a:srgbClr val="BCE7F2">
                    <a:alpha val="1357"/>
                  </a:srgbClr>
                </a:gs>
                <a:gs pos="100000">
                  <a:srgbClr val="BCE7F2">
                    <a:alpha val="455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968" name="Splat 968"/>
            <p:cNvSpPr>
              <a:spLocks noGrp="1"/>
            </p:cNvSpPr>
            <p:nvPr/>
          </p:nvSpPr>
          <p:spPr>
            <a:xfrm rot="-10422820">
              <a:off x="277087" y="3023136"/>
              <a:ext cx="754550" cy="145744"/>
            </a:xfrm>
            <a:prstGeom prst="ellipse">
              <a:avLst/>
            </a:prstGeom>
            <a:gradFill>
              <a:gsLst>
                <a:gs pos="0">
                  <a:srgbClr val="300000">
                    <a:alpha val="32968"/>
                  </a:srgbClr>
                </a:gs>
                <a:gs pos="14286">
                  <a:srgbClr val="300000">
                    <a:alpha val="30764"/>
                  </a:srgbClr>
                </a:gs>
                <a:gs pos="28571">
                  <a:srgbClr val="300000">
                    <a:alpha val="24833"/>
                  </a:srgbClr>
                </a:gs>
                <a:gs pos="42857">
                  <a:srgbClr val="300000">
                    <a:alpha val="17075"/>
                  </a:srgbClr>
                </a:gs>
                <a:gs pos="57143">
                  <a:srgbClr val="300000">
                    <a:alpha val="9855"/>
                  </a:srgbClr>
                </a:gs>
                <a:gs pos="71429">
                  <a:srgbClr val="300000">
                    <a:alpha val="4740"/>
                  </a:srgbClr>
                </a:gs>
                <a:gs pos="85714">
                  <a:srgbClr val="300000">
                    <a:alpha val="1902"/>
                  </a:srgbClr>
                </a:gs>
                <a:gs pos="100000">
                  <a:srgbClr val="300000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969" name="Splat 969"/>
            <p:cNvSpPr>
              <a:spLocks noGrp="1"/>
            </p:cNvSpPr>
            <p:nvPr/>
          </p:nvSpPr>
          <p:spPr>
            <a:xfrm rot="8225882">
              <a:off x="1319551" y="-12055"/>
              <a:ext cx="767894" cy="82740"/>
            </a:xfrm>
            <a:prstGeom prst="ellipse">
              <a:avLst/>
            </a:prstGeom>
            <a:gradFill>
              <a:gsLst>
                <a:gs pos="0">
                  <a:srgbClr val="300000">
                    <a:alpha val="32968"/>
                  </a:srgbClr>
                </a:gs>
                <a:gs pos="14286">
                  <a:srgbClr val="300000">
                    <a:alpha val="30764"/>
                  </a:srgbClr>
                </a:gs>
                <a:gs pos="28571">
                  <a:srgbClr val="300000">
                    <a:alpha val="24833"/>
                  </a:srgbClr>
                </a:gs>
                <a:gs pos="42857">
                  <a:srgbClr val="300000">
                    <a:alpha val="17075"/>
                  </a:srgbClr>
                </a:gs>
                <a:gs pos="57143">
                  <a:srgbClr val="300000">
                    <a:alpha val="9855"/>
                  </a:srgbClr>
                </a:gs>
                <a:gs pos="71429">
                  <a:srgbClr val="300000">
                    <a:alpha val="4740"/>
                  </a:srgbClr>
                </a:gs>
                <a:gs pos="85714">
                  <a:srgbClr val="300000">
                    <a:alpha val="1902"/>
                  </a:srgbClr>
                </a:gs>
                <a:gs pos="100000">
                  <a:srgbClr val="300000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970" name="Splat 970"/>
            <p:cNvSpPr>
              <a:spLocks noGrp="1"/>
            </p:cNvSpPr>
            <p:nvPr/>
          </p:nvSpPr>
          <p:spPr>
            <a:xfrm rot="6459410">
              <a:off x="3199254" y="3087807"/>
              <a:ext cx="558921" cy="210686"/>
            </a:xfrm>
            <a:prstGeom prst="ellipse">
              <a:avLst/>
            </a:prstGeom>
            <a:gradFill>
              <a:gsLst>
                <a:gs pos="0">
                  <a:srgbClr val="F6F1FF">
                    <a:alpha val="18414"/>
                  </a:srgbClr>
                </a:gs>
                <a:gs pos="14286">
                  <a:srgbClr val="F6F1FF">
                    <a:alpha val="17060"/>
                  </a:srgbClr>
                </a:gs>
                <a:gs pos="28571">
                  <a:srgbClr val="F6F1FF">
                    <a:alpha val="13518"/>
                  </a:srgbClr>
                </a:gs>
                <a:gs pos="42857">
                  <a:srgbClr val="F6F1FF">
                    <a:alpha val="9087"/>
                  </a:srgbClr>
                </a:gs>
                <a:gs pos="57143">
                  <a:srgbClr val="F6F1FF">
                    <a:alpha val="5142"/>
                  </a:srgbClr>
                </a:gs>
                <a:gs pos="71429">
                  <a:srgbClr val="F6F1FF">
                    <a:alpha val="2441"/>
                  </a:srgbClr>
                </a:gs>
                <a:gs pos="85714">
                  <a:srgbClr val="F6F1FF">
                    <a:alpha val="972"/>
                  </a:srgbClr>
                </a:gs>
                <a:gs pos="100000">
                  <a:srgbClr val="F6F1FF">
                    <a:alpha val="326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971" name="Splat 971"/>
            <p:cNvSpPr>
              <a:spLocks noGrp="1"/>
            </p:cNvSpPr>
            <p:nvPr/>
          </p:nvSpPr>
          <p:spPr>
            <a:xfrm rot="7609938">
              <a:off x="-8772" y="1657553"/>
              <a:ext cx="729602" cy="58545"/>
            </a:xfrm>
            <a:prstGeom prst="ellipse">
              <a:avLst/>
            </a:prstGeom>
            <a:gradFill>
              <a:gsLst>
                <a:gs pos="0">
                  <a:srgbClr val="3B2C00">
                    <a:alpha val="32968"/>
                  </a:srgbClr>
                </a:gs>
                <a:gs pos="14286">
                  <a:srgbClr val="3B2C00">
                    <a:alpha val="30764"/>
                  </a:srgbClr>
                </a:gs>
                <a:gs pos="28571">
                  <a:srgbClr val="3B2C00">
                    <a:alpha val="24833"/>
                  </a:srgbClr>
                </a:gs>
                <a:gs pos="42857">
                  <a:srgbClr val="3B2C00">
                    <a:alpha val="17075"/>
                  </a:srgbClr>
                </a:gs>
                <a:gs pos="57143">
                  <a:srgbClr val="3B2C00">
                    <a:alpha val="9855"/>
                  </a:srgbClr>
                </a:gs>
                <a:gs pos="71429">
                  <a:srgbClr val="3B2C00">
                    <a:alpha val="4740"/>
                  </a:srgbClr>
                </a:gs>
                <a:gs pos="85714">
                  <a:srgbClr val="3B2C00">
                    <a:alpha val="1902"/>
                  </a:srgbClr>
                </a:gs>
                <a:gs pos="100000">
                  <a:srgbClr val="3B2C00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972" name="Splat 972"/>
            <p:cNvSpPr>
              <a:spLocks noGrp="1"/>
            </p:cNvSpPr>
            <p:nvPr/>
          </p:nvSpPr>
          <p:spPr>
            <a:xfrm rot="7699871">
              <a:off x="-98706" y="501384"/>
              <a:ext cx="420199" cy="59133"/>
            </a:xfrm>
            <a:prstGeom prst="ellipse">
              <a:avLst/>
            </a:prstGeom>
            <a:gradFill>
              <a:gsLst>
                <a:gs pos="0">
                  <a:srgbClr val="FFFFFA">
                    <a:alpha val="32968"/>
                  </a:srgbClr>
                </a:gs>
                <a:gs pos="14286">
                  <a:srgbClr val="FFFFFA">
                    <a:alpha val="30764"/>
                  </a:srgbClr>
                </a:gs>
                <a:gs pos="28571">
                  <a:srgbClr val="FFFFFA">
                    <a:alpha val="24833"/>
                  </a:srgbClr>
                </a:gs>
                <a:gs pos="42857">
                  <a:srgbClr val="FFFFFA">
                    <a:alpha val="17075"/>
                  </a:srgbClr>
                </a:gs>
                <a:gs pos="57143">
                  <a:srgbClr val="FFFFFA">
                    <a:alpha val="9855"/>
                  </a:srgbClr>
                </a:gs>
                <a:gs pos="71429">
                  <a:srgbClr val="FFFFFA">
                    <a:alpha val="4740"/>
                  </a:srgbClr>
                </a:gs>
                <a:gs pos="85714">
                  <a:srgbClr val="FFFFFA">
                    <a:alpha val="1902"/>
                  </a:srgbClr>
                </a:gs>
                <a:gs pos="100000">
                  <a:srgbClr val="FFFFFA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973" name="Splat 973"/>
            <p:cNvSpPr>
              <a:spLocks noGrp="1"/>
            </p:cNvSpPr>
            <p:nvPr/>
          </p:nvSpPr>
          <p:spPr>
            <a:xfrm rot="6196177">
              <a:off x="389006" y="2748937"/>
              <a:ext cx="395733" cy="313873"/>
            </a:xfrm>
            <a:prstGeom prst="ellipse">
              <a:avLst/>
            </a:prstGeom>
            <a:gradFill>
              <a:gsLst>
                <a:gs pos="0">
                  <a:srgbClr val="A3D000">
                    <a:alpha val="8491"/>
                  </a:srgbClr>
                </a:gs>
                <a:gs pos="14286">
                  <a:srgbClr val="A3D000">
                    <a:alpha val="7832"/>
                  </a:srgbClr>
                </a:gs>
                <a:gs pos="28571">
                  <a:srgbClr val="A3D000">
                    <a:alpha val="6136"/>
                  </a:srgbClr>
                </a:gs>
                <a:gs pos="42857">
                  <a:srgbClr val="A3D000">
                    <a:alpha val="4069"/>
                  </a:srgbClr>
                </a:gs>
                <a:gs pos="57143">
                  <a:srgbClr val="A3D000">
                    <a:alpha val="2275"/>
                  </a:srgbClr>
                </a:gs>
                <a:gs pos="71429">
                  <a:srgbClr val="A3D000">
                    <a:alpha val="1072"/>
                  </a:srgbClr>
                </a:gs>
                <a:gs pos="85714">
                  <a:srgbClr val="A3D000">
                    <a:alpha val="425"/>
                  </a:srgbClr>
                </a:gs>
                <a:gs pos="100000">
                  <a:srgbClr val="A3D000">
                    <a:alpha val="142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974" name="Splat 974"/>
            <p:cNvSpPr>
              <a:spLocks noGrp="1"/>
            </p:cNvSpPr>
            <p:nvPr/>
          </p:nvSpPr>
          <p:spPr>
            <a:xfrm rot="-9536736">
              <a:off x="230663" y="3132960"/>
              <a:ext cx="493951" cy="407018"/>
            </a:xfrm>
            <a:prstGeom prst="ellipse">
              <a:avLst/>
            </a:prstGeom>
            <a:gradFill>
              <a:gsLst>
                <a:gs pos="0">
                  <a:srgbClr val="848000">
                    <a:alpha val="29079"/>
                  </a:srgbClr>
                </a:gs>
                <a:gs pos="14286">
                  <a:srgbClr val="848000">
                    <a:alpha val="27080"/>
                  </a:srgbClr>
                </a:gs>
                <a:gs pos="28571">
                  <a:srgbClr val="848000">
                    <a:alpha val="21746"/>
                  </a:srgbClr>
                </a:gs>
                <a:gs pos="42857">
                  <a:srgbClr val="848000">
                    <a:alpha val="14857"/>
                  </a:srgbClr>
                </a:gs>
                <a:gs pos="57143">
                  <a:srgbClr val="848000">
                    <a:alpha val="8526"/>
                  </a:srgbClr>
                </a:gs>
                <a:gs pos="71429">
                  <a:srgbClr val="848000">
                    <a:alpha val="4086"/>
                  </a:srgbClr>
                </a:gs>
                <a:gs pos="85714">
                  <a:srgbClr val="848000">
                    <a:alpha val="1636"/>
                  </a:srgbClr>
                </a:gs>
                <a:gs pos="100000">
                  <a:srgbClr val="848000">
                    <a:alpha val="550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975" name="Splat 975"/>
            <p:cNvSpPr>
              <a:spLocks noGrp="1"/>
            </p:cNvSpPr>
            <p:nvPr/>
          </p:nvSpPr>
          <p:spPr>
            <a:xfrm rot="2743205">
              <a:off x="1316826" y="749744"/>
              <a:ext cx="371945" cy="85344"/>
            </a:xfrm>
            <a:prstGeom prst="ellipse">
              <a:avLst/>
            </a:prstGeom>
            <a:gradFill>
              <a:gsLst>
                <a:gs pos="0">
                  <a:srgbClr val="F7D7AD">
                    <a:alpha val="32968"/>
                  </a:srgbClr>
                </a:gs>
                <a:gs pos="14286">
                  <a:srgbClr val="F7D7AD">
                    <a:alpha val="30764"/>
                  </a:srgbClr>
                </a:gs>
                <a:gs pos="28571">
                  <a:srgbClr val="F7D7AD">
                    <a:alpha val="24833"/>
                  </a:srgbClr>
                </a:gs>
                <a:gs pos="42857">
                  <a:srgbClr val="F7D7AD">
                    <a:alpha val="17075"/>
                  </a:srgbClr>
                </a:gs>
                <a:gs pos="57143">
                  <a:srgbClr val="F7D7AD">
                    <a:alpha val="9855"/>
                  </a:srgbClr>
                </a:gs>
                <a:gs pos="71429">
                  <a:srgbClr val="F7D7AD">
                    <a:alpha val="4740"/>
                  </a:srgbClr>
                </a:gs>
                <a:gs pos="85714">
                  <a:srgbClr val="F7D7AD">
                    <a:alpha val="1902"/>
                  </a:srgbClr>
                </a:gs>
                <a:gs pos="100000">
                  <a:srgbClr val="F7D7AD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976" name="Splat 976"/>
            <p:cNvSpPr>
              <a:spLocks noGrp="1"/>
            </p:cNvSpPr>
            <p:nvPr/>
          </p:nvSpPr>
          <p:spPr>
            <a:xfrm rot="3198795">
              <a:off x="-43575" y="1198590"/>
              <a:ext cx="496257" cy="235342"/>
            </a:xfrm>
            <a:prstGeom prst="ellipse">
              <a:avLst/>
            </a:prstGeom>
            <a:gradFill>
              <a:gsLst>
                <a:gs pos="0">
                  <a:srgbClr val="C27200">
                    <a:alpha val="19223"/>
                  </a:srgbClr>
                </a:gs>
                <a:gs pos="14286">
                  <a:srgbClr val="C27200">
                    <a:alpha val="17816"/>
                  </a:srgbClr>
                </a:gs>
                <a:gs pos="28571">
                  <a:srgbClr val="C27200">
                    <a:alpha val="14131"/>
                  </a:srgbClr>
                </a:gs>
                <a:gs pos="42857">
                  <a:srgbClr val="C27200">
                    <a:alpha val="9510"/>
                  </a:srgbClr>
                </a:gs>
                <a:gs pos="57143">
                  <a:srgbClr val="C27200">
                    <a:alpha val="5387"/>
                  </a:srgbClr>
                </a:gs>
                <a:gs pos="71429">
                  <a:srgbClr val="C27200">
                    <a:alpha val="2559"/>
                  </a:srgbClr>
                </a:gs>
                <a:gs pos="85714">
                  <a:srgbClr val="C27200">
                    <a:alpha val="1020"/>
                  </a:srgbClr>
                </a:gs>
                <a:gs pos="100000">
                  <a:srgbClr val="C27200">
                    <a:alpha val="342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977" name="Splat 977"/>
            <p:cNvSpPr>
              <a:spLocks noGrp="1"/>
            </p:cNvSpPr>
            <p:nvPr/>
          </p:nvSpPr>
          <p:spPr>
            <a:xfrm rot="3096247">
              <a:off x="1177524" y="671288"/>
              <a:ext cx="669482" cy="60988"/>
            </a:xfrm>
            <a:prstGeom prst="ellipse">
              <a:avLst/>
            </a:prstGeom>
            <a:gradFill>
              <a:gsLst>
                <a:gs pos="0">
                  <a:srgbClr val="FFE8AB">
                    <a:alpha val="32968"/>
                  </a:srgbClr>
                </a:gs>
                <a:gs pos="14286">
                  <a:srgbClr val="FFE8AB">
                    <a:alpha val="30764"/>
                  </a:srgbClr>
                </a:gs>
                <a:gs pos="28571">
                  <a:srgbClr val="FFE8AB">
                    <a:alpha val="24833"/>
                  </a:srgbClr>
                </a:gs>
                <a:gs pos="42857">
                  <a:srgbClr val="FFE8AB">
                    <a:alpha val="17075"/>
                  </a:srgbClr>
                </a:gs>
                <a:gs pos="57143">
                  <a:srgbClr val="FFE8AB">
                    <a:alpha val="9855"/>
                  </a:srgbClr>
                </a:gs>
                <a:gs pos="71429">
                  <a:srgbClr val="FFE8AB">
                    <a:alpha val="4740"/>
                  </a:srgbClr>
                </a:gs>
                <a:gs pos="85714">
                  <a:srgbClr val="FFE8AB">
                    <a:alpha val="1902"/>
                  </a:srgbClr>
                </a:gs>
                <a:gs pos="100000">
                  <a:srgbClr val="FFE8AB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978" name="Splat 978"/>
            <p:cNvSpPr>
              <a:spLocks noGrp="1"/>
            </p:cNvSpPr>
            <p:nvPr/>
          </p:nvSpPr>
          <p:spPr>
            <a:xfrm rot="7136920">
              <a:off x="3272792" y="-14916"/>
              <a:ext cx="474591" cy="125486"/>
            </a:xfrm>
            <a:prstGeom prst="ellipse">
              <a:avLst/>
            </a:prstGeom>
            <a:gradFill>
              <a:gsLst>
                <a:gs pos="0">
                  <a:srgbClr val="F4FBFE">
                    <a:alpha val="32968"/>
                  </a:srgbClr>
                </a:gs>
                <a:gs pos="14286">
                  <a:srgbClr val="F4FBFE">
                    <a:alpha val="30764"/>
                  </a:srgbClr>
                </a:gs>
                <a:gs pos="28571">
                  <a:srgbClr val="F4FBFE">
                    <a:alpha val="24833"/>
                  </a:srgbClr>
                </a:gs>
                <a:gs pos="42857">
                  <a:srgbClr val="F4FBFE">
                    <a:alpha val="17075"/>
                  </a:srgbClr>
                </a:gs>
                <a:gs pos="57143">
                  <a:srgbClr val="F4FBFE">
                    <a:alpha val="9855"/>
                  </a:srgbClr>
                </a:gs>
                <a:gs pos="71429">
                  <a:srgbClr val="F4FBFE">
                    <a:alpha val="4740"/>
                  </a:srgbClr>
                </a:gs>
                <a:gs pos="85714">
                  <a:srgbClr val="F4FBFE">
                    <a:alpha val="1902"/>
                  </a:srgbClr>
                </a:gs>
                <a:gs pos="100000">
                  <a:srgbClr val="F4FBFE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979" name="Splat 979"/>
            <p:cNvSpPr>
              <a:spLocks noGrp="1"/>
            </p:cNvSpPr>
            <p:nvPr/>
          </p:nvSpPr>
          <p:spPr>
            <a:xfrm rot="4710705">
              <a:off x="1958589" y="2580354"/>
              <a:ext cx="318244" cy="34096"/>
            </a:xfrm>
            <a:prstGeom prst="ellipse">
              <a:avLst/>
            </a:prstGeom>
            <a:gradFill>
              <a:gsLst>
                <a:gs pos="0">
                  <a:srgbClr val="FFECA6">
                    <a:alpha val="31486"/>
                  </a:srgbClr>
                </a:gs>
                <a:gs pos="14286">
                  <a:srgbClr val="FFECA6">
                    <a:alpha val="29358"/>
                  </a:srgbClr>
                </a:gs>
                <a:gs pos="28571">
                  <a:srgbClr val="FFECA6">
                    <a:alpha val="23650"/>
                  </a:srgbClr>
                </a:gs>
                <a:gs pos="42857">
                  <a:srgbClr val="FFECA6">
                    <a:alpha val="16222"/>
                  </a:srgbClr>
                </a:gs>
                <a:gs pos="57143">
                  <a:srgbClr val="FFECA6">
                    <a:alpha val="9342"/>
                  </a:srgbClr>
                </a:gs>
                <a:gs pos="71429">
                  <a:srgbClr val="FFECA6">
                    <a:alpha val="4487"/>
                  </a:srgbClr>
                </a:gs>
                <a:gs pos="85714">
                  <a:srgbClr val="FFECA6">
                    <a:alpha val="1799"/>
                  </a:srgbClr>
                </a:gs>
                <a:gs pos="100000">
                  <a:srgbClr val="FFECA6">
                    <a:alpha val="605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980" name="Splat 980"/>
            <p:cNvSpPr>
              <a:spLocks noGrp="1"/>
            </p:cNvSpPr>
            <p:nvPr/>
          </p:nvSpPr>
          <p:spPr>
            <a:xfrm rot="5200671">
              <a:off x="2795670" y="1329928"/>
              <a:ext cx="492035" cy="158867"/>
            </a:xfrm>
            <a:prstGeom prst="ellipse">
              <a:avLst/>
            </a:prstGeom>
            <a:gradFill>
              <a:gsLst>
                <a:gs pos="0">
                  <a:srgbClr val="006E8D">
                    <a:alpha val="21530"/>
                  </a:srgbClr>
                </a:gs>
                <a:gs pos="14286">
                  <a:srgbClr val="006E8D">
                    <a:alpha val="19976"/>
                  </a:srgbClr>
                </a:gs>
                <a:gs pos="28571">
                  <a:srgbClr val="006E8D">
                    <a:alpha val="15888"/>
                  </a:srgbClr>
                </a:gs>
                <a:gs pos="42857">
                  <a:srgbClr val="006E8D">
                    <a:alpha val="10729"/>
                  </a:srgbClr>
                </a:gs>
                <a:gs pos="57143">
                  <a:srgbClr val="006E8D">
                    <a:alpha val="6095"/>
                  </a:srgbClr>
                </a:gs>
                <a:gs pos="71429">
                  <a:srgbClr val="006E8D">
                    <a:alpha val="2901"/>
                  </a:srgbClr>
                </a:gs>
                <a:gs pos="85714">
                  <a:srgbClr val="006E8D">
                    <a:alpha val="1157"/>
                  </a:srgbClr>
                </a:gs>
                <a:gs pos="100000">
                  <a:srgbClr val="006E8D">
                    <a:alpha val="388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981" name="Splat 981"/>
            <p:cNvSpPr>
              <a:spLocks noGrp="1"/>
            </p:cNvSpPr>
            <p:nvPr/>
          </p:nvSpPr>
          <p:spPr>
            <a:xfrm rot="-8729928">
              <a:off x="1046171" y="483538"/>
              <a:ext cx="626411" cy="126561"/>
            </a:xfrm>
            <a:prstGeom prst="ellipse">
              <a:avLst/>
            </a:prstGeom>
            <a:gradFill>
              <a:gsLst>
                <a:gs pos="0">
                  <a:srgbClr val="220000">
                    <a:alpha val="32968"/>
                  </a:srgbClr>
                </a:gs>
                <a:gs pos="14286">
                  <a:srgbClr val="220000">
                    <a:alpha val="30764"/>
                  </a:srgbClr>
                </a:gs>
                <a:gs pos="28571">
                  <a:srgbClr val="220000">
                    <a:alpha val="24833"/>
                  </a:srgbClr>
                </a:gs>
                <a:gs pos="42857">
                  <a:srgbClr val="220000">
                    <a:alpha val="17075"/>
                  </a:srgbClr>
                </a:gs>
                <a:gs pos="57143">
                  <a:srgbClr val="220000">
                    <a:alpha val="9855"/>
                  </a:srgbClr>
                </a:gs>
                <a:gs pos="71429">
                  <a:srgbClr val="220000">
                    <a:alpha val="4740"/>
                  </a:srgbClr>
                </a:gs>
                <a:gs pos="85714">
                  <a:srgbClr val="220000">
                    <a:alpha val="1902"/>
                  </a:srgbClr>
                </a:gs>
                <a:gs pos="100000">
                  <a:srgbClr val="220000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982" name="Splat 982"/>
            <p:cNvSpPr>
              <a:spLocks noGrp="1"/>
            </p:cNvSpPr>
            <p:nvPr/>
          </p:nvSpPr>
          <p:spPr>
            <a:xfrm rot="4753011">
              <a:off x="2440494" y="1238327"/>
              <a:ext cx="578651" cy="64023"/>
            </a:xfrm>
            <a:prstGeom prst="ellipse">
              <a:avLst/>
            </a:prstGeom>
            <a:gradFill>
              <a:gsLst>
                <a:gs pos="0">
                  <a:srgbClr val="460000">
                    <a:alpha val="32968"/>
                  </a:srgbClr>
                </a:gs>
                <a:gs pos="14286">
                  <a:srgbClr val="460000">
                    <a:alpha val="30764"/>
                  </a:srgbClr>
                </a:gs>
                <a:gs pos="28571">
                  <a:srgbClr val="460000">
                    <a:alpha val="24833"/>
                  </a:srgbClr>
                </a:gs>
                <a:gs pos="42857">
                  <a:srgbClr val="460000">
                    <a:alpha val="17075"/>
                  </a:srgbClr>
                </a:gs>
                <a:gs pos="57143">
                  <a:srgbClr val="460000">
                    <a:alpha val="9855"/>
                  </a:srgbClr>
                </a:gs>
                <a:gs pos="71429">
                  <a:srgbClr val="460000">
                    <a:alpha val="4740"/>
                  </a:srgbClr>
                </a:gs>
                <a:gs pos="85714">
                  <a:srgbClr val="460000">
                    <a:alpha val="1902"/>
                  </a:srgbClr>
                </a:gs>
                <a:gs pos="100000">
                  <a:srgbClr val="460000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983" name="Splat 983"/>
            <p:cNvSpPr>
              <a:spLocks noGrp="1"/>
            </p:cNvSpPr>
            <p:nvPr/>
          </p:nvSpPr>
          <p:spPr>
            <a:xfrm rot="2957941">
              <a:off x="2868564" y="401604"/>
              <a:ext cx="528752" cy="111998"/>
            </a:xfrm>
            <a:prstGeom prst="ellipse">
              <a:avLst/>
            </a:prstGeom>
            <a:gradFill>
              <a:gsLst>
                <a:gs pos="0">
                  <a:srgbClr val="180000">
                    <a:alpha val="32968"/>
                  </a:srgbClr>
                </a:gs>
                <a:gs pos="14286">
                  <a:srgbClr val="180000">
                    <a:alpha val="30764"/>
                  </a:srgbClr>
                </a:gs>
                <a:gs pos="28571">
                  <a:srgbClr val="180000">
                    <a:alpha val="24833"/>
                  </a:srgbClr>
                </a:gs>
                <a:gs pos="42857">
                  <a:srgbClr val="180000">
                    <a:alpha val="17075"/>
                  </a:srgbClr>
                </a:gs>
                <a:gs pos="57143">
                  <a:srgbClr val="180000">
                    <a:alpha val="9855"/>
                  </a:srgbClr>
                </a:gs>
                <a:gs pos="71429">
                  <a:srgbClr val="180000">
                    <a:alpha val="4740"/>
                  </a:srgbClr>
                </a:gs>
                <a:gs pos="85714">
                  <a:srgbClr val="180000">
                    <a:alpha val="1902"/>
                  </a:srgbClr>
                </a:gs>
                <a:gs pos="100000">
                  <a:srgbClr val="180000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984" name="Splat 984"/>
            <p:cNvSpPr>
              <a:spLocks noGrp="1"/>
            </p:cNvSpPr>
            <p:nvPr/>
          </p:nvSpPr>
          <p:spPr>
            <a:xfrm rot="4098894">
              <a:off x="1979494" y="1449019"/>
              <a:ext cx="282735" cy="272733"/>
            </a:xfrm>
            <a:prstGeom prst="ellipse">
              <a:avLst/>
            </a:prstGeom>
            <a:gradFill>
              <a:gsLst>
                <a:gs pos="0">
                  <a:srgbClr val="FFE4D4">
                    <a:alpha val="13205"/>
                  </a:srgbClr>
                </a:gs>
                <a:gs pos="14286">
                  <a:srgbClr val="FFE4D4">
                    <a:alpha val="12205"/>
                  </a:srgbClr>
                </a:gs>
                <a:gs pos="28571">
                  <a:srgbClr val="FFE4D4">
                    <a:alpha val="9613"/>
                  </a:srgbClr>
                </a:gs>
                <a:gs pos="42857">
                  <a:srgbClr val="FFE4D4">
                    <a:alpha val="6414"/>
                  </a:srgbClr>
                </a:gs>
                <a:gs pos="57143">
                  <a:srgbClr val="FFE4D4">
                    <a:alpha val="3607"/>
                  </a:srgbClr>
                </a:gs>
                <a:gs pos="71429">
                  <a:srgbClr val="FFE4D4">
                    <a:alpha val="1705"/>
                  </a:srgbClr>
                </a:gs>
                <a:gs pos="85714">
                  <a:srgbClr val="FFE4D4">
                    <a:alpha val="678"/>
                  </a:srgbClr>
                </a:gs>
                <a:gs pos="100000">
                  <a:srgbClr val="FFE4D4">
                    <a:alpha val="227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985" name="Splat 985"/>
            <p:cNvSpPr>
              <a:spLocks noGrp="1"/>
            </p:cNvSpPr>
            <p:nvPr/>
          </p:nvSpPr>
          <p:spPr>
            <a:xfrm rot="-9418422">
              <a:off x="1864984" y="2738228"/>
              <a:ext cx="249735" cy="56097"/>
            </a:xfrm>
            <a:prstGeom prst="ellipse">
              <a:avLst/>
            </a:prstGeom>
            <a:gradFill>
              <a:gsLst>
                <a:gs pos="0">
                  <a:srgbClr val="FFF5CC">
                    <a:alpha val="32968"/>
                  </a:srgbClr>
                </a:gs>
                <a:gs pos="14286">
                  <a:srgbClr val="FFF5CC">
                    <a:alpha val="30764"/>
                  </a:srgbClr>
                </a:gs>
                <a:gs pos="28571">
                  <a:srgbClr val="FFF5CC">
                    <a:alpha val="24833"/>
                  </a:srgbClr>
                </a:gs>
                <a:gs pos="42857">
                  <a:srgbClr val="FFF5CC">
                    <a:alpha val="17075"/>
                  </a:srgbClr>
                </a:gs>
                <a:gs pos="57143">
                  <a:srgbClr val="FFF5CC">
                    <a:alpha val="9855"/>
                  </a:srgbClr>
                </a:gs>
                <a:gs pos="71429">
                  <a:srgbClr val="FFF5CC">
                    <a:alpha val="4740"/>
                  </a:srgbClr>
                </a:gs>
                <a:gs pos="85714">
                  <a:srgbClr val="FFF5CC">
                    <a:alpha val="1902"/>
                  </a:srgbClr>
                </a:gs>
                <a:gs pos="100000">
                  <a:srgbClr val="FFF5CC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986" name="Splat 986"/>
            <p:cNvSpPr>
              <a:spLocks noGrp="1"/>
            </p:cNvSpPr>
            <p:nvPr/>
          </p:nvSpPr>
          <p:spPr>
            <a:xfrm rot="5065632">
              <a:off x="286066" y="2970655"/>
              <a:ext cx="382523" cy="370082"/>
            </a:xfrm>
            <a:prstGeom prst="ellipse">
              <a:avLst/>
            </a:prstGeom>
            <a:gradFill>
              <a:gsLst>
                <a:gs pos="0">
                  <a:srgbClr val="B4C800">
                    <a:alpha val="2353"/>
                  </a:srgbClr>
                </a:gs>
                <a:gs pos="14286">
                  <a:srgbClr val="B4C800">
                    <a:alpha val="2164"/>
                  </a:srgbClr>
                </a:gs>
                <a:gs pos="28571">
                  <a:srgbClr val="B4C800">
                    <a:alpha val="1685"/>
                  </a:srgbClr>
                </a:gs>
                <a:gs pos="42857">
                  <a:srgbClr val="B4C800">
                    <a:alpha val="1108"/>
                  </a:srgbClr>
                </a:gs>
                <a:gs pos="57143">
                  <a:srgbClr val="B4C800">
                    <a:alpha val="616"/>
                  </a:srgbClr>
                </a:gs>
                <a:gs pos="71429">
                  <a:srgbClr val="B4C800">
                    <a:alpha val="289"/>
                  </a:srgbClr>
                </a:gs>
                <a:gs pos="85714">
                  <a:srgbClr val="B4C800">
                    <a:alpha val="114"/>
                  </a:srgbClr>
                </a:gs>
                <a:gs pos="100000">
                  <a:srgbClr val="B4C800">
                    <a:alpha val="38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987" name="Splat 987"/>
            <p:cNvSpPr>
              <a:spLocks noGrp="1"/>
            </p:cNvSpPr>
            <p:nvPr/>
          </p:nvSpPr>
          <p:spPr>
            <a:xfrm rot="8678087">
              <a:off x="1133843" y="1619681"/>
              <a:ext cx="496690" cy="147086"/>
            </a:xfrm>
            <a:prstGeom prst="ellipse">
              <a:avLst/>
            </a:prstGeom>
            <a:gradFill>
              <a:gsLst>
                <a:gs pos="0">
                  <a:srgbClr val="502600">
                    <a:alpha val="31313"/>
                  </a:srgbClr>
                </a:gs>
                <a:gs pos="14286">
                  <a:srgbClr val="502600">
                    <a:alpha val="29194"/>
                  </a:srgbClr>
                </a:gs>
                <a:gs pos="28571">
                  <a:srgbClr val="502600">
                    <a:alpha val="23513"/>
                  </a:srgbClr>
                </a:gs>
                <a:gs pos="42857">
                  <a:srgbClr val="502600">
                    <a:alpha val="16123"/>
                  </a:srgbClr>
                </a:gs>
                <a:gs pos="57143">
                  <a:srgbClr val="502600">
                    <a:alpha val="9283"/>
                  </a:srgbClr>
                </a:gs>
                <a:gs pos="71429">
                  <a:srgbClr val="502600">
                    <a:alpha val="4458"/>
                  </a:srgbClr>
                </a:gs>
                <a:gs pos="85714">
                  <a:srgbClr val="502600">
                    <a:alpha val="1787"/>
                  </a:srgbClr>
                </a:gs>
                <a:gs pos="100000">
                  <a:srgbClr val="502600">
                    <a:alpha val="601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988" name="Splat 988"/>
            <p:cNvSpPr>
              <a:spLocks noGrp="1"/>
            </p:cNvSpPr>
            <p:nvPr/>
          </p:nvSpPr>
          <p:spPr>
            <a:xfrm rot="7083767">
              <a:off x="-233127" y="614514"/>
              <a:ext cx="708916" cy="112770"/>
            </a:xfrm>
            <a:prstGeom prst="ellipse">
              <a:avLst/>
            </a:prstGeom>
            <a:gradFill>
              <a:gsLst>
                <a:gs pos="0">
                  <a:srgbClr val="C79000">
                    <a:alpha val="32968"/>
                  </a:srgbClr>
                </a:gs>
                <a:gs pos="14286">
                  <a:srgbClr val="C79000">
                    <a:alpha val="30764"/>
                  </a:srgbClr>
                </a:gs>
                <a:gs pos="28571">
                  <a:srgbClr val="C79000">
                    <a:alpha val="24833"/>
                  </a:srgbClr>
                </a:gs>
                <a:gs pos="42857">
                  <a:srgbClr val="C79000">
                    <a:alpha val="17075"/>
                  </a:srgbClr>
                </a:gs>
                <a:gs pos="57143">
                  <a:srgbClr val="C79000">
                    <a:alpha val="9855"/>
                  </a:srgbClr>
                </a:gs>
                <a:gs pos="71429">
                  <a:srgbClr val="C79000">
                    <a:alpha val="4740"/>
                  </a:srgbClr>
                </a:gs>
                <a:gs pos="85714">
                  <a:srgbClr val="C79000">
                    <a:alpha val="1902"/>
                  </a:srgbClr>
                </a:gs>
                <a:gs pos="100000">
                  <a:srgbClr val="C79000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989" name="Splat 989"/>
            <p:cNvSpPr>
              <a:spLocks noGrp="1"/>
            </p:cNvSpPr>
            <p:nvPr/>
          </p:nvSpPr>
          <p:spPr>
            <a:xfrm rot="-8950575">
              <a:off x="753551" y="3569598"/>
              <a:ext cx="541394" cy="95781"/>
            </a:xfrm>
            <a:prstGeom prst="ellipse">
              <a:avLst/>
            </a:prstGeom>
            <a:gradFill>
              <a:gsLst>
                <a:gs pos="0">
                  <a:srgbClr val="560000">
                    <a:alpha val="32968"/>
                  </a:srgbClr>
                </a:gs>
                <a:gs pos="14286">
                  <a:srgbClr val="560000">
                    <a:alpha val="30764"/>
                  </a:srgbClr>
                </a:gs>
                <a:gs pos="28571">
                  <a:srgbClr val="560000">
                    <a:alpha val="24833"/>
                  </a:srgbClr>
                </a:gs>
                <a:gs pos="42857">
                  <a:srgbClr val="560000">
                    <a:alpha val="17075"/>
                  </a:srgbClr>
                </a:gs>
                <a:gs pos="57143">
                  <a:srgbClr val="560000">
                    <a:alpha val="9855"/>
                  </a:srgbClr>
                </a:gs>
                <a:gs pos="71429">
                  <a:srgbClr val="560000">
                    <a:alpha val="4740"/>
                  </a:srgbClr>
                </a:gs>
                <a:gs pos="85714">
                  <a:srgbClr val="560000">
                    <a:alpha val="1902"/>
                  </a:srgbClr>
                </a:gs>
                <a:gs pos="100000">
                  <a:srgbClr val="560000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990" name="Splat 990"/>
            <p:cNvSpPr>
              <a:spLocks noGrp="1"/>
            </p:cNvSpPr>
            <p:nvPr/>
          </p:nvSpPr>
          <p:spPr>
            <a:xfrm rot="3359689">
              <a:off x="1447713" y="3175509"/>
              <a:ext cx="540876" cy="67244"/>
            </a:xfrm>
            <a:prstGeom prst="ellipse">
              <a:avLst/>
            </a:prstGeom>
            <a:gradFill>
              <a:gsLst>
                <a:gs pos="0">
                  <a:srgbClr val="00003A">
                    <a:alpha val="8258"/>
                  </a:srgbClr>
                </a:gs>
                <a:gs pos="14286">
                  <a:srgbClr val="00003A">
                    <a:alpha val="7616"/>
                  </a:srgbClr>
                </a:gs>
                <a:gs pos="28571">
                  <a:srgbClr val="00003A">
                    <a:alpha val="5965"/>
                  </a:srgbClr>
                </a:gs>
                <a:gs pos="42857">
                  <a:srgbClr val="00003A">
                    <a:alpha val="3954"/>
                  </a:srgbClr>
                </a:gs>
                <a:gs pos="57143">
                  <a:srgbClr val="00003A">
                    <a:alpha val="2211"/>
                  </a:srgbClr>
                </a:gs>
                <a:gs pos="71429">
                  <a:srgbClr val="00003A">
                    <a:alpha val="1041"/>
                  </a:srgbClr>
                </a:gs>
                <a:gs pos="85714">
                  <a:srgbClr val="00003A">
                    <a:alpha val="413"/>
                  </a:srgbClr>
                </a:gs>
                <a:gs pos="100000">
                  <a:srgbClr val="00003A">
                    <a:alpha val="138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991" name="Splat 991"/>
            <p:cNvSpPr>
              <a:spLocks noGrp="1"/>
            </p:cNvSpPr>
            <p:nvPr/>
          </p:nvSpPr>
          <p:spPr>
            <a:xfrm rot="3350289">
              <a:off x="1758960" y="2624275"/>
              <a:ext cx="668031" cy="65552"/>
            </a:xfrm>
            <a:prstGeom prst="ellipse">
              <a:avLst/>
            </a:prstGeom>
            <a:gradFill>
              <a:gsLst>
                <a:gs pos="0">
                  <a:srgbClr val="FFFCBC">
                    <a:alpha val="32968"/>
                  </a:srgbClr>
                </a:gs>
                <a:gs pos="14286">
                  <a:srgbClr val="FFFCBC">
                    <a:alpha val="30764"/>
                  </a:srgbClr>
                </a:gs>
                <a:gs pos="28571">
                  <a:srgbClr val="FFFCBC">
                    <a:alpha val="24833"/>
                  </a:srgbClr>
                </a:gs>
                <a:gs pos="42857">
                  <a:srgbClr val="FFFCBC">
                    <a:alpha val="17075"/>
                  </a:srgbClr>
                </a:gs>
                <a:gs pos="57143">
                  <a:srgbClr val="FFFCBC">
                    <a:alpha val="9855"/>
                  </a:srgbClr>
                </a:gs>
                <a:gs pos="71429">
                  <a:srgbClr val="FFFCBC">
                    <a:alpha val="4740"/>
                  </a:srgbClr>
                </a:gs>
                <a:gs pos="85714">
                  <a:srgbClr val="FFFCBC">
                    <a:alpha val="1902"/>
                  </a:srgbClr>
                </a:gs>
                <a:gs pos="100000">
                  <a:srgbClr val="FFFCBC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992" name="Splat 992"/>
            <p:cNvSpPr>
              <a:spLocks noGrp="1"/>
            </p:cNvSpPr>
            <p:nvPr/>
          </p:nvSpPr>
          <p:spPr>
            <a:xfrm rot="5289542">
              <a:off x="769855" y="2219669"/>
              <a:ext cx="443018" cy="281528"/>
            </a:xfrm>
            <a:prstGeom prst="ellipse">
              <a:avLst/>
            </a:prstGeom>
            <a:gradFill>
              <a:gsLst>
                <a:gs pos="0">
                  <a:srgbClr val="AD7B00">
                    <a:alpha val="22848"/>
                  </a:srgbClr>
                </a:gs>
                <a:gs pos="14286">
                  <a:srgbClr val="AD7B00">
                    <a:alpha val="21212"/>
                  </a:srgbClr>
                </a:gs>
                <a:gs pos="28571">
                  <a:srgbClr val="AD7B00">
                    <a:alpha val="16899"/>
                  </a:srgbClr>
                </a:gs>
                <a:gs pos="42857">
                  <a:srgbClr val="AD7B00">
                    <a:alpha val="11434"/>
                  </a:srgbClr>
                </a:gs>
                <a:gs pos="57143">
                  <a:srgbClr val="AD7B00">
                    <a:alpha val="6507"/>
                  </a:srgbClr>
                </a:gs>
                <a:gs pos="71429">
                  <a:srgbClr val="AD7B00">
                    <a:alpha val="3100"/>
                  </a:srgbClr>
                </a:gs>
                <a:gs pos="85714">
                  <a:srgbClr val="AD7B00">
                    <a:alpha val="1238"/>
                  </a:srgbClr>
                </a:gs>
                <a:gs pos="100000">
                  <a:srgbClr val="AD7B00">
                    <a:alpha val="415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993" name="Splat 993"/>
            <p:cNvSpPr>
              <a:spLocks noGrp="1"/>
            </p:cNvSpPr>
            <p:nvPr/>
          </p:nvSpPr>
          <p:spPr>
            <a:xfrm rot="-10398082">
              <a:off x="955069" y="1719452"/>
              <a:ext cx="608866" cy="163369"/>
            </a:xfrm>
            <a:prstGeom prst="ellipse">
              <a:avLst/>
            </a:prstGeom>
            <a:gradFill>
              <a:gsLst>
                <a:gs pos="0">
                  <a:srgbClr val="6B3300">
                    <a:alpha val="32968"/>
                  </a:srgbClr>
                </a:gs>
                <a:gs pos="14286">
                  <a:srgbClr val="6B3300">
                    <a:alpha val="30764"/>
                  </a:srgbClr>
                </a:gs>
                <a:gs pos="28571">
                  <a:srgbClr val="6B3300">
                    <a:alpha val="24833"/>
                  </a:srgbClr>
                </a:gs>
                <a:gs pos="42857">
                  <a:srgbClr val="6B3300">
                    <a:alpha val="17075"/>
                  </a:srgbClr>
                </a:gs>
                <a:gs pos="57143">
                  <a:srgbClr val="6B3300">
                    <a:alpha val="9855"/>
                  </a:srgbClr>
                </a:gs>
                <a:gs pos="71429">
                  <a:srgbClr val="6B3300">
                    <a:alpha val="4740"/>
                  </a:srgbClr>
                </a:gs>
                <a:gs pos="85714">
                  <a:srgbClr val="6B3300">
                    <a:alpha val="1902"/>
                  </a:srgbClr>
                </a:gs>
                <a:gs pos="100000">
                  <a:srgbClr val="6B3300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994" name="Splat 994"/>
            <p:cNvSpPr>
              <a:spLocks noGrp="1"/>
            </p:cNvSpPr>
            <p:nvPr/>
          </p:nvSpPr>
          <p:spPr>
            <a:xfrm rot="4450730">
              <a:off x="323836" y="2303708"/>
              <a:ext cx="409440" cy="376281"/>
            </a:xfrm>
            <a:prstGeom prst="ellipse">
              <a:avLst/>
            </a:prstGeom>
            <a:gradFill>
              <a:gsLst>
                <a:gs pos="0">
                  <a:srgbClr val="003700">
                    <a:alpha val="13705"/>
                  </a:srgbClr>
                </a:gs>
                <a:gs pos="14286">
                  <a:srgbClr val="003700">
                    <a:alpha val="12670"/>
                  </a:srgbClr>
                </a:gs>
                <a:gs pos="28571">
                  <a:srgbClr val="003700">
                    <a:alpha val="9985"/>
                  </a:srgbClr>
                </a:gs>
                <a:gs pos="42857">
                  <a:srgbClr val="003700">
                    <a:alpha val="6667"/>
                  </a:srgbClr>
                </a:gs>
                <a:gs pos="57143">
                  <a:srgbClr val="003700">
                    <a:alpha val="3751"/>
                  </a:srgbClr>
                </a:gs>
                <a:gs pos="71429">
                  <a:srgbClr val="003700">
                    <a:alpha val="1774"/>
                  </a:srgbClr>
                </a:gs>
                <a:gs pos="85714">
                  <a:srgbClr val="003700">
                    <a:alpha val="705"/>
                  </a:srgbClr>
                </a:gs>
                <a:gs pos="100000">
                  <a:srgbClr val="003700">
                    <a:alpha val="236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995" name="Splat 995"/>
            <p:cNvSpPr>
              <a:spLocks noGrp="1"/>
            </p:cNvSpPr>
            <p:nvPr/>
          </p:nvSpPr>
          <p:spPr>
            <a:xfrm rot="10360591">
              <a:off x="1850539" y="1951197"/>
              <a:ext cx="149238" cy="32440"/>
            </a:xfrm>
            <a:prstGeom prst="ellipse">
              <a:avLst/>
            </a:prstGeom>
            <a:gradFill>
              <a:gsLst>
                <a:gs pos="0">
                  <a:srgbClr val="353A42">
                    <a:alpha val="24775"/>
                  </a:srgbClr>
                </a:gs>
                <a:gs pos="14286">
                  <a:srgbClr val="353A42">
                    <a:alpha val="23022"/>
                  </a:srgbClr>
                </a:gs>
                <a:gs pos="28571">
                  <a:srgbClr val="353A42">
                    <a:alpha val="18385"/>
                  </a:srgbClr>
                </a:gs>
                <a:gs pos="42857">
                  <a:srgbClr val="353A42">
                    <a:alpha val="12476"/>
                  </a:srgbClr>
                </a:gs>
                <a:gs pos="57143">
                  <a:srgbClr val="353A42">
                    <a:alpha val="7118"/>
                  </a:srgbClr>
                </a:gs>
                <a:gs pos="71429">
                  <a:srgbClr val="353A42">
                    <a:alpha val="3397"/>
                  </a:srgbClr>
                </a:gs>
                <a:gs pos="85714">
                  <a:srgbClr val="353A42">
                    <a:alpha val="1357"/>
                  </a:srgbClr>
                </a:gs>
                <a:gs pos="100000">
                  <a:srgbClr val="353A42">
                    <a:alpha val="456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996" name="Splat 996"/>
            <p:cNvSpPr>
              <a:spLocks noGrp="1"/>
            </p:cNvSpPr>
            <p:nvPr/>
          </p:nvSpPr>
          <p:spPr>
            <a:xfrm rot="10234221">
              <a:off x="720007" y="2493437"/>
              <a:ext cx="420153" cy="361420"/>
            </a:xfrm>
            <a:prstGeom prst="ellipse">
              <a:avLst/>
            </a:prstGeom>
            <a:gradFill>
              <a:gsLst>
                <a:gs pos="0">
                  <a:srgbClr val="C29A00">
                    <a:alpha val="15285"/>
                  </a:srgbClr>
                </a:gs>
                <a:gs pos="14286">
                  <a:srgbClr val="C29A00">
                    <a:alpha val="14141"/>
                  </a:srgbClr>
                </a:gs>
                <a:gs pos="28571">
                  <a:srgbClr val="C29A00">
                    <a:alpha val="11164"/>
                  </a:srgbClr>
                </a:gs>
                <a:gs pos="42857">
                  <a:srgbClr val="C29A00">
                    <a:alpha val="7471"/>
                  </a:srgbClr>
                </a:gs>
                <a:gs pos="57143">
                  <a:srgbClr val="C29A00">
                    <a:alpha val="4211"/>
                  </a:srgbClr>
                </a:gs>
                <a:gs pos="71429">
                  <a:srgbClr val="C29A00">
                    <a:alpha val="1994"/>
                  </a:srgbClr>
                </a:gs>
                <a:gs pos="85714">
                  <a:srgbClr val="C29A00">
                    <a:alpha val="793"/>
                  </a:srgbClr>
                </a:gs>
                <a:gs pos="100000">
                  <a:srgbClr val="C29A00">
                    <a:alpha val="266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997" name="Splat 997"/>
            <p:cNvSpPr>
              <a:spLocks noGrp="1"/>
            </p:cNvSpPr>
            <p:nvPr/>
          </p:nvSpPr>
          <p:spPr>
            <a:xfrm rot="6938338">
              <a:off x="123820" y="180071"/>
              <a:ext cx="685617" cy="226545"/>
            </a:xfrm>
            <a:prstGeom prst="ellipse">
              <a:avLst/>
            </a:prstGeom>
            <a:gradFill>
              <a:gsLst>
                <a:gs pos="0">
                  <a:srgbClr val="A97200">
                    <a:alpha val="25391"/>
                  </a:srgbClr>
                </a:gs>
                <a:gs pos="14286">
                  <a:srgbClr val="A97200">
                    <a:alpha val="23602"/>
                  </a:srgbClr>
                </a:gs>
                <a:gs pos="28571">
                  <a:srgbClr val="A97200">
                    <a:alpha val="18863"/>
                  </a:srgbClr>
                </a:gs>
                <a:gs pos="42857">
                  <a:srgbClr val="A97200">
                    <a:alpha val="12812"/>
                  </a:srgbClr>
                </a:gs>
                <a:gs pos="57143">
                  <a:srgbClr val="A97200">
                    <a:alpha val="7316"/>
                  </a:srgbClr>
                </a:gs>
                <a:gs pos="71429">
                  <a:srgbClr val="A97200">
                    <a:alpha val="3494"/>
                  </a:srgbClr>
                </a:gs>
                <a:gs pos="85714">
                  <a:srgbClr val="A97200">
                    <a:alpha val="1396"/>
                  </a:srgbClr>
                </a:gs>
                <a:gs pos="100000">
                  <a:srgbClr val="A97200">
                    <a:alpha val="46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998" name="Splat 998"/>
            <p:cNvSpPr>
              <a:spLocks noGrp="1"/>
            </p:cNvSpPr>
            <p:nvPr/>
          </p:nvSpPr>
          <p:spPr>
            <a:xfrm rot="6741857">
              <a:off x="2825171" y="2711987"/>
              <a:ext cx="598159" cy="34854"/>
            </a:xfrm>
            <a:prstGeom prst="ellipse">
              <a:avLst/>
            </a:prstGeom>
            <a:gradFill>
              <a:gsLst>
                <a:gs pos="0">
                  <a:srgbClr val="4C4D84">
                    <a:alpha val="21751"/>
                  </a:srgbClr>
                </a:gs>
                <a:gs pos="14286">
                  <a:srgbClr val="4C4D84">
                    <a:alpha val="20183"/>
                  </a:srgbClr>
                </a:gs>
                <a:gs pos="28571">
                  <a:srgbClr val="4C4D84">
                    <a:alpha val="16057"/>
                  </a:srgbClr>
                </a:gs>
                <a:gs pos="42857">
                  <a:srgbClr val="4C4D84">
                    <a:alpha val="10846"/>
                  </a:srgbClr>
                </a:gs>
                <a:gs pos="57143">
                  <a:srgbClr val="4C4D84">
                    <a:alpha val="6163"/>
                  </a:srgbClr>
                </a:gs>
                <a:gs pos="71429">
                  <a:srgbClr val="4C4D84">
                    <a:alpha val="2934"/>
                  </a:srgbClr>
                </a:gs>
                <a:gs pos="85714">
                  <a:srgbClr val="4C4D84">
                    <a:alpha val="1171"/>
                  </a:srgbClr>
                </a:gs>
                <a:gs pos="100000">
                  <a:srgbClr val="4C4D84">
                    <a:alpha val="393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999" name="Splat 999"/>
            <p:cNvSpPr>
              <a:spLocks noGrp="1"/>
            </p:cNvSpPr>
            <p:nvPr/>
          </p:nvSpPr>
          <p:spPr>
            <a:xfrm rot="3899553">
              <a:off x="2106520" y="989987"/>
              <a:ext cx="675638" cy="114713"/>
            </a:xfrm>
            <a:prstGeom prst="ellipse">
              <a:avLst/>
            </a:prstGeom>
            <a:gradFill>
              <a:gsLst>
                <a:gs pos="0">
                  <a:srgbClr val="FCFDFA">
                    <a:alpha val="29939"/>
                  </a:srgbClr>
                </a:gs>
                <a:gs pos="14286">
                  <a:srgbClr val="FCFDFA">
                    <a:alpha val="27894"/>
                  </a:srgbClr>
                </a:gs>
                <a:gs pos="28571">
                  <a:srgbClr val="FCFDFA">
                    <a:alpha val="22425"/>
                  </a:srgbClr>
                </a:gs>
                <a:gs pos="42857">
                  <a:srgbClr val="FCFDFA">
                    <a:alpha val="15342"/>
                  </a:srgbClr>
                </a:gs>
                <a:gs pos="57143">
                  <a:srgbClr val="FCFDFA">
                    <a:alpha val="8816"/>
                  </a:srgbClr>
                </a:gs>
                <a:gs pos="71429">
                  <a:srgbClr val="FCFDFA">
                    <a:alpha val="4228"/>
                  </a:srgbClr>
                </a:gs>
                <a:gs pos="85714">
                  <a:srgbClr val="FCFDFA">
                    <a:alpha val="1694"/>
                  </a:srgbClr>
                </a:gs>
                <a:gs pos="100000">
                  <a:srgbClr val="FCFDFA">
                    <a:alpha val="56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000" name="Splat 1000"/>
            <p:cNvSpPr>
              <a:spLocks noGrp="1"/>
            </p:cNvSpPr>
            <p:nvPr/>
          </p:nvSpPr>
          <p:spPr>
            <a:xfrm rot="6977701">
              <a:off x="192205" y="668451"/>
              <a:ext cx="591720" cy="49035"/>
            </a:xfrm>
            <a:prstGeom prst="ellipse">
              <a:avLst/>
            </a:prstGeom>
            <a:gradFill>
              <a:gsLst>
                <a:gs pos="0">
                  <a:srgbClr val="000000">
                    <a:alpha val="32968"/>
                  </a:srgbClr>
                </a:gs>
                <a:gs pos="14286">
                  <a:srgbClr val="000000">
                    <a:alpha val="30764"/>
                  </a:srgbClr>
                </a:gs>
                <a:gs pos="28571">
                  <a:srgbClr val="000000">
                    <a:alpha val="24833"/>
                  </a:srgbClr>
                </a:gs>
                <a:gs pos="42857">
                  <a:srgbClr val="000000">
                    <a:alpha val="17075"/>
                  </a:srgbClr>
                </a:gs>
                <a:gs pos="57143">
                  <a:srgbClr val="000000">
                    <a:alpha val="9855"/>
                  </a:srgbClr>
                </a:gs>
                <a:gs pos="71429">
                  <a:srgbClr val="000000">
                    <a:alpha val="4740"/>
                  </a:srgbClr>
                </a:gs>
                <a:gs pos="85714">
                  <a:srgbClr val="000000">
                    <a:alpha val="1902"/>
                  </a:srgbClr>
                </a:gs>
                <a:gs pos="100000">
                  <a:srgbClr val="000000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001" name="Splat 1001"/>
            <p:cNvSpPr>
              <a:spLocks noGrp="1"/>
            </p:cNvSpPr>
            <p:nvPr/>
          </p:nvSpPr>
          <p:spPr>
            <a:xfrm rot="7982317">
              <a:off x="8416" y="1636821"/>
              <a:ext cx="591078" cy="200595"/>
            </a:xfrm>
            <a:prstGeom prst="ellipse">
              <a:avLst/>
            </a:prstGeom>
            <a:gradFill>
              <a:gsLst>
                <a:gs pos="0">
                  <a:srgbClr val="986300">
                    <a:alpha val="27746"/>
                  </a:srgbClr>
                </a:gs>
                <a:gs pos="14286">
                  <a:srgbClr val="986300">
                    <a:alpha val="25821"/>
                  </a:srgbClr>
                </a:gs>
                <a:gs pos="28571">
                  <a:srgbClr val="986300">
                    <a:alpha val="20699"/>
                  </a:srgbClr>
                </a:gs>
                <a:gs pos="42857">
                  <a:srgbClr val="986300">
                    <a:alpha val="14111"/>
                  </a:srgbClr>
                </a:gs>
                <a:gs pos="57143">
                  <a:srgbClr val="986300">
                    <a:alpha val="8084"/>
                  </a:srgbClr>
                </a:gs>
                <a:gs pos="71429">
                  <a:srgbClr val="986300">
                    <a:alpha val="3869"/>
                  </a:srgbClr>
                </a:gs>
                <a:gs pos="85714">
                  <a:srgbClr val="986300">
                    <a:alpha val="1548"/>
                  </a:srgbClr>
                </a:gs>
                <a:gs pos="100000">
                  <a:srgbClr val="986300">
                    <a:alpha val="520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002" name="Splat 1002"/>
            <p:cNvSpPr>
              <a:spLocks noGrp="1"/>
            </p:cNvSpPr>
            <p:nvPr/>
          </p:nvSpPr>
          <p:spPr>
            <a:xfrm rot="-8419867">
              <a:off x="424866" y="3449732"/>
              <a:ext cx="585419" cy="175828"/>
            </a:xfrm>
            <a:prstGeom prst="ellipse">
              <a:avLst/>
            </a:prstGeom>
            <a:gradFill>
              <a:gsLst>
                <a:gs pos="0">
                  <a:srgbClr val="FFCC00">
                    <a:alpha val="25629"/>
                  </a:srgbClr>
                </a:gs>
                <a:gs pos="14286">
                  <a:srgbClr val="FFCC00">
                    <a:alpha val="23826"/>
                  </a:srgbClr>
                </a:gs>
                <a:gs pos="28571">
                  <a:srgbClr val="FFCC00">
                    <a:alpha val="19048"/>
                  </a:srgbClr>
                </a:gs>
                <a:gs pos="42857">
                  <a:srgbClr val="FFCC00">
                    <a:alpha val="12943"/>
                  </a:srgbClr>
                </a:gs>
                <a:gs pos="57143">
                  <a:srgbClr val="FFCC00">
                    <a:alpha val="7393"/>
                  </a:srgbClr>
                </a:gs>
                <a:gs pos="71429">
                  <a:srgbClr val="FFCC00">
                    <a:alpha val="3531"/>
                  </a:srgbClr>
                </a:gs>
                <a:gs pos="85714">
                  <a:srgbClr val="FFCC00">
                    <a:alpha val="1412"/>
                  </a:srgbClr>
                </a:gs>
                <a:gs pos="100000">
                  <a:srgbClr val="FFCC00">
                    <a:alpha val="474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003" name="Splat 1003"/>
            <p:cNvSpPr>
              <a:spLocks noGrp="1"/>
            </p:cNvSpPr>
            <p:nvPr/>
          </p:nvSpPr>
          <p:spPr>
            <a:xfrm rot="8499898">
              <a:off x="945367" y="328929"/>
              <a:ext cx="485479" cy="36996"/>
            </a:xfrm>
            <a:prstGeom prst="ellipse">
              <a:avLst/>
            </a:prstGeom>
            <a:gradFill>
              <a:gsLst>
                <a:gs pos="0">
                  <a:srgbClr val="000000">
                    <a:alpha val="32968"/>
                  </a:srgbClr>
                </a:gs>
                <a:gs pos="14286">
                  <a:srgbClr val="000000">
                    <a:alpha val="30764"/>
                  </a:srgbClr>
                </a:gs>
                <a:gs pos="28571">
                  <a:srgbClr val="000000">
                    <a:alpha val="24833"/>
                  </a:srgbClr>
                </a:gs>
                <a:gs pos="42857">
                  <a:srgbClr val="000000">
                    <a:alpha val="17075"/>
                  </a:srgbClr>
                </a:gs>
                <a:gs pos="57143">
                  <a:srgbClr val="000000">
                    <a:alpha val="9855"/>
                  </a:srgbClr>
                </a:gs>
                <a:gs pos="71429">
                  <a:srgbClr val="000000">
                    <a:alpha val="4740"/>
                  </a:srgbClr>
                </a:gs>
                <a:gs pos="85714">
                  <a:srgbClr val="000000">
                    <a:alpha val="1902"/>
                  </a:srgbClr>
                </a:gs>
                <a:gs pos="100000">
                  <a:srgbClr val="000000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004" name="Splat 1004"/>
            <p:cNvSpPr>
              <a:spLocks noGrp="1"/>
            </p:cNvSpPr>
            <p:nvPr/>
          </p:nvSpPr>
          <p:spPr>
            <a:xfrm rot="-9048143">
              <a:off x="282535" y="-93726"/>
              <a:ext cx="371113" cy="246929"/>
            </a:xfrm>
            <a:prstGeom prst="ellipse">
              <a:avLst/>
            </a:prstGeom>
            <a:gradFill>
              <a:gsLst>
                <a:gs pos="0">
                  <a:srgbClr val="F6FFFF">
                    <a:alpha val="32968"/>
                  </a:srgbClr>
                </a:gs>
                <a:gs pos="14286">
                  <a:srgbClr val="F6FFFF">
                    <a:alpha val="30764"/>
                  </a:srgbClr>
                </a:gs>
                <a:gs pos="28571">
                  <a:srgbClr val="F6FFFF">
                    <a:alpha val="24833"/>
                  </a:srgbClr>
                </a:gs>
                <a:gs pos="42857">
                  <a:srgbClr val="F6FFFF">
                    <a:alpha val="17075"/>
                  </a:srgbClr>
                </a:gs>
                <a:gs pos="57143">
                  <a:srgbClr val="F6FFFF">
                    <a:alpha val="9855"/>
                  </a:srgbClr>
                </a:gs>
                <a:gs pos="71429">
                  <a:srgbClr val="F6FFFF">
                    <a:alpha val="4740"/>
                  </a:srgbClr>
                </a:gs>
                <a:gs pos="85714">
                  <a:srgbClr val="F6FFFF">
                    <a:alpha val="1902"/>
                  </a:srgbClr>
                </a:gs>
                <a:gs pos="100000">
                  <a:srgbClr val="F6FFFF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005" name="Splat 1005"/>
            <p:cNvSpPr>
              <a:spLocks noGrp="1"/>
            </p:cNvSpPr>
            <p:nvPr/>
          </p:nvSpPr>
          <p:spPr>
            <a:xfrm rot="9697973">
              <a:off x="1886401" y="814784"/>
              <a:ext cx="425924" cy="288194"/>
            </a:xfrm>
            <a:prstGeom prst="ellipse">
              <a:avLst/>
            </a:prstGeom>
            <a:gradFill>
              <a:gsLst>
                <a:gs pos="0">
                  <a:srgbClr val="9A7300">
                    <a:alpha val="32968"/>
                  </a:srgbClr>
                </a:gs>
                <a:gs pos="14286">
                  <a:srgbClr val="9A7300">
                    <a:alpha val="30764"/>
                  </a:srgbClr>
                </a:gs>
                <a:gs pos="28571">
                  <a:srgbClr val="9A7300">
                    <a:alpha val="24833"/>
                  </a:srgbClr>
                </a:gs>
                <a:gs pos="42857">
                  <a:srgbClr val="9A7300">
                    <a:alpha val="17075"/>
                  </a:srgbClr>
                </a:gs>
                <a:gs pos="57143">
                  <a:srgbClr val="9A7300">
                    <a:alpha val="9855"/>
                  </a:srgbClr>
                </a:gs>
                <a:gs pos="71429">
                  <a:srgbClr val="9A7300">
                    <a:alpha val="4740"/>
                  </a:srgbClr>
                </a:gs>
                <a:gs pos="85714">
                  <a:srgbClr val="9A7300">
                    <a:alpha val="1902"/>
                  </a:srgbClr>
                </a:gs>
                <a:gs pos="100000">
                  <a:srgbClr val="9A7300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006" name="Splat 1006"/>
            <p:cNvSpPr>
              <a:spLocks noGrp="1"/>
            </p:cNvSpPr>
            <p:nvPr/>
          </p:nvSpPr>
          <p:spPr>
            <a:xfrm rot="10366084">
              <a:off x="-56896" y="-62107"/>
              <a:ext cx="526725" cy="137943"/>
            </a:xfrm>
            <a:prstGeom prst="ellipse">
              <a:avLst/>
            </a:prstGeom>
            <a:gradFill>
              <a:gsLst>
                <a:gs pos="0">
                  <a:srgbClr val="890000">
                    <a:alpha val="32968"/>
                  </a:srgbClr>
                </a:gs>
                <a:gs pos="14286">
                  <a:srgbClr val="890000">
                    <a:alpha val="30764"/>
                  </a:srgbClr>
                </a:gs>
                <a:gs pos="28571">
                  <a:srgbClr val="890000">
                    <a:alpha val="24833"/>
                  </a:srgbClr>
                </a:gs>
                <a:gs pos="42857">
                  <a:srgbClr val="890000">
                    <a:alpha val="17075"/>
                  </a:srgbClr>
                </a:gs>
                <a:gs pos="57143">
                  <a:srgbClr val="890000">
                    <a:alpha val="9855"/>
                  </a:srgbClr>
                </a:gs>
                <a:gs pos="71429">
                  <a:srgbClr val="890000">
                    <a:alpha val="4740"/>
                  </a:srgbClr>
                </a:gs>
                <a:gs pos="85714">
                  <a:srgbClr val="890000">
                    <a:alpha val="1902"/>
                  </a:srgbClr>
                </a:gs>
                <a:gs pos="100000">
                  <a:srgbClr val="890000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007" name="Splat 1007"/>
            <p:cNvSpPr>
              <a:spLocks noGrp="1"/>
            </p:cNvSpPr>
            <p:nvPr/>
          </p:nvSpPr>
          <p:spPr>
            <a:xfrm rot="-9847892">
              <a:off x="2420381" y="557783"/>
              <a:ext cx="780023" cy="227706"/>
            </a:xfrm>
            <a:prstGeom prst="ellipse">
              <a:avLst/>
            </a:prstGeom>
            <a:gradFill>
              <a:gsLst>
                <a:gs pos="0">
                  <a:srgbClr val="9D6000">
                    <a:alpha val="32968"/>
                  </a:srgbClr>
                </a:gs>
                <a:gs pos="14286">
                  <a:srgbClr val="9D6000">
                    <a:alpha val="30764"/>
                  </a:srgbClr>
                </a:gs>
                <a:gs pos="28571">
                  <a:srgbClr val="9D6000">
                    <a:alpha val="24833"/>
                  </a:srgbClr>
                </a:gs>
                <a:gs pos="42857">
                  <a:srgbClr val="9D6000">
                    <a:alpha val="17075"/>
                  </a:srgbClr>
                </a:gs>
                <a:gs pos="57143">
                  <a:srgbClr val="9D6000">
                    <a:alpha val="9855"/>
                  </a:srgbClr>
                </a:gs>
                <a:gs pos="71429">
                  <a:srgbClr val="9D6000">
                    <a:alpha val="4740"/>
                  </a:srgbClr>
                </a:gs>
                <a:gs pos="85714">
                  <a:srgbClr val="9D6000">
                    <a:alpha val="1902"/>
                  </a:srgbClr>
                </a:gs>
                <a:gs pos="100000">
                  <a:srgbClr val="9D6000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008" name="Splat 1008"/>
            <p:cNvSpPr>
              <a:spLocks noGrp="1"/>
            </p:cNvSpPr>
            <p:nvPr/>
          </p:nvSpPr>
          <p:spPr>
            <a:xfrm rot="-10609835">
              <a:off x="2006392" y="2758054"/>
              <a:ext cx="733727" cy="180578"/>
            </a:xfrm>
            <a:prstGeom prst="ellipse">
              <a:avLst/>
            </a:prstGeom>
            <a:gradFill>
              <a:gsLst>
                <a:gs pos="0">
                  <a:srgbClr val="AE8600">
                    <a:alpha val="32968"/>
                  </a:srgbClr>
                </a:gs>
                <a:gs pos="14286">
                  <a:srgbClr val="AE8600">
                    <a:alpha val="30764"/>
                  </a:srgbClr>
                </a:gs>
                <a:gs pos="28571">
                  <a:srgbClr val="AE8600">
                    <a:alpha val="24833"/>
                  </a:srgbClr>
                </a:gs>
                <a:gs pos="42857">
                  <a:srgbClr val="AE8600">
                    <a:alpha val="17075"/>
                  </a:srgbClr>
                </a:gs>
                <a:gs pos="57143">
                  <a:srgbClr val="AE8600">
                    <a:alpha val="9855"/>
                  </a:srgbClr>
                </a:gs>
                <a:gs pos="71429">
                  <a:srgbClr val="AE8600">
                    <a:alpha val="4740"/>
                  </a:srgbClr>
                </a:gs>
                <a:gs pos="85714">
                  <a:srgbClr val="AE8600">
                    <a:alpha val="1902"/>
                  </a:srgbClr>
                </a:gs>
                <a:gs pos="100000">
                  <a:srgbClr val="AE8600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009" name="Splat 1009"/>
            <p:cNvSpPr>
              <a:spLocks noGrp="1"/>
            </p:cNvSpPr>
            <p:nvPr/>
          </p:nvSpPr>
          <p:spPr>
            <a:xfrm rot="-8697439">
              <a:off x="1461796" y="2214542"/>
              <a:ext cx="367387" cy="59724"/>
            </a:xfrm>
            <a:prstGeom prst="ellipse">
              <a:avLst/>
            </a:prstGeom>
            <a:gradFill>
              <a:gsLst>
                <a:gs pos="0">
                  <a:srgbClr val="6C7DAB">
                    <a:alpha val="19161"/>
                  </a:srgbClr>
                </a:gs>
                <a:gs pos="14286">
                  <a:srgbClr val="6C7DAB">
                    <a:alpha val="17758"/>
                  </a:srgbClr>
                </a:gs>
                <a:gs pos="28571">
                  <a:srgbClr val="6C7DAB">
                    <a:alpha val="14084"/>
                  </a:srgbClr>
                </a:gs>
                <a:gs pos="42857">
                  <a:srgbClr val="6C7DAB">
                    <a:alpha val="9477"/>
                  </a:srgbClr>
                </a:gs>
                <a:gs pos="57143">
                  <a:srgbClr val="6C7DAB">
                    <a:alpha val="5368"/>
                  </a:srgbClr>
                </a:gs>
                <a:gs pos="71429">
                  <a:srgbClr val="6C7DAB">
                    <a:alpha val="2549"/>
                  </a:srgbClr>
                </a:gs>
                <a:gs pos="85714">
                  <a:srgbClr val="6C7DAB">
                    <a:alpha val="1016"/>
                  </a:srgbClr>
                </a:gs>
                <a:gs pos="100000">
                  <a:srgbClr val="6C7DAB">
                    <a:alpha val="341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010" name="Splat 1010"/>
            <p:cNvSpPr>
              <a:spLocks noGrp="1"/>
            </p:cNvSpPr>
            <p:nvPr/>
          </p:nvSpPr>
          <p:spPr>
            <a:xfrm rot="3633396">
              <a:off x="1481005" y="1099089"/>
              <a:ext cx="304710" cy="106231"/>
            </a:xfrm>
            <a:prstGeom prst="ellipse">
              <a:avLst/>
            </a:prstGeom>
            <a:gradFill>
              <a:gsLst>
                <a:gs pos="0">
                  <a:srgbClr val="5E2C00">
                    <a:alpha val="32968"/>
                  </a:srgbClr>
                </a:gs>
                <a:gs pos="14286">
                  <a:srgbClr val="5E2C00">
                    <a:alpha val="30764"/>
                  </a:srgbClr>
                </a:gs>
                <a:gs pos="28571">
                  <a:srgbClr val="5E2C00">
                    <a:alpha val="24833"/>
                  </a:srgbClr>
                </a:gs>
                <a:gs pos="42857">
                  <a:srgbClr val="5E2C00">
                    <a:alpha val="17075"/>
                  </a:srgbClr>
                </a:gs>
                <a:gs pos="57143">
                  <a:srgbClr val="5E2C00">
                    <a:alpha val="9855"/>
                  </a:srgbClr>
                </a:gs>
                <a:gs pos="71429">
                  <a:srgbClr val="5E2C00">
                    <a:alpha val="4740"/>
                  </a:srgbClr>
                </a:gs>
                <a:gs pos="85714">
                  <a:srgbClr val="5E2C00">
                    <a:alpha val="1902"/>
                  </a:srgbClr>
                </a:gs>
                <a:gs pos="100000">
                  <a:srgbClr val="5E2C00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011" name="Splat 1011"/>
            <p:cNvSpPr>
              <a:spLocks noGrp="1"/>
            </p:cNvSpPr>
            <p:nvPr/>
          </p:nvSpPr>
          <p:spPr>
            <a:xfrm rot="-9450008">
              <a:off x="2723879" y="964250"/>
              <a:ext cx="178169" cy="126884"/>
            </a:xfrm>
            <a:prstGeom prst="ellipse">
              <a:avLst/>
            </a:prstGeom>
            <a:gradFill>
              <a:gsLst>
                <a:gs pos="0">
                  <a:srgbClr val="FFFFC2">
                    <a:alpha val="32968"/>
                  </a:srgbClr>
                </a:gs>
                <a:gs pos="14286">
                  <a:srgbClr val="FFFFC2">
                    <a:alpha val="30764"/>
                  </a:srgbClr>
                </a:gs>
                <a:gs pos="28571">
                  <a:srgbClr val="FFFFC2">
                    <a:alpha val="24833"/>
                  </a:srgbClr>
                </a:gs>
                <a:gs pos="42857">
                  <a:srgbClr val="FFFFC2">
                    <a:alpha val="17075"/>
                  </a:srgbClr>
                </a:gs>
                <a:gs pos="57143">
                  <a:srgbClr val="FFFFC2">
                    <a:alpha val="9855"/>
                  </a:srgbClr>
                </a:gs>
                <a:gs pos="71429">
                  <a:srgbClr val="FFFFC2">
                    <a:alpha val="4740"/>
                  </a:srgbClr>
                </a:gs>
                <a:gs pos="85714">
                  <a:srgbClr val="FFFFC2">
                    <a:alpha val="1902"/>
                  </a:srgbClr>
                </a:gs>
                <a:gs pos="100000">
                  <a:srgbClr val="FFFFC2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012" name="Splat 1012"/>
            <p:cNvSpPr>
              <a:spLocks noGrp="1"/>
            </p:cNvSpPr>
            <p:nvPr/>
          </p:nvSpPr>
          <p:spPr>
            <a:xfrm rot="5273000">
              <a:off x="3042426" y="1003123"/>
              <a:ext cx="406923" cy="94510"/>
            </a:xfrm>
            <a:prstGeom prst="ellipse">
              <a:avLst/>
            </a:prstGeom>
            <a:gradFill>
              <a:gsLst>
                <a:gs pos="0">
                  <a:srgbClr val="420000">
                    <a:alpha val="32968"/>
                  </a:srgbClr>
                </a:gs>
                <a:gs pos="14286">
                  <a:srgbClr val="420000">
                    <a:alpha val="30764"/>
                  </a:srgbClr>
                </a:gs>
                <a:gs pos="28571">
                  <a:srgbClr val="420000">
                    <a:alpha val="24833"/>
                  </a:srgbClr>
                </a:gs>
                <a:gs pos="42857">
                  <a:srgbClr val="420000">
                    <a:alpha val="17075"/>
                  </a:srgbClr>
                </a:gs>
                <a:gs pos="57143">
                  <a:srgbClr val="420000">
                    <a:alpha val="9855"/>
                  </a:srgbClr>
                </a:gs>
                <a:gs pos="71429">
                  <a:srgbClr val="420000">
                    <a:alpha val="4740"/>
                  </a:srgbClr>
                </a:gs>
                <a:gs pos="85714">
                  <a:srgbClr val="420000">
                    <a:alpha val="1902"/>
                  </a:srgbClr>
                </a:gs>
                <a:gs pos="100000">
                  <a:srgbClr val="420000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013" name="Splat 1013"/>
            <p:cNvSpPr>
              <a:spLocks noGrp="1"/>
            </p:cNvSpPr>
            <p:nvPr/>
          </p:nvSpPr>
          <p:spPr>
            <a:xfrm rot="8695276">
              <a:off x="874016" y="383931"/>
              <a:ext cx="423903" cy="269694"/>
            </a:xfrm>
            <a:prstGeom prst="ellipse">
              <a:avLst/>
            </a:prstGeom>
            <a:gradFill>
              <a:gsLst>
                <a:gs pos="0">
                  <a:srgbClr val="FFED9F">
                    <a:alpha val="20554"/>
                  </a:srgbClr>
                </a:gs>
                <a:gs pos="14286">
                  <a:srgbClr val="FFED9F">
                    <a:alpha val="19062"/>
                  </a:srgbClr>
                </a:gs>
                <a:gs pos="28571">
                  <a:srgbClr val="FFED9F">
                    <a:alpha val="15143"/>
                  </a:srgbClr>
                </a:gs>
                <a:gs pos="42857">
                  <a:srgbClr val="FFED9F">
                    <a:alpha val="10211"/>
                  </a:srgbClr>
                </a:gs>
                <a:gs pos="57143">
                  <a:srgbClr val="FFED9F">
                    <a:alpha val="5794"/>
                  </a:srgbClr>
                </a:gs>
                <a:gs pos="71429">
                  <a:srgbClr val="FFED9F">
                    <a:alpha val="2755"/>
                  </a:srgbClr>
                </a:gs>
                <a:gs pos="85714">
                  <a:srgbClr val="FFED9F">
                    <a:alpha val="1099"/>
                  </a:srgbClr>
                </a:gs>
                <a:gs pos="100000">
                  <a:srgbClr val="FFED9F">
                    <a:alpha val="368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014" name="Splat 1014"/>
            <p:cNvSpPr>
              <a:spLocks noGrp="1"/>
            </p:cNvSpPr>
            <p:nvPr/>
          </p:nvSpPr>
          <p:spPr>
            <a:xfrm rot="5468912">
              <a:off x="1421859" y="1869009"/>
              <a:ext cx="425403" cy="166196"/>
            </a:xfrm>
            <a:prstGeom prst="ellipse">
              <a:avLst/>
            </a:prstGeom>
            <a:gradFill>
              <a:gsLst>
                <a:gs pos="0">
                  <a:srgbClr val="00D100">
                    <a:alpha val="1386"/>
                  </a:srgbClr>
                </a:gs>
                <a:gs pos="14286">
                  <a:srgbClr val="00D100">
                    <a:alpha val="1275"/>
                  </a:srgbClr>
                </a:gs>
                <a:gs pos="28571">
                  <a:srgbClr val="00D100">
                    <a:alpha val="991"/>
                  </a:srgbClr>
                </a:gs>
                <a:gs pos="42857">
                  <a:srgbClr val="00D100">
                    <a:alpha val="651"/>
                  </a:srgbClr>
                </a:gs>
                <a:gs pos="57143">
                  <a:srgbClr val="00D100">
                    <a:alpha val="361"/>
                  </a:srgbClr>
                </a:gs>
                <a:gs pos="71429">
                  <a:srgbClr val="00D100">
                    <a:alpha val="169"/>
                  </a:srgbClr>
                </a:gs>
                <a:gs pos="85714">
                  <a:srgbClr val="00D100">
                    <a:alpha val="67"/>
                  </a:srgbClr>
                </a:gs>
                <a:gs pos="100000">
                  <a:srgbClr val="00D100">
                    <a:alpha val="22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015" name="Splat 1015"/>
            <p:cNvSpPr>
              <a:spLocks noGrp="1"/>
            </p:cNvSpPr>
            <p:nvPr/>
          </p:nvSpPr>
          <p:spPr>
            <a:xfrm rot="6944898">
              <a:off x="175098" y="1523511"/>
              <a:ext cx="339236" cy="137476"/>
            </a:xfrm>
            <a:prstGeom prst="ellipse">
              <a:avLst/>
            </a:prstGeom>
            <a:gradFill>
              <a:gsLst>
                <a:gs pos="0">
                  <a:srgbClr val="C0D7FF">
                    <a:alpha val="19021"/>
                  </a:srgbClr>
                </a:gs>
                <a:gs pos="14286">
                  <a:srgbClr val="C0D7FF">
                    <a:alpha val="17627"/>
                  </a:srgbClr>
                </a:gs>
                <a:gs pos="28571">
                  <a:srgbClr val="C0D7FF">
                    <a:alpha val="13978"/>
                  </a:srgbClr>
                </a:gs>
                <a:gs pos="42857">
                  <a:srgbClr val="C0D7FF">
                    <a:alpha val="9404"/>
                  </a:srgbClr>
                </a:gs>
                <a:gs pos="57143">
                  <a:srgbClr val="C0D7FF">
                    <a:alpha val="5325"/>
                  </a:srgbClr>
                </a:gs>
                <a:gs pos="71429">
                  <a:srgbClr val="C0D7FF">
                    <a:alpha val="2529"/>
                  </a:srgbClr>
                </a:gs>
                <a:gs pos="85714">
                  <a:srgbClr val="C0D7FF">
                    <a:alpha val="1008"/>
                  </a:srgbClr>
                </a:gs>
                <a:gs pos="100000">
                  <a:srgbClr val="C0D7FF">
                    <a:alpha val="338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016" name="Splat 1016"/>
            <p:cNvSpPr>
              <a:spLocks noGrp="1"/>
            </p:cNvSpPr>
            <p:nvPr/>
          </p:nvSpPr>
          <p:spPr>
            <a:xfrm rot="-8177885">
              <a:off x="697248" y="2667197"/>
              <a:ext cx="416128" cy="108591"/>
            </a:xfrm>
            <a:prstGeom prst="ellipse">
              <a:avLst/>
            </a:prstGeom>
            <a:gradFill>
              <a:gsLst>
                <a:gs pos="0">
                  <a:srgbClr val="EBDFFF">
                    <a:alpha val="7350"/>
                  </a:srgbClr>
                </a:gs>
                <a:gs pos="14286">
                  <a:srgbClr val="EBDFFF">
                    <a:alpha val="6776"/>
                  </a:srgbClr>
                </a:gs>
                <a:gs pos="28571">
                  <a:srgbClr val="EBDFFF">
                    <a:alpha val="5302"/>
                  </a:srgbClr>
                </a:gs>
                <a:gs pos="42857">
                  <a:srgbClr val="EBDFFF">
                    <a:alpha val="3510"/>
                  </a:srgbClr>
                </a:gs>
                <a:gs pos="57143">
                  <a:srgbClr val="EBDFFF">
                    <a:alpha val="1961"/>
                  </a:srgbClr>
                </a:gs>
                <a:gs pos="71429">
                  <a:srgbClr val="EBDFFF">
                    <a:alpha val="923"/>
                  </a:srgbClr>
                </a:gs>
                <a:gs pos="85714">
                  <a:srgbClr val="EBDFFF">
                    <a:alpha val="366"/>
                  </a:srgbClr>
                </a:gs>
                <a:gs pos="100000">
                  <a:srgbClr val="EBDFFF">
                    <a:alpha val="122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017" name="Splat 1017"/>
            <p:cNvSpPr>
              <a:spLocks noGrp="1"/>
            </p:cNvSpPr>
            <p:nvPr/>
          </p:nvSpPr>
          <p:spPr>
            <a:xfrm rot="-10413169">
              <a:off x="202981" y="1792477"/>
              <a:ext cx="390206" cy="332034"/>
            </a:xfrm>
            <a:prstGeom prst="ellipse">
              <a:avLst/>
            </a:prstGeom>
            <a:gradFill>
              <a:gsLst>
                <a:gs pos="0">
                  <a:srgbClr val="008F89">
                    <a:alpha val="8542"/>
                  </a:srgbClr>
                </a:gs>
                <a:gs pos="14286">
                  <a:srgbClr val="008F89">
                    <a:alpha val="7879"/>
                  </a:srgbClr>
                </a:gs>
                <a:gs pos="28571">
                  <a:srgbClr val="008F89">
                    <a:alpha val="6173"/>
                  </a:srgbClr>
                </a:gs>
                <a:gs pos="42857">
                  <a:srgbClr val="008F89">
                    <a:alpha val="4093"/>
                  </a:srgbClr>
                </a:gs>
                <a:gs pos="57143">
                  <a:srgbClr val="008F89">
                    <a:alpha val="2289"/>
                  </a:srgbClr>
                </a:gs>
                <a:gs pos="71429">
                  <a:srgbClr val="008F89">
                    <a:alpha val="1078"/>
                  </a:srgbClr>
                </a:gs>
                <a:gs pos="85714">
                  <a:srgbClr val="008F89">
                    <a:alpha val="428"/>
                  </a:srgbClr>
                </a:gs>
                <a:gs pos="100000">
                  <a:srgbClr val="008F89">
                    <a:alpha val="143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018" name="Splat 1018"/>
            <p:cNvSpPr>
              <a:spLocks noGrp="1"/>
            </p:cNvSpPr>
            <p:nvPr/>
          </p:nvSpPr>
          <p:spPr>
            <a:xfrm rot="3820394">
              <a:off x="2429734" y="1619072"/>
              <a:ext cx="728377" cy="39164"/>
            </a:xfrm>
            <a:prstGeom prst="ellipse">
              <a:avLst/>
            </a:prstGeom>
            <a:gradFill>
              <a:gsLst>
                <a:gs pos="0">
                  <a:srgbClr val="000000">
                    <a:alpha val="32968"/>
                  </a:srgbClr>
                </a:gs>
                <a:gs pos="14286">
                  <a:srgbClr val="000000">
                    <a:alpha val="30764"/>
                  </a:srgbClr>
                </a:gs>
                <a:gs pos="28571">
                  <a:srgbClr val="000000">
                    <a:alpha val="24833"/>
                  </a:srgbClr>
                </a:gs>
                <a:gs pos="42857">
                  <a:srgbClr val="000000">
                    <a:alpha val="17075"/>
                  </a:srgbClr>
                </a:gs>
                <a:gs pos="57143">
                  <a:srgbClr val="000000">
                    <a:alpha val="9855"/>
                  </a:srgbClr>
                </a:gs>
                <a:gs pos="71429">
                  <a:srgbClr val="000000">
                    <a:alpha val="4740"/>
                  </a:srgbClr>
                </a:gs>
                <a:gs pos="85714">
                  <a:srgbClr val="000000">
                    <a:alpha val="1902"/>
                  </a:srgbClr>
                </a:gs>
                <a:gs pos="100000">
                  <a:srgbClr val="000000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019" name="Splat 1019"/>
            <p:cNvSpPr>
              <a:spLocks noGrp="1"/>
            </p:cNvSpPr>
            <p:nvPr/>
          </p:nvSpPr>
          <p:spPr>
            <a:xfrm rot="-10796851">
              <a:off x="1994853" y="2553458"/>
              <a:ext cx="496634" cy="56984"/>
            </a:xfrm>
            <a:prstGeom prst="ellipse">
              <a:avLst/>
            </a:prstGeom>
            <a:gradFill>
              <a:gsLst>
                <a:gs pos="0">
                  <a:srgbClr val="FEFFED">
                    <a:alpha val="32968"/>
                  </a:srgbClr>
                </a:gs>
                <a:gs pos="14286">
                  <a:srgbClr val="FEFFED">
                    <a:alpha val="30764"/>
                  </a:srgbClr>
                </a:gs>
                <a:gs pos="28571">
                  <a:srgbClr val="FEFFED">
                    <a:alpha val="24833"/>
                  </a:srgbClr>
                </a:gs>
                <a:gs pos="42857">
                  <a:srgbClr val="FEFFED">
                    <a:alpha val="17075"/>
                  </a:srgbClr>
                </a:gs>
                <a:gs pos="57143">
                  <a:srgbClr val="FEFFED">
                    <a:alpha val="9855"/>
                  </a:srgbClr>
                </a:gs>
                <a:gs pos="71429">
                  <a:srgbClr val="FEFFED">
                    <a:alpha val="4740"/>
                  </a:srgbClr>
                </a:gs>
                <a:gs pos="85714">
                  <a:srgbClr val="FEFFED">
                    <a:alpha val="1902"/>
                  </a:srgbClr>
                </a:gs>
                <a:gs pos="100000">
                  <a:srgbClr val="FEFFED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020" name="Splat 1020"/>
            <p:cNvSpPr>
              <a:spLocks noGrp="1"/>
            </p:cNvSpPr>
            <p:nvPr/>
          </p:nvSpPr>
          <p:spPr>
            <a:xfrm rot="8305162">
              <a:off x="-241420" y="296391"/>
              <a:ext cx="755969" cy="85587"/>
            </a:xfrm>
            <a:prstGeom prst="ellipse">
              <a:avLst/>
            </a:prstGeom>
            <a:gradFill>
              <a:gsLst>
                <a:gs pos="0">
                  <a:srgbClr val="744A00">
                    <a:alpha val="32968"/>
                  </a:srgbClr>
                </a:gs>
                <a:gs pos="14286">
                  <a:srgbClr val="744A00">
                    <a:alpha val="30764"/>
                  </a:srgbClr>
                </a:gs>
                <a:gs pos="28571">
                  <a:srgbClr val="744A00">
                    <a:alpha val="24833"/>
                  </a:srgbClr>
                </a:gs>
                <a:gs pos="42857">
                  <a:srgbClr val="744A00">
                    <a:alpha val="17075"/>
                  </a:srgbClr>
                </a:gs>
                <a:gs pos="57143">
                  <a:srgbClr val="744A00">
                    <a:alpha val="9855"/>
                  </a:srgbClr>
                </a:gs>
                <a:gs pos="71429">
                  <a:srgbClr val="744A00">
                    <a:alpha val="4740"/>
                  </a:srgbClr>
                </a:gs>
                <a:gs pos="85714">
                  <a:srgbClr val="744A00">
                    <a:alpha val="1902"/>
                  </a:srgbClr>
                </a:gs>
                <a:gs pos="100000">
                  <a:srgbClr val="744A00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021" name="Splat 1021"/>
            <p:cNvSpPr>
              <a:spLocks noGrp="1"/>
            </p:cNvSpPr>
            <p:nvPr/>
          </p:nvSpPr>
          <p:spPr>
            <a:xfrm rot="4304677">
              <a:off x="1762805" y="295896"/>
              <a:ext cx="627237" cy="82292"/>
            </a:xfrm>
            <a:prstGeom prst="ellipse">
              <a:avLst/>
            </a:prstGeom>
            <a:gradFill>
              <a:gsLst>
                <a:gs pos="0">
                  <a:srgbClr val="A56E00">
                    <a:alpha val="32968"/>
                  </a:srgbClr>
                </a:gs>
                <a:gs pos="14286">
                  <a:srgbClr val="A56E00">
                    <a:alpha val="30764"/>
                  </a:srgbClr>
                </a:gs>
                <a:gs pos="28571">
                  <a:srgbClr val="A56E00">
                    <a:alpha val="24833"/>
                  </a:srgbClr>
                </a:gs>
                <a:gs pos="42857">
                  <a:srgbClr val="A56E00">
                    <a:alpha val="17075"/>
                  </a:srgbClr>
                </a:gs>
                <a:gs pos="57143">
                  <a:srgbClr val="A56E00">
                    <a:alpha val="9855"/>
                  </a:srgbClr>
                </a:gs>
                <a:gs pos="71429">
                  <a:srgbClr val="A56E00">
                    <a:alpha val="4740"/>
                  </a:srgbClr>
                </a:gs>
                <a:gs pos="85714">
                  <a:srgbClr val="A56E00">
                    <a:alpha val="1902"/>
                  </a:srgbClr>
                </a:gs>
                <a:gs pos="100000">
                  <a:srgbClr val="A56E00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022" name="Splat 1022"/>
            <p:cNvSpPr>
              <a:spLocks noGrp="1"/>
            </p:cNvSpPr>
            <p:nvPr/>
          </p:nvSpPr>
          <p:spPr>
            <a:xfrm rot="-8562024">
              <a:off x="187116" y="509657"/>
              <a:ext cx="483017" cy="118593"/>
            </a:xfrm>
            <a:prstGeom prst="ellipse">
              <a:avLst/>
            </a:prstGeom>
            <a:gradFill>
              <a:gsLst>
                <a:gs pos="0">
                  <a:srgbClr val="FFFFB0">
                    <a:alpha val="15661"/>
                  </a:srgbClr>
                </a:gs>
                <a:gs pos="14286">
                  <a:srgbClr val="FFFFB0">
                    <a:alpha val="14491"/>
                  </a:srgbClr>
                </a:gs>
                <a:gs pos="28571">
                  <a:srgbClr val="FFFFB0">
                    <a:alpha val="11446"/>
                  </a:srgbClr>
                </a:gs>
                <a:gs pos="42857">
                  <a:srgbClr val="FFFFB0">
                    <a:alpha val="7663"/>
                  </a:srgbClr>
                </a:gs>
                <a:gs pos="57143">
                  <a:srgbClr val="FFFFB0">
                    <a:alpha val="4322"/>
                  </a:srgbClr>
                </a:gs>
                <a:gs pos="71429">
                  <a:srgbClr val="FFFFB0">
                    <a:alpha val="2047"/>
                  </a:srgbClr>
                </a:gs>
                <a:gs pos="85714">
                  <a:srgbClr val="FFFFB0">
                    <a:alpha val="814"/>
                  </a:srgbClr>
                </a:gs>
                <a:gs pos="100000">
                  <a:srgbClr val="FFFFB0">
                    <a:alpha val="273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023" name="Splat 1023"/>
            <p:cNvSpPr>
              <a:spLocks noGrp="1"/>
            </p:cNvSpPr>
            <p:nvPr/>
          </p:nvSpPr>
          <p:spPr>
            <a:xfrm rot="5718185">
              <a:off x="344669" y="1524488"/>
              <a:ext cx="368611" cy="346201"/>
            </a:xfrm>
            <a:prstGeom prst="ellipse">
              <a:avLst/>
            </a:prstGeom>
            <a:gradFill>
              <a:gsLst>
                <a:gs pos="0">
                  <a:srgbClr val="CEE800">
                    <a:alpha val="1801"/>
                  </a:srgbClr>
                </a:gs>
                <a:gs pos="14286">
                  <a:srgbClr val="CEE800">
                    <a:alpha val="1657"/>
                  </a:srgbClr>
                </a:gs>
                <a:gs pos="28571">
                  <a:srgbClr val="CEE800">
                    <a:alpha val="1289"/>
                  </a:srgbClr>
                </a:gs>
                <a:gs pos="42857">
                  <a:srgbClr val="CEE800">
                    <a:alpha val="847"/>
                  </a:srgbClr>
                </a:gs>
                <a:gs pos="57143">
                  <a:srgbClr val="CEE800">
                    <a:alpha val="470"/>
                  </a:srgbClr>
                </a:gs>
                <a:gs pos="71429">
                  <a:srgbClr val="CEE800">
                    <a:alpha val="220"/>
                  </a:srgbClr>
                </a:gs>
                <a:gs pos="85714">
                  <a:srgbClr val="CEE800">
                    <a:alpha val="87"/>
                  </a:srgbClr>
                </a:gs>
                <a:gs pos="100000">
                  <a:srgbClr val="CEE800">
                    <a:alpha val="2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024" name="Splat 1024"/>
            <p:cNvSpPr>
              <a:spLocks noGrp="1"/>
            </p:cNvSpPr>
            <p:nvPr/>
          </p:nvSpPr>
          <p:spPr>
            <a:xfrm rot="6641580">
              <a:off x="2540446" y="2538638"/>
              <a:ext cx="387164" cy="319192"/>
            </a:xfrm>
            <a:prstGeom prst="ellipse">
              <a:avLst/>
            </a:prstGeom>
            <a:gradFill>
              <a:gsLst>
                <a:gs pos="0">
                  <a:srgbClr val="B8D0FF">
                    <a:alpha val="10581"/>
                  </a:srgbClr>
                </a:gs>
                <a:gs pos="14286">
                  <a:srgbClr val="B8D0FF">
                    <a:alpha val="9769"/>
                  </a:srgbClr>
                </a:gs>
                <a:gs pos="28571">
                  <a:srgbClr val="B8D0FF">
                    <a:alpha val="7671"/>
                  </a:srgbClr>
                </a:gs>
                <a:gs pos="42857">
                  <a:srgbClr val="B8D0FF">
                    <a:alpha val="5101"/>
                  </a:srgbClr>
                </a:gs>
                <a:gs pos="57143">
                  <a:srgbClr val="B8D0FF">
                    <a:alpha val="2859"/>
                  </a:srgbClr>
                </a:gs>
                <a:gs pos="71429">
                  <a:srgbClr val="B8D0FF">
                    <a:alpha val="1349"/>
                  </a:srgbClr>
                </a:gs>
                <a:gs pos="85714">
                  <a:srgbClr val="B8D0FF">
                    <a:alpha val="536"/>
                  </a:srgbClr>
                </a:gs>
                <a:gs pos="100000">
                  <a:srgbClr val="B8D0FF">
                    <a:alpha val="17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025" name="Splat 1025"/>
            <p:cNvSpPr>
              <a:spLocks noGrp="1"/>
            </p:cNvSpPr>
            <p:nvPr/>
          </p:nvSpPr>
          <p:spPr>
            <a:xfrm rot="9541304">
              <a:off x="1060918" y="111310"/>
              <a:ext cx="524340" cy="302091"/>
            </a:xfrm>
            <a:prstGeom prst="ellipse">
              <a:avLst/>
            </a:prstGeom>
            <a:gradFill>
              <a:gsLst>
                <a:gs pos="0">
                  <a:srgbClr val="911C00">
                    <a:alpha val="31658"/>
                  </a:srgbClr>
                </a:gs>
                <a:gs pos="14286">
                  <a:srgbClr val="911C00">
                    <a:alpha val="29521"/>
                  </a:srgbClr>
                </a:gs>
                <a:gs pos="28571">
                  <a:srgbClr val="911C00">
                    <a:alpha val="23787"/>
                  </a:srgbClr>
                </a:gs>
                <a:gs pos="42857">
                  <a:srgbClr val="911C00">
                    <a:alpha val="16320"/>
                  </a:srgbClr>
                </a:gs>
                <a:gs pos="57143">
                  <a:srgbClr val="911C00">
                    <a:alpha val="9401"/>
                  </a:srgbClr>
                </a:gs>
                <a:gs pos="71429">
                  <a:srgbClr val="911C00">
                    <a:alpha val="4516"/>
                  </a:srgbClr>
                </a:gs>
                <a:gs pos="85714">
                  <a:srgbClr val="911C00">
                    <a:alpha val="1811"/>
                  </a:srgbClr>
                </a:gs>
                <a:gs pos="100000">
                  <a:srgbClr val="911C00">
                    <a:alpha val="60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026" name="Splat 1026"/>
            <p:cNvSpPr>
              <a:spLocks noGrp="1"/>
            </p:cNvSpPr>
            <p:nvPr/>
          </p:nvSpPr>
          <p:spPr>
            <a:xfrm rot="8283736">
              <a:off x="2186406" y="2497210"/>
              <a:ext cx="454491" cy="79957"/>
            </a:xfrm>
            <a:prstGeom prst="ellipse">
              <a:avLst/>
            </a:prstGeom>
            <a:gradFill>
              <a:gsLst>
                <a:gs pos="0">
                  <a:srgbClr val="5B0000">
                    <a:alpha val="32968"/>
                  </a:srgbClr>
                </a:gs>
                <a:gs pos="14286">
                  <a:srgbClr val="5B0000">
                    <a:alpha val="30764"/>
                  </a:srgbClr>
                </a:gs>
                <a:gs pos="28571">
                  <a:srgbClr val="5B0000">
                    <a:alpha val="24833"/>
                  </a:srgbClr>
                </a:gs>
                <a:gs pos="42857">
                  <a:srgbClr val="5B0000">
                    <a:alpha val="17075"/>
                  </a:srgbClr>
                </a:gs>
                <a:gs pos="57143">
                  <a:srgbClr val="5B0000">
                    <a:alpha val="9855"/>
                  </a:srgbClr>
                </a:gs>
                <a:gs pos="71429">
                  <a:srgbClr val="5B0000">
                    <a:alpha val="4740"/>
                  </a:srgbClr>
                </a:gs>
                <a:gs pos="85714">
                  <a:srgbClr val="5B0000">
                    <a:alpha val="1902"/>
                  </a:srgbClr>
                </a:gs>
                <a:gs pos="100000">
                  <a:srgbClr val="5B0000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027" name="Splat 1027"/>
            <p:cNvSpPr>
              <a:spLocks noGrp="1"/>
            </p:cNvSpPr>
            <p:nvPr/>
          </p:nvSpPr>
          <p:spPr>
            <a:xfrm rot="3762226">
              <a:off x="2982609" y="359310"/>
              <a:ext cx="315451" cy="47659"/>
            </a:xfrm>
            <a:prstGeom prst="ellipse">
              <a:avLst/>
            </a:prstGeom>
            <a:gradFill>
              <a:gsLst>
                <a:gs pos="0">
                  <a:srgbClr val="FFFFEA">
                    <a:alpha val="32968"/>
                  </a:srgbClr>
                </a:gs>
                <a:gs pos="14286">
                  <a:srgbClr val="FFFFEA">
                    <a:alpha val="30764"/>
                  </a:srgbClr>
                </a:gs>
                <a:gs pos="28571">
                  <a:srgbClr val="FFFFEA">
                    <a:alpha val="24833"/>
                  </a:srgbClr>
                </a:gs>
                <a:gs pos="42857">
                  <a:srgbClr val="FFFFEA">
                    <a:alpha val="17075"/>
                  </a:srgbClr>
                </a:gs>
                <a:gs pos="57143">
                  <a:srgbClr val="FFFFEA">
                    <a:alpha val="9855"/>
                  </a:srgbClr>
                </a:gs>
                <a:gs pos="71429">
                  <a:srgbClr val="FFFFEA">
                    <a:alpha val="4740"/>
                  </a:srgbClr>
                </a:gs>
                <a:gs pos="85714">
                  <a:srgbClr val="FFFFEA">
                    <a:alpha val="1902"/>
                  </a:srgbClr>
                </a:gs>
                <a:gs pos="100000">
                  <a:srgbClr val="FFFFEA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028" name="Splat 1028"/>
            <p:cNvSpPr>
              <a:spLocks noGrp="1"/>
            </p:cNvSpPr>
            <p:nvPr/>
          </p:nvSpPr>
          <p:spPr>
            <a:xfrm rot="6102248">
              <a:off x="1663593" y="1730678"/>
              <a:ext cx="735709" cy="139139"/>
            </a:xfrm>
            <a:prstGeom prst="ellipse">
              <a:avLst/>
            </a:prstGeom>
            <a:gradFill>
              <a:gsLst>
                <a:gs pos="0">
                  <a:srgbClr val="FFFCF5">
                    <a:alpha val="32968"/>
                  </a:srgbClr>
                </a:gs>
                <a:gs pos="14286">
                  <a:srgbClr val="FFFCF5">
                    <a:alpha val="30764"/>
                  </a:srgbClr>
                </a:gs>
                <a:gs pos="28571">
                  <a:srgbClr val="FFFCF5">
                    <a:alpha val="24833"/>
                  </a:srgbClr>
                </a:gs>
                <a:gs pos="42857">
                  <a:srgbClr val="FFFCF5">
                    <a:alpha val="17075"/>
                  </a:srgbClr>
                </a:gs>
                <a:gs pos="57143">
                  <a:srgbClr val="FFFCF5">
                    <a:alpha val="9855"/>
                  </a:srgbClr>
                </a:gs>
                <a:gs pos="71429">
                  <a:srgbClr val="FFFCF5">
                    <a:alpha val="4740"/>
                  </a:srgbClr>
                </a:gs>
                <a:gs pos="85714">
                  <a:srgbClr val="FFFCF5">
                    <a:alpha val="1902"/>
                  </a:srgbClr>
                </a:gs>
                <a:gs pos="100000">
                  <a:srgbClr val="FFFCF5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029" name="Splat 1029"/>
            <p:cNvSpPr>
              <a:spLocks noGrp="1"/>
            </p:cNvSpPr>
            <p:nvPr/>
          </p:nvSpPr>
          <p:spPr>
            <a:xfrm rot="3959408">
              <a:off x="2057819" y="804564"/>
              <a:ext cx="476054" cy="144679"/>
            </a:xfrm>
            <a:prstGeom prst="ellipse">
              <a:avLst/>
            </a:prstGeom>
            <a:gradFill>
              <a:gsLst>
                <a:gs pos="0">
                  <a:srgbClr val="A94C00">
                    <a:alpha val="28382"/>
                  </a:srgbClr>
                </a:gs>
                <a:gs pos="14286">
                  <a:srgbClr val="A94C00">
                    <a:alpha val="26422"/>
                  </a:srgbClr>
                </a:gs>
                <a:gs pos="28571">
                  <a:srgbClr val="A94C00">
                    <a:alpha val="21198"/>
                  </a:srgbClr>
                </a:gs>
                <a:gs pos="42857">
                  <a:srgbClr val="A94C00">
                    <a:alpha val="14467"/>
                  </a:srgbClr>
                </a:gs>
                <a:gs pos="57143">
                  <a:srgbClr val="A94C00">
                    <a:alpha val="8294"/>
                  </a:srgbClr>
                </a:gs>
                <a:gs pos="71429">
                  <a:srgbClr val="A94C00">
                    <a:alpha val="3972"/>
                  </a:srgbClr>
                </a:gs>
                <a:gs pos="85714">
                  <a:srgbClr val="A94C00">
                    <a:alpha val="1590"/>
                  </a:srgbClr>
                </a:gs>
                <a:gs pos="100000">
                  <a:srgbClr val="A94C00">
                    <a:alpha val="534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030" name="Splat 1030"/>
            <p:cNvSpPr>
              <a:spLocks noGrp="1"/>
            </p:cNvSpPr>
            <p:nvPr/>
          </p:nvSpPr>
          <p:spPr>
            <a:xfrm rot="9752461">
              <a:off x="258651" y="1918162"/>
              <a:ext cx="498875" cy="107112"/>
            </a:xfrm>
            <a:prstGeom prst="ellipse">
              <a:avLst/>
            </a:prstGeom>
            <a:gradFill>
              <a:gsLst>
                <a:gs pos="0">
                  <a:srgbClr val="916000">
                    <a:alpha val="31826"/>
                  </a:srgbClr>
                </a:gs>
                <a:gs pos="14286">
                  <a:srgbClr val="916000">
                    <a:alpha val="29681"/>
                  </a:srgbClr>
                </a:gs>
                <a:gs pos="28571">
                  <a:srgbClr val="916000">
                    <a:alpha val="23922"/>
                  </a:srgbClr>
                </a:gs>
                <a:gs pos="42857">
                  <a:srgbClr val="916000">
                    <a:alpha val="16417"/>
                  </a:srgbClr>
                </a:gs>
                <a:gs pos="57143">
                  <a:srgbClr val="916000">
                    <a:alpha val="9459"/>
                  </a:srgbClr>
                </a:gs>
                <a:gs pos="71429">
                  <a:srgbClr val="916000">
                    <a:alpha val="4545"/>
                  </a:srgbClr>
                </a:gs>
                <a:gs pos="85714">
                  <a:srgbClr val="916000">
                    <a:alpha val="1822"/>
                  </a:srgbClr>
                </a:gs>
                <a:gs pos="100000">
                  <a:srgbClr val="916000">
                    <a:alpha val="613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031" name="Splat 1031"/>
            <p:cNvSpPr>
              <a:spLocks noGrp="1"/>
            </p:cNvSpPr>
            <p:nvPr/>
          </p:nvSpPr>
          <p:spPr>
            <a:xfrm rot="8282833">
              <a:off x="1934844" y="2612028"/>
              <a:ext cx="774408" cy="141299"/>
            </a:xfrm>
            <a:prstGeom prst="ellipse">
              <a:avLst/>
            </a:prstGeom>
            <a:gradFill>
              <a:gsLst>
                <a:gs pos="0">
                  <a:srgbClr val="FFF6AB">
                    <a:alpha val="13213"/>
                  </a:srgbClr>
                </a:gs>
                <a:gs pos="14286">
                  <a:srgbClr val="FFF6AB">
                    <a:alpha val="12212"/>
                  </a:srgbClr>
                </a:gs>
                <a:gs pos="28571">
                  <a:srgbClr val="FFF6AB">
                    <a:alpha val="9618"/>
                  </a:srgbClr>
                </a:gs>
                <a:gs pos="42857">
                  <a:srgbClr val="FFF6AB">
                    <a:alpha val="6418"/>
                  </a:srgbClr>
                </a:gs>
                <a:gs pos="57143">
                  <a:srgbClr val="FFF6AB">
                    <a:alpha val="3609"/>
                  </a:srgbClr>
                </a:gs>
                <a:gs pos="71429">
                  <a:srgbClr val="FFF6AB">
                    <a:alpha val="1706"/>
                  </a:srgbClr>
                </a:gs>
                <a:gs pos="85714">
                  <a:srgbClr val="FFF6AB">
                    <a:alpha val="678"/>
                  </a:srgbClr>
                </a:gs>
                <a:gs pos="100000">
                  <a:srgbClr val="FFF6AB">
                    <a:alpha val="227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032" name="Splat 1032"/>
            <p:cNvSpPr>
              <a:spLocks noGrp="1"/>
            </p:cNvSpPr>
            <p:nvPr/>
          </p:nvSpPr>
          <p:spPr>
            <a:xfrm rot="4414405">
              <a:off x="88985" y="558594"/>
              <a:ext cx="530310" cy="142563"/>
            </a:xfrm>
            <a:prstGeom prst="ellipse">
              <a:avLst/>
            </a:prstGeom>
            <a:gradFill>
              <a:gsLst>
                <a:gs pos="0">
                  <a:srgbClr val="000000">
                    <a:alpha val="32968"/>
                  </a:srgbClr>
                </a:gs>
                <a:gs pos="14286">
                  <a:srgbClr val="000000">
                    <a:alpha val="30764"/>
                  </a:srgbClr>
                </a:gs>
                <a:gs pos="28571">
                  <a:srgbClr val="000000">
                    <a:alpha val="24833"/>
                  </a:srgbClr>
                </a:gs>
                <a:gs pos="42857">
                  <a:srgbClr val="000000">
                    <a:alpha val="17075"/>
                  </a:srgbClr>
                </a:gs>
                <a:gs pos="57143">
                  <a:srgbClr val="000000">
                    <a:alpha val="9855"/>
                  </a:srgbClr>
                </a:gs>
                <a:gs pos="71429">
                  <a:srgbClr val="000000">
                    <a:alpha val="4740"/>
                  </a:srgbClr>
                </a:gs>
                <a:gs pos="85714">
                  <a:srgbClr val="000000">
                    <a:alpha val="1902"/>
                  </a:srgbClr>
                </a:gs>
                <a:gs pos="100000">
                  <a:srgbClr val="000000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033" name="Splat 1033"/>
            <p:cNvSpPr>
              <a:spLocks noGrp="1"/>
            </p:cNvSpPr>
            <p:nvPr/>
          </p:nvSpPr>
          <p:spPr>
            <a:xfrm rot="4357489">
              <a:off x="3241745" y="1659664"/>
              <a:ext cx="495806" cy="134315"/>
            </a:xfrm>
            <a:prstGeom prst="ellipse">
              <a:avLst/>
            </a:prstGeom>
            <a:gradFill>
              <a:gsLst>
                <a:gs pos="0">
                  <a:srgbClr val="006CD9">
                    <a:alpha val="10641"/>
                  </a:srgbClr>
                </a:gs>
                <a:gs pos="14286">
                  <a:srgbClr val="006CD9">
                    <a:alpha val="9824"/>
                  </a:srgbClr>
                </a:gs>
                <a:gs pos="28571">
                  <a:srgbClr val="006CD9">
                    <a:alpha val="7715"/>
                  </a:srgbClr>
                </a:gs>
                <a:gs pos="42857">
                  <a:srgbClr val="006CD9">
                    <a:alpha val="5130"/>
                  </a:srgbClr>
                </a:gs>
                <a:gs pos="57143">
                  <a:srgbClr val="006CD9">
                    <a:alpha val="2876"/>
                  </a:srgbClr>
                </a:gs>
                <a:gs pos="71429">
                  <a:srgbClr val="006CD9">
                    <a:alpha val="1357"/>
                  </a:srgbClr>
                </a:gs>
                <a:gs pos="85714">
                  <a:srgbClr val="006CD9">
                    <a:alpha val="539"/>
                  </a:srgbClr>
                </a:gs>
                <a:gs pos="100000">
                  <a:srgbClr val="006CD9">
                    <a:alpha val="180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034" name="Splat 1034"/>
            <p:cNvSpPr>
              <a:spLocks noGrp="1"/>
            </p:cNvSpPr>
            <p:nvPr/>
          </p:nvSpPr>
          <p:spPr>
            <a:xfrm rot="8795858">
              <a:off x="622885" y="2540144"/>
              <a:ext cx="373902" cy="321759"/>
            </a:xfrm>
            <a:prstGeom prst="ellipse">
              <a:avLst/>
            </a:prstGeom>
            <a:gradFill>
              <a:gsLst>
                <a:gs pos="0">
                  <a:srgbClr val="0089B8">
                    <a:alpha val="7754"/>
                  </a:srgbClr>
                </a:gs>
                <a:gs pos="14286">
                  <a:srgbClr val="0089B8">
                    <a:alpha val="7150"/>
                  </a:srgbClr>
                </a:gs>
                <a:gs pos="28571">
                  <a:srgbClr val="0089B8">
                    <a:alpha val="5597"/>
                  </a:srgbClr>
                </a:gs>
                <a:gs pos="42857">
                  <a:srgbClr val="0089B8">
                    <a:alpha val="3708"/>
                  </a:srgbClr>
                </a:gs>
                <a:gs pos="57143">
                  <a:srgbClr val="0089B8">
                    <a:alpha val="2072"/>
                  </a:srgbClr>
                </a:gs>
                <a:gs pos="71429">
                  <a:srgbClr val="0089B8">
                    <a:alpha val="975"/>
                  </a:srgbClr>
                </a:gs>
                <a:gs pos="85714">
                  <a:srgbClr val="0089B8">
                    <a:alpha val="387"/>
                  </a:srgbClr>
                </a:gs>
                <a:gs pos="100000">
                  <a:srgbClr val="0089B8">
                    <a:alpha val="12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035" name="Splat 1035"/>
            <p:cNvSpPr>
              <a:spLocks noGrp="1"/>
            </p:cNvSpPr>
            <p:nvPr/>
          </p:nvSpPr>
          <p:spPr>
            <a:xfrm rot="10592893">
              <a:off x="1135685" y="1597526"/>
              <a:ext cx="482982" cy="80267"/>
            </a:xfrm>
            <a:prstGeom prst="ellipse">
              <a:avLst/>
            </a:prstGeom>
            <a:gradFill>
              <a:gsLst>
                <a:gs pos="0">
                  <a:srgbClr val="7B4D00">
                    <a:alpha val="32968"/>
                  </a:srgbClr>
                </a:gs>
                <a:gs pos="14286">
                  <a:srgbClr val="7B4D00">
                    <a:alpha val="30764"/>
                  </a:srgbClr>
                </a:gs>
                <a:gs pos="28571">
                  <a:srgbClr val="7B4D00">
                    <a:alpha val="24833"/>
                  </a:srgbClr>
                </a:gs>
                <a:gs pos="42857">
                  <a:srgbClr val="7B4D00">
                    <a:alpha val="17075"/>
                  </a:srgbClr>
                </a:gs>
                <a:gs pos="57143">
                  <a:srgbClr val="7B4D00">
                    <a:alpha val="9855"/>
                  </a:srgbClr>
                </a:gs>
                <a:gs pos="71429">
                  <a:srgbClr val="7B4D00">
                    <a:alpha val="4740"/>
                  </a:srgbClr>
                </a:gs>
                <a:gs pos="85714">
                  <a:srgbClr val="7B4D00">
                    <a:alpha val="1902"/>
                  </a:srgbClr>
                </a:gs>
                <a:gs pos="100000">
                  <a:srgbClr val="7B4D00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036" name="Splat 1036"/>
            <p:cNvSpPr>
              <a:spLocks noGrp="1"/>
            </p:cNvSpPr>
            <p:nvPr/>
          </p:nvSpPr>
          <p:spPr>
            <a:xfrm rot="2941172">
              <a:off x="597048" y="-106349"/>
              <a:ext cx="590353" cy="212699"/>
            </a:xfrm>
            <a:prstGeom prst="ellipse">
              <a:avLst/>
            </a:prstGeom>
            <a:gradFill>
              <a:gsLst>
                <a:gs pos="0">
                  <a:srgbClr val="CC9A00">
                    <a:alpha val="31474"/>
                  </a:srgbClr>
                </a:gs>
                <a:gs pos="14286">
                  <a:srgbClr val="CC9A00">
                    <a:alpha val="29346"/>
                  </a:srgbClr>
                </a:gs>
                <a:gs pos="28571">
                  <a:srgbClr val="CC9A00">
                    <a:alpha val="23641"/>
                  </a:srgbClr>
                </a:gs>
                <a:gs pos="42857">
                  <a:srgbClr val="CC9A00">
                    <a:alpha val="16215"/>
                  </a:srgbClr>
                </a:gs>
                <a:gs pos="57143">
                  <a:srgbClr val="CC9A00">
                    <a:alpha val="9338"/>
                  </a:srgbClr>
                </a:gs>
                <a:gs pos="71429">
                  <a:srgbClr val="CC9A00">
                    <a:alpha val="4485"/>
                  </a:srgbClr>
                </a:gs>
                <a:gs pos="85714">
                  <a:srgbClr val="CC9A00">
                    <a:alpha val="1798"/>
                  </a:srgbClr>
                </a:gs>
                <a:gs pos="100000">
                  <a:srgbClr val="CC9A00">
                    <a:alpha val="604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037" name="Splat 1037"/>
            <p:cNvSpPr>
              <a:spLocks noGrp="1"/>
            </p:cNvSpPr>
            <p:nvPr/>
          </p:nvSpPr>
          <p:spPr>
            <a:xfrm rot="7058641">
              <a:off x="2801926" y="1950075"/>
              <a:ext cx="500517" cy="118143"/>
            </a:xfrm>
            <a:prstGeom prst="ellipse">
              <a:avLst/>
            </a:prstGeom>
            <a:gradFill>
              <a:gsLst>
                <a:gs pos="0">
                  <a:srgbClr val="612B00">
                    <a:alpha val="11740"/>
                  </a:srgbClr>
                </a:gs>
                <a:gs pos="14286">
                  <a:srgbClr val="612B00">
                    <a:alpha val="10844"/>
                  </a:srgbClr>
                </a:gs>
                <a:gs pos="28571">
                  <a:srgbClr val="612B00">
                    <a:alpha val="8526"/>
                  </a:srgbClr>
                </a:gs>
                <a:gs pos="42857">
                  <a:srgbClr val="612B00">
                    <a:alpha val="5678"/>
                  </a:srgbClr>
                </a:gs>
                <a:gs pos="57143">
                  <a:srgbClr val="612B00">
                    <a:alpha val="3187"/>
                  </a:srgbClr>
                </a:gs>
                <a:gs pos="71429">
                  <a:srgbClr val="612B00">
                    <a:alpha val="1505"/>
                  </a:srgbClr>
                </a:gs>
                <a:gs pos="85714">
                  <a:srgbClr val="612B00">
                    <a:alpha val="598"/>
                  </a:srgbClr>
                </a:gs>
                <a:gs pos="100000">
                  <a:srgbClr val="612B00">
                    <a:alpha val="200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038" name="Splat 1038"/>
            <p:cNvSpPr>
              <a:spLocks noGrp="1"/>
            </p:cNvSpPr>
            <p:nvPr/>
          </p:nvSpPr>
          <p:spPr>
            <a:xfrm rot="-9269161">
              <a:off x="431814" y="3423483"/>
              <a:ext cx="327101" cy="39761"/>
            </a:xfrm>
            <a:prstGeom prst="ellipse">
              <a:avLst/>
            </a:prstGeom>
            <a:gradFill>
              <a:gsLst>
                <a:gs pos="0">
                  <a:srgbClr val="FFF3C9">
                    <a:alpha val="32968"/>
                  </a:srgbClr>
                </a:gs>
                <a:gs pos="14286">
                  <a:srgbClr val="FFF3C9">
                    <a:alpha val="30764"/>
                  </a:srgbClr>
                </a:gs>
                <a:gs pos="28571">
                  <a:srgbClr val="FFF3C9">
                    <a:alpha val="24833"/>
                  </a:srgbClr>
                </a:gs>
                <a:gs pos="42857">
                  <a:srgbClr val="FFF3C9">
                    <a:alpha val="17075"/>
                  </a:srgbClr>
                </a:gs>
                <a:gs pos="57143">
                  <a:srgbClr val="FFF3C9">
                    <a:alpha val="9855"/>
                  </a:srgbClr>
                </a:gs>
                <a:gs pos="71429">
                  <a:srgbClr val="FFF3C9">
                    <a:alpha val="4740"/>
                  </a:srgbClr>
                </a:gs>
                <a:gs pos="85714">
                  <a:srgbClr val="FFF3C9">
                    <a:alpha val="1902"/>
                  </a:srgbClr>
                </a:gs>
                <a:gs pos="100000">
                  <a:srgbClr val="FFF3C9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039" name="Splat 1039"/>
            <p:cNvSpPr>
              <a:spLocks noGrp="1"/>
            </p:cNvSpPr>
            <p:nvPr/>
          </p:nvSpPr>
          <p:spPr>
            <a:xfrm rot="3489699">
              <a:off x="1442553" y="1072012"/>
              <a:ext cx="775847" cy="60207"/>
            </a:xfrm>
            <a:prstGeom prst="ellipse">
              <a:avLst/>
            </a:prstGeom>
            <a:gradFill>
              <a:gsLst>
                <a:gs pos="0">
                  <a:srgbClr val="512900">
                    <a:alpha val="32968"/>
                  </a:srgbClr>
                </a:gs>
                <a:gs pos="14286">
                  <a:srgbClr val="512900">
                    <a:alpha val="30764"/>
                  </a:srgbClr>
                </a:gs>
                <a:gs pos="28571">
                  <a:srgbClr val="512900">
                    <a:alpha val="24833"/>
                  </a:srgbClr>
                </a:gs>
                <a:gs pos="42857">
                  <a:srgbClr val="512900">
                    <a:alpha val="17075"/>
                  </a:srgbClr>
                </a:gs>
                <a:gs pos="57143">
                  <a:srgbClr val="512900">
                    <a:alpha val="9855"/>
                  </a:srgbClr>
                </a:gs>
                <a:gs pos="71429">
                  <a:srgbClr val="512900">
                    <a:alpha val="4740"/>
                  </a:srgbClr>
                </a:gs>
                <a:gs pos="85714">
                  <a:srgbClr val="512900">
                    <a:alpha val="1902"/>
                  </a:srgbClr>
                </a:gs>
                <a:gs pos="100000">
                  <a:srgbClr val="512900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040" name="Splat 1040"/>
            <p:cNvSpPr>
              <a:spLocks noGrp="1"/>
            </p:cNvSpPr>
            <p:nvPr/>
          </p:nvSpPr>
          <p:spPr>
            <a:xfrm rot="6057132">
              <a:off x="870376" y="2921599"/>
              <a:ext cx="445507" cy="195256"/>
            </a:xfrm>
            <a:prstGeom prst="ellipse">
              <a:avLst/>
            </a:prstGeom>
            <a:gradFill>
              <a:gsLst>
                <a:gs pos="0">
                  <a:srgbClr val="F4B700">
                    <a:alpha val="14817"/>
                  </a:srgbClr>
                </a:gs>
                <a:gs pos="14286">
                  <a:srgbClr val="F4B700">
                    <a:alpha val="13705"/>
                  </a:srgbClr>
                </a:gs>
                <a:gs pos="28571">
                  <a:srgbClr val="F4B700">
                    <a:alpha val="10814"/>
                  </a:srgbClr>
                </a:gs>
                <a:gs pos="42857">
                  <a:srgbClr val="F4B700">
                    <a:alpha val="7232"/>
                  </a:srgbClr>
                </a:gs>
                <a:gs pos="57143">
                  <a:srgbClr val="F4B700">
                    <a:alpha val="4074"/>
                  </a:srgbClr>
                </a:gs>
                <a:gs pos="71429">
                  <a:srgbClr val="F4B700">
                    <a:alpha val="1928"/>
                  </a:srgbClr>
                </a:gs>
                <a:gs pos="85714">
                  <a:srgbClr val="F4B700">
                    <a:alpha val="767"/>
                  </a:srgbClr>
                </a:gs>
                <a:gs pos="100000">
                  <a:srgbClr val="F4B700">
                    <a:alpha val="257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041" name="Splat 1041"/>
            <p:cNvSpPr>
              <a:spLocks noGrp="1"/>
            </p:cNvSpPr>
            <p:nvPr/>
          </p:nvSpPr>
          <p:spPr>
            <a:xfrm rot="-10466805">
              <a:off x="3073392" y="2582653"/>
              <a:ext cx="388423" cy="382670"/>
            </a:xfrm>
            <a:prstGeom prst="ellipse">
              <a:avLst/>
            </a:prstGeom>
            <a:gradFill>
              <a:gsLst>
                <a:gs pos="0">
                  <a:srgbClr val="FFFFD6">
                    <a:alpha val="6939"/>
                  </a:srgbClr>
                </a:gs>
                <a:gs pos="14286">
                  <a:srgbClr val="FFFFD6">
                    <a:alpha val="6396"/>
                  </a:srgbClr>
                </a:gs>
                <a:gs pos="28571">
                  <a:srgbClr val="FFFFD6">
                    <a:alpha val="5003"/>
                  </a:srgbClr>
                </a:gs>
                <a:gs pos="42857">
                  <a:srgbClr val="FFFFD6">
                    <a:alpha val="3310"/>
                  </a:srgbClr>
                </a:gs>
                <a:gs pos="57143">
                  <a:srgbClr val="FFFFD6">
                    <a:alpha val="1848"/>
                  </a:srgbClr>
                </a:gs>
                <a:gs pos="71429">
                  <a:srgbClr val="FFFFD6">
                    <a:alpha val="869"/>
                  </a:srgbClr>
                </a:gs>
                <a:gs pos="85714">
                  <a:srgbClr val="FFFFD6">
                    <a:alpha val="345"/>
                  </a:srgbClr>
                </a:gs>
                <a:gs pos="100000">
                  <a:srgbClr val="FFFFD6">
                    <a:alpha val="115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042" name="Splat 1042"/>
            <p:cNvSpPr>
              <a:spLocks noGrp="1"/>
            </p:cNvSpPr>
            <p:nvPr/>
          </p:nvSpPr>
          <p:spPr>
            <a:xfrm rot="-9820036">
              <a:off x="436505" y="1945310"/>
              <a:ext cx="388951" cy="129897"/>
            </a:xfrm>
            <a:prstGeom prst="ellipse">
              <a:avLst/>
            </a:prstGeom>
            <a:gradFill>
              <a:gsLst>
                <a:gs pos="0">
                  <a:srgbClr val="92DDFF">
                    <a:alpha val="15184"/>
                  </a:srgbClr>
                </a:gs>
                <a:gs pos="14286">
                  <a:srgbClr val="92DDFF">
                    <a:alpha val="14047"/>
                  </a:srgbClr>
                </a:gs>
                <a:gs pos="28571">
                  <a:srgbClr val="92DDFF">
                    <a:alpha val="11089"/>
                  </a:srgbClr>
                </a:gs>
                <a:gs pos="42857">
                  <a:srgbClr val="92DDFF">
                    <a:alpha val="7419"/>
                  </a:srgbClr>
                </a:gs>
                <a:gs pos="57143">
                  <a:srgbClr val="92DDFF">
                    <a:alpha val="4182"/>
                  </a:srgbClr>
                </a:gs>
                <a:gs pos="71429">
                  <a:srgbClr val="92DDFF">
                    <a:alpha val="1980"/>
                  </a:srgbClr>
                </a:gs>
                <a:gs pos="85714">
                  <a:srgbClr val="92DDFF">
                    <a:alpha val="788"/>
                  </a:srgbClr>
                </a:gs>
                <a:gs pos="100000">
                  <a:srgbClr val="92DDFF">
                    <a:alpha val="264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043" name="Splat 1043"/>
            <p:cNvSpPr>
              <a:spLocks noGrp="1"/>
            </p:cNvSpPr>
            <p:nvPr/>
          </p:nvSpPr>
          <p:spPr>
            <a:xfrm rot="6137903">
              <a:off x="1502121" y="293892"/>
              <a:ext cx="662570" cy="48397"/>
            </a:xfrm>
            <a:prstGeom prst="ellipse">
              <a:avLst/>
            </a:prstGeom>
            <a:gradFill>
              <a:gsLst>
                <a:gs pos="0">
                  <a:srgbClr val="73481A">
                    <a:alpha val="32968"/>
                  </a:srgbClr>
                </a:gs>
                <a:gs pos="14286">
                  <a:srgbClr val="73481A">
                    <a:alpha val="30764"/>
                  </a:srgbClr>
                </a:gs>
                <a:gs pos="28571">
                  <a:srgbClr val="73481A">
                    <a:alpha val="24833"/>
                  </a:srgbClr>
                </a:gs>
                <a:gs pos="42857">
                  <a:srgbClr val="73481A">
                    <a:alpha val="17075"/>
                  </a:srgbClr>
                </a:gs>
                <a:gs pos="57143">
                  <a:srgbClr val="73481A">
                    <a:alpha val="9855"/>
                  </a:srgbClr>
                </a:gs>
                <a:gs pos="71429">
                  <a:srgbClr val="73481A">
                    <a:alpha val="4740"/>
                  </a:srgbClr>
                </a:gs>
                <a:gs pos="85714">
                  <a:srgbClr val="73481A">
                    <a:alpha val="1902"/>
                  </a:srgbClr>
                </a:gs>
                <a:gs pos="100000">
                  <a:srgbClr val="73481A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044" name="Splat 1044"/>
            <p:cNvSpPr>
              <a:spLocks noGrp="1"/>
            </p:cNvSpPr>
            <p:nvPr/>
          </p:nvSpPr>
          <p:spPr>
            <a:xfrm rot="4503372">
              <a:off x="225791" y="1318299"/>
              <a:ext cx="692903" cy="68452"/>
            </a:xfrm>
            <a:prstGeom prst="ellipse">
              <a:avLst/>
            </a:prstGeom>
            <a:gradFill>
              <a:gsLst>
                <a:gs pos="0">
                  <a:srgbClr val="FFFFF4">
                    <a:alpha val="32968"/>
                  </a:srgbClr>
                </a:gs>
                <a:gs pos="14286">
                  <a:srgbClr val="FFFFF4">
                    <a:alpha val="30764"/>
                  </a:srgbClr>
                </a:gs>
                <a:gs pos="28571">
                  <a:srgbClr val="FFFFF4">
                    <a:alpha val="24833"/>
                  </a:srgbClr>
                </a:gs>
                <a:gs pos="42857">
                  <a:srgbClr val="FFFFF4">
                    <a:alpha val="17075"/>
                  </a:srgbClr>
                </a:gs>
                <a:gs pos="57143">
                  <a:srgbClr val="FFFFF4">
                    <a:alpha val="9855"/>
                  </a:srgbClr>
                </a:gs>
                <a:gs pos="71429">
                  <a:srgbClr val="FFFFF4">
                    <a:alpha val="4740"/>
                  </a:srgbClr>
                </a:gs>
                <a:gs pos="85714">
                  <a:srgbClr val="FFFFF4">
                    <a:alpha val="1902"/>
                  </a:srgbClr>
                </a:gs>
                <a:gs pos="100000">
                  <a:srgbClr val="FFFFF4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045" name="Splat 1045"/>
            <p:cNvSpPr>
              <a:spLocks noGrp="1"/>
            </p:cNvSpPr>
            <p:nvPr/>
          </p:nvSpPr>
          <p:spPr>
            <a:xfrm rot="3961246">
              <a:off x="-304486" y="114441"/>
              <a:ext cx="609444" cy="283618"/>
            </a:xfrm>
            <a:prstGeom prst="ellipse">
              <a:avLst/>
            </a:prstGeom>
            <a:gradFill>
              <a:gsLst>
                <a:gs pos="0">
                  <a:srgbClr val="470000">
                    <a:alpha val="32968"/>
                  </a:srgbClr>
                </a:gs>
                <a:gs pos="14286">
                  <a:srgbClr val="470000">
                    <a:alpha val="30764"/>
                  </a:srgbClr>
                </a:gs>
                <a:gs pos="28571">
                  <a:srgbClr val="470000">
                    <a:alpha val="24833"/>
                  </a:srgbClr>
                </a:gs>
                <a:gs pos="42857">
                  <a:srgbClr val="470000">
                    <a:alpha val="17075"/>
                  </a:srgbClr>
                </a:gs>
                <a:gs pos="57143">
                  <a:srgbClr val="470000">
                    <a:alpha val="9855"/>
                  </a:srgbClr>
                </a:gs>
                <a:gs pos="71429">
                  <a:srgbClr val="470000">
                    <a:alpha val="4740"/>
                  </a:srgbClr>
                </a:gs>
                <a:gs pos="85714">
                  <a:srgbClr val="470000">
                    <a:alpha val="1902"/>
                  </a:srgbClr>
                </a:gs>
                <a:gs pos="100000">
                  <a:srgbClr val="470000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046" name="Splat 1046"/>
            <p:cNvSpPr>
              <a:spLocks noGrp="1"/>
            </p:cNvSpPr>
            <p:nvPr/>
          </p:nvSpPr>
          <p:spPr>
            <a:xfrm rot="10167691">
              <a:off x="1054522" y="364986"/>
              <a:ext cx="432505" cy="222678"/>
            </a:xfrm>
            <a:prstGeom prst="ellipse">
              <a:avLst/>
            </a:prstGeom>
            <a:gradFill>
              <a:gsLst>
                <a:gs pos="0">
                  <a:srgbClr val="6E2700">
                    <a:alpha val="32968"/>
                  </a:srgbClr>
                </a:gs>
                <a:gs pos="14286">
                  <a:srgbClr val="6E2700">
                    <a:alpha val="30764"/>
                  </a:srgbClr>
                </a:gs>
                <a:gs pos="28571">
                  <a:srgbClr val="6E2700">
                    <a:alpha val="24833"/>
                  </a:srgbClr>
                </a:gs>
                <a:gs pos="42857">
                  <a:srgbClr val="6E2700">
                    <a:alpha val="17075"/>
                  </a:srgbClr>
                </a:gs>
                <a:gs pos="57143">
                  <a:srgbClr val="6E2700">
                    <a:alpha val="9855"/>
                  </a:srgbClr>
                </a:gs>
                <a:gs pos="71429">
                  <a:srgbClr val="6E2700">
                    <a:alpha val="4740"/>
                  </a:srgbClr>
                </a:gs>
                <a:gs pos="85714">
                  <a:srgbClr val="6E2700">
                    <a:alpha val="1902"/>
                  </a:srgbClr>
                </a:gs>
                <a:gs pos="100000">
                  <a:srgbClr val="6E2700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047" name="Splat 1047"/>
            <p:cNvSpPr>
              <a:spLocks noGrp="1"/>
            </p:cNvSpPr>
            <p:nvPr/>
          </p:nvSpPr>
          <p:spPr>
            <a:xfrm rot="-9893539">
              <a:off x="929835" y="2072903"/>
              <a:ext cx="589037" cy="227326"/>
            </a:xfrm>
            <a:prstGeom prst="ellipse">
              <a:avLst/>
            </a:prstGeom>
            <a:gradFill>
              <a:gsLst>
                <a:gs pos="0">
                  <a:srgbClr val="5162B2">
                    <a:alpha val="32968"/>
                  </a:srgbClr>
                </a:gs>
                <a:gs pos="14286">
                  <a:srgbClr val="5162B2">
                    <a:alpha val="30764"/>
                  </a:srgbClr>
                </a:gs>
                <a:gs pos="28571">
                  <a:srgbClr val="5162B2">
                    <a:alpha val="24833"/>
                  </a:srgbClr>
                </a:gs>
                <a:gs pos="42857">
                  <a:srgbClr val="5162B2">
                    <a:alpha val="17075"/>
                  </a:srgbClr>
                </a:gs>
                <a:gs pos="57143">
                  <a:srgbClr val="5162B2">
                    <a:alpha val="9855"/>
                  </a:srgbClr>
                </a:gs>
                <a:gs pos="71429">
                  <a:srgbClr val="5162B2">
                    <a:alpha val="4740"/>
                  </a:srgbClr>
                </a:gs>
                <a:gs pos="85714">
                  <a:srgbClr val="5162B2">
                    <a:alpha val="1902"/>
                  </a:srgbClr>
                </a:gs>
                <a:gs pos="100000">
                  <a:srgbClr val="5162B2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048" name="Splat 1048"/>
            <p:cNvSpPr>
              <a:spLocks noGrp="1"/>
            </p:cNvSpPr>
            <p:nvPr/>
          </p:nvSpPr>
          <p:spPr>
            <a:xfrm rot="5786601">
              <a:off x="3088818" y="2399435"/>
              <a:ext cx="540147" cy="109283"/>
            </a:xfrm>
            <a:prstGeom prst="ellipse">
              <a:avLst/>
            </a:prstGeom>
            <a:gradFill>
              <a:gsLst>
                <a:gs pos="0">
                  <a:srgbClr val="E0E4E1">
                    <a:alpha val="32968"/>
                  </a:srgbClr>
                </a:gs>
                <a:gs pos="14286">
                  <a:srgbClr val="E0E4E1">
                    <a:alpha val="30764"/>
                  </a:srgbClr>
                </a:gs>
                <a:gs pos="28571">
                  <a:srgbClr val="E0E4E1">
                    <a:alpha val="24833"/>
                  </a:srgbClr>
                </a:gs>
                <a:gs pos="42857">
                  <a:srgbClr val="E0E4E1">
                    <a:alpha val="17075"/>
                  </a:srgbClr>
                </a:gs>
                <a:gs pos="57143">
                  <a:srgbClr val="E0E4E1">
                    <a:alpha val="9855"/>
                  </a:srgbClr>
                </a:gs>
                <a:gs pos="71429">
                  <a:srgbClr val="E0E4E1">
                    <a:alpha val="4740"/>
                  </a:srgbClr>
                </a:gs>
                <a:gs pos="85714">
                  <a:srgbClr val="E0E4E1">
                    <a:alpha val="1902"/>
                  </a:srgbClr>
                </a:gs>
                <a:gs pos="100000">
                  <a:srgbClr val="E0E4E1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049" name="Splat 1049"/>
            <p:cNvSpPr>
              <a:spLocks noGrp="1"/>
            </p:cNvSpPr>
            <p:nvPr/>
          </p:nvSpPr>
          <p:spPr>
            <a:xfrm rot="10536798">
              <a:off x="256341" y="-59133"/>
              <a:ext cx="644573" cy="141582"/>
            </a:xfrm>
            <a:prstGeom prst="ellipse">
              <a:avLst/>
            </a:prstGeom>
            <a:gradFill>
              <a:gsLst>
                <a:gs pos="0">
                  <a:srgbClr val="F9FFFF">
                    <a:alpha val="32968"/>
                  </a:srgbClr>
                </a:gs>
                <a:gs pos="14286">
                  <a:srgbClr val="F9FFFF">
                    <a:alpha val="30764"/>
                  </a:srgbClr>
                </a:gs>
                <a:gs pos="28571">
                  <a:srgbClr val="F9FFFF">
                    <a:alpha val="24833"/>
                  </a:srgbClr>
                </a:gs>
                <a:gs pos="42857">
                  <a:srgbClr val="F9FFFF">
                    <a:alpha val="17075"/>
                  </a:srgbClr>
                </a:gs>
                <a:gs pos="57143">
                  <a:srgbClr val="F9FFFF">
                    <a:alpha val="9855"/>
                  </a:srgbClr>
                </a:gs>
                <a:gs pos="71429">
                  <a:srgbClr val="F9FFFF">
                    <a:alpha val="4740"/>
                  </a:srgbClr>
                </a:gs>
                <a:gs pos="85714">
                  <a:srgbClr val="F9FFFF">
                    <a:alpha val="1902"/>
                  </a:srgbClr>
                </a:gs>
                <a:gs pos="100000">
                  <a:srgbClr val="F9FFFF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050" name="Splat 1050"/>
            <p:cNvSpPr>
              <a:spLocks noGrp="1"/>
            </p:cNvSpPr>
            <p:nvPr/>
          </p:nvSpPr>
          <p:spPr>
            <a:xfrm rot="5422976">
              <a:off x="3279123" y="1744890"/>
              <a:ext cx="701823" cy="68199"/>
            </a:xfrm>
            <a:prstGeom prst="ellipse">
              <a:avLst/>
            </a:prstGeom>
            <a:gradFill>
              <a:gsLst>
                <a:gs pos="0">
                  <a:srgbClr val="002995">
                    <a:alpha val="32968"/>
                  </a:srgbClr>
                </a:gs>
                <a:gs pos="14286">
                  <a:srgbClr val="002995">
                    <a:alpha val="30764"/>
                  </a:srgbClr>
                </a:gs>
                <a:gs pos="28571">
                  <a:srgbClr val="002995">
                    <a:alpha val="24833"/>
                  </a:srgbClr>
                </a:gs>
                <a:gs pos="42857">
                  <a:srgbClr val="002995">
                    <a:alpha val="17075"/>
                  </a:srgbClr>
                </a:gs>
                <a:gs pos="57143">
                  <a:srgbClr val="002995">
                    <a:alpha val="9855"/>
                  </a:srgbClr>
                </a:gs>
                <a:gs pos="71429">
                  <a:srgbClr val="002995">
                    <a:alpha val="4740"/>
                  </a:srgbClr>
                </a:gs>
                <a:gs pos="85714">
                  <a:srgbClr val="002995">
                    <a:alpha val="1902"/>
                  </a:srgbClr>
                </a:gs>
                <a:gs pos="100000">
                  <a:srgbClr val="002995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051" name="Splat 1051"/>
            <p:cNvSpPr>
              <a:spLocks noGrp="1"/>
            </p:cNvSpPr>
            <p:nvPr/>
          </p:nvSpPr>
          <p:spPr>
            <a:xfrm rot="-10286436">
              <a:off x="247610" y="1445393"/>
              <a:ext cx="687801" cy="122691"/>
            </a:xfrm>
            <a:prstGeom prst="ellipse">
              <a:avLst/>
            </a:prstGeom>
            <a:gradFill>
              <a:gsLst>
                <a:gs pos="0">
                  <a:srgbClr val="672500">
                    <a:alpha val="32968"/>
                  </a:srgbClr>
                </a:gs>
                <a:gs pos="14286">
                  <a:srgbClr val="672500">
                    <a:alpha val="30764"/>
                  </a:srgbClr>
                </a:gs>
                <a:gs pos="28571">
                  <a:srgbClr val="672500">
                    <a:alpha val="24833"/>
                  </a:srgbClr>
                </a:gs>
                <a:gs pos="42857">
                  <a:srgbClr val="672500">
                    <a:alpha val="17075"/>
                  </a:srgbClr>
                </a:gs>
                <a:gs pos="57143">
                  <a:srgbClr val="672500">
                    <a:alpha val="9855"/>
                  </a:srgbClr>
                </a:gs>
                <a:gs pos="71429">
                  <a:srgbClr val="672500">
                    <a:alpha val="4740"/>
                  </a:srgbClr>
                </a:gs>
                <a:gs pos="85714">
                  <a:srgbClr val="672500">
                    <a:alpha val="1902"/>
                  </a:srgbClr>
                </a:gs>
                <a:gs pos="100000">
                  <a:srgbClr val="672500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052" name="Splat 1052"/>
            <p:cNvSpPr>
              <a:spLocks noGrp="1"/>
            </p:cNvSpPr>
            <p:nvPr/>
          </p:nvSpPr>
          <p:spPr>
            <a:xfrm rot="2849692">
              <a:off x="2621898" y="2818018"/>
              <a:ext cx="505723" cy="311505"/>
            </a:xfrm>
            <a:prstGeom prst="ellipse">
              <a:avLst/>
            </a:prstGeom>
            <a:gradFill>
              <a:gsLst>
                <a:gs pos="0">
                  <a:srgbClr val="EFF5F3">
                    <a:alpha val="32968"/>
                  </a:srgbClr>
                </a:gs>
                <a:gs pos="14286">
                  <a:srgbClr val="EFF5F3">
                    <a:alpha val="30764"/>
                  </a:srgbClr>
                </a:gs>
                <a:gs pos="28571">
                  <a:srgbClr val="EFF5F3">
                    <a:alpha val="24833"/>
                  </a:srgbClr>
                </a:gs>
                <a:gs pos="42857">
                  <a:srgbClr val="EFF5F3">
                    <a:alpha val="17075"/>
                  </a:srgbClr>
                </a:gs>
                <a:gs pos="57143">
                  <a:srgbClr val="EFF5F3">
                    <a:alpha val="9855"/>
                  </a:srgbClr>
                </a:gs>
                <a:gs pos="71429">
                  <a:srgbClr val="EFF5F3">
                    <a:alpha val="4740"/>
                  </a:srgbClr>
                </a:gs>
                <a:gs pos="85714">
                  <a:srgbClr val="EFF5F3">
                    <a:alpha val="1902"/>
                  </a:srgbClr>
                </a:gs>
                <a:gs pos="100000">
                  <a:srgbClr val="EFF5F3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053" name="Splat 1053"/>
            <p:cNvSpPr>
              <a:spLocks noGrp="1"/>
            </p:cNvSpPr>
            <p:nvPr/>
          </p:nvSpPr>
          <p:spPr>
            <a:xfrm rot="5068984">
              <a:off x="2928350" y="595378"/>
              <a:ext cx="485121" cy="126245"/>
            </a:xfrm>
            <a:prstGeom prst="ellipse">
              <a:avLst/>
            </a:prstGeom>
            <a:gradFill>
              <a:gsLst>
                <a:gs pos="0">
                  <a:srgbClr val="4A0000">
                    <a:alpha val="32968"/>
                  </a:srgbClr>
                </a:gs>
                <a:gs pos="14286">
                  <a:srgbClr val="4A0000">
                    <a:alpha val="30764"/>
                  </a:srgbClr>
                </a:gs>
                <a:gs pos="28571">
                  <a:srgbClr val="4A0000">
                    <a:alpha val="24833"/>
                  </a:srgbClr>
                </a:gs>
                <a:gs pos="42857">
                  <a:srgbClr val="4A0000">
                    <a:alpha val="17075"/>
                  </a:srgbClr>
                </a:gs>
                <a:gs pos="57143">
                  <a:srgbClr val="4A0000">
                    <a:alpha val="9855"/>
                  </a:srgbClr>
                </a:gs>
                <a:gs pos="71429">
                  <a:srgbClr val="4A0000">
                    <a:alpha val="4740"/>
                  </a:srgbClr>
                </a:gs>
                <a:gs pos="85714">
                  <a:srgbClr val="4A0000">
                    <a:alpha val="1902"/>
                  </a:srgbClr>
                </a:gs>
                <a:gs pos="100000">
                  <a:srgbClr val="4A0000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054" name="Splat 1054"/>
            <p:cNvSpPr>
              <a:spLocks noGrp="1"/>
            </p:cNvSpPr>
            <p:nvPr/>
          </p:nvSpPr>
          <p:spPr>
            <a:xfrm rot="3985897">
              <a:off x="2006910" y="3117798"/>
              <a:ext cx="762853" cy="40149"/>
            </a:xfrm>
            <a:prstGeom prst="ellipse">
              <a:avLst/>
            </a:prstGeom>
            <a:gradFill>
              <a:gsLst>
                <a:gs pos="0">
                  <a:srgbClr val="000000">
                    <a:alpha val="32968"/>
                  </a:srgbClr>
                </a:gs>
                <a:gs pos="14286">
                  <a:srgbClr val="000000">
                    <a:alpha val="30764"/>
                  </a:srgbClr>
                </a:gs>
                <a:gs pos="28571">
                  <a:srgbClr val="000000">
                    <a:alpha val="24833"/>
                  </a:srgbClr>
                </a:gs>
                <a:gs pos="42857">
                  <a:srgbClr val="000000">
                    <a:alpha val="17075"/>
                  </a:srgbClr>
                </a:gs>
                <a:gs pos="57143">
                  <a:srgbClr val="000000">
                    <a:alpha val="9855"/>
                  </a:srgbClr>
                </a:gs>
                <a:gs pos="71429">
                  <a:srgbClr val="000000">
                    <a:alpha val="4740"/>
                  </a:srgbClr>
                </a:gs>
                <a:gs pos="85714">
                  <a:srgbClr val="000000">
                    <a:alpha val="1902"/>
                  </a:srgbClr>
                </a:gs>
                <a:gs pos="100000">
                  <a:srgbClr val="000000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055" name="Splat 1055"/>
            <p:cNvSpPr>
              <a:spLocks noGrp="1"/>
            </p:cNvSpPr>
            <p:nvPr/>
          </p:nvSpPr>
          <p:spPr>
            <a:xfrm rot="8267561">
              <a:off x="902276" y="1611346"/>
              <a:ext cx="489777" cy="174735"/>
            </a:xfrm>
            <a:prstGeom prst="ellipse">
              <a:avLst/>
            </a:prstGeom>
            <a:gradFill>
              <a:gsLst>
                <a:gs pos="0">
                  <a:srgbClr val="7A5000">
                    <a:alpha val="31164"/>
                  </a:srgbClr>
                </a:gs>
                <a:gs pos="14286">
                  <a:srgbClr val="7A5000">
                    <a:alpha val="29053"/>
                  </a:srgbClr>
                </a:gs>
                <a:gs pos="28571">
                  <a:srgbClr val="7A5000">
                    <a:alpha val="23395"/>
                  </a:srgbClr>
                </a:gs>
                <a:gs pos="42857">
                  <a:srgbClr val="7A5000">
                    <a:alpha val="16038"/>
                  </a:srgbClr>
                </a:gs>
                <a:gs pos="57143">
                  <a:srgbClr val="7A5000">
                    <a:alpha val="9232"/>
                  </a:srgbClr>
                </a:gs>
                <a:gs pos="71429">
                  <a:srgbClr val="7A5000">
                    <a:alpha val="4433"/>
                  </a:srgbClr>
                </a:gs>
                <a:gs pos="85714">
                  <a:srgbClr val="7A5000">
                    <a:alpha val="1777"/>
                  </a:srgbClr>
                </a:gs>
                <a:gs pos="100000">
                  <a:srgbClr val="7A5000">
                    <a:alpha val="597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056" name="Splat 1056"/>
            <p:cNvSpPr>
              <a:spLocks noGrp="1"/>
            </p:cNvSpPr>
            <p:nvPr/>
          </p:nvSpPr>
          <p:spPr>
            <a:xfrm rot="4043889">
              <a:off x="1518120" y="799424"/>
              <a:ext cx="355578" cy="230681"/>
            </a:xfrm>
            <a:prstGeom prst="ellipse">
              <a:avLst/>
            </a:prstGeom>
            <a:gradFill>
              <a:gsLst>
                <a:gs pos="0">
                  <a:srgbClr val="FFD87A">
                    <a:alpha val="15116"/>
                  </a:srgbClr>
                </a:gs>
                <a:gs pos="14286">
                  <a:srgbClr val="FFD87A">
                    <a:alpha val="13984"/>
                  </a:srgbClr>
                </a:gs>
                <a:gs pos="28571">
                  <a:srgbClr val="FFD87A">
                    <a:alpha val="11038"/>
                  </a:srgbClr>
                </a:gs>
                <a:gs pos="42857">
                  <a:srgbClr val="FFD87A">
                    <a:alpha val="7385"/>
                  </a:srgbClr>
                </a:gs>
                <a:gs pos="57143">
                  <a:srgbClr val="FFD87A">
                    <a:alpha val="4162"/>
                  </a:srgbClr>
                </a:gs>
                <a:gs pos="71429">
                  <a:srgbClr val="FFD87A">
                    <a:alpha val="1970"/>
                  </a:srgbClr>
                </a:gs>
                <a:gs pos="85714">
                  <a:srgbClr val="FFD87A">
                    <a:alpha val="784"/>
                  </a:srgbClr>
                </a:gs>
                <a:gs pos="100000">
                  <a:srgbClr val="FFD87A">
                    <a:alpha val="262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057" name="Splat 1057"/>
            <p:cNvSpPr>
              <a:spLocks noGrp="1"/>
            </p:cNvSpPr>
            <p:nvPr/>
          </p:nvSpPr>
          <p:spPr>
            <a:xfrm rot="9305077">
              <a:off x="2483359" y="332306"/>
              <a:ext cx="743528" cy="167588"/>
            </a:xfrm>
            <a:prstGeom prst="ellipse">
              <a:avLst/>
            </a:prstGeom>
            <a:gradFill>
              <a:gsLst>
                <a:gs pos="0">
                  <a:srgbClr val="872F00">
                    <a:alpha val="32968"/>
                  </a:srgbClr>
                </a:gs>
                <a:gs pos="14286">
                  <a:srgbClr val="872F00">
                    <a:alpha val="30764"/>
                  </a:srgbClr>
                </a:gs>
                <a:gs pos="28571">
                  <a:srgbClr val="872F00">
                    <a:alpha val="24833"/>
                  </a:srgbClr>
                </a:gs>
                <a:gs pos="42857">
                  <a:srgbClr val="872F00">
                    <a:alpha val="17075"/>
                  </a:srgbClr>
                </a:gs>
                <a:gs pos="57143">
                  <a:srgbClr val="872F00">
                    <a:alpha val="9855"/>
                  </a:srgbClr>
                </a:gs>
                <a:gs pos="71429">
                  <a:srgbClr val="872F00">
                    <a:alpha val="4740"/>
                  </a:srgbClr>
                </a:gs>
                <a:gs pos="85714">
                  <a:srgbClr val="872F00">
                    <a:alpha val="1902"/>
                  </a:srgbClr>
                </a:gs>
                <a:gs pos="100000">
                  <a:srgbClr val="872F00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058" name="Splat 1058"/>
            <p:cNvSpPr>
              <a:spLocks noGrp="1"/>
            </p:cNvSpPr>
            <p:nvPr/>
          </p:nvSpPr>
          <p:spPr>
            <a:xfrm rot="4911044">
              <a:off x="376199" y="2675058"/>
              <a:ext cx="539654" cy="53940"/>
            </a:xfrm>
            <a:prstGeom prst="ellipse">
              <a:avLst/>
            </a:prstGeom>
            <a:gradFill>
              <a:gsLst>
                <a:gs pos="0">
                  <a:srgbClr val="7E0000">
                    <a:alpha val="17455"/>
                  </a:srgbClr>
                </a:gs>
                <a:gs pos="14286">
                  <a:srgbClr val="7E0000">
                    <a:alpha val="16164"/>
                  </a:srgbClr>
                </a:gs>
                <a:gs pos="28571">
                  <a:srgbClr val="7E0000">
                    <a:alpha val="12794"/>
                  </a:srgbClr>
                </a:gs>
                <a:gs pos="42857">
                  <a:srgbClr val="7E0000">
                    <a:alpha val="8588"/>
                  </a:srgbClr>
                </a:gs>
                <a:gs pos="57143">
                  <a:srgbClr val="7E0000">
                    <a:alpha val="4854"/>
                  </a:srgbClr>
                </a:gs>
                <a:gs pos="71429">
                  <a:srgbClr val="7E0000">
                    <a:alpha val="2302"/>
                  </a:srgbClr>
                </a:gs>
                <a:gs pos="85714">
                  <a:srgbClr val="7E0000">
                    <a:alpha val="917"/>
                  </a:srgbClr>
                </a:gs>
                <a:gs pos="100000">
                  <a:srgbClr val="7E0000">
                    <a:alpha val="307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059" name="Splat 1059"/>
            <p:cNvSpPr>
              <a:spLocks noGrp="1"/>
            </p:cNvSpPr>
            <p:nvPr/>
          </p:nvSpPr>
          <p:spPr>
            <a:xfrm rot="8152237">
              <a:off x="1687548" y="187628"/>
              <a:ext cx="655279" cy="199267"/>
            </a:xfrm>
            <a:prstGeom prst="ellipse">
              <a:avLst/>
            </a:prstGeom>
            <a:gradFill>
              <a:gsLst>
                <a:gs pos="0">
                  <a:srgbClr val="684B00">
                    <a:alpha val="32968"/>
                  </a:srgbClr>
                </a:gs>
                <a:gs pos="14286">
                  <a:srgbClr val="684B00">
                    <a:alpha val="30764"/>
                  </a:srgbClr>
                </a:gs>
                <a:gs pos="28571">
                  <a:srgbClr val="684B00">
                    <a:alpha val="24833"/>
                  </a:srgbClr>
                </a:gs>
                <a:gs pos="42857">
                  <a:srgbClr val="684B00">
                    <a:alpha val="17075"/>
                  </a:srgbClr>
                </a:gs>
                <a:gs pos="57143">
                  <a:srgbClr val="684B00">
                    <a:alpha val="9855"/>
                  </a:srgbClr>
                </a:gs>
                <a:gs pos="71429">
                  <a:srgbClr val="684B00">
                    <a:alpha val="4740"/>
                  </a:srgbClr>
                </a:gs>
                <a:gs pos="85714">
                  <a:srgbClr val="684B00">
                    <a:alpha val="1902"/>
                  </a:srgbClr>
                </a:gs>
                <a:gs pos="100000">
                  <a:srgbClr val="684B00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060" name="Splat 1060"/>
            <p:cNvSpPr>
              <a:spLocks noGrp="1"/>
            </p:cNvSpPr>
            <p:nvPr/>
          </p:nvSpPr>
          <p:spPr>
            <a:xfrm rot="-10381208">
              <a:off x="1352076" y="-49576"/>
              <a:ext cx="489081" cy="218538"/>
            </a:xfrm>
            <a:prstGeom prst="ellipse">
              <a:avLst/>
            </a:prstGeom>
            <a:gradFill>
              <a:gsLst>
                <a:gs pos="0">
                  <a:srgbClr val="FFCA61">
                    <a:alpha val="23545"/>
                  </a:srgbClr>
                </a:gs>
                <a:gs pos="14286">
                  <a:srgbClr val="FFCA61">
                    <a:alpha val="21867"/>
                  </a:srgbClr>
                </a:gs>
                <a:gs pos="28571">
                  <a:srgbClr val="FFCA61">
                    <a:alpha val="17436"/>
                  </a:srgbClr>
                </a:gs>
                <a:gs pos="42857">
                  <a:srgbClr val="FFCA61">
                    <a:alpha val="11809"/>
                  </a:srgbClr>
                </a:gs>
                <a:gs pos="57143">
                  <a:srgbClr val="FFCA61">
                    <a:alpha val="6727"/>
                  </a:srgbClr>
                </a:gs>
                <a:gs pos="71429">
                  <a:srgbClr val="FFCA61">
                    <a:alpha val="3207"/>
                  </a:srgbClr>
                </a:gs>
                <a:gs pos="85714">
                  <a:srgbClr val="FFCA61">
                    <a:alpha val="1281"/>
                  </a:srgbClr>
                </a:gs>
                <a:gs pos="100000">
                  <a:srgbClr val="FFCA61">
                    <a:alpha val="430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061" name="Splat 1061"/>
            <p:cNvSpPr>
              <a:spLocks noGrp="1"/>
            </p:cNvSpPr>
            <p:nvPr/>
          </p:nvSpPr>
          <p:spPr>
            <a:xfrm rot="8122014">
              <a:off x="1065738" y="3051050"/>
              <a:ext cx="400552" cy="375963"/>
            </a:xfrm>
            <a:prstGeom prst="ellipse">
              <a:avLst/>
            </a:prstGeom>
            <a:gradFill>
              <a:gsLst>
                <a:gs pos="0">
                  <a:srgbClr val="00C3FF">
                    <a:alpha val="5169"/>
                  </a:srgbClr>
                </a:gs>
                <a:gs pos="14286">
                  <a:srgbClr val="00C3FF">
                    <a:alpha val="4761"/>
                  </a:srgbClr>
                </a:gs>
                <a:gs pos="28571">
                  <a:srgbClr val="00C3FF">
                    <a:alpha val="3717"/>
                  </a:srgbClr>
                </a:gs>
                <a:gs pos="42857">
                  <a:srgbClr val="00C3FF">
                    <a:alpha val="2454"/>
                  </a:srgbClr>
                </a:gs>
                <a:gs pos="57143">
                  <a:srgbClr val="00C3FF">
                    <a:alpha val="1367"/>
                  </a:srgbClr>
                </a:gs>
                <a:gs pos="71429">
                  <a:srgbClr val="00C3FF">
                    <a:alpha val="642"/>
                  </a:srgbClr>
                </a:gs>
                <a:gs pos="85714">
                  <a:srgbClr val="00C3FF">
                    <a:alpha val="254"/>
                  </a:srgbClr>
                </a:gs>
                <a:gs pos="100000">
                  <a:srgbClr val="00C3FF">
                    <a:alpha val="85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062" name="Splat 1062"/>
            <p:cNvSpPr>
              <a:spLocks noGrp="1"/>
            </p:cNvSpPr>
            <p:nvPr/>
          </p:nvSpPr>
          <p:spPr>
            <a:xfrm rot="-10230364">
              <a:off x="2111992" y="2585616"/>
              <a:ext cx="672108" cy="108519"/>
            </a:xfrm>
            <a:prstGeom prst="ellipse">
              <a:avLst/>
            </a:prstGeom>
            <a:gradFill>
              <a:gsLst>
                <a:gs pos="0">
                  <a:srgbClr val="5E0000">
                    <a:alpha val="32968"/>
                  </a:srgbClr>
                </a:gs>
                <a:gs pos="14286">
                  <a:srgbClr val="5E0000">
                    <a:alpha val="30764"/>
                  </a:srgbClr>
                </a:gs>
                <a:gs pos="28571">
                  <a:srgbClr val="5E0000">
                    <a:alpha val="24833"/>
                  </a:srgbClr>
                </a:gs>
                <a:gs pos="42857">
                  <a:srgbClr val="5E0000">
                    <a:alpha val="17075"/>
                  </a:srgbClr>
                </a:gs>
                <a:gs pos="57143">
                  <a:srgbClr val="5E0000">
                    <a:alpha val="9855"/>
                  </a:srgbClr>
                </a:gs>
                <a:gs pos="71429">
                  <a:srgbClr val="5E0000">
                    <a:alpha val="4740"/>
                  </a:srgbClr>
                </a:gs>
                <a:gs pos="85714">
                  <a:srgbClr val="5E0000">
                    <a:alpha val="1902"/>
                  </a:srgbClr>
                </a:gs>
                <a:gs pos="100000">
                  <a:srgbClr val="5E0000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063" name="Splat 1063"/>
            <p:cNvSpPr>
              <a:spLocks noGrp="1"/>
            </p:cNvSpPr>
            <p:nvPr/>
          </p:nvSpPr>
          <p:spPr>
            <a:xfrm rot="3040957">
              <a:off x="1290340" y="808733"/>
              <a:ext cx="662545" cy="47247"/>
            </a:xfrm>
            <a:prstGeom prst="ellipse">
              <a:avLst/>
            </a:prstGeom>
            <a:gradFill>
              <a:gsLst>
                <a:gs pos="0">
                  <a:srgbClr val="FFDEBC">
                    <a:alpha val="32968"/>
                  </a:srgbClr>
                </a:gs>
                <a:gs pos="14286">
                  <a:srgbClr val="FFDEBC">
                    <a:alpha val="30764"/>
                  </a:srgbClr>
                </a:gs>
                <a:gs pos="28571">
                  <a:srgbClr val="FFDEBC">
                    <a:alpha val="24833"/>
                  </a:srgbClr>
                </a:gs>
                <a:gs pos="42857">
                  <a:srgbClr val="FFDEBC">
                    <a:alpha val="17075"/>
                  </a:srgbClr>
                </a:gs>
                <a:gs pos="57143">
                  <a:srgbClr val="FFDEBC">
                    <a:alpha val="9855"/>
                  </a:srgbClr>
                </a:gs>
                <a:gs pos="71429">
                  <a:srgbClr val="FFDEBC">
                    <a:alpha val="4740"/>
                  </a:srgbClr>
                </a:gs>
                <a:gs pos="85714">
                  <a:srgbClr val="FFDEBC">
                    <a:alpha val="1902"/>
                  </a:srgbClr>
                </a:gs>
                <a:gs pos="100000">
                  <a:srgbClr val="FFDEBC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064" name="Splat 1064"/>
            <p:cNvSpPr>
              <a:spLocks noGrp="1"/>
            </p:cNvSpPr>
            <p:nvPr/>
          </p:nvSpPr>
          <p:spPr>
            <a:xfrm rot="3695159">
              <a:off x="3144539" y="835020"/>
              <a:ext cx="347411" cy="330673"/>
            </a:xfrm>
            <a:prstGeom prst="ellipse">
              <a:avLst/>
            </a:prstGeom>
            <a:gradFill>
              <a:gsLst>
                <a:gs pos="0">
                  <a:srgbClr val="FFFFAB">
                    <a:alpha val="6493"/>
                  </a:srgbClr>
                </a:gs>
                <a:gs pos="14286">
                  <a:srgbClr val="FFFFAB">
                    <a:alpha val="5984"/>
                  </a:srgbClr>
                </a:gs>
                <a:gs pos="28571">
                  <a:srgbClr val="FFFFAB">
                    <a:alpha val="4678"/>
                  </a:srgbClr>
                </a:gs>
                <a:gs pos="42857">
                  <a:srgbClr val="FFFFAB">
                    <a:alpha val="3094"/>
                  </a:srgbClr>
                </a:gs>
                <a:gs pos="57143">
                  <a:srgbClr val="FFFFAB">
                    <a:alpha val="1726"/>
                  </a:srgbClr>
                </a:gs>
                <a:gs pos="71429">
                  <a:srgbClr val="FFFFAB">
                    <a:alpha val="812"/>
                  </a:srgbClr>
                </a:gs>
                <a:gs pos="85714">
                  <a:srgbClr val="FFFFAB">
                    <a:alpha val="322"/>
                  </a:srgbClr>
                </a:gs>
                <a:gs pos="100000">
                  <a:srgbClr val="FFFFAB">
                    <a:alpha val="108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065" name="Splat 1065"/>
            <p:cNvSpPr>
              <a:spLocks noGrp="1"/>
            </p:cNvSpPr>
            <p:nvPr/>
          </p:nvSpPr>
          <p:spPr>
            <a:xfrm rot="-9138016">
              <a:off x="448675" y="3494418"/>
              <a:ext cx="324856" cy="307313"/>
            </a:xfrm>
            <a:prstGeom prst="ellipse">
              <a:avLst/>
            </a:prstGeom>
            <a:gradFill>
              <a:gsLst>
                <a:gs pos="0">
                  <a:srgbClr val="00D200">
                    <a:alpha val="3451"/>
                  </a:srgbClr>
                </a:gs>
                <a:gs pos="14286">
                  <a:srgbClr val="00D200">
                    <a:alpha val="3176"/>
                  </a:srgbClr>
                </a:gs>
                <a:gs pos="28571">
                  <a:srgbClr val="00D200">
                    <a:alpha val="2475"/>
                  </a:srgbClr>
                </a:gs>
                <a:gs pos="42857">
                  <a:srgbClr val="00D200">
                    <a:alpha val="1630"/>
                  </a:srgbClr>
                </a:gs>
                <a:gs pos="57143">
                  <a:srgbClr val="00D200">
                    <a:alpha val="907"/>
                  </a:srgbClr>
                </a:gs>
                <a:gs pos="71429">
                  <a:srgbClr val="00D200">
                    <a:alpha val="425"/>
                  </a:srgbClr>
                </a:gs>
                <a:gs pos="85714">
                  <a:srgbClr val="00D200">
                    <a:alpha val="168"/>
                  </a:srgbClr>
                </a:gs>
                <a:gs pos="100000">
                  <a:srgbClr val="00D200">
                    <a:alpha val="56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066" name="Splat 1066"/>
            <p:cNvSpPr>
              <a:spLocks noGrp="1"/>
            </p:cNvSpPr>
            <p:nvPr/>
          </p:nvSpPr>
          <p:spPr>
            <a:xfrm rot="3408340">
              <a:off x="-188662" y="1018444"/>
              <a:ext cx="377323" cy="95233"/>
            </a:xfrm>
            <a:prstGeom prst="ellipse">
              <a:avLst/>
            </a:prstGeom>
            <a:gradFill>
              <a:gsLst>
                <a:gs pos="0">
                  <a:srgbClr val="750000">
                    <a:alpha val="32968"/>
                  </a:srgbClr>
                </a:gs>
                <a:gs pos="14286">
                  <a:srgbClr val="750000">
                    <a:alpha val="30764"/>
                  </a:srgbClr>
                </a:gs>
                <a:gs pos="28571">
                  <a:srgbClr val="750000">
                    <a:alpha val="24833"/>
                  </a:srgbClr>
                </a:gs>
                <a:gs pos="42857">
                  <a:srgbClr val="750000">
                    <a:alpha val="17075"/>
                  </a:srgbClr>
                </a:gs>
                <a:gs pos="57143">
                  <a:srgbClr val="750000">
                    <a:alpha val="9855"/>
                  </a:srgbClr>
                </a:gs>
                <a:gs pos="71429">
                  <a:srgbClr val="750000">
                    <a:alpha val="4740"/>
                  </a:srgbClr>
                </a:gs>
                <a:gs pos="85714">
                  <a:srgbClr val="750000">
                    <a:alpha val="1902"/>
                  </a:srgbClr>
                </a:gs>
                <a:gs pos="100000">
                  <a:srgbClr val="750000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067" name="Splat 1067"/>
            <p:cNvSpPr>
              <a:spLocks noGrp="1"/>
            </p:cNvSpPr>
            <p:nvPr/>
          </p:nvSpPr>
          <p:spPr>
            <a:xfrm rot="5407089">
              <a:off x="2431100" y="2878184"/>
              <a:ext cx="616562" cy="253508"/>
            </a:xfrm>
            <a:prstGeom prst="ellipse">
              <a:avLst/>
            </a:prstGeom>
            <a:gradFill>
              <a:gsLst>
                <a:gs pos="0">
                  <a:srgbClr val="FFD400">
                    <a:alpha val="23041"/>
                  </a:srgbClr>
                </a:gs>
                <a:gs pos="14286">
                  <a:srgbClr val="FFD400">
                    <a:alpha val="21393"/>
                  </a:srgbClr>
                </a:gs>
                <a:gs pos="28571">
                  <a:srgbClr val="FFD400">
                    <a:alpha val="17047"/>
                  </a:srgbClr>
                </a:gs>
                <a:gs pos="42857">
                  <a:srgbClr val="FFD400">
                    <a:alpha val="11537"/>
                  </a:srgbClr>
                </a:gs>
                <a:gs pos="57143">
                  <a:srgbClr val="FFD400">
                    <a:alpha val="6567"/>
                  </a:srgbClr>
                </a:gs>
                <a:gs pos="71429">
                  <a:srgbClr val="FFD400">
                    <a:alpha val="3130"/>
                  </a:srgbClr>
                </a:gs>
                <a:gs pos="85714">
                  <a:srgbClr val="FFD400">
                    <a:alpha val="1249"/>
                  </a:srgbClr>
                </a:gs>
                <a:gs pos="100000">
                  <a:srgbClr val="FFD400">
                    <a:alpha val="41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068" name="Splat 1068"/>
            <p:cNvSpPr>
              <a:spLocks noGrp="1"/>
            </p:cNvSpPr>
            <p:nvPr/>
          </p:nvSpPr>
          <p:spPr>
            <a:xfrm rot="5143405">
              <a:off x="2026500" y="3114993"/>
              <a:ext cx="544595" cy="233156"/>
            </a:xfrm>
            <a:prstGeom prst="ellipse">
              <a:avLst/>
            </a:prstGeom>
            <a:gradFill>
              <a:gsLst>
                <a:gs pos="0">
                  <a:srgbClr val="907200">
                    <a:alpha val="27285"/>
                  </a:srgbClr>
                </a:gs>
                <a:gs pos="14286">
                  <a:srgbClr val="907200">
                    <a:alpha val="25387"/>
                  </a:srgbClr>
                </a:gs>
                <a:gs pos="28571">
                  <a:srgbClr val="907200">
                    <a:alpha val="20338"/>
                  </a:srgbClr>
                </a:gs>
                <a:gs pos="42857">
                  <a:srgbClr val="907200">
                    <a:alpha val="13856"/>
                  </a:srgbClr>
                </a:gs>
                <a:gs pos="57143">
                  <a:srgbClr val="907200">
                    <a:alpha val="7932"/>
                  </a:srgbClr>
                </a:gs>
                <a:gs pos="71429">
                  <a:srgbClr val="907200">
                    <a:alpha val="3795"/>
                  </a:srgbClr>
                </a:gs>
                <a:gs pos="85714">
                  <a:srgbClr val="907200">
                    <a:alpha val="1518"/>
                  </a:srgbClr>
                </a:gs>
                <a:gs pos="100000">
                  <a:srgbClr val="907200">
                    <a:alpha val="510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069" name="Splat 1069"/>
            <p:cNvSpPr>
              <a:spLocks noGrp="1"/>
            </p:cNvSpPr>
            <p:nvPr/>
          </p:nvSpPr>
          <p:spPr>
            <a:xfrm rot="5176792">
              <a:off x="2318071" y="2677552"/>
              <a:ext cx="328849" cy="128760"/>
            </a:xfrm>
            <a:prstGeom prst="ellipse">
              <a:avLst/>
            </a:prstGeom>
            <a:gradFill>
              <a:gsLst>
                <a:gs pos="0">
                  <a:srgbClr val="F1FFEC">
                    <a:alpha val="32716"/>
                  </a:srgbClr>
                </a:gs>
                <a:gs pos="14286">
                  <a:srgbClr val="F1FFEC">
                    <a:alpha val="30525"/>
                  </a:srgbClr>
                </a:gs>
                <a:gs pos="28571">
                  <a:srgbClr val="F1FFEC">
                    <a:alpha val="24632"/>
                  </a:srgbClr>
                </a:gs>
                <a:gs pos="42857">
                  <a:srgbClr val="F1FFEC">
                    <a:alpha val="16930"/>
                  </a:srgbClr>
                </a:gs>
                <a:gs pos="57143">
                  <a:srgbClr val="F1FFEC">
                    <a:alpha val="9767"/>
                  </a:srgbClr>
                </a:gs>
                <a:gs pos="71429">
                  <a:srgbClr val="F1FFEC">
                    <a:alpha val="4697"/>
                  </a:srgbClr>
                </a:gs>
                <a:gs pos="85714">
                  <a:srgbClr val="F1FFEC">
                    <a:alpha val="1884"/>
                  </a:srgbClr>
                </a:gs>
                <a:gs pos="100000">
                  <a:srgbClr val="F1FFEC">
                    <a:alpha val="633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070" name="Splat 1070"/>
            <p:cNvSpPr>
              <a:spLocks noGrp="1"/>
            </p:cNvSpPr>
            <p:nvPr/>
          </p:nvSpPr>
          <p:spPr>
            <a:xfrm rot="4850226">
              <a:off x="1868230" y="3512360"/>
              <a:ext cx="495094" cy="85786"/>
            </a:xfrm>
            <a:prstGeom prst="ellipse">
              <a:avLst/>
            </a:prstGeom>
            <a:gradFill>
              <a:gsLst>
                <a:gs pos="0">
                  <a:srgbClr val="CCD8E0">
                    <a:alpha val="32968"/>
                  </a:srgbClr>
                </a:gs>
                <a:gs pos="14286">
                  <a:srgbClr val="CCD8E0">
                    <a:alpha val="30764"/>
                  </a:srgbClr>
                </a:gs>
                <a:gs pos="28571">
                  <a:srgbClr val="CCD8E0">
                    <a:alpha val="24833"/>
                  </a:srgbClr>
                </a:gs>
                <a:gs pos="42857">
                  <a:srgbClr val="CCD8E0">
                    <a:alpha val="17075"/>
                  </a:srgbClr>
                </a:gs>
                <a:gs pos="57143">
                  <a:srgbClr val="CCD8E0">
                    <a:alpha val="9855"/>
                  </a:srgbClr>
                </a:gs>
                <a:gs pos="71429">
                  <a:srgbClr val="CCD8E0">
                    <a:alpha val="4740"/>
                  </a:srgbClr>
                </a:gs>
                <a:gs pos="85714">
                  <a:srgbClr val="CCD8E0">
                    <a:alpha val="1902"/>
                  </a:srgbClr>
                </a:gs>
                <a:gs pos="100000">
                  <a:srgbClr val="CCD8E0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071" name="Splat 1071"/>
            <p:cNvSpPr>
              <a:spLocks noGrp="1"/>
            </p:cNvSpPr>
            <p:nvPr/>
          </p:nvSpPr>
          <p:spPr>
            <a:xfrm rot="10236967">
              <a:off x="2165324" y="2794129"/>
              <a:ext cx="747593" cy="121520"/>
            </a:xfrm>
            <a:prstGeom prst="ellipse">
              <a:avLst/>
            </a:prstGeom>
            <a:gradFill>
              <a:gsLst>
                <a:gs pos="0">
                  <a:srgbClr val="770000">
                    <a:alpha val="32968"/>
                  </a:srgbClr>
                </a:gs>
                <a:gs pos="14286">
                  <a:srgbClr val="770000">
                    <a:alpha val="30764"/>
                  </a:srgbClr>
                </a:gs>
                <a:gs pos="28571">
                  <a:srgbClr val="770000">
                    <a:alpha val="24833"/>
                  </a:srgbClr>
                </a:gs>
                <a:gs pos="42857">
                  <a:srgbClr val="770000">
                    <a:alpha val="17075"/>
                  </a:srgbClr>
                </a:gs>
                <a:gs pos="57143">
                  <a:srgbClr val="770000">
                    <a:alpha val="9855"/>
                  </a:srgbClr>
                </a:gs>
                <a:gs pos="71429">
                  <a:srgbClr val="770000">
                    <a:alpha val="4740"/>
                  </a:srgbClr>
                </a:gs>
                <a:gs pos="85714">
                  <a:srgbClr val="770000">
                    <a:alpha val="1902"/>
                  </a:srgbClr>
                </a:gs>
                <a:gs pos="100000">
                  <a:srgbClr val="770000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072" name="Splat 1072"/>
            <p:cNvSpPr>
              <a:spLocks noGrp="1"/>
            </p:cNvSpPr>
            <p:nvPr/>
          </p:nvSpPr>
          <p:spPr>
            <a:xfrm rot="6317514">
              <a:off x="2810524" y="2582638"/>
              <a:ext cx="374362" cy="351838"/>
            </a:xfrm>
            <a:prstGeom prst="ellipse">
              <a:avLst/>
            </a:prstGeom>
            <a:gradFill>
              <a:gsLst>
                <a:gs pos="0">
                  <a:srgbClr val="7DC9FF">
                    <a:alpha val="3602"/>
                  </a:srgbClr>
                </a:gs>
                <a:gs pos="14286">
                  <a:srgbClr val="7DC9FF">
                    <a:alpha val="3316"/>
                  </a:srgbClr>
                </a:gs>
                <a:gs pos="28571">
                  <a:srgbClr val="7DC9FF">
                    <a:alpha val="2584"/>
                  </a:srgbClr>
                </a:gs>
                <a:gs pos="42857">
                  <a:srgbClr val="7DC9FF">
                    <a:alpha val="1703"/>
                  </a:srgbClr>
                </a:gs>
                <a:gs pos="57143">
                  <a:srgbClr val="7DC9FF">
                    <a:alpha val="947"/>
                  </a:srgbClr>
                </a:gs>
                <a:gs pos="71429">
                  <a:srgbClr val="7DC9FF">
                    <a:alpha val="444"/>
                  </a:srgbClr>
                </a:gs>
                <a:gs pos="85714">
                  <a:srgbClr val="7DC9FF">
                    <a:alpha val="176"/>
                  </a:srgbClr>
                </a:gs>
                <a:gs pos="100000">
                  <a:srgbClr val="7DC9FF">
                    <a:alpha val="5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073" name="Splat 1073"/>
            <p:cNvSpPr>
              <a:spLocks noGrp="1"/>
            </p:cNvSpPr>
            <p:nvPr/>
          </p:nvSpPr>
          <p:spPr>
            <a:xfrm rot="-8661552">
              <a:off x="2362520" y="1339890"/>
              <a:ext cx="502848" cy="92697"/>
            </a:xfrm>
            <a:prstGeom prst="ellipse">
              <a:avLst/>
            </a:prstGeom>
            <a:gradFill>
              <a:gsLst>
                <a:gs pos="0">
                  <a:srgbClr val="290000">
                    <a:alpha val="32968"/>
                  </a:srgbClr>
                </a:gs>
                <a:gs pos="14286">
                  <a:srgbClr val="290000">
                    <a:alpha val="30764"/>
                  </a:srgbClr>
                </a:gs>
                <a:gs pos="28571">
                  <a:srgbClr val="290000">
                    <a:alpha val="24833"/>
                  </a:srgbClr>
                </a:gs>
                <a:gs pos="42857">
                  <a:srgbClr val="290000">
                    <a:alpha val="17075"/>
                  </a:srgbClr>
                </a:gs>
                <a:gs pos="57143">
                  <a:srgbClr val="290000">
                    <a:alpha val="9855"/>
                  </a:srgbClr>
                </a:gs>
                <a:gs pos="71429">
                  <a:srgbClr val="290000">
                    <a:alpha val="4740"/>
                  </a:srgbClr>
                </a:gs>
                <a:gs pos="85714">
                  <a:srgbClr val="290000">
                    <a:alpha val="1902"/>
                  </a:srgbClr>
                </a:gs>
                <a:gs pos="100000">
                  <a:srgbClr val="290000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074" name="Splat 1074"/>
            <p:cNvSpPr>
              <a:spLocks noGrp="1"/>
            </p:cNvSpPr>
            <p:nvPr/>
          </p:nvSpPr>
          <p:spPr>
            <a:xfrm rot="3210972">
              <a:off x="1872085" y="3302307"/>
              <a:ext cx="490823" cy="118011"/>
            </a:xfrm>
            <a:prstGeom prst="ellipse">
              <a:avLst/>
            </a:prstGeom>
            <a:gradFill>
              <a:gsLst>
                <a:gs pos="0">
                  <a:srgbClr val="822F00">
                    <a:alpha val="32968"/>
                  </a:srgbClr>
                </a:gs>
                <a:gs pos="14286">
                  <a:srgbClr val="822F00">
                    <a:alpha val="30764"/>
                  </a:srgbClr>
                </a:gs>
                <a:gs pos="28571">
                  <a:srgbClr val="822F00">
                    <a:alpha val="24833"/>
                  </a:srgbClr>
                </a:gs>
                <a:gs pos="42857">
                  <a:srgbClr val="822F00">
                    <a:alpha val="17075"/>
                  </a:srgbClr>
                </a:gs>
                <a:gs pos="57143">
                  <a:srgbClr val="822F00">
                    <a:alpha val="9855"/>
                  </a:srgbClr>
                </a:gs>
                <a:gs pos="71429">
                  <a:srgbClr val="822F00">
                    <a:alpha val="4740"/>
                  </a:srgbClr>
                </a:gs>
                <a:gs pos="85714">
                  <a:srgbClr val="822F00">
                    <a:alpha val="1902"/>
                  </a:srgbClr>
                </a:gs>
                <a:gs pos="100000">
                  <a:srgbClr val="822F00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075" name="Splat 1075"/>
            <p:cNvSpPr>
              <a:spLocks noGrp="1"/>
            </p:cNvSpPr>
            <p:nvPr/>
          </p:nvSpPr>
          <p:spPr>
            <a:xfrm rot="-10532371">
              <a:off x="824521" y="451263"/>
              <a:ext cx="670448" cy="404843"/>
            </a:xfrm>
            <a:prstGeom prst="ellipse">
              <a:avLst/>
            </a:prstGeom>
            <a:gradFill>
              <a:gsLst>
                <a:gs pos="0">
                  <a:srgbClr val="0C0000">
                    <a:alpha val="32968"/>
                  </a:srgbClr>
                </a:gs>
                <a:gs pos="14286">
                  <a:srgbClr val="0C0000">
                    <a:alpha val="30764"/>
                  </a:srgbClr>
                </a:gs>
                <a:gs pos="28571">
                  <a:srgbClr val="0C0000">
                    <a:alpha val="24833"/>
                  </a:srgbClr>
                </a:gs>
                <a:gs pos="42857">
                  <a:srgbClr val="0C0000">
                    <a:alpha val="17075"/>
                  </a:srgbClr>
                </a:gs>
                <a:gs pos="57143">
                  <a:srgbClr val="0C0000">
                    <a:alpha val="9855"/>
                  </a:srgbClr>
                </a:gs>
                <a:gs pos="71429">
                  <a:srgbClr val="0C0000">
                    <a:alpha val="4740"/>
                  </a:srgbClr>
                </a:gs>
                <a:gs pos="85714">
                  <a:srgbClr val="0C0000">
                    <a:alpha val="1902"/>
                  </a:srgbClr>
                </a:gs>
                <a:gs pos="100000">
                  <a:srgbClr val="0C0000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076" name="Splat 1076"/>
            <p:cNvSpPr>
              <a:spLocks noGrp="1"/>
            </p:cNvSpPr>
            <p:nvPr/>
          </p:nvSpPr>
          <p:spPr>
            <a:xfrm rot="4087252">
              <a:off x="-35488" y="1967224"/>
              <a:ext cx="457130" cy="213441"/>
            </a:xfrm>
            <a:prstGeom prst="ellipse">
              <a:avLst/>
            </a:prstGeom>
            <a:gradFill>
              <a:gsLst>
                <a:gs pos="0">
                  <a:srgbClr val="CDA000">
                    <a:alpha val="10831"/>
                  </a:srgbClr>
                </a:gs>
                <a:gs pos="14286">
                  <a:srgbClr val="CDA000">
                    <a:alpha val="10001"/>
                  </a:srgbClr>
                </a:gs>
                <a:gs pos="28571">
                  <a:srgbClr val="CDA000">
                    <a:alpha val="7856"/>
                  </a:srgbClr>
                </a:gs>
                <a:gs pos="42857">
                  <a:srgbClr val="CDA000">
                    <a:alpha val="5225"/>
                  </a:srgbClr>
                </a:gs>
                <a:gs pos="57143">
                  <a:srgbClr val="CDA000">
                    <a:alpha val="2930"/>
                  </a:srgbClr>
                </a:gs>
                <a:gs pos="71429">
                  <a:srgbClr val="CDA000">
                    <a:alpha val="1382"/>
                  </a:srgbClr>
                </a:gs>
                <a:gs pos="85714">
                  <a:srgbClr val="CDA000">
                    <a:alpha val="549"/>
                  </a:srgbClr>
                </a:gs>
                <a:gs pos="100000">
                  <a:srgbClr val="CDA000">
                    <a:alpha val="184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077" name="Splat 1077"/>
            <p:cNvSpPr>
              <a:spLocks noGrp="1"/>
            </p:cNvSpPr>
            <p:nvPr/>
          </p:nvSpPr>
          <p:spPr>
            <a:xfrm rot="6568422">
              <a:off x="3247258" y="2889600"/>
              <a:ext cx="432717" cy="165835"/>
            </a:xfrm>
            <a:prstGeom prst="ellipse">
              <a:avLst/>
            </a:prstGeom>
            <a:gradFill>
              <a:gsLst>
                <a:gs pos="0">
                  <a:srgbClr val="2A8FFF">
                    <a:alpha val="8512"/>
                  </a:srgbClr>
                </a:gs>
                <a:gs pos="14286">
                  <a:srgbClr val="2A8FFF">
                    <a:alpha val="7851"/>
                  </a:srgbClr>
                </a:gs>
                <a:gs pos="28571">
                  <a:srgbClr val="2A8FFF">
                    <a:alpha val="6152"/>
                  </a:srgbClr>
                </a:gs>
                <a:gs pos="42857">
                  <a:srgbClr val="2A8FFF">
                    <a:alpha val="4079"/>
                  </a:srgbClr>
                </a:gs>
                <a:gs pos="57143">
                  <a:srgbClr val="2A8FFF">
                    <a:alpha val="2281"/>
                  </a:srgbClr>
                </a:gs>
                <a:gs pos="71429">
                  <a:srgbClr val="2A8FFF">
                    <a:alpha val="1074"/>
                  </a:srgbClr>
                </a:gs>
                <a:gs pos="85714">
                  <a:srgbClr val="2A8FFF">
                    <a:alpha val="426"/>
                  </a:srgbClr>
                </a:gs>
                <a:gs pos="100000">
                  <a:srgbClr val="2A8FFF">
                    <a:alpha val="143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078" name="Splat 1078"/>
            <p:cNvSpPr>
              <a:spLocks noGrp="1"/>
            </p:cNvSpPr>
            <p:nvPr/>
          </p:nvSpPr>
          <p:spPr>
            <a:xfrm rot="4264360">
              <a:off x="2906338" y="83529"/>
              <a:ext cx="690463" cy="102535"/>
            </a:xfrm>
            <a:prstGeom prst="ellipse">
              <a:avLst/>
            </a:prstGeom>
            <a:gradFill>
              <a:gsLst>
                <a:gs pos="0">
                  <a:srgbClr val="FDFCFF">
                    <a:alpha val="32968"/>
                  </a:srgbClr>
                </a:gs>
                <a:gs pos="14286">
                  <a:srgbClr val="FDFCFF">
                    <a:alpha val="30764"/>
                  </a:srgbClr>
                </a:gs>
                <a:gs pos="28571">
                  <a:srgbClr val="FDFCFF">
                    <a:alpha val="24833"/>
                  </a:srgbClr>
                </a:gs>
                <a:gs pos="42857">
                  <a:srgbClr val="FDFCFF">
                    <a:alpha val="17075"/>
                  </a:srgbClr>
                </a:gs>
                <a:gs pos="57143">
                  <a:srgbClr val="FDFCFF">
                    <a:alpha val="9855"/>
                  </a:srgbClr>
                </a:gs>
                <a:gs pos="71429">
                  <a:srgbClr val="FDFCFF">
                    <a:alpha val="4740"/>
                  </a:srgbClr>
                </a:gs>
                <a:gs pos="85714">
                  <a:srgbClr val="FDFCFF">
                    <a:alpha val="1902"/>
                  </a:srgbClr>
                </a:gs>
                <a:gs pos="100000">
                  <a:srgbClr val="FDFCFF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079" name="Splat 1079"/>
            <p:cNvSpPr>
              <a:spLocks noGrp="1"/>
            </p:cNvSpPr>
            <p:nvPr/>
          </p:nvSpPr>
          <p:spPr>
            <a:xfrm rot="6020842">
              <a:off x="1589158" y="2232678"/>
              <a:ext cx="261315" cy="85349"/>
            </a:xfrm>
            <a:prstGeom prst="ellipse">
              <a:avLst/>
            </a:prstGeom>
            <a:gradFill>
              <a:gsLst>
                <a:gs pos="0">
                  <a:srgbClr val="004991">
                    <a:alpha val="32968"/>
                  </a:srgbClr>
                </a:gs>
                <a:gs pos="14286">
                  <a:srgbClr val="004991">
                    <a:alpha val="30764"/>
                  </a:srgbClr>
                </a:gs>
                <a:gs pos="28571">
                  <a:srgbClr val="004991">
                    <a:alpha val="24833"/>
                  </a:srgbClr>
                </a:gs>
                <a:gs pos="42857">
                  <a:srgbClr val="004991">
                    <a:alpha val="17075"/>
                  </a:srgbClr>
                </a:gs>
                <a:gs pos="57143">
                  <a:srgbClr val="004991">
                    <a:alpha val="9855"/>
                  </a:srgbClr>
                </a:gs>
                <a:gs pos="71429">
                  <a:srgbClr val="004991">
                    <a:alpha val="4740"/>
                  </a:srgbClr>
                </a:gs>
                <a:gs pos="85714">
                  <a:srgbClr val="004991">
                    <a:alpha val="1902"/>
                  </a:srgbClr>
                </a:gs>
                <a:gs pos="100000">
                  <a:srgbClr val="004991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080" name="Splat 1080"/>
            <p:cNvSpPr>
              <a:spLocks noGrp="1"/>
            </p:cNvSpPr>
            <p:nvPr/>
          </p:nvSpPr>
          <p:spPr>
            <a:xfrm rot="9770794">
              <a:off x="2901869" y="329975"/>
              <a:ext cx="366036" cy="337180"/>
            </a:xfrm>
            <a:prstGeom prst="ellipse">
              <a:avLst/>
            </a:prstGeom>
            <a:gradFill>
              <a:gsLst>
                <a:gs pos="0">
                  <a:srgbClr val="FF0200">
                    <a:alpha val="3068"/>
                  </a:srgbClr>
                </a:gs>
                <a:gs pos="14286">
                  <a:srgbClr val="FF0200">
                    <a:alpha val="2823"/>
                  </a:srgbClr>
                </a:gs>
                <a:gs pos="28571">
                  <a:srgbClr val="FF0200">
                    <a:alpha val="2199"/>
                  </a:srgbClr>
                </a:gs>
                <a:gs pos="42857">
                  <a:srgbClr val="FF0200">
                    <a:alpha val="1448"/>
                  </a:srgbClr>
                </a:gs>
                <a:gs pos="57143">
                  <a:srgbClr val="FF0200">
                    <a:alpha val="805"/>
                  </a:srgbClr>
                </a:gs>
                <a:gs pos="71429">
                  <a:srgbClr val="FF0200">
                    <a:alpha val="378"/>
                  </a:srgbClr>
                </a:gs>
                <a:gs pos="85714">
                  <a:srgbClr val="FF0200">
                    <a:alpha val="149"/>
                  </a:srgbClr>
                </a:gs>
                <a:gs pos="100000">
                  <a:srgbClr val="FF0200">
                    <a:alpha val="50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081" name="Splat 1081"/>
            <p:cNvSpPr>
              <a:spLocks noGrp="1"/>
            </p:cNvSpPr>
            <p:nvPr/>
          </p:nvSpPr>
          <p:spPr>
            <a:xfrm rot="-8522813">
              <a:off x="2658432" y="2038835"/>
              <a:ext cx="254891" cy="79241"/>
            </a:xfrm>
            <a:prstGeom prst="ellipse">
              <a:avLst/>
            </a:prstGeom>
            <a:gradFill>
              <a:gsLst>
                <a:gs pos="0">
                  <a:srgbClr val="00008E">
                    <a:alpha val="32968"/>
                  </a:srgbClr>
                </a:gs>
                <a:gs pos="14286">
                  <a:srgbClr val="00008E">
                    <a:alpha val="30764"/>
                  </a:srgbClr>
                </a:gs>
                <a:gs pos="28571">
                  <a:srgbClr val="00008E">
                    <a:alpha val="24833"/>
                  </a:srgbClr>
                </a:gs>
                <a:gs pos="42857">
                  <a:srgbClr val="00008E">
                    <a:alpha val="17075"/>
                  </a:srgbClr>
                </a:gs>
                <a:gs pos="57143">
                  <a:srgbClr val="00008E">
                    <a:alpha val="9855"/>
                  </a:srgbClr>
                </a:gs>
                <a:gs pos="71429">
                  <a:srgbClr val="00008E">
                    <a:alpha val="4740"/>
                  </a:srgbClr>
                </a:gs>
                <a:gs pos="85714">
                  <a:srgbClr val="00008E">
                    <a:alpha val="1902"/>
                  </a:srgbClr>
                </a:gs>
                <a:gs pos="100000">
                  <a:srgbClr val="00008E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082" name="Splat 1082"/>
            <p:cNvSpPr>
              <a:spLocks noGrp="1"/>
            </p:cNvSpPr>
            <p:nvPr/>
          </p:nvSpPr>
          <p:spPr>
            <a:xfrm rot="7468532">
              <a:off x="3050329" y="3564756"/>
              <a:ext cx="326063" cy="113586"/>
            </a:xfrm>
            <a:prstGeom prst="ellipse">
              <a:avLst/>
            </a:prstGeom>
            <a:gradFill>
              <a:gsLst>
                <a:gs pos="0">
                  <a:srgbClr val="0D44A1">
                    <a:alpha val="32968"/>
                  </a:srgbClr>
                </a:gs>
                <a:gs pos="14286">
                  <a:srgbClr val="0D44A1">
                    <a:alpha val="30764"/>
                  </a:srgbClr>
                </a:gs>
                <a:gs pos="28571">
                  <a:srgbClr val="0D44A1">
                    <a:alpha val="24833"/>
                  </a:srgbClr>
                </a:gs>
                <a:gs pos="42857">
                  <a:srgbClr val="0D44A1">
                    <a:alpha val="17075"/>
                  </a:srgbClr>
                </a:gs>
                <a:gs pos="57143">
                  <a:srgbClr val="0D44A1">
                    <a:alpha val="9855"/>
                  </a:srgbClr>
                </a:gs>
                <a:gs pos="71429">
                  <a:srgbClr val="0D44A1">
                    <a:alpha val="4740"/>
                  </a:srgbClr>
                </a:gs>
                <a:gs pos="85714">
                  <a:srgbClr val="0D44A1">
                    <a:alpha val="1902"/>
                  </a:srgbClr>
                </a:gs>
                <a:gs pos="100000">
                  <a:srgbClr val="0D44A1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083" name="Splat 1083"/>
            <p:cNvSpPr>
              <a:spLocks noGrp="1"/>
            </p:cNvSpPr>
            <p:nvPr/>
          </p:nvSpPr>
          <p:spPr>
            <a:xfrm rot="5767564">
              <a:off x="2061791" y="2851811"/>
              <a:ext cx="660143" cy="74617"/>
            </a:xfrm>
            <a:prstGeom prst="ellipse">
              <a:avLst/>
            </a:prstGeom>
            <a:gradFill>
              <a:gsLst>
                <a:gs pos="0">
                  <a:srgbClr val="550000">
                    <a:alpha val="32968"/>
                  </a:srgbClr>
                </a:gs>
                <a:gs pos="14286">
                  <a:srgbClr val="550000">
                    <a:alpha val="30764"/>
                  </a:srgbClr>
                </a:gs>
                <a:gs pos="28571">
                  <a:srgbClr val="550000">
                    <a:alpha val="24833"/>
                  </a:srgbClr>
                </a:gs>
                <a:gs pos="42857">
                  <a:srgbClr val="550000">
                    <a:alpha val="17075"/>
                  </a:srgbClr>
                </a:gs>
                <a:gs pos="57143">
                  <a:srgbClr val="550000">
                    <a:alpha val="9855"/>
                  </a:srgbClr>
                </a:gs>
                <a:gs pos="71429">
                  <a:srgbClr val="550000">
                    <a:alpha val="4740"/>
                  </a:srgbClr>
                </a:gs>
                <a:gs pos="85714">
                  <a:srgbClr val="550000">
                    <a:alpha val="1902"/>
                  </a:srgbClr>
                </a:gs>
                <a:gs pos="100000">
                  <a:srgbClr val="550000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084" name="Splat 1084"/>
            <p:cNvSpPr>
              <a:spLocks noGrp="1"/>
            </p:cNvSpPr>
            <p:nvPr/>
          </p:nvSpPr>
          <p:spPr>
            <a:xfrm rot="3825636">
              <a:off x="2113824" y="917420"/>
              <a:ext cx="491385" cy="51402"/>
            </a:xfrm>
            <a:prstGeom prst="ellipse">
              <a:avLst/>
            </a:prstGeom>
            <a:gradFill>
              <a:gsLst>
                <a:gs pos="0">
                  <a:srgbClr val="FFF0CE">
                    <a:alpha val="32968"/>
                  </a:srgbClr>
                </a:gs>
                <a:gs pos="14286">
                  <a:srgbClr val="FFF0CE">
                    <a:alpha val="30764"/>
                  </a:srgbClr>
                </a:gs>
                <a:gs pos="28571">
                  <a:srgbClr val="FFF0CE">
                    <a:alpha val="24833"/>
                  </a:srgbClr>
                </a:gs>
                <a:gs pos="42857">
                  <a:srgbClr val="FFF0CE">
                    <a:alpha val="17075"/>
                  </a:srgbClr>
                </a:gs>
                <a:gs pos="57143">
                  <a:srgbClr val="FFF0CE">
                    <a:alpha val="9855"/>
                  </a:srgbClr>
                </a:gs>
                <a:gs pos="71429">
                  <a:srgbClr val="FFF0CE">
                    <a:alpha val="4740"/>
                  </a:srgbClr>
                </a:gs>
                <a:gs pos="85714">
                  <a:srgbClr val="FFF0CE">
                    <a:alpha val="1902"/>
                  </a:srgbClr>
                </a:gs>
                <a:gs pos="100000">
                  <a:srgbClr val="FFF0CE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085" name="Splat 1085"/>
            <p:cNvSpPr>
              <a:spLocks noGrp="1"/>
            </p:cNvSpPr>
            <p:nvPr/>
          </p:nvSpPr>
          <p:spPr>
            <a:xfrm rot="8278928">
              <a:off x="2494249" y="113646"/>
              <a:ext cx="370162" cy="217698"/>
            </a:xfrm>
            <a:prstGeom prst="ellipse">
              <a:avLst/>
            </a:prstGeom>
            <a:gradFill>
              <a:gsLst>
                <a:gs pos="0">
                  <a:srgbClr val="475500">
                    <a:alpha val="14728"/>
                  </a:srgbClr>
                </a:gs>
                <a:gs pos="14286">
                  <a:srgbClr val="475500">
                    <a:alpha val="13622"/>
                  </a:srgbClr>
                </a:gs>
                <a:gs pos="28571">
                  <a:srgbClr val="475500">
                    <a:alpha val="10747"/>
                  </a:srgbClr>
                </a:gs>
                <a:gs pos="42857">
                  <a:srgbClr val="475500">
                    <a:alpha val="7187"/>
                  </a:srgbClr>
                </a:gs>
                <a:gs pos="57143">
                  <a:srgbClr val="475500">
                    <a:alpha val="4048"/>
                  </a:srgbClr>
                </a:gs>
                <a:gs pos="71429">
                  <a:srgbClr val="475500">
                    <a:alpha val="1916"/>
                  </a:srgbClr>
                </a:gs>
                <a:gs pos="85714">
                  <a:srgbClr val="475500">
                    <a:alpha val="762"/>
                  </a:srgbClr>
                </a:gs>
                <a:gs pos="100000">
                  <a:srgbClr val="475500">
                    <a:alpha val="255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086" name="Splat 1086"/>
            <p:cNvSpPr>
              <a:spLocks noGrp="1"/>
            </p:cNvSpPr>
            <p:nvPr/>
          </p:nvSpPr>
          <p:spPr>
            <a:xfrm rot="-10254302">
              <a:off x="2404387" y="72679"/>
              <a:ext cx="647824" cy="54090"/>
            </a:xfrm>
            <a:prstGeom prst="ellipse">
              <a:avLst/>
            </a:prstGeom>
            <a:gradFill>
              <a:gsLst>
                <a:gs pos="0">
                  <a:srgbClr val="6A0000">
                    <a:alpha val="32968"/>
                  </a:srgbClr>
                </a:gs>
                <a:gs pos="14286">
                  <a:srgbClr val="6A0000">
                    <a:alpha val="30764"/>
                  </a:srgbClr>
                </a:gs>
                <a:gs pos="28571">
                  <a:srgbClr val="6A0000">
                    <a:alpha val="24833"/>
                  </a:srgbClr>
                </a:gs>
                <a:gs pos="42857">
                  <a:srgbClr val="6A0000">
                    <a:alpha val="17075"/>
                  </a:srgbClr>
                </a:gs>
                <a:gs pos="57143">
                  <a:srgbClr val="6A0000">
                    <a:alpha val="9855"/>
                  </a:srgbClr>
                </a:gs>
                <a:gs pos="71429">
                  <a:srgbClr val="6A0000">
                    <a:alpha val="4740"/>
                  </a:srgbClr>
                </a:gs>
                <a:gs pos="85714">
                  <a:srgbClr val="6A0000">
                    <a:alpha val="1902"/>
                  </a:srgbClr>
                </a:gs>
                <a:gs pos="100000">
                  <a:srgbClr val="6A0000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087" name="Splat 1087"/>
            <p:cNvSpPr>
              <a:spLocks noGrp="1"/>
            </p:cNvSpPr>
            <p:nvPr/>
          </p:nvSpPr>
          <p:spPr>
            <a:xfrm rot="7691433">
              <a:off x="64959" y="2919183"/>
              <a:ext cx="502437" cy="237109"/>
            </a:xfrm>
            <a:prstGeom prst="ellipse">
              <a:avLst/>
            </a:prstGeom>
            <a:gradFill>
              <a:gsLst>
                <a:gs pos="0">
                  <a:srgbClr val="690000">
                    <a:alpha val="32968"/>
                  </a:srgbClr>
                </a:gs>
                <a:gs pos="14286">
                  <a:srgbClr val="690000">
                    <a:alpha val="30764"/>
                  </a:srgbClr>
                </a:gs>
                <a:gs pos="28571">
                  <a:srgbClr val="690000">
                    <a:alpha val="24833"/>
                  </a:srgbClr>
                </a:gs>
                <a:gs pos="42857">
                  <a:srgbClr val="690000">
                    <a:alpha val="17075"/>
                  </a:srgbClr>
                </a:gs>
                <a:gs pos="57143">
                  <a:srgbClr val="690000">
                    <a:alpha val="9855"/>
                  </a:srgbClr>
                </a:gs>
                <a:gs pos="71429">
                  <a:srgbClr val="690000">
                    <a:alpha val="4740"/>
                  </a:srgbClr>
                </a:gs>
                <a:gs pos="85714">
                  <a:srgbClr val="690000">
                    <a:alpha val="1902"/>
                  </a:srgbClr>
                </a:gs>
                <a:gs pos="100000">
                  <a:srgbClr val="690000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088" name="Splat 1088"/>
            <p:cNvSpPr>
              <a:spLocks noGrp="1"/>
            </p:cNvSpPr>
            <p:nvPr/>
          </p:nvSpPr>
          <p:spPr>
            <a:xfrm rot="-8447909">
              <a:off x="1715636" y="2383580"/>
              <a:ext cx="495679" cy="138975"/>
            </a:xfrm>
            <a:prstGeom prst="ellipse">
              <a:avLst/>
            </a:prstGeom>
            <a:gradFill>
              <a:gsLst>
                <a:gs pos="0">
                  <a:srgbClr val="8F4D00">
                    <a:alpha val="26431"/>
                  </a:srgbClr>
                </a:gs>
                <a:gs pos="14286">
                  <a:srgbClr val="8F4D00">
                    <a:alpha val="24581"/>
                  </a:srgbClr>
                </a:gs>
                <a:gs pos="28571">
                  <a:srgbClr val="8F4D00">
                    <a:alpha val="19672"/>
                  </a:srgbClr>
                </a:gs>
                <a:gs pos="42857">
                  <a:srgbClr val="8F4D00">
                    <a:alpha val="13383"/>
                  </a:srgbClr>
                </a:gs>
                <a:gs pos="57143">
                  <a:srgbClr val="8F4D00">
                    <a:alpha val="7653"/>
                  </a:srgbClr>
                </a:gs>
                <a:gs pos="71429">
                  <a:srgbClr val="8F4D00">
                    <a:alpha val="3658"/>
                  </a:srgbClr>
                </a:gs>
                <a:gs pos="85714">
                  <a:srgbClr val="8F4D00">
                    <a:alpha val="1463"/>
                  </a:srgbClr>
                </a:gs>
                <a:gs pos="100000">
                  <a:srgbClr val="8F4D00">
                    <a:alpha val="491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089" name="Splat 1089"/>
            <p:cNvSpPr>
              <a:spLocks noGrp="1"/>
            </p:cNvSpPr>
            <p:nvPr/>
          </p:nvSpPr>
          <p:spPr>
            <a:xfrm rot="6332149">
              <a:off x="2768342" y="2846174"/>
              <a:ext cx="465865" cy="202823"/>
            </a:xfrm>
            <a:prstGeom prst="ellipse">
              <a:avLst/>
            </a:prstGeom>
            <a:gradFill>
              <a:gsLst>
                <a:gs pos="0">
                  <a:srgbClr val="00219F">
                    <a:alpha val="32968"/>
                  </a:srgbClr>
                </a:gs>
                <a:gs pos="14286">
                  <a:srgbClr val="00219F">
                    <a:alpha val="30764"/>
                  </a:srgbClr>
                </a:gs>
                <a:gs pos="28571">
                  <a:srgbClr val="00219F">
                    <a:alpha val="24833"/>
                  </a:srgbClr>
                </a:gs>
                <a:gs pos="42857">
                  <a:srgbClr val="00219F">
                    <a:alpha val="17075"/>
                  </a:srgbClr>
                </a:gs>
                <a:gs pos="57143">
                  <a:srgbClr val="00219F">
                    <a:alpha val="9855"/>
                  </a:srgbClr>
                </a:gs>
                <a:gs pos="71429">
                  <a:srgbClr val="00219F">
                    <a:alpha val="4740"/>
                  </a:srgbClr>
                </a:gs>
                <a:gs pos="85714">
                  <a:srgbClr val="00219F">
                    <a:alpha val="1902"/>
                  </a:srgbClr>
                </a:gs>
                <a:gs pos="100000">
                  <a:srgbClr val="00219F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090" name="Splat 1090"/>
            <p:cNvSpPr>
              <a:spLocks noGrp="1"/>
            </p:cNvSpPr>
            <p:nvPr/>
          </p:nvSpPr>
          <p:spPr>
            <a:xfrm rot="6379661">
              <a:off x="1811767" y="2993642"/>
              <a:ext cx="523139" cy="159095"/>
            </a:xfrm>
            <a:prstGeom prst="ellipse">
              <a:avLst/>
            </a:prstGeom>
            <a:gradFill>
              <a:gsLst>
                <a:gs pos="0">
                  <a:srgbClr val="000000">
                    <a:alpha val="32968"/>
                  </a:srgbClr>
                </a:gs>
                <a:gs pos="14286">
                  <a:srgbClr val="000000">
                    <a:alpha val="30764"/>
                  </a:srgbClr>
                </a:gs>
                <a:gs pos="28571">
                  <a:srgbClr val="000000">
                    <a:alpha val="24833"/>
                  </a:srgbClr>
                </a:gs>
                <a:gs pos="42857">
                  <a:srgbClr val="000000">
                    <a:alpha val="17075"/>
                  </a:srgbClr>
                </a:gs>
                <a:gs pos="57143">
                  <a:srgbClr val="000000">
                    <a:alpha val="9855"/>
                  </a:srgbClr>
                </a:gs>
                <a:gs pos="71429">
                  <a:srgbClr val="000000">
                    <a:alpha val="4740"/>
                  </a:srgbClr>
                </a:gs>
                <a:gs pos="85714">
                  <a:srgbClr val="000000">
                    <a:alpha val="1902"/>
                  </a:srgbClr>
                </a:gs>
                <a:gs pos="100000">
                  <a:srgbClr val="000000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091" name="Splat 1091"/>
            <p:cNvSpPr>
              <a:spLocks noGrp="1"/>
            </p:cNvSpPr>
            <p:nvPr/>
          </p:nvSpPr>
          <p:spPr>
            <a:xfrm rot="9488781">
              <a:off x="3130326" y="729922"/>
              <a:ext cx="359625" cy="298884"/>
            </a:xfrm>
            <a:prstGeom prst="ellipse">
              <a:avLst/>
            </a:prstGeom>
            <a:gradFill>
              <a:gsLst>
                <a:gs pos="0">
                  <a:srgbClr val="F9FFFF">
                    <a:alpha val="19443"/>
                  </a:srgbClr>
                </a:gs>
                <a:gs pos="14286">
                  <a:srgbClr val="F9FFFF">
                    <a:alpha val="18022"/>
                  </a:srgbClr>
                </a:gs>
                <a:gs pos="28571">
                  <a:srgbClr val="F9FFFF">
                    <a:alpha val="14298"/>
                  </a:srgbClr>
                </a:gs>
                <a:gs pos="42857">
                  <a:srgbClr val="F9FFFF">
                    <a:alpha val="9625"/>
                  </a:srgbClr>
                </a:gs>
                <a:gs pos="57143">
                  <a:srgbClr val="F9FFFF">
                    <a:alpha val="5453"/>
                  </a:srgbClr>
                </a:gs>
                <a:gs pos="71429">
                  <a:srgbClr val="F9FFFF">
                    <a:alpha val="2591"/>
                  </a:srgbClr>
                </a:gs>
                <a:gs pos="85714">
                  <a:srgbClr val="F9FFFF">
                    <a:alpha val="1033"/>
                  </a:srgbClr>
                </a:gs>
                <a:gs pos="100000">
                  <a:srgbClr val="F9FFFF">
                    <a:alpha val="346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092" name="Splat 1092"/>
            <p:cNvSpPr>
              <a:spLocks noGrp="1"/>
            </p:cNvSpPr>
            <p:nvPr/>
          </p:nvSpPr>
          <p:spPr>
            <a:xfrm rot="5194520">
              <a:off x="3392897" y="895395"/>
              <a:ext cx="483121" cy="68087"/>
            </a:xfrm>
            <a:prstGeom prst="ellipse">
              <a:avLst/>
            </a:prstGeom>
            <a:gradFill>
              <a:gsLst>
                <a:gs pos="0">
                  <a:srgbClr val="52A653">
                    <a:alpha val="4735"/>
                  </a:srgbClr>
                </a:gs>
                <a:gs pos="14286">
                  <a:srgbClr val="52A653">
                    <a:alpha val="4360"/>
                  </a:srgbClr>
                </a:gs>
                <a:gs pos="28571">
                  <a:srgbClr val="52A653">
                    <a:alpha val="3402"/>
                  </a:srgbClr>
                </a:gs>
                <a:gs pos="42857">
                  <a:srgbClr val="52A653">
                    <a:alpha val="2245"/>
                  </a:srgbClr>
                </a:gs>
                <a:gs pos="57143">
                  <a:srgbClr val="52A653">
                    <a:alpha val="1250"/>
                  </a:srgbClr>
                </a:gs>
                <a:gs pos="71429">
                  <a:srgbClr val="52A653">
                    <a:alpha val="587"/>
                  </a:srgbClr>
                </a:gs>
                <a:gs pos="85714">
                  <a:srgbClr val="52A653">
                    <a:alpha val="233"/>
                  </a:srgbClr>
                </a:gs>
                <a:gs pos="100000">
                  <a:srgbClr val="52A653">
                    <a:alpha val="78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093" name="Splat 1093"/>
            <p:cNvSpPr>
              <a:spLocks noGrp="1"/>
            </p:cNvSpPr>
            <p:nvPr/>
          </p:nvSpPr>
          <p:spPr>
            <a:xfrm rot="7127946">
              <a:off x="2595421" y="2744004"/>
              <a:ext cx="801478" cy="203897"/>
            </a:xfrm>
            <a:prstGeom prst="ellipse">
              <a:avLst/>
            </a:prstGeom>
            <a:gradFill>
              <a:gsLst>
                <a:gs pos="0">
                  <a:srgbClr val="FAFFFB">
                    <a:alpha val="31224"/>
                  </a:srgbClr>
                </a:gs>
                <a:gs pos="14286">
                  <a:srgbClr val="FAFFFB">
                    <a:alpha val="29110"/>
                  </a:srgbClr>
                </a:gs>
                <a:gs pos="28571">
                  <a:srgbClr val="FAFFFB">
                    <a:alpha val="23442"/>
                  </a:srgbClr>
                </a:gs>
                <a:gs pos="42857">
                  <a:srgbClr val="FAFFFB">
                    <a:alpha val="16072"/>
                  </a:srgbClr>
                </a:gs>
                <a:gs pos="57143">
                  <a:srgbClr val="FAFFFB">
                    <a:alpha val="9252"/>
                  </a:srgbClr>
                </a:gs>
                <a:gs pos="71429">
                  <a:srgbClr val="FAFFFB">
                    <a:alpha val="4443"/>
                  </a:srgbClr>
                </a:gs>
                <a:gs pos="85714">
                  <a:srgbClr val="FAFFFB">
                    <a:alpha val="1781"/>
                  </a:srgbClr>
                </a:gs>
                <a:gs pos="100000">
                  <a:srgbClr val="FAFFFB">
                    <a:alpha val="59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094" name="Splat 1094"/>
            <p:cNvSpPr>
              <a:spLocks noGrp="1"/>
            </p:cNvSpPr>
            <p:nvPr/>
          </p:nvSpPr>
          <p:spPr>
            <a:xfrm rot="8201862">
              <a:off x="2097066" y="350780"/>
              <a:ext cx="289528" cy="49578"/>
            </a:xfrm>
            <a:prstGeom prst="ellipse">
              <a:avLst/>
            </a:prstGeom>
            <a:gradFill>
              <a:gsLst>
                <a:gs pos="0">
                  <a:srgbClr val="5B0600">
                    <a:alpha val="32968"/>
                  </a:srgbClr>
                </a:gs>
                <a:gs pos="14286">
                  <a:srgbClr val="5B0600">
                    <a:alpha val="30764"/>
                  </a:srgbClr>
                </a:gs>
                <a:gs pos="28571">
                  <a:srgbClr val="5B0600">
                    <a:alpha val="24833"/>
                  </a:srgbClr>
                </a:gs>
                <a:gs pos="42857">
                  <a:srgbClr val="5B0600">
                    <a:alpha val="17075"/>
                  </a:srgbClr>
                </a:gs>
                <a:gs pos="57143">
                  <a:srgbClr val="5B0600">
                    <a:alpha val="9855"/>
                  </a:srgbClr>
                </a:gs>
                <a:gs pos="71429">
                  <a:srgbClr val="5B0600">
                    <a:alpha val="4740"/>
                  </a:srgbClr>
                </a:gs>
                <a:gs pos="85714">
                  <a:srgbClr val="5B0600">
                    <a:alpha val="1902"/>
                  </a:srgbClr>
                </a:gs>
                <a:gs pos="100000">
                  <a:srgbClr val="5B0600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095" name="Splat 1095"/>
            <p:cNvSpPr>
              <a:spLocks noGrp="1"/>
            </p:cNvSpPr>
            <p:nvPr/>
          </p:nvSpPr>
          <p:spPr>
            <a:xfrm rot="-8784630">
              <a:off x="2243718" y="1826823"/>
              <a:ext cx="455676" cy="67646"/>
            </a:xfrm>
            <a:prstGeom prst="ellipse">
              <a:avLst/>
            </a:prstGeom>
            <a:gradFill>
              <a:gsLst>
                <a:gs pos="0">
                  <a:srgbClr val="714800">
                    <a:alpha val="32732"/>
                  </a:srgbClr>
                </a:gs>
                <a:gs pos="14286">
                  <a:srgbClr val="714800">
                    <a:alpha val="30540"/>
                  </a:srgbClr>
                </a:gs>
                <a:gs pos="28571">
                  <a:srgbClr val="714800">
                    <a:alpha val="24645"/>
                  </a:srgbClr>
                </a:gs>
                <a:gs pos="42857">
                  <a:srgbClr val="714800">
                    <a:alpha val="16939"/>
                  </a:srgbClr>
                </a:gs>
                <a:gs pos="57143">
                  <a:srgbClr val="714800">
                    <a:alpha val="9773"/>
                  </a:srgbClr>
                </a:gs>
                <a:gs pos="71429">
                  <a:srgbClr val="714800">
                    <a:alpha val="4700"/>
                  </a:srgbClr>
                </a:gs>
                <a:gs pos="85714">
                  <a:srgbClr val="714800">
                    <a:alpha val="1886"/>
                  </a:srgbClr>
                </a:gs>
                <a:gs pos="100000">
                  <a:srgbClr val="714800">
                    <a:alpha val="634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096" name="Splat 1096"/>
            <p:cNvSpPr>
              <a:spLocks noGrp="1"/>
            </p:cNvSpPr>
            <p:nvPr/>
          </p:nvSpPr>
          <p:spPr>
            <a:xfrm rot="-9864278">
              <a:off x="1084910" y="3046456"/>
              <a:ext cx="386320" cy="129114"/>
            </a:xfrm>
            <a:prstGeom prst="ellipse">
              <a:avLst/>
            </a:prstGeom>
            <a:gradFill>
              <a:gsLst>
                <a:gs pos="0">
                  <a:srgbClr val="F9FAF6">
                    <a:alpha val="32968"/>
                  </a:srgbClr>
                </a:gs>
                <a:gs pos="14286">
                  <a:srgbClr val="F9FAF6">
                    <a:alpha val="30764"/>
                  </a:srgbClr>
                </a:gs>
                <a:gs pos="28571">
                  <a:srgbClr val="F9FAF6">
                    <a:alpha val="24833"/>
                  </a:srgbClr>
                </a:gs>
                <a:gs pos="42857">
                  <a:srgbClr val="F9FAF6">
                    <a:alpha val="17075"/>
                  </a:srgbClr>
                </a:gs>
                <a:gs pos="57143">
                  <a:srgbClr val="F9FAF6">
                    <a:alpha val="9855"/>
                  </a:srgbClr>
                </a:gs>
                <a:gs pos="71429">
                  <a:srgbClr val="F9FAF6">
                    <a:alpha val="4740"/>
                  </a:srgbClr>
                </a:gs>
                <a:gs pos="85714">
                  <a:srgbClr val="F9FAF6">
                    <a:alpha val="1902"/>
                  </a:srgbClr>
                </a:gs>
                <a:gs pos="100000">
                  <a:srgbClr val="F9FAF6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097" name="Splat 1097"/>
            <p:cNvSpPr>
              <a:spLocks noGrp="1"/>
            </p:cNvSpPr>
            <p:nvPr/>
          </p:nvSpPr>
          <p:spPr>
            <a:xfrm rot="-9642830">
              <a:off x="146275" y="1523773"/>
              <a:ext cx="359733" cy="277980"/>
            </a:xfrm>
            <a:prstGeom prst="ellipse">
              <a:avLst/>
            </a:prstGeom>
            <a:gradFill>
              <a:gsLst>
                <a:gs pos="0">
                  <a:srgbClr val="8E4900">
                    <a:alpha val="19187"/>
                  </a:srgbClr>
                </a:gs>
                <a:gs pos="14286">
                  <a:srgbClr val="8E4900">
                    <a:alpha val="17782"/>
                  </a:srgbClr>
                </a:gs>
                <a:gs pos="28571">
                  <a:srgbClr val="8E4900">
                    <a:alpha val="14103"/>
                  </a:srgbClr>
                </a:gs>
                <a:gs pos="42857">
                  <a:srgbClr val="8E4900">
                    <a:alpha val="9491"/>
                  </a:srgbClr>
                </a:gs>
                <a:gs pos="57143">
                  <a:srgbClr val="8E4900">
                    <a:alpha val="5375"/>
                  </a:srgbClr>
                </a:gs>
                <a:gs pos="71429">
                  <a:srgbClr val="8E4900">
                    <a:alpha val="2553"/>
                  </a:srgbClr>
                </a:gs>
                <a:gs pos="85714">
                  <a:srgbClr val="8E4900">
                    <a:alpha val="1018"/>
                  </a:srgbClr>
                </a:gs>
                <a:gs pos="100000">
                  <a:srgbClr val="8E4900">
                    <a:alpha val="341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098" name="Splat 1098"/>
            <p:cNvSpPr>
              <a:spLocks noGrp="1"/>
            </p:cNvSpPr>
            <p:nvPr/>
          </p:nvSpPr>
          <p:spPr>
            <a:xfrm rot="-8315933">
              <a:off x="1119073" y="2183612"/>
              <a:ext cx="603389" cy="179095"/>
            </a:xfrm>
            <a:prstGeom prst="ellipse">
              <a:avLst/>
            </a:prstGeom>
            <a:gradFill>
              <a:gsLst>
                <a:gs pos="0">
                  <a:srgbClr val="FFFFFF">
                    <a:alpha val="32968"/>
                  </a:srgbClr>
                </a:gs>
                <a:gs pos="14286">
                  <a:srgbClr val="FFFFFF">
                    <a:alpha val="30764"/>
                  </a:srgbClr>
                </a:gs>
                <a:gs pos="28571">
                  <a:srgbClr val="FFFFFF">
                    <a:alpha val="24833"/>
                  </a:srgbClr>
                </a:gs>
                <a:gs pos="42857">
                  <a:srgbClr val="FFFFFF">
                    <a:alpha val="17075"/>
                  </a:srgbClr>
                </a:gs>
                <a:gs pos="57143">
                  <a:srgbClr val="FFFFFF">
                    <a:alpha val="9855"/>
                  </a:srgbClr>
                </a:gs>
                <a:gs pos="71429">
                  <a:srgbClr val="FFFFFF">
                    <a:alpha val="4740"/>
                  </a:srgbClr>
                </a:gs>
                <a:gs pos="85714">
                  <a:srgbClr val="FFFFFF">
                    <a:alpha val="1902"/>
                  </a:srgbClr>
                </a:gs>
                <a:gs pos="100000">
                  <a:srgbClr val="FFFFFF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099" name="Splat 1099"/>
            <p:cNvSpPr>
              <a:spLocks noGrp="1"/>
            </p:cNvSpPr>
            <p:nvPr/>
          </p:nvSpPr>
          <p:spPr>
            <a:xfrm rot="9551659">
              <a:off x="2291511" y="3231713"/>
              <a:ext cx="606214" cy="90771"/>
            </a:xfrm>
            <a:prstGeom prst="ellipse">
              <a:avLst/>
            </a:prstGeom>
            <a:gradFill>
              <a:gsLst>
                <a:gs pos="0">
                  <a:srgbClr val="FFFFF6">
                    <a:alpha val="9633"/>
                  </a:srgbClr>
                </a:gs>
                <a:gs pos="14286">
                  <a:srgbClr val="FFFFF6">
                    <a:alpha val="8889"/>
                  </a:srgbClr>
                </a:gs>
                <a:gs pos="28571">
                  <a:srgbClr val="FFFFF6">
                    <a:alpha val="6973"/>
                  </a:srgbClr>
                </a:gs>
                <a:gs pos="42857">
                  <a:srgbClr val="FFFFF6">
                    <a:alpha val="4631"/>
                  </a:srgbClr>
                </a:gs>
                <a:gs pos="57143">
                  <a:srgbClr val="FFFFF6">
                    <a:alpha val="2593"/>
                  </a:srgbClr>
                </a:gs>
                <a:gs pos="71429">
                  <a:srgbClr val="FFFFF6">
                    <a:alpha val="1222"/>
                  </a:srgbClr>
                </a:gs>
                <a:gs pos="85714">
                  <a:srgbClr val="FFFFF6">
                    <a:alpha val="485"/>
                  </a:srgbClr>
                </a:gs>
                <a:gs pos="100000">
                  <a:srgbClr val="FFFFF6">
                    <a:alpha val="162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100" name="Splat 1100"/>
            <p:cNvSpPr>
              <a:spLocks noGrp="1"/>
            </p:cNvSpPr>
            <p:nvPr/>
          </p:nvSpPr>
          <p:spPr>
            <a:xfrm rot="8599515">
              <a:off x="2706106" y="748472"/>
              <a:ext cx="335081" cy="98509"/>
            </a:xfrm>
            <a:prstGeom prst="ellipse">
              <a:avLst/>
            </a:prstGeom>
            <a:gradFill>
              <a:gsLst>
                <a:gs pos="0">
                  <a:srgbClr val="FFFFD3">
                    <a:alpha val="32968"/>
                  </a:srgbClr>
                </a:gs>
                <a:gs pos="14286">
                  <a:srgbClr val="FFFFD3">
                    <a:alpha val="30764"/>
                  </a:srgbClr>
                </a:gs>
                <a:gs pos="28571">
                  <a:srgbClr val="FFFFD3">
                    <a:alpha val="24833"/>
                  </a:srgbClr>
                </a:gs>
                <a:gs pos="42857">
                  <a:srgbClr val="FFFFD3">
                    <a:alpha val="17075"/>
                  </a:srgbClr>
                </a:gs>
                <a:gs pos="57143">
                  <a:srgbClr val="FFFFD3">
                    <a:alpha val="9855"/>
                  </a:srgbClr>
                </a:gs>
                <a:gs pos="71429">
                  <a:srgbClr val="FFFFD3">
                    <a:alpha val="4740"/>
                  </a:srgbClr>
                </a:gs>
                <a:gs pos="85714">
                  <a:srgbClr val="FFFFD3">
                    <a:alpha val="1902"/>
                  </a:srgbClr>
                </a:gs>
                <a:gs pos="100000">
                  <a:srgbClr val="FFFFD3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101" name="Splat 1101"/>
            <p:cNvSpPr>
              <a:spLocks noGrp="1"/>
            </p:cNvSpPr>
            <p:nvPr/>
          </p:nvSpPr>
          <p:spPr>
            <a:xfrm rot="3175221">
              <a:off x="539543" y="1445697"/>
              <a:ext cx="585437" cy="275385"/>
            </a:xfrm>
            <a:prstGeom prst="ellipse">
              <a:avLst/>
            </a:prstGeom>
            <a:gradFill>
              <a:gsLst>
                <a:gs pos="0">
                  <a:srgbClr val="B67F00">
                    <a:alpha val="32968"/>
                  </a:srgbClr>
                </a:gs>
                <a:gs pos="14286">
                  <a:srgbClr val="B67F00">
                    <a:alpha val="30764"/>
                  </a:srgbClr>
                </a:gs>
                <a:gs pos="28571">
                  <a:srgbClr val="B67F00">
                    <a:alpha val="24833"/>
                  </a:srgbClr>
                </a:gs>
                <a:gs pos="42857">
                  <a:srgbClr val="B67F00">
                    <a:alpha val="17075"/>
                  </a:srgbClr>
                </a:gs>
                <a:gs pos="57143">
                  <a:srgbClr val="B67F00">
                    <a:alpha val="9855"/>
                  </a:srgbClr>
                </a:gs>
                <a:gs pos="71429">
                  <a:srgbClr val="B67F00">
                    <a:alpha val="4740"/>
                  </a:srgbClr>
                </a:gs>
                <a:gs pos="85714">
                  <a:srgbClr val="B67F00">
                    <a:alpha val="1902"/>
                  </a:srgbClr>
                </a:gs>
                <a:gs pos="100000">
                  <a:srgbClr val="B67F00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102" name="Splat 1102"/>
            <p:cNvSpPr>
              <a:spLocks noGrp="1"/>
            </p:cNvSpPr>
            <p:nvPr/>
          </p:nvSpPr>
          <p:spPr>
            <a:xfrm rot="4111951">
              <a:off x="769309" y="2175716"/>
              <a:ext cx="334080" cy="257692"/>
            </a:xfrm>
            <a:prstGeom prst="ellipse">
              <a:avLst/>
            </a:prstGeom>
            <a:gradFill>
              <a:gsLst>
                <a:gs pos="0">
                  <a:srgbClr val="FFCC00">
                    <a:alpha val="12815"/>
                  </a:srgbClr>
                </a:gs>
                <a:gs pos="14286">
                  <a:srgbClr val="FFCC00">
                    <a:alpha val="11843"/>
                  </a:srgbClr>
                </a:gs>
                <a:gs pos="28571">
                  <a:srgbClr val="FFCC00">
                    <a:alpha val="9323"/>
                  </a:srgbClr>
                </a:gs>
                <a:gs pos="42857">
                  <a:srgbClr val="FFCC00">
                    <a:alpha val="6218"/>
                  </a:srgbClr>
                </a:gs>
                <a:gs pos="57143">
                  <a:srgbClr val="FFCC00">
                    <a:alpha val="3494"/>
                  </a:srgbClr>
                </a:gs>
                <a:gs pos="71429">
                  <a:srgbClr val="FFCC00">
                    <a:alpha val="1651"/>
                  </a:srgbClr>
                </a:gs>
                <a:gs pos="85714">
                  <a:srgbClr val="FFCC00">
                    <a:alpha val="656"/>
                  </a:srgbClr>
                </a:gs>
                <a:gs pos="100000">
                  <a:srgbClr val="FFCC00">
                    <a:alpha val="220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103" name="Splat 1103"/>
            <p:cNvSpPr>
              <a:spLocks noGrp="1"/>
            </p:cNvSpPr>
            <p:nvPr/>
          </p:nvSpPr>
          <p:spPr>
            <a:xfrm rot="5961184">
              <a:off x="1507570" y="2457038"/>
              <a:ext cx="639205" cy="94924"/>
            </a:xfrm>
            <a:prstGeom prst="ellipse">
              <a:avLst/>
            </a:prstGeom>
            <a:gradFill>
              <a:gsLst>
                <a:gs pos="0">
                  <a:srgbClr val="800200">
                    <a:alpha val="32968"/>
                  </a:srgbClr>
                </a:gs>
                <a:gs pos="14286">
                  <a:srgbClr val="800200">
                    <a:alpha val="30764"/>
                  </a:srgbClr>
                </a:gs>
                <a:gs pos="28571">
                  <a:srgbClr val="800200">
                    <a:alpha val="24833"/>
                  </a:srgbClr>
                </a:gs>
                <a:gs pos="42857">
                  <a:srgbClr val="800200">
                    <a:alpha val="17075"/>
                  </a:srgbClr>
                </a:gs>
                <a:gs pos="57143">
                  <a:srgbClr val="800200">
                    <a:alpha val="9855"/>
                  </a:srgbClr>
                </a:gs>
                <a:gs pos="71429">
                  <a:srgbClr val="800200">
                    <a:alpha val="4740"/>
                  </a:srgbClr>
                </a:gs>
                <a:gs pos="85714">
                  <a:srgbClr val="800200">
                    <a:alpha val="1902"/>
                  </a:srgbClr>
                </a:gs>
                <a:gs pos="100000">
                  <a:srgbClr val="800200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104" name="Splat 1104"/>
            <p:cNvSpPr>
              <a:spLocks noGrp="1"/>
            </p:cNvSpPr>
            <p:nvPr/>
          </p:nvSpPr>
          <p:spPr>
            <a:xfrm rot="5125303">
              <a:off x="2839424" y="870440"/>
              <a:ext cx="770870" cy="150507"/>
            </a:xfrm>
            <a:prstGeom prst="ellipse">
              <a:avLst/>
            </a:prstGeom>
            <a:gradFill>
              <a:gsLst>
                <a:gs pos="0">
                  <a:srgbClr val="752400">
                    <a:alpha val="32968"/>
                  </a:srgbClr>
                </a:gs>
                <a:gs pos="14286">
                  <a:srgbClr val="752400">
                    <a:alpha val="30764"/>
                  </a:srgbClr>
                </a:gs>
                <a:gs pos="28571">
                  <a:srgbClr val="752400">
                    <a:alpha val="24833"/>
                  </a:srgbClr>
                </a:gs>
                <a:gs pos="42857">
                  <a:srgbClr val="752400">
                    <a:alpha val="17075"/>
                  </a:srgbClr>
                </a:gs>
                <a:gs pos="57143">
                  <a:srgbClr val="752400">
                    <a:alpha val="9855"/>
                  </a:srgbClr>
                </a:gs>
                <a:gs pos="71429">
                  <a:srgbClr val="752400">
                    <a:alpha val="4740"/>
                  </a:srgbClr>
                </a:gs>
                <a:gs pos="85714">
                  <a:srgbClr val="752400">
                    <a:alpha val="1902"/>
                  </a:srgbClr>
                </a:gs>
                <a:gs pos="100000">
                  <a:srgbClr val="752400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105" name="Splat 1105"/>
            <p:cNvSpPr>
              <a:spLocks noGrp="1"/>
            </p:cNvSpPr>
            <p:nvPr/>
          </p:nvSpPr>
          <p:spPr>
            <a:xfrm rot="5817684">
              <a:off x="1686288" y="2337406"/>
              <a:ext cx="443845" cy="400376"/>
            </a:xfrm>
            <a:prstGeom prst="ellipse">
              <a:avLst/>
            </a:prstGeom>
            <a:gradFill>
              <a:gsLst>
                <a:gs pos="0">
                  <a:srgbClr val="009D00">
                    <a:alpha val="5907"/>
                  </a:srgbClr>
                </a:gs>
                <a:gs pos="14286">
                  <a:srgbClr val="009D00">
                    <a:alpha val="5443"/>
                  </a:srgbClr>
                </a:gs>
                <a:gs pos="28571">
                  <a:srgbClr val="009D00">
                    <a:alpha val="4252"/>
                  </a:srgbClr>
                </a:gs>
                <a:gs pos="42857">
                  <a:srgbClr val="009D00">
                    <a:alpha val="2810"/>
                  </a:srgbClr>
                </a:gs>
                <a:gs pos="57143">
                  <a:srgbClr val="009D00">
                    <a:alpha val="1567"/>
                  </a:srgbClr>
                </a:gs>
                <a:gs pos="71429">
                  <a:srgbClr val="009D00">
                    <a:alpha val="737"/>
                  </a:srgbClr>
                </a:gs>
                <a:gs pos="85714">
                  <a:srgbClr val="009D00">
                    <a:alpha val="292"/>
                  </a:srgbClr>
                </a:gs>
                <a:gs pos="100000">
                  <a:srgbClr val="009D00">
                    <a:alpha val="98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106" name="Splat 1106"/>
            <p:cNvSpPr>
              <a:spLocks noGrp="1"/>
            </p:cNvSpPr>
            <p:nvPr/>
          </p:nvSpPr>
          <p:spPr>
            <a:xfrm rot="9424480">
              <a:off x="614006" y="2173071"/>
              <a:ext cx="361314" cy="296881"/>
            </a:xfrm>
            <a:prstGeom prst="ellipse">
              <a:avLst/>
            </a:prstGeom>
            <a:gradFill>
              <a:gsLst>
                <a:gs pos="0">
                  <a:srgbClr val="767700">
                    <a:alpha val="17846"/>
                  </a:srgbClr>
                </a:gs>
                <a:gs pos="14286">
                  <a:srgbClr val="767700">
                    <a:alpha val="16530"/>
                  </a:srgbClr>
                </a:gs>
                <a:gs pos="28571">
                  <a:srgbClr val="767700">
                    <a:alpha val="13089"/>
                  </a:srgbClr>
                </a:gs>
                <a:gs pos="42857">
                  <a:srgbClr val="767700">
                    <a:alpha val="8791"/>
                  </a:srgbClr>
                </a:gs>
                <a:gs pos="57143">
                  <a:srgbClr val="767700">
                    <a:alpha val="4971"/>
                  </a:srgbClr>
                </a:gs>
                <a:gs pos="71429">
                  <a:srgbClr val="767700">
                    <a:alpha val="2358"/>
                  </a:srgbClr>
                </a:gs>
                <a:gs pos="85714">
                  <a:srgbClr val="767700">
                    <a:alpha val="939"/>
                  </a:srgbClr>
                </a:gs>
                <a:gs pos="100000">
                  <a:srgbClr val="767700">
                    <a:alpha val="315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107" name="Splat 1107"/>
            <p:cNvSpPr>
              <a:spLocks noGrp="1"/>
            </p:cNvSpPr>
            <p:nvPr/>
          </p:nvSpPr>
          <p:spPr>
            <a:xfrm rot="4860598">
              <a:off x="912769" y="3391422"/>
              <a:ext cx="408445" cy="113320"/>
            </a:xfrm>
            <a:prstGeom prst="ellipse">
              <a:avLst/>
            </a:prstGeom>
            <a:gradFill>
              <a:gsLst>
                <a:gs pos="0">
                  <a:srgbClr val="FFEE00">
                    <a:alpha val="5735"/>
                  </a:srgbClr>
                </a:gs>
                <a:gs pos="14286">
                  <a:srgbClr val="FFEE00">
                    <a:alpha val="5284"/>
                  </a:srgbClr>
                </a:gs>
                <a:gs pos="28571">
                  <a:srgbClr val="FFEE00">
                    <a:alpha val="4127"/>
                  </a:srgbClr>
                </a:gs>
                <a:gs pos="42857">
                  <a:srgbClr val="FFEE00">
                    <a:alpha val="2727"/>
                  </a:srgbClr>
                </a:gs>
                <a:gs pos="57143">
                  <a:srgbClr val="FFEE00">
                    <a:alpha val="1520"/>
                  </a:srgbClr>
                </a:gs>
                <a:gs pos="71429">
                  <a:srgbClr val="FFEE00">
                    <a:alpha val="714"/>
                  </a:srgbClr>
                </a:gs>
                <a:gs pos="85714">
                  <a:srgbClr val="FFEE00">
                    <a:alpha val="283"/>
                  </a:srgbClr>
                </a:gs>
                <a:gs pos="100000">
                  <a:srgbClr val="FFEE00">
                    <a:alpha val="95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108" name="Splat 1108"/>
            <p:cNvSpPr>
              <a:spLocks noGrp="1"/>
            </p:cNvSpPr>
            <p:nvPr/>
          </p:nvSpPr>
          <p:spPr>
            <a:xfrm rot="-8785019">
              <a:off x="250920" y="2958845"/>
              <a:ext cx="549726" cy="339957"/>
            </a:xfrm>
            <a:prstGeom prst="ellipse">
              <a:avLst/>
            </a:prstGeom>
            <a:gradFill>
              <a:gsLst>
                <a:gs pos="0">
                  <a:srgbClr val="FFD300">
                    <a:alpha val="13505"/>
                  </a:srgbClr>
                </a:gs>
                <a:gs pos="14286">
                  <a:srgbClr val="FFD300">
                    <a:alpha val="12484"/>
                  </a:srgbClr>
                </a:gs>
                <a:gs pos="28571">
                  <a:srgbClr val="FFD300">
                    <a:alpha val="9836"/>
                  </a:srgbClr>
                </a:gs>
                <a:gs pos="42857">
                  <a:srgbClr val="FFD300">
                    <a:alpha val="6566"/>
                  </a:srgbClr>
                </a:gs>
                <a:gs pos="57143">
                  <a:srgbClr val="FFD300">
                    <a:alpha val="3693"/>
                  </a:srgbClr>
                </a:gs>
                <a:gs pos="71429">
                  <a:srgbClr val="FFD300">
                    <a:alpha val="1746"/>
                  </a:srgbClr>
                </a:gs>
                <a:gs pos="85714">
                  <a:srgbClr val="FFD300">
                    <a:alpha val="694"/>
                  </a:srgbClr>
                </a:gs>
                <a:gs pos="100000">
                  <a:srgbClr val="FFD300">
                    <a:alpha val="232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109" name="Splat 1109"/>
            <p:cNvSpPr>
              <a:spLocks noGrp="1"/>
            </p:cNvSpPr>
            <p:nvPr/>
          </p:nvSpPr>
          <p:spPr>
            <a:xfrm rot="-9372753">
              <a:off x="1675308" y="3231247"/>
              <a:ext cx="457674" cy="396358"/>
            </a:xfrm>
            <a:prstGeom prst="ellipse">
              <a:avLst/>
            </a:prstGeom>
            <a:gradFill>
              <a:gsLst>
                <a:gs pos="0">
                  <a:srgbClr val="00AAFC">
                    <a:alpha val="5047"/>
                  </a:srgbClr>
                </a:gs>
                <a:gs pos="14286">
                  <a:srgbClr val="00AAFC">
                    <a:alpha val="4648"/>
                  </a:srgbClr>
                </a:gs>
                <a:gs pos="28571">
                  <a:srgbClr val="00AAFC">
                    <a:alpha val="3628"/>
                  </a:srgbClr>
                </a:gs>
                <a:gs pos="42857">
                  <a:srgbClr val="00AAFC">
                    <a:alpha val="2395"/>
                  </a:srgbClr>
                </a:gs>
                <a:gs pos="57143">
                  <a:srgbClr val="00AAFC">
                    <a:alpha val="1334"/>
                  </a:srgbClr>
                </a:gs>
                <a:gs pos="71429">
                  <a:srgbClr val="00AAFC">
                    <a:alpha val="627"/>
                  </a:srgbClr>
                </a:gs>
                <a:gs pos="85714">
                  <a:srgbClr val="00AAFC">
                    <a:alpha val="248"/>
                  </a:srgbClr>
                </a:gs>
                <a:gs pos="100000">
                  <a:srgbClr val="00AAFC">
                    <a:alpha val="83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110" name="Splat 1110"/>
            <p:cNvSpPr>
              <a:spLocks noGrp="1"/>
            </p:cNvSpPr>
            <p:nvPr/>
          </p:nvSpPr>
          <p:spPr>
            <a:xfrm rot="3118002">
              <a:off x="2427440" y="1213960"/>
              <a:ext cx="346153" cy="132417"/>
            </a:xfrm>
            <a:prstGeom prst="ellipse">
              <a:avLst/>
            </a:prstGeom>
            <a:gradFill>
              <a:gsLst>
                <a:gs pos="0">
                  <a:srgbClr val="FCFFFE">
                    <a:alpha val="32968"/>
                  </a:srgbClr>
                </a:gs>
                <a:gs pos="14286">
                  <a:srgbClr val="FCFFFE">
                    <a:alpha val="30764"/>
                  </a:srgbClr>
                </a:gs>
                <a:gs pos="28571">
                  <a:srgbClr val="FCFFFE">
                    <a:alpha val="24833"/>
                  </a:srgbClr>
                </a:gs>
                <a:gs pos="42857">
                  <a:srgbClr val="FCFFFE">
                    <a:alpha val="17075"/>
                  </a:srgbClr>
                </a:gs>
                <a:gs pos="57143">
                  <a:srgbClr val="FCFFFE">
                    <a:alpha val="9855"/>
                  </a:srgbClr>
                </a:gs>
                <a:gs pos="71429">
                  <a:srgbClr val="FCFFFE">
                    <a:alpha val="4740"/>
                  </a:srgbClr>
                </a:gs>
                <a:gs pos="85714">
                  <a:srgbClr val="FCFFFE">
                    <a:alpha val="1902"/>
                  </a:srgbClr>
                </a:gs>
                <a:gs pos="100000">
                  <a:srgbClr val="FCFFFE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111" name="Splat 1111"/>
            <p:cNvSpPr>
              <a:spLocks noGrp="1"/>
            </p:cNvSpPr>
            <p:nvPr/>
          </p:nvSpPr>
          <p:spPr>
            <a:xfrm rot="-9875833">
              <a:off x="2469696" y="1912525"/>
              <a:ext cx="379374" cy="111993"/>
            </a:xfrm>
            <a:prstGeom prst="ellipse">
              <a:avLst/>
            </a:prstGeom>
            <a:gradFill>
              <a:gsLst>
                <a:gs pos="0">
                  <a:srgbClr val="FFBC00">
                    <a:alpha val="32968"/>
                  </a:srgbClr>
                </a:gs>
                <a:gs pos="14286">
                  <a:srgbClr val="FFBC00">
                    <a:alpha val="30764"/>
                  </a:srgbClr>
                </a:gs>
                <a:gs pos="28571">
                  <a:srgbClr val="FFBC00">
                    <a:alpha val="24833"/>
                  </a:srgbClr>
                </a:gs>
                <a:gs pos="42857">
                  <a:srgbClr val="FFBC00">
                    <a:alpha val="17075"/>
                  </a:srgbClr>
                </a:gs>
                <a:gs pos="57143">
                  <a:srgbClr val="FFBC00">
                    <a:alpha val="9855"/>
                  </a:srgbClr>
                </a:gs>
                <a:gs pos="71429">
                  <a:srgbClr val="FFBC00">
                    <a:alpha val="4740"/>
                  </a:srgbClr>
                </a:gs>
                <a:gs pos="85714">
                  <a:srgbClr val="FFBC00">
                    <a:alpha val="1902"/>
                  </a:srgbClr>
                </a:gs>
                <a:gs pos="100000">
                  <a:srgbClr val="FFBC00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112" name="Splat 1112"/>
            <p:cNvSpPr>
              <a:spLocks noGrp="1"/>
            </p:cNvSpPr>
            <p:nvPr/>
          </p:nvSpPr>
          <p:spPr>
            <a:xfrm rot="6491592">
              <a:off x="3342490" y="3224609"/>
              <a:ext cx="503547" cy="71616"/>
            </a:xfrm>
            <a:prstGeom prst="ellipse">
              <a:avLst/>
            </a:prstGeom>
            <a:gradFill>
              <a:gsLst>
                <a:gs pos="0">
                  <a:srgbClr val="FFFEFF">
                    <a:alpha val="32968"/>
                  </a:srgbClr>
                </a:gs>
                <a:gs pos="14286">
                  <a:srgbClr val="FFFEFF">
                    <a:alpha val="30764"/>
                  </a:srgbClr>
                </a:gs>
                <a:gs pos="28571">
                  <a:srgbClr val="FFFEFF">
                    <a:alpha val="24833"/>
                  </a:srgbClr>
                </a:gs>
                <a:gs pos="42857">
                  <a:srgbClr val="FFFEFF">
                    <a:alpha val="17075"/>
                  </a:srgbClr>
                </a:gs>
                <a:gs pos="57143">
                  <a:srgbClr val="FFFEFF">
                    <a:alpha val="9855"/>
                  </a:srgbClr>
                </a:gs>
                <a:gs pos="71429">
                  <a:srgbClr val="FFFEFF">
                    <a:alpha val="4740"/>
                  </a:srgbClr>
                </a:gs>
                <a:gs pos="85714">
                  <a:srgbClr val="FFFEFF">
                    <a:alpha val="1902"/>
                  </a:srgbClr>
                </a:gs>
                <a:gs pos="100000">
                  <a:srgbClr val="FFFEFF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113" name="Splat 1113"/>
            <p:cNvSpPr>
              <a:spLocks noGrp="1"/>
            </p:cNvSpPr>
            <p:nvPr/>
          </p:nvSpPr>
          <p:spPr>
            <a:xfrm rot="5712153">
              <a:off x="1767366" y="1540161"/>
              <a:ext cx="266443" cy="66373"/>
            </a:xfrm>
            <a:prstGeom prst="ellipse">
              <a:avLst/>
            </a:prstGeom>
            <a:gradFill>
              <a:gsLst>
                <a:gs pos="0">
                  <a:srgbClr val="0036A2">
                    <a:alpha val="32968"/>
                  </a:srgbClr>
                </a:gs>
                <a:gs pos="14286">
                  <a:srgbClr val="0036A2">
                    <a:alpha val="30764"/>
                  </a:srgbClr>
                </a:gs>
                <a:gs pos="28571">
                  <a:srgbClr val="0036A2">
                    <a:alpha val="24833"/>
                  </a:srgbClr>
                </a:gs>
                <a:gs pos="42857">
                  <a:srgbClr val="0036A2">
                    <a:alpha val="17075"/>
                  </a:srgbClr>
                </a:gs>
                <a:gs pos="57143">
                  <a:srgbClr val="0036A2">
                    <a:alpha val="9855"/>
                  </a:srgbClr>
                </a:gs>
                <a:gs pos="71429">
                  <a:srgbClr val="0036A2">
                    <a:alpha val="4740"/>
                  </a:srgbClr>
                </a:gs>
                <a:gs pos="85714">
                  <a:srgbClr val="0036A2">
                    <a:alpha val="1902"/>
                  </a:srgbClr>
                </a:gs>
                <a:gs pos="100000">
                  <a:srgbClr val="0036A2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114" name="Splat 1114"/>
            <p:cNvSpPr>
              <a:spLocks noGrp="1"/>
            </p:cNvSpPr>
            <p:nvPr/>
          </p:nvSpPr>
          <p:spPr>
            <a:xfrm rot="-8630576">
              <a:off x="2260713" y="1899544"/>
              <a:ext cx="238205" cy="60895"/>
            </a:xfrm>
            <a:prstGeom prst="ellipse">
              <a:avLst/>
            </a:prstGeom>
            <a:gradFill>
              <a:gsLst>
                <a:gs pos="0">
                  <a:srgbClr val="24343B">
                    <a:alpha val="32968"/>
                  </a:srgbClr>
                </a:gs>
                <a:gs pos="14286">
                  <a:srgbClr val="24343B">
                    <a:alpha val="30764"/>
                  </a:srgbClr>
                </a:gs>
                <a:gs pos="28571">
                  <a:srgbClr val="24343B">
                    <a:alpha val="24833"/>
                  </a:srgbClr>
                </a:gs>
                <a:gs pos="42857">
                  <a:srgbClr val="24343B">
                    <a:alpha val="17075"/>
                  </a:srgbClr>
                </a:gs>
                <a:gs pos="57143">
                  <a:srgbClr val="24343B">
                    <a:alpha val="9855"/>
                  </a:srgbClr>
                </a:gs>
                <a:gs pos="71429">
                  <a:srgbClr val="24343B">
                    <a:alpha val="4740"/>
                  </a:srgbClr>
                </a:gs>
                <a:gs pos="85714">
                  <a:srgbClr val="24343B">
                    <a:alpha val="1902"/>
                  </a:srgbClr>
                </a:gs>
                <a:gs pos="100000">
                  <a:srgbClr val="24343B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115" name="Splat 1115"/>
            <p:cNvSpPr>
              <a:spLocks noGrp="1"/>
            </p:cNvSpPr>
            <p:nvPr/>
          </p:nvSpPr>
          <p:spPr>
            <a:xfrm rot="10792184">
              <a:off x="395784" y="2430415"/>
              <a:ext cx="343771" cy="53018"/>
            </a:xfrm>
            <a:prstGeom prst="ellipse">
              <a:avLst/>
            </a:prstGeom>
            <a:gradFill>
              <a:gsLst>
                <a:gs pos="0">
                  <a:srgbClr val="200000">
                    <a:alpha val="32968"/>
                  </a:srgbClr>
                </a:gs>
                <a:gs pos="14286">
                  <a:srgbClr val="200000">
                    <a:alpha val="30764"/>
                  </a:srgbClr>
                </a:gs>
                <a:gs pos="28571">
                  <a:srgbClr val="200000">
                    <a:alpha val="24833"/>
                  </a:srgbClr>
                </a:gs>
                <a:gs pos="42857">
                  <a:srgbClr val="200000">
                    <a:alpha val="17075"/>
                  </a:srgbClr>
                </a:gs>
                <a:gs pos="57143">
                  <a:srgbClr val="200000">
                    <a:alpha val="9855"/>
                  </a:srgbClr>
                </a:gs>
                <a:gs pos="71429">
                  <a:srgbClr val="200000">
                    <a:alpha val="4740"/>
                  </a:srgbClr>
                </a:gs>
                <a:gs pos="85714">
                  <a:srgbClr val="200000">
                    <a:alpha val="1902"/>
                  </a:srgbClr>
                </a:gs>
                <a:gs pos="100000">
                  <a:srgbClr val="200000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116" name="Splat 1116"/>
            <p:cNvSpPr>
              <a:spLocks noGrp="1"/>
            </p:cNvSpPr>
            <p:nvPr/>
          </p:nvSpPr>
          <p:spPr>
            <a:xfrm rot="3395011">
              <a:off x="1387998" y="2467325"/>
              <a:ext cx="490005" cy="215309"/>
            </a:xfrm>
            <a:prstGeom prst="ellipse">
              <a:avLst/>
            </a:prstGeom>
            <a:gradFill>
              <a:gsLst>
                <a:gs pos="0">
                  <a:srgbClr val="F5FAF8">
                    <a:alpha val="32968"/>
                  </a:srgbClr>
                </a:gs>
                <a:gs pos="14286">
                  <a:srgbClr val="F5FAF8">
                    <a:alpha val="30764"/>
                  </a:srgbClr>
                </a:gs>
                <a:gs pos="28571">
                  <a:srgbClr val="F5FAF8">
                    <a:alpha val="24833"/>
                  </a:srgbClr>
                </a:gs>
                <a:gs pos="42857">
                  <a:srgbClr val="F5FAF8">
                    <a:alpha val="17075"/>
                  </a:srgbClr>
                </a:gs>
                <a:gs pos="57143">
                  <a:srgbClr val="F5FAF8">
                    <a:alpha val="9855"/>
                  </a:srgbClr>
                </a:gs>
                <a:gs pos="71429">
                  <a:srgbClr val="F5FAF8">
                    <a:alpha val="4740"/>
                  </a:srgbClr>
                </a:gs>
                <a:gs pos="85714">
                  <a:srgbClr val="F5FAF8">
                    <a:alpha val="1902"/>
                  </a:srgbClr>
                </a:gs>
                <a:gs pos="100000">
                  <a:srgbClr val="F5FAF8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117" name="Splat 1117"/>
            <p:cNvSpPr>
              <a:spLocks noGrp="1"/>
            </p:cNvSpPr>
            <p:nvPr/>
          </p:nvSpPr>
          <p:spPr>
            <a:xfrm rot="5771263">
              <a:off x="-52439" y="1932084"/>
              <a:ext cx="427952" cy="35181"/>
            </a:xfrm>
            <a:prstGeom prst="ellipse">
              <a:avLst/>
            </a:prstGeom>
            <a:gradFill>
              <a:gsLst>
                <a:gs pos="0">
                  <a:srgbClr val="50000A">
                    <a:alpha val="32968"/>
                  </a:srgbClr>
                </a:gs>
                <a:gs pos="14286">
                  <a:srgbClr val="50000A">
                    <a:alpha val="30764"/>
                  </a:srgbClr>
                </a:gs>
                <a:gs pos="28571">
                  <a:srgbClr val="50000A">
                    <a:alpha val="24833"/>
                  </a:srgbClr>
                </a:gs>
                <a:gs pos="42857">
                  <a:srgbClr val="50000A">
                    <a:alpha val="17075"/>
                  </a:srgbClr>
                </a:gs>
                <a:gs pos="57143">
                  <a:srgbClr val="50000A">
                    <a:alpha val="9855"/>
                  </a:srgbClr>
                </a:gs>
                <a:gs pos="71429">
                  <a:srgbClr val="50000A">
                    <a:alpha val="4740"/>
                  </a:srgbClr>
                </a:gs>
                <a:gs pos="85714">
                  <a:srgbClr val="50000A">
                    <a:alpha val="1902"/>
                  </a:srgbClr>
                </a:gs>
                <a:gs pos="100000">
                  <a:srgbClr val="50000A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118" name="Splat 1118"/>
            <p:cNvSpPr>
              <a:spLocks noGrp="1"/>
            </p:cNvSpPr>
            <p:nvPr/>
          </p:nvSpPr>
          <p:spPr>
            <a:xfrm rot="-8564717">
              <a:off x="707003" y="3380553"/>
              <a:ext cx="440613" cy="146149"/>
            </a:xfrm>
            <a:prstGeom prst="ellipse">
              <a:avLst/>
            </a:prstGeom>
            <a:gradFill>
              <a:gsLst>
                <a:gs pos="0">
                  <a:srgbClr val="ADDBFF">
                    <a:alpha val="32968"/>
                  </a:srgbClr>
                </a:gs>
                <a:gs pos="14286">
                  <a:srgbClr val="ADDBFF">
                    <a:alpha val="30764"/>
                  </a:srgbClr>
                </a:gs>
                <a:gs pos="28571">
                  <a:srgbClr val="ADDBFF">
                    <a:alpha val="24833"/>
                  </a:srgbClr>
                </a:gs>
                <a:gs pos="42857">
                  <a:srgbClr val="ADDBFF">
                    <a:alpha val="17075"/>
                  </a:srgbClr>
                </a:gs>
                <a:gs pos="57143">
                  <a:srgbClr val="ADDBFF">
                    <a:alpha val="9855"/>
                  </a:srgbClr>
                </a:gs>
                <a:gs pos="71429">
                  <a:srgbClr val="ADDBFF">
                    <a:alpha val="4740"/>
                  </a:srgbClr>
                </a:gs>
                <a:gs pos="85714">
                  <a:srgbClr val="ADDBFF">
                    <a:alpha val="1902"/>
                  </a:srgbClr>
                </a:gs>
                <a:gs pos="100000">
                  <a:srgbClr val="ADDBFF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119" name="Splat 1119"/>
            <p:cNvSpPr>
              <a:spLocks noGrp="1"/>
            </p:cNvSpPr>
            <p:nvPr/>
          </p:nvSpPr>
          <p:spPr>
            <a:xfrm rot="-9936714">
              <a:off x="497856" y="3315300"/>
              <a:ext cx="892177" cy="83600"/>
            </a:xfrm>
            <a:prstGeom prst="ellipse">
              <a:avLst/>
            </a:prstGeom>
            <a:gradFill>
              <a:gsLst>
                <a:gs pos="0">
                  <a:srgbClr val="000000">
                    <a:alpha val="32968"/>
                  </a:srgbClr>
                </a:gs>
                <a:gs pos="14286">
                  <a:srgbClr val="000000">
                    <a:alpha val="30764"/>
                  </a:srgbClr>
                </a:gs>
                <a:gs pos="28571">
                  <a:srgbClr val="000000">
                    <a:alpha val="24833"/>
                  </a:srgbClr>
                </a:gs>
                <a:gs pos="42857">
                  <a:srgbClr val="000000">
                    <a:alpha val="17075"/>
                  </a:srgbClr>
                </a:gs>
                <a:gs pos="57143">
                  <a:srgbClr val="000000">
                    <a:alpha val="9855"/>
                  </a:srgbClr>
                </a:gs>
                <a:gs pos="71429">
                  <a:srgbClr val="000000">
                    <a:alpha val="4740"/>
                  </a:srgbClr>
                </a:gs>
                <a:gs pos="85714">
                  <a:srgbClr val="000000">
                    <a:alpha val="1902"/>
                  </a:srgbClr>
                </a:gs>
                <a:gs pos="100000">
                  <a:srgbClr val="000000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120" name="Splat 1120"/>
            <p:cNvSpPr>
              <a:spLocks noGrp="1"/>
            </p:cNvSpPr>
            <p:nvPr/>
          </p:nvSpPr>
          <p:spPr>
            <a:xfrm rot="-8974929">
              <a:off x="2268541" y="3208"/>
              <a:ext cx="507833" cy="99973"/>
            </a:xfrm>
            <a:prstGeom prst="ellipse">
              <a:avLst/>
            </a:prstGeom>
            <a:gradFill>
              <a:gsLst>
                <a:gs pos="0">
                  <a:srgbClr val="AC4500">
                    <a:alpha val="25557"/>
                  </a:srgbClr>
                </a:gs>
                <a:gs pos="14286">
                  <a:srgbClr val="AC4500">
                    <a:alpha val="23759"/>
                  </a:srgbClr>
                </a:gs>
                <a:gs pos="28571">
                  <a:srgbClr val="AC4500">
                    <a:alpha val="18992"/>
                  </a:srgbClr>
                </a:gs>
                <a:gs pos="42857">
                  <a:srgbClr val="AC4500">
                    <a:alpha val="12903"/>
                  </a:srgbClr>
                </a:gs>
                <a:gs pos="57143">
                  <a:srgbClr val="AC4500">
                    <a:alpha val="7369"/>
                  </a:srgbClr>
                </a:gs>
                <a:gs pos="71429">
                  <a:srgbClr val="AC4500">
                    <a:alpha val="3520"/>
                  </a:srgbClr>
                </a:gs>
                <a:gs pos="85714">
                  <a:srgbClr val="AC4500">
                    <a:alpha val="1407"/>
                  </a:srgbClr>
                </a:gs>
                <a:gs pos="100000">
                  <a:srgbClr val="AC4500">
                    <a:alpha val="472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121" name="Splat 1121"/>
            <p:cNvSpPr>
              <a:spLocks noGrp="1"/>
            </p:cNvSpPr>
            <p:nvPr/>
          </p:nvSpPr>
          <p:spPr>
            <a:xfrm rot="-10453031">
              <a:off x="-61164" y="284546"/>
              <a:ext cx="302704" cy="107651"/>
            </a:xfrm>
            <a:prstGeom prst="ellipse">
              <a:avLst/>
            </a:prstGeom>
            <a:gradFill>
              <a:gsLst>
                <a:gs pos="0">
                  <a:srgbClr val="FFEFD5">
                    <a:alpha val="32968"/>
                  </a:srgbClr>
                </a:gs>
                <a:gs pos="14286">
                  <a:srgbClr val="FFEFD5">
                    <a:alpha val="30764"/>
                  </a:srgbClr>
                </a:gs>
                <a:gs pos="28571">
                  <a:srgbClr val="FFEFD5">
                    <a:alpha val="24833"/>
                  </a:srgbClr>
                </a:gs>
                <a:gs pos="42857">
                  <a:srgbClr val="FFEFD5">
                    <a:alpha val="17075"/>
                  </a:srgbClr>
                </a:gs>
                <a:gs pos="57143">
                  <a:srgbClr val="FFEFD5">
                    <a:alpha val="9855"/>
                  </a:srgbClr>
                </a:gs>
                <a:gs pos="71429">
                  <a:srgbClr val="FFEFD5">
                    <a:alpha val="4740"/>
                  </a:srgbClr>
                </a:gs>
                <a:gs pos="85714">
                  <a:srgbClr val="FFEFD5">
                    <a:alpha val="1902"/>
                  </a:srgbClr>
                </a:gs>
                <a:gs pos="100000">
                  <a:srgbClr val="FFEFD5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122" name="Splat 1122"/>
            <p:cNvSpPr>
              <a:spLocks noGrp="1"/>
            </p:cNvSpPr>
            <p:nvPr/>
          </p:nvSpPr>
          <p:spPr>
            <a:xfrm rot="7140980">
              <a:off x="2789431" y="1883203"/>
              <a:ext cx="336639" cy="265966"/>
            </a:xfrm>
            <a:prstGeom prst="ellipse">
              <a:avLst/>
            </a:prstGeom>
            <a:gradFill>
              <a:gsLst>
                <a:gs pos="0">
                  <a:srgbClr val="FFC900">
                    <a:alpha val="9944"/>
                  </a:srgbClr>
                </a:gs>
                <a:gs pos="14286">
                  <a:srgbClr val="FFC900">
                    <a:alpha val="9178"/>
                  </a:srgbClr>
                </a:gs>
                <a:gs pos="28571">
                  <a:srgbClr val="FFC900">
                    <a:alpha val="7202"/>
                  </a:srgbClr>
                </a:gs>
                <a:gs pos="42857">
                  <a:srgbClr val="FFC900">
                    <a:alpha val="4784"/>
                  </a:srgbClr>
                </a:gs>
                <a:gs pos="57143">
                  <a:srgbClr val="FFC900">
                    <a:alpha val="2680"/>
                  </a:srgbClr>
                </a:gs>
                <a:gs pos="71429">
                  <a:srgbClr val="FFC900">
                    <a:alpha val="1264"/>
                  </a:srgbClr>
                </a:gs>
                <a:gs pos="85714">
                  <a:srgbClr val="FFC900">
                    <a:alpha val="502"/>
                  </a:srgbClr>
                </a:gs>
                <a:gs pos="100000">
                  <a:srgbClr val="FFC900">
                    <a:alpha val="168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123" name="Splat 1123"/>
            <p:cNvSpPr>
              <a:spLocks noGrp="1"/>
            </p:cNvSpPr>
            <p:nvPr/>
          </p:nvSpPr>
          <p:spPr>
            <a:xfrm rot="8714647">
              <a:off x="401733" y="2171319"/>
              <a:ext cx="364310" cy="300188"/>
            </a:xfrm>
            <a:prstGeom prst="ellipse">
              <a:avLst/>
            </a:prstGeom>
            <a:gradFill>
              <a:gsLst>
                <a:gs pos="0">
                  <a:srgbClr val="A30000">
                    <a:alpha val="17116"/>
                  </a:srgbClr>
                </a:gs>
                <a:gs pos="14286">
                  <a:srgbClr val="A30000">
                    <a:alpha val="15848"/>
                  </a:srgbClr>
                </a:gs>
                <a:gs pos="28571">
                  <a:srgbClr val="A30000">
                    <a:alpha val="12538"/>
                  </a:srgbClr>
                </a:gs>
                <a:gs pos="42857">
                  <a:srgbClr val="A30000">
                    <a:alpha val="8412"/>
                  </a:srgbClr>
                </a:gs>
                <a:gs pos="57143">
                  <a:srgbClr val="A30000">
                    <a:alpha val="4753"/>
                  </a:srgbClr>
                </a:gs>
                <a:gs pos="71429">
                  <a:srgbClr val="A30000">
                    <a:alpha val="2253"/>
                  </a:srgbClr>
                </a:gs>
                <a:gs pos="85714">
                  <a:srgbClr val="A30000">
                    <a:alpha val="897"/>
                  </a:srgbClr>
                </a:gs>
                <a:gs pos="100000">
                  <a:srgbClr val="A30000">
                    <a:alpha val="301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124" name="Splat 1124"/>
            <p:cNvSpPr>
              <a:spLocks noGrp="1"/>
            </p:cNvSpPr>
            <p:nvPr/>
          </p:nvSpPr>
          <p:spPr>
            <a:xfrm rot="5360568">
              <a:off x="638824" y="606569"/>
              <a:ext cx="718098" cy="82239"/>
            </a:xfrm>
            <a:prstGeom prst="ellipse">
              <a:avLst/>
            </a:prstGeom>
            <a:gradFill>
              <a:gsLst>
                <a:gs pos="0">
                  <a:srgbClr val="840000">
                    <a:alpha val="32968"/>
                  </a:srgbClr>
                </a:gs>
                <a:gs pos="14286">
                  <a:srgbClr val="840000">
                    <a:alpha val="30764"/>
                  </a:srgbClr>
                </a:gs>
                <a:gs pos="28571">
                  <a:srgbClr val="840000">
                    <a:alpha val="24833"/>
                  </a:srgbClr>
                </a:gs>
                <a:gs pos="42857">
                  <a:srgbClr val="840000">
                    <a:alpha val="17075"/>
                  </a:srgbClr>
                </a:gs>
                <a:gs pos="57143">
                  <a:srgbClr val="840000">
                    <a:alpha val="9855"/>
                  </a:srgbClr>
                </a:gs>
                <a:gs pos="71429">
                  <a:srgbClr val="840000">
                    <a:alpha val="4740"/>
                  </a:srgbClr>
                </a:gs>
                <a:gs pos="85714">
                  <a:srgbClr val="840000">
                    <a:alpha val="1902"/>
                  </a:srgbClr>
                </a:gs>
                <a:gs pos="100000">
                  <a:srgbClr val="840000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125" name="Splat 1125"/>
            <p:cNvSpPr>
              <a:spLocks noGrp="1"/>
            </p:cNvSpPr>
            <p:nvPr/>
          </p:nvSpPr>
          <p:spPr>
            <a:xfrm rot="5803210">
              <a:off x="2506043" y="3391778"/>
              <a:ext cx="483943" cy="60737"/>
            </a:xfrm>
            <a:prstGeom prst="ellipse">
              <a:avLst/>
            </a:prstGeom>
            <a:gradFill>
              <a:gsLst>
                <a:gs pos="0">
                  <a:srgbClr val="000032">
                    <a:alpha val="21217"/>
                  </a:srgbClr>
                </a:gs>
                <a:gs pos="14286">
                  <a:srgbClr val="000032">
                    <a:alpha val="19682"/>
                  </a:srgbClr>
                </a:gs>
                <a:gs pos="28571">
                  <a:srgbClr val="000032">
                    <a:alpha val="15649"/>
                  </a:srgbClr>
                </a:gs>
                <a:gs pos="42857">
                  <a:srgbClr val="000032">
                    <a:alpha val="10562"/>
                  </a:srgbClr>
                </a:gs>
                <a:gs pos="57143">
                  <a:srgbClr val="000032">
                    <a:alpha val="5998"/>
                  </a:srgbClr>
                </a:gs>
                <a:gs pos="71429">
                  <a:srgbClr val="000032">
                    <a:alpha val="2854"/>
                  </a:srgbClr>
                </a:gs>
                <a:gs pos="85714">
                  <a:srgbClr val="000032">
                    <a:alpha val="1138"/>
                  </a:srgbClr>
                </a:gs>
                <a:gs pos="100000">
                  <a:srgbClr val="000032">
                    <a:alpha val="382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126" name="Splat 1126"/>
            <p:cNvSpPr>
              <a:spLocks noGrp="1"/>
            </p:cNvSpPr>
            <p:nvPr/>
          </p:nvSpPr>
          <p:spPr>
            <a:xfrm rot="8502337">
              <a:off x="305057" y="61712"/>
              <a:ext cx="578468" cy="118960"/>
            </a:xfrm>
            <a:prstGeom prst="ellipse">
              <a:avLst/>
            </a:prstGeom>
            <a:gradFill>
              <a:gsLst>
                <a:gs pos="0">
                  <a:srgbClr val="7A3800">
                    <a:alpha val="32968"/>
                  </a:srgbClr>
                </a:gs>
                <a:gs pos="14286">
                  <a:srgbClr val="7A3800">
                    <a:alpha val="30764"/>
                  </a:srgbClr>
                </a:gs>
                <a:gs pos="28571">
                  <a:srgbClr val="7A3800">
                    <a:alpha val="24833"/>
                  </a:srgbClr>
                </a:gs>
                <a:gs pos="42857">
                  <a:srgbClr val="7A3800">
                    <a:alpha val="17075"/>
                  </a:srgbClr>
                </a:gs>
                <a:gs pos="57143">
                  <a:srgbClr val="7A3800">
                    <a:alpha val="9855"/>
                  </a:srgbClr>
                </a:gs>
                <a:gs pos="71429">
                  <a:srgbClr val="7A3800">
                    <a:alpha val="4740"/>
                  </a:srgbClr>
                </a:gs>
                <a:gs pos="85714">
                  <a:srgbClr val="7A3800">
                    <a:alpha val="1902"/>
                  </a:srgbClr>
                </a:gs>
                <a:gs pos="100000">
                  <a:srgbClr val="7A3800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127" name="Splat 1127"/>
            <p:cNvSpPr>
              <a:spLocks noGrp="1"/>
            </p:cNvSpPr>
            <p:nvPr/>
          </p:nvSpPr>
          <p:spPr>
            <a:xfrm rot="-10048059">
              <a:off x="2333430" y="970406"/>
              <a:ext cx="441960" cy="427873"/>
            </a:xfrm>
            <a:prstGeom prst="ellipse">
              <a:avLst/>
            </a:prstGeom>
            <a:gradFill>
              <a:gsLst>
                <a:gs pos="0">
                  <a:srgbClr val="E1FF00">
                    <a:alpha val="2869"/>
                  </a:srgbClr>
                </a:gs>
                <a:gs pos="14286">
                  <a:srgbClr val="E1FF00">
                    <a:alpha val="2640"/>
                  </a:srgbClr>
                </a:gs>
                <a:gs pos="28571">
                  <a:srgbClr val="E1FF00">
                    <a:alpha val="2056"/>
                  </a:srgbClr>
                </a:gs>
                <a:gs pos="42857">
                  <a:srgbClr val="E1FF00">
                    <a:alpha val="1353"/>
                  </a:srgbClr>
                </a:gs>
                <a:gs pos="57143">
                  <a:srgbClr val="E1FF00">
                    <a:alpha val="752"/>
                  </a:srgbClr>
                </a:gs>
                <a:gs pos="71429">
                  <a:srgbClr val="E1FF00">
                    <a:alpha val="353"/>
                  </a:srgbClr>
                </a:gs>
                <a:gs pos="85714">
                  <a:srgbClr val="E1FF00">
                    <a:alpha val="140"/>
                  </a:srgbClr>
                </a:gs>
                <a:gs pos="100000">
                  <a:srgbClr val="E1FF00">
                    <a:alpha val="47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128" name="Splat 1128"/>
            <p:cNvSpPr>
              <a:spLocks noGrp="1"/>
            </p:cNvSpPr>
            <p:nvPr/>
          </p:nvSpPr>
          <p:spPr>
            <a:xfrm rot="10466127">
              <a:off x="576114" y="3246158"/>
              <a:ext cx="506960" cy="184077"/>
            </a:xfrm>
            <a:prstGeom prst="ellipse">
              <a:avLst/>
            </a:prstGeom>
            <a:gradFill>
              <a:gsLst>
                <a:gs pos="0">
                  <a:srgbClr val="B48500">
                    <a:alpha val="26905"/>
                  </a:srgbClr>
                </a:gs>
                <a:gs pos="14286">
                  <a:srgbClr val="B48500">
                    <a:alpha val="25028"/>
                  </a:srgbClr>
                </a:gs>
                <a:gs pos="28571">
                  <a:srgbClr val="B48500">
                    <a:alpha val="20041"/>
                  </a:srgbClr>
                </a:gs>
                <a:gs pos="42857">
                  <a:srgbClr val="B48500">
                    <a:alpha val="13645"/>
                  </a:srgbClr>
                </a:gs>
                <a:gs pos="57143">
                  <a:srgbClr val="B48500">
                    <a:alpha val="7807"/>
                  </a:srgbClr>
                </a:gs>
                <a:gs pos="71429">
                  <a:srgbClr val="B48500">
                    <a:alpha val="3734"/>
                  </a:srgbClr>
                </a:gs>
                <a:gs pos="85714">
                  <a:srgbClr val="B48500">
                    <a:alpha val="1493"/>
                  </a:srgbClr>
                </a:gs>
                <a:gs pos="100000">
                  <a:srgbClr val="B48500">
                    <a:alpha val="501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129" name="Splat 1129"/>
            <p:cNvSpPr>
              <a:spLocks noGrp="1"/>
            </p:cNvSpPr>
            <p:nvPr/>
          </p:nvSpPr>
          <p:spPr>
            <a:xfrm rot="2941691">
              <a:off x="2202052" y="722891"/>
              <a:ext cx="428318" cy="89840"/>
            </a:xfrm>
            <a:prstGeom prst="ellipse">
              <a:avLst/>
            </a:prstGeom>
            <a:gradFill>
              <a:gsLst>
                <a:gs pos="0">
                  <a:srgbClr val="FEFFFF">
                    <a:alpha val="32968"/>
                  </a:srgbClr>
                </a:gs>
                <a:gs pos="14286">
                  <a:srgbClr val="FEFFFF">
                    <a:alpha val="30764"/>
                  </a:srgbClr>
                </a:gs>
                <a:gs pos="28571">
                  <a:srgbClr val="FEFFFF">
                    <a:alpha val="24833"/>
                  </a:srgbClr>
                </a:gs>
                <a:gs pos="42857">
                  <a:srgbClr val="FEFFFF">
                    <a:alpha val="17075"/>
                  </a:srgbClr>
                </a:gs>
                <a:gs pos="57143">
                  <a:srgbClr val="FEFFFF">
                    <a:alpha val="9855"/>
                  </a:srgbClr>
                </a:gs>
                <a:gs pos="71429">
                  <a:srgbClr val="FEFFFF">
                    <a:alpha val="4740"/>
                  </a:srgbClr>
                </a:gs>
                <a:gs pos="85714">
                  <a:srgbClr val="FEFFFF">
                    <a:alpha val="1902"/>
                  </a:srgbClr>
                </a:gs>
                <a:gs pos="100000">
                  <a:srgbClr val="FEFFFF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130" name="Splat 1130"/>
            <p:cNvSpPr>
              <a:spLocks noGrp="1"/>
            </p:cNvSpPr>
            <p:nvPr/>
          </p:nvSpPr>
          <p:spPr>
            <a:xfrm rot="8324679">
              <a:off x="190223" y="2191790"/>
              <a:ext cx="250751" cy="79660"/>
            </a:xfrm>
            <a:prstGeom prst="ellipse">
              <a:avLst/>
            </a:prstGeom>
            <a:gradFill>
              <a:gsLst>
                <a:gs pos="0">
                  <a:srgbClr val="48001B">
                    <a:alpha val="32968"/>
                  </a:srgbClr>
                </a:gs>
                <a:gs pos="14286">
                  <a:srgbClr val="48001B">
                    <a:alpha val="30764"/>
                  </a:srgbClr>
                </a:gs>
                <a:gs pos="28571">
                  <a:srgbClr val="48001B">
                    <a:alpha val="24833"/>
                  </a:srgbClr>
                </a:gs>
                <a:gs pos="42857">
                  <a:srgbClr val="48001B">
                    <a:alpha val="17075"/>
                  </a:srgbClr>
                </a:gs>
                <a:gs pos="57143">
                  <a:srgbClr val="48001B">
                    <a:alpha val="9855"/>
                  </a:srgbClr>
                </a:gs>
                <a:gs pos="71429">
                  <a:srgbClr val="48001B">
                    <a:alpha val="4740"/>
                  </a:srgbClr>
                </a:gs>
                <a:gs pos="85714">
                  <a:srgbClr val="48001B">
                    <a:alpha val="1902"/>
                  </a:srgbClr>
                </a:gs>
                <a:gs pos="100000">
                  <a:srgbClr val="48001B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131" name="Splat 1131"/>
            <p:cNvSpPr>
              <a:spLocks noGrp="1"/>
            </p:cNvSpPr>
            <p:nvPr/>
          </p:nvSpPr>
          <p:spPr>
            <a:xfrm rot="-10382358">
              <a:off x="2936681" y="3257000"/>
              <a:ext cx="593029" cy="60260"/>
            </a:xfrm>
            <a:prstGeom prst="ellipse">
              <a:avLst/>
            </a:prstGeom>
            <a:gradFill>
              <a:gsLst>
                <a:gs pos="0">
                  <a:srgbClr val="452A00">
                    <a:alpha val="32968"/>
                  </a:srgbClr>
                </a:gs>
                <a:gs pos="14286">
                  <a:srgbClr val="452A00">
                    <a:alpha val="30764"/>
                  </a:srgbClr>
                </a:gs>
                <a:gs pos="28571">
                  <a:srgbClr val="452A00">
                    <a:alpha val="24833"/>
                  </a:srgbClr>
                </a:gs>
                <a:gs pos="42857">
                  <a:srgbClr val="452A00">
                    <a:alpha val="17075"/>
                  </a:srgbClr>
                </a:gs>
                <a:gs pos="57143">
                  <a:srgbClr val="452A00">
                    <a:alpha val="9855"/>
                  </a:srgbClr>
                </a:gs>
                <a:gs pos="71429">
                  <a:srgbClr val="452A00">
                    <a:alpha val="4740"/>
                  </a:srgbClr>
                </a:gs>
                <a:gs pos="85714">
                  <a:srgbClr val="452A00">
                    <a:alpha val="1902"/>
                  </a:srgbClr>
                </a:gs>
                <a:gs pos="100000">
                  <a:srgbClr val="452A00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132" name="Splat 1132"/>
            <p:cNvSpPr>
              <a:spLocks noGrp="1"/>
            </p:cNvSpPr>
            <p:nvPr/>
          </p:nvSpPr>
          <p:spPr>
            <a:xfrm rot="6667940">
              <a:off x="3037165" y="3036255"/>
              <a:ext cx="553136" cy="335239"/>
            </a:xfrm>
            <a:prstGeom prst="ellipse">
              <a:avLst/>
            </a:prstGeom>
            <a:gradFill>
              <a:gsLst>
                <a:gs pos="0">
                  <a:srgbClr val="FFFDD3">
                    <a:alpha val="15514"/>
                  </a:srgbClr>
                </a:gs>
                <a:gs pos="14286">
                  <a:srgbClr val="FFFDD3">
                    <a:alpha val="14354"/>
                  </a:srgbClr>
                </a:gs>
                <a:gs pos="28571">
                  <a:srgbClr val="FFFDD3">
                    <a:alpha val="11335"/>
                  </a:srgbClr>
                </a:gs>
                <a:gs pos="42857">
                  <a:srgbClr val="FFFDD3">
                    <a:alpha val="7588"/>
                  </a:srgbClr>
                </a:gs>
                <a:gs pos="57143">
                  <a:srgbClr val="FFFDD3">
                    <a:alpha val="4278"/>
                  </a:srgbClr>
                </a:gs>
                <a:gs pos="71429">
                  <a:srgbClr val="FFFDD3">
                    <a:alpha val="2026"/>
                  </a:srgbClr>
                </a:gs>
                <a:gs pos="85714">
                  <a:srgbClr val="FFFDD3">
                    <a:alpha val="806"/>
                  </a:srgbClr>
                </a:gs>
                <a:gs pos="100000">
                  <a:srgbClr val="FFFDD3">
                    <a:alpha val="270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133" name="Splat 1133"/>
            <p:cNvSpPr>
              <a:spLocks noGrp="1"/>
            </p:cNvSpPr>
            <p:nvPr/>
          </p:nvSpPr>
          <p:spPr>
            <a:xfrm rot="5014328">
              <a:off x="3256128" y="959472"/>
              <a:ext cx="605399" cy="50177"/>
            </a:xfrm>
            <a:prstGeom prst="ellipse">
              <a:avLst/>
            </a:prstGeom>
            <a:gradFill>
              <a:gsLst>
                <a:gs pos="0">
                  <a:srgbClr val="FBFCF8">
                    <a:alpha val="32968"/>
                  </a:srgbClr>
                </a:gs>
                <a:gs pos="14286">
                  <a:srgbClr val="FBFCF8">
                    <a:alpha val="30764"/>
                  </a:srgbClr>
                </a:gs>
                <a:gs pos="28571">
                  <a:srgbClr val="FBFCF8">
                    <a:alpha val="24833"/>
                  </a:srgbClr>
                </a:gs>
                <a:gs pos="42857">
                  <a:srgbClr val="FBFCF8">
                    <a:alpha val="17075"/>
                  </a:srgbClr>
                </a:gs>
                <a:gs pos="57143">
                  <a:srgbClr val="FBFCF8">
                    <a:alpha val="9855"/>
                  </a:srgbClr>
                </a:gs>
                <a:gs pos="71429">
                  <a:srgbClr val="FBFCF8">
                    <a:alpha val="4740"/>
                  </a:srgbClr>
                </a:gs>
                <a:gs pos="85714">
                  <a:srgbClr val="FBFCF8">
                    <a:alpha val="1902"/>
                  </a:srgbClr>
                </a:gs>
                <a:gs pos="100000">
                  <a:srgbClr val="FBFCF8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134" name="Splat 1134"/>
            <p:cNvSpPr>
              <a:spLocks noGrp="1"/>
            </p:cNvSpPr>
            <p:nvPr/>
          </p:nvSpPr>
          <p:spPr>
            <a:xfrm rot="5504281">
              <a:off x="395083" y="3148619"/>
              <a:ext cx="426881" cy="209735"/>
            </a:xfrm>
            <a:prstGeom prst="ellipse">
              <a:avLst/>
            </a:prstGeom>
            <a:gradFill>
              <a:gsLst>
                <a:gs pos="0">
                  <a:srgbClr val="FFFF7C">
                    <a:alpha val="5119"/>
                  </a:srgbClr>
                </a:gs>
                <a:gs pos="14286">
                  <a:srgbClr val="FFFF7C">
                    <a:alpha val="4715"/>
                  </a:srgbClr>
                </a:gs>
                <a:gs pos="28571">
                  <a:srgbClr val="FFFF7C">
                    <a:alpha val="3680"/>
                  </a:srgbClr>
                </a:gs>
                <a:gs pos="42857">
                  <a:srgbClr val="FFFF7C">
                    <a:alpha val="2430"/>
                  </a:srgbClr>
                </a:gs>
                <a:gs pos="57143">
                  <a:srgbClr val="FFFF7C">
                    <a:alpha val="1354"/>
                  </a:srgbClr>
                </a:gs>
                <a:gs pos="71429">
                  <a:srgbClr val="FFFF7C">
                    <a:alpha val="636"/>
                  </a:srgbClr>
                </a:gs>
                <a:gs pos="85714">
                  <a:srgbClr val="FFFF7C">
                    <a:alpha val="252"/>
                  </a:srgbClr>
                </a:gs>
                <a:gs pos="100000">
                  <a:srgbClr val="FFFF7C">
                    <a:alpha val="84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135" name="Splat 1135"/>
            <p:cNvSpPr>
              <a:spLocks noGrp="1"/>
            </p:cNvSpPr>
            <p:nvPr/>
          </p:nvSpPr>
          <p:spPr>
            <a:xfrm rot="4561346">
              <a:off x="1295806" y="1111116"/>
              <a:ext cx="392119" cy="252465"/>
            </a:xfrm>
            <a:prstGeom prst="ellipse">
              <a:avLst/>
            </a:prstGeom>
            <a:gradFill>
              <a:gsLst>
                <a:gs pos="0">
                  <a:srgbClr val="FFC600">
                    <a:alpha val="12246"/>
                  </a:srgbClr>
                </a:gs>
                <a:gs pos="14286">
                  <a:srgbClr val="FFC600">
                    <a:alpha val="11313"/>
                  </a:srgbClr>
                </a:gs>
                <a:gs pos="28571">
                  <a:srgbClr val="FFC600">
                    <a:alpha val="8901"/>
                  </a:srgbClr>
                </a:gs>
                <a:gs pos="42857">
                  <a:srgbClr val="FFC600">
                    <a:alpha val="5931"/>
                  </a:srgbClr>
                </a:gs>
                <a:gs pos="57143">
                  <a:srgbClr val="FFC600">
                    <a:alpha val="3331"/>
                  </a:srgbClr>
                </a:gs>
                <a:gs pos="71429">
                  <a:srgbClr val="FFC600">
                    <a:alpha val="1573"/>
                  </a:srgbClr>
                </a:gs>
                <a:gs pos="85714">
                  <a:srgbClr val="FFC600">
                    <a:alpha val="625"/>
                  </a:srgbClr>
                </a:gs>
                <a:gs pos="100000">
                  <a:srgbClr val="FFC600">
                    <a:alpha val="20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136" name="Splat 1136"/>
            <p:cNvSpPr>
              <a:spLocks noGrp="1"/>
            </p:cNvSpPr>
            <p:nvPr/>
          </p:nvSpPr>
          <p:spPr>
            <a:xfrm rot="4949149">
              <a:off x="3080260" y="1957651"/>
              <a:ext cx="644132" cy="163585"/>
            </a:xfrm>
            <a:prstGeom prst="ellipse">
              <a:avLst/>
            </a:prstGeom>
            <a:gradFill>
              <a:gsLst>
                <a:gs pos="0">
                  <a:srgbClr val="FCF9F0">
                    <a:alpha val="32968"/>
                  </a:srgbClr>
                </a:gs>
                <a:gs pos="14286">
                  <a:srgbClr val="FCF9F0">
                    <a:alpha val="30764"/>
                  </a:srgbClr>
                </a:gs>
                <a:gs pos="28571">
                  <a:srgbClr val="FCF9F0">
                    <a:alpha val="24833"/>
                  </a:srgbClr>
                </a:gs>
                <a:gs pos="42857">
                  <a:srgbClr val="FCF9F0">
                    <a:alpha val="17075"/>
                  </a:srgbClr>
                </a:gs>
                <a:gs pos="57143">
                  <a:srgbClr val="FCF9F0">
                    <a:alpha val="9855"/>
                  </a:srgbClr>
                </a:gs>
                <a:gs pos="71429">
                  <a:srgbClr val="FCF9F0">
                    <a:alpha val="4740"/>
                  </a:srgbClr>
                </a:gs>
                <a:gs pos="85714">
                  <a:srgbClr val="FCF9F0">
                    <a:alpha val="1902"/>
                  </a:srgbClr>
                </a:gs>
                <a:gs pos="100000">
                  <a:srgbClr val="FCF9F0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137" name="Splat 1137"/>
            <p:cNvSpPr>
              <a:spLocks noGrp="1"/>
            </p:cNvSpPr>
            <p:nvPr/>
          </p:nvSpPr>
          <p:spPr>
            <a:xfrm rot="5159792">
              <a:off x="3077019" y="1165791"/>
              <a:ext cx="401723" cy="57101"/>
            </a:xfrm>
            <a:prstGeom prst="ellipse">
              <a:avLst/>
            </a:prstGeom>
            <a:gradFill>
              <a:gsLst>
                <a:gs pos="0">
                  <a:srgbClr val="680000">
                    <a:alpha val="22256"/>
                  </a:srgbClr>
                </a:gs>
                <a:gs pos="14286">
                  <a:srgbClr val="680000">
                    <a:alpha val="20657"/>
                  </a:srgbClr>
                </a:gs>
                <a:gs pos="28571">
                  <a:srgbClr val="680000">
                    <a:alpha val="16445"/>
                  </a:srgbClr>
                </a:gs>
                <a:gs pos="42857">
                  <a:srgbClr val="680000">
                    <a:alpha val="11117"/>
                  </a:srgbClr>
                </a:gs>
                <a:gs pos="57143">
                  <a:srgbClr val="680000">
                    <a:alpha val="6321"/>
                  </a:srgbClr>
                </a:gs>
                <a:gs pos="71429">
                  <a:srgbClr val="680000">
                    <a:alpha val="3010"/>
                  </a:srgbClr>
                </a:gs>
                <a:gs pos="85714">
                  <a:srgbClr val="680000">
                    <a:alpha val="1201"/>
                  </a:srgbClr>
                </a:gs>
                <a:gs pos="100000">
                  <a:srgbClr val="680000">
                    <a:alpha val="403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138" name="Splat 1138"/>
            <p:cNvSpPr>
              <a:spLocks noGrp="1"/>
            </p:cNvSpPr>
            <p:nvPr/>
          </p:nvSpPr>
          <p:spPr>
            <a:xfrm rot="-9912908">
              <a:off x="372799" y="2168212"/>
              <a:ext cx="362937" cy="280717"/>
            </a:xfrm>
            <a:prstGeom prst="ellipse">
              <a:avLst/>
            </a:prstGeom>
            <a:gradFill>
              <a:gsLst>
                <a:gs pos="0">
                  <a:srgbClr val="D6B900">
                    <a:alpha val="9033"/>
                  </a:srgbClr>
                </a:gs>
                <a:gs pos="14286">
                  <a:srgbClr val="D6B900">
                    <a:alpha val="8334"/>
                  </a:srgbClr>
                </a:gs>
                <a:gs pos="28571">
                  <a:srgbClr val="D6B900">
                    <a:alpha val="6533"/>
                  </a:srgbClr>
                </a:gs>
                <a:gs pos="42857">
                  <a:srgbClr val="D6B900">
                    <a:alpha val="4335"/>
                  </a:srgbClr>
                </a:gs>
                <a:gs pos="57143">
                  <a:srgbClr val="D6B900">
                    <a:alpha val="2426"/>
                  </a:srgbClr>
                </a:gs>
                <a:gs pos="71429">
                  <a:srgbClr val="D6B900">
                    <a:alpha val="1143"/>
                  </a:srgbClr>
                </a:gs>
                <a:gs pos="85714">
                  <a:srgbClr val="D6B900">
                    <a:alpha val="453"/>
                  </a:srgbClr>
                </a:gs>
                <a:gs pos="100000">
                  <a:srgbClr val="D6B900">
                    <a:alpha val="152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139" name="Splat 1139"/>
            <p:cNvSpPr>
              <a:spLocks noGrp="1"/>
            </p:cNvSpPr>
            <p:nvPr/>
          </p:nvSpPr>
          <p:spPr>
            <a:xfrm rot="4451709">
              <a:off x="1049824" y="1553131"/>
              <a:ext cx="513447" cy="66344"/>
            </a:xfrm>
            <a:prstGeom prst="ellipse">
              <a:avLst/>
            </a:prstGeom>
            <a:gradFill>
              <a:gsLst>
                <a:gs pos="0">
                  <a:srgbClr val="1A0045">
                    <a:alpha val="32968"/>
                  </a:srgbClr>
                </a:gs>
                <a:gs pos="14286">
                  <a:srgbClr val="1A0045">
                    <a:alpha val="30764"/>
                  </a:srgbClr>
                </a:gs>
                <a:gs pos="28571">
                  <a:srgbClr val="1A0045">
                    <a:alpha val="24833"/>
                  </a:srgbClr>
                </a:gs>
                <a:gs pos="42857">
                  <a:srgbClr val="1A0045">
                    <a:alpha val="17075"/>
                  </a:srgbClr>
                </a:gs>
                <a:gs pos="57143">
                  <a:srgbClr val="1A0045">
                    <a:alpha val="9855"/>
                  </a:srgbClr>
                </a:gs>
                <a:gs pos="71429">
                  <a:srgbClr val="1A0045">
                    <a:alpha val="4740"/>
                  </a:srgbClr>
                </a:gs>
                <a:gs pos="85714">
                  <a:srgbClr val="1A0045">
                    <a:alpha val="1902"/>
                  </a:srgbClr>
                </a:gs>
                <a:gs pos="100000">
                  <a:srgbClr val="1A0045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140" name="Splat 1140"/>
            <p:cNvSpPr>
              <a:spLocks noGrp="1"/>
            </p:cNvSpPr>
            <p:nvPr/>
          </p:nvSpPr>
          <p:spPr>
            <a:xfrm rot="-10343492">
              <a:off x="2153852" y="1650036"/>
              <a:ext cx="514520" cy="184357"/>
            </a:xfrm>
            <a:prstGeom prst="ellipse">
              <a:avLst/>
            </a:prstGeom>
            <a:gradFill>
              <a:gsLst>
                <a:gs pos="0">
                  <a:srgbClr val="190000">
                    <a:alpha val="29068"/>
                  </a:srgbClr>
                </a:gs>
                <a:gs pos="14286">
                  <a:srgbClr val="190000">
                    <a:alpha val="27070"/>
                  </a:srgbClr>
                </a:gs>
                <a:gs pos="28571">
                  <a:srgbClr val="190000">
                    <a:alpha val="21737"/>
                  </a:srgbClr>
                </a:gs>
                <a:gs pos="42857">
                  <a:srgbClr val="190000">
                    <a:alpha val="14851"/>
                  </a:srgbClr>
                </a:gs>
                <a:gs pos="57143">
                  <a:srgbClr val="190000">
                    <a:alpha val="8523"/>
                  </a:srgbClr>
                </a:gs>
                <a:gs pos="71429">
                  <a:srgbClr val="190000">
                    <a:alpha val="4084"/>
                  </a:srgbClr>
                </a:gs>
                <a:gs pos="85714">
                  <a:srgbClr val="190000">
                    <a:alpha val="1635"/>
                  </a:srgbClr>
                </a:gs>
                <a:gs pos="100000">
                  <a:srgbClr val="190000">
                    <a:alpha val="54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141" name="Splat 1141"/>
            <p:cNvSpPr>
              <a:spLocks noGrp="1"/>
            </p:cNvSpPr>
            <p:nvPr/>
          </p:nvSpPr>
          <p:spPr>
            <a:xfrm rot="-10003996">
              <a:off x="-203833" y="2631521"/>
              <a:ext cx="449285" cy="405121"/>
            </a:xfrm>
            <a:prstGeom prst="ellipse">
              <a:avLst/>
            </a:prstGeom>
            <a:gradFill>
              <a:gsLst>
                <a:gs pos="0">
                  <a:srgbClr val="FFFFF2">
                    <a:alpha val="32968"/>
                  </a:srgbClr>
                </a:gs>
                <a:gs pos="14286">
                  <a:srgbClr val="FFFFF2">
                    <a:alpha val="30764"/>
                  </a:srgbClr>
                </a:gs>
                <a:gs pos="28571">
                  <a:srgbClr val="FFFFF2">
                    <a:alpha val="24833"/>
                  </a:srgbClr>
                </a:gs>
                <a:gs pos="42857">
                  <a:srgbClr val="FFFFF2">
                    <a:alpha val="17075"/>
                  </a:srgbClr>
                </a:gs>
                <a:gs pos="57143">
                  <a:srgbClr val="FFFFF2">
                    <a:alpha val="9855"/>
                  </a:srgbClr>
                </a:gs>
                <a:gs pos="71429">
                  <a:srgbClr val="FFFFF2">
                    <a:alpha val="4740"/>
                  </a:srgbClr>
                </a:gs>
                <a:gs pos="85714">
                  <a:srgbClr val="FFFFF2">
                    <a:alpha val="1902"/>
                  </a:srgbClr>
                </a:gs>
                <a:gs pos="100000">
                  <a:srgbClr val="FFFFF2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142" name="Splat 1142"/>
            <p:cNvSpPr>
              <a:spLocks noGrp="1"/>
            </p:cNvSpPr>
            <p:nvPr/>
          </p:nvSpPr>
          <p:spPr>
            <a:xfrm rot="8142441">
              <a:off x="67856" y="2073335"/>
              <a:ext cx="458735" cy="167386"/>
            </a:xfrm>
            <a:prstGeom prst="ellipse">
              <a:avLst/>
            </a:prstGeom>
            <a:gradFill>
              <a:gsLst>
                <a:gs pos="0">
                  <a:srgbClr val="580040">
                    <a:alpha val="14202"/>
                  </a:srgbClr>
                </a:gs>
                <a:gs pos="14286">
                  <a:srgbClr val="580040">
                    <a:alpha val="13132"/>
                  </a:srgbClr>
                </a:gs>
                <a:gs pos="28571">
                  <a:srgbClr val="580040">
                    <a:alpha val="10355"/>
                  </a:srgbClr>
                </a:gs>
                <a:gs pos="42857">
                  <a:srgbClr val="580040">
                    <a:alpha val="6919"/>
                  </a:srgbClr>
                </a:gs>
                <a:gs pos="57143">
                  <a:srgbClr val="580040">
                    <a:alpha val="3895"/>
                  </a:srgbClr>
                </a:gs>
                <a:gs pos="71429">
                  <a:srgbClr val="580040">
                    <a:alpha val="1842"/>
                  </a:srgbClr>
                </a:gs>
                <a:gs pos="85714">
                  <a:srgbClr val="580040">
                    <a:alpha val="733"/>
                  </a:srgbClr>
                </a:gs>
                <a:gs pos="100000">
                  <a:srgbClr val="580040">
                    <a:alpha val="245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143" name="Splat 1143"/>
            <p:cNvSpPr>
              <a:spLocks noGrp="1"/>
            </p:cNvSpPr>
            <p:nvPr/>
          </p:nvSpPr>
          <p:spPr>
            <a:xfrm rot="5297407">
              <a:off x="3227346" y="1118381"/>
              <a:ext cx="285407" cy="86719"/>
            </a:xfrm>
            <a:prstGeom prst="ellipse">
              <a:avLst/>
            </a:prstGeom>
            <a:gradFill>
              <a:gsLst>
                <a:gs pos="0">
                  <a:srgbClr val="000075">
                    <a:alpha val="32968"/>
                  </a:srgbClr>
                </a:gs>
                <a:gs pos="14286">
                  <a:srgbClr val="000075">
                    <a:alpha val="30764"/>
                  </a:srgbClr>
                </a:gs>
                <a:gs pos="28571">
                  <a:srgbClr val="000075">
                    <a:alpha val="24833"/>
                  </a:srgbClr>
                </a:gs>
                <a:gs pos="42857">
                  <a:srgbClr val="000075">
                    <a:alpha val="17075"/>
                  </a:srgbClr>
                </a:gs>
                <a:gs pos="57143">
                  <a:srgbClr val="000075">
                    <a:alpha val="9855"/>
                  </a:srgbClr>
                </a:gs>
                <a:gs pos="71429">
                  <a:srgbClr val="000075">
                    <a:alpha val="4740"/>
                  </a:srgbClr>
                </a:gs>
                <a:gs pos="85714">
                  <a:srgbClr val="000075">
                    <a:alpha val="1902"/>
                  </a:srgbClr>
                </a:gs>
                <a:gs pos="100000">
                  <a:srgbClr val="000075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144" name="Splat 1144"/>
            <p:cNvSpPr>
              <a:spLocks noGrp="1"/>
            </p:cNvSpPr>
            <p:nvPr/>
          </p:nvSpPr>
          <p:spPr>
            <a:xfrm rot="10158069">
              <a:off x="207193" y="3389669"/>
              <a:ext cx="603929" cy="209002"/>
            </a:xfrm>
            <a:prstGeom prst="ellipse">
              <a:avLst/>
            </a:prstGeom>
            <a:gradFill>
              <a:gsLst>
                <a:gs pos="0">
                  <a:srgbClr val="A08000">
                    <a:alpha val="32417"/>
                  </a:srgbClr>
                </a:gs>
                <a:gs pos="14286">
                  <a:srgbClr val="A08000">
                    <a:alpha val="30241"/>
                  </a:srgbClr>
                </a:gs>
                <a:gs pos="28571">
                  <a:srgbClr val="A08000">
                    <a:alpha val="24393"/>
                  </a:srgbClr>
                </a:gs>
                <a:gs pos="42857">
                  <a:srgbClr val="A08000">
                    <a:alpha val="16757"/>
                  </a:srgbClr>
                </a:gs>
                <a:gs pos="57143">
                  <a:srgbClr val="A08000">
                    <a:alpha val="9663"/>
                  </a:srgbClr>
                </a:gs>
                <a:gs pos="71429">
                  <a:srgbClr val="A08000">
                    <a:alpha val="4646"/>
                  </a:srgbClr>
                </a:gs>
                <a:gs pos="85714">
                  <a:srgbClr val="A08000">
                    <a:alpha val="1864"/>
                  </a:srgbClr>
                </a:gs>
                <a:gs pos="100000">
                  <a:srgbClr val="A08000">
                    <a:alpha val="626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145" name="Splat 1145"/>
            <p:cNvSpPr>
              <a:spLocks noGrp="1"/>
            </p:cNvSpPr>
            <p:nvPr/>
          </p:nvSpPr>
          <p:spPr>
            <a:xfrm rot="-10204499">
              <a:off x="-34036" y="2835615"/>
              <a:ext cx="380237" cy="73217"/>
            </a:xfrm>
            <a:prstGeom prst="ellipse">
              <a:avLst/>
            </a:prstGeom>
            <a:gradFill>
              <a:gsLst>
                <a:gs pos="0">
                  <a:srgbClr val="5F0000">
                    <a:alpha val="32968"/>
                  </a:srgbClr>
                </a:gs>
                <a:gs pos="14286">
                  <a:srgbClr val="5F0000">
                    <a:alpha val="30764"/>
                  </a:srgbClr>
                </a:gs>
                <a:gs pos="28571">
                  <a:srgbClr val="5F0000">
                    <a:alpha val="24833"/>
                  </a:srgbClr>
                </a:gs>
                <a:gs pos="42857">
                  <a:srgbClr val="5F0000">
                    <a:alpha val="17075"/>
                  </a:srgbClr>
                </a:gs>
                <a:gs pos="57143">
                  <a:srgbClr val="5F0000">
                    <a:alpha val="9855"/>
                  </a:srgbClr>
                </a:gs>
                <a:gs pos="71429">
                  <a:srgbClr val="5F0000">
                    <a:alpha val="4740"/>
                  </a:srgbClr>
                </a:gs>
                <a:gs pos="85714">
                  <a:srgbClr val="5F0000">
                    <a:alpha val="1902"/>
                  </a:srgbClr>
                </a:gs>
                <a:gs pos="100000">
                  <a:srgbClr val="5F0000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146" name="Splat 1146"/>
            <p:cNvSpPr>
              <a:spLocks noGrp="1"/>
            </p:cNvSpPr>
            <p:nvPr/>
          </p:nvSpPr>
          <p:spPr>
            <a:xfrm rot="4165723">
              <a:off x="3006883" y="2414584"/>
              <a:ext cx="337573" cy="265636"/>
            </a:xfrm>
            <a:prstGeom prst="ellipse">
              <a:avLst/>
            </a:prstGeom>
            <a:gradFill>
              <a:gsLst>
                <a:gs pos="0">
                  <a:srgbClr val="0013E3">
                    <a:alpha val="3426"/>
                  </a:srgbClr>
                </a:gs>
                <a:gs pos="14286">
                  <a:srgbClr val="0013E3">
                    <a:alpha val="3154"/>
                  </a:srgbClr>
                </a:gs>
                <a:gs pos="28571">
                  <a:srgbClr val="0013E3">
                    <a:alpha val="2457"/>
                  </a:srgbClr>
                </a:gs>
                <a:gs pos="42857">
                  <a:srgbClr val="0013E3">
                    <a:alpha val="1619"/>
                  </a:srgbClr>
                </a:gs>
                <a:gs pos="57143">
                  <a:srgbClr val="0013E3">
                    <a:alpha val="900"/>
                  </a:srgbClr>
                </a:gs>
                <a:gs pos="71429">
                  <a:srgbClr val="0013E3">
                    <a:alpha val="422"/>
                  </a:srgbClr>
                </a:gs>
                <a:gs pos="85714">
                  <a:srgbClr val="0013E3">
                    <a:alpha val="167"/>
                  </a:srgbClr>
                </a:gs>
                <a:gs pos="100000">
                  <a:srgbClr val="0013E3">
                    <a:alpha val="56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147" name="Splat 1147"/>
            <p:cNvSpPr>
              <a:spLocks noGrp="1"/>
            </p:cNvSpPr>
            <p:nvPr/>
          </p:nvSpPr>
          <p:spPr>
            <a:xfrm rot="9172908">
              <a:off x="3008177" y="-8515"/>
              <a:ext cx="301024" cy="196560"/>
            </a:xfrm>
            <a:prstGeom prst="ellipse">
              <a:avLst/>
            </a:prstGeom>
            <a:gradFill>
              <a:gsLst>
                <a:gs pos="0">
                  <a:srgbClr val="0000AC">
                    <a:alpha val="32968"/>
                  </a:srgbClr>
                </a:gs>
                <a:gs pos="14286">
                  <a:srgbClr val="0000AC">
                    <a:alpha val="30764"/>
                  </a:srgbClr>
                </a:gs>
                <a:gs pos="28571">
                  <a:srgbClr val="0000AC">
                    <a:alpha val="24833"/>
                  </a:srgbClr>
                </a:gs>
                <a:gs pos="42857">
                  <a:srgbClr val="0000AC">
                    <a:alpha val="17075"/>
                  </a:srgbClr>
                </a:gs>
                <a:gs pos="57143">
                  <a:srgbClr val="0000AC">
                    <a:alpha val="9855"/>
                  </a:srgbClr>
                </a:gs>
                <a:gs pos="71429">
                  <a:srgbClr val="0000AC">
                    <a:alpha val="4740"/>
                  </a:srgbClr>
                </a:gs>
                <a:gs pos="85714">
                  <a:srgbClr val="0000AC">
                    <a:alpha val="1902"/>
                  </a:srgbClr>
                </a:gs>
                <a:gs pos="100000">
                  <a:srgbClr val="0000AC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148" name="Splat 1148"/>
            <p:cNvSpPr>
              <a:spLocks noGrp="1"/>
            </p:cNvSpPr>
            <p:nvPr/>
          </p:nvSpPr>
          <p:spPr>
            <a:xfrm rot="10067733">
              <a:off x="2244321" y="230601"/>
              <a:ext cx="333681" cy="82563"/>
            </a:xfrm>
            <a:prstGeom prst="ellipse">
              <a:avLst/>
            </a:prstGeom>
            <a:gradFill>
              <a:gsLst>
                <a:gs pos="0">
                  <a:srgbClr val="FFFFFD">
                    <a:alpha val="32968"/>
                  </a:srgbClr>
                </a:gs>
                <a:gs pos="14286">
                  <a:srgbClr val="FFFFFD">
                    <a:alpha val="30764"/>
                  </a:srgbClr>
                </a:gs>
                <a:gs pos="28571">
                  <a:srgbClr val="FFFFFD">
                    <a:alpha val="24833"/>
                  </a:srgbClr>
                </a:gs>
                <a:gs pos="42857">
                  <a:srgbClr val="FFFFFD">
                    <a:alpha val="17075"/>
                  </a:srgbClr>
                </a:gs>
                <a:gs pos="57143">
                  <a:srgbClr val="FFFFFD">
                    <a:alpha val="9855"/>
                  </a:srgbClr>
                </a:gs>
                <a:gs pos="71429">
                  <a:srgbClr val="FFFFFD">
                    <a:alpha val="4740"/>
                  </a:srgbClr>
                </a:gs>
                <a:gs pos="85714">
                  <a:srgbClr val="FFFFFD">
                    <a:alpha val="1902"/>
                  </a:srgbClr>
                </a:gs>
                <a:gs pos="100000">
                  <a:srgbClr val="FFFFFD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149" name="Splat 1149"/>
            <p:cNvSpPr>
              <a:spLocks noGrp="1"/>
            </p:cNvSpPr>
            <p:nvPr/>
          </p:nvSpPr>
          <p:spPr>
            <a:xfrm rot="5501871">
              <a:off x="1719925" y="1356547"/>
              <a:ext cx="421590" cy="74437"/>
            </a:xfrm>
            <a:prstGeom prst="ellipse">
              <a:avLst/>
            </a:prstGeom>
            <a:gradFill>
              <a:gsLst>
                <a:gs pos="0">
                  <a:srgbClr val="003586">
                    <a:alpha val="26586"/>
                  </a:srgbClr>
                </a:gs>
                <a:gs pos="14286">
                  <a:srgbClr val="003586">
                    <a:alpha val="24728"/>
                  </a:srgbClr>
                </a:gs>
                <a:gs pos="28571">
                  <a:srgbClr val="003586">
                    <a:alpha val="19793"/>
                  </a:srgbClr>
                </a:gs>
                <a:gs pos="42857">
                  <a:srgbClr val="003586">
                    <a:alpha val="13469"/>
                  </a:srgbClr>
                </a:gs>
                <a:gs pos="57143">
                  <a:srgbClr val="003586">
                    <a:alpha val="7703"/>
                  </a:srgbClr>
                </a:gs>
                <a:gs pos="71429">
                  <a:srgbClr val="003586">
                    <a:alpha val="3683"/>
                  </a:srgbClr>
                </a:gs>
                <a:gs pos="85714">
                  <a:srgbClr val="003586">
                    <a:alpha val="1473"/>
                  </a:srgbClr>
                </a:gs>
                <a:gs pos="100000">
                  <a:srgbClr val="003586">
                    <a:alpha val="494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150" name="Splat 1150"/>
            <p:cNvSpPr>
              <a:spLocks noGrp="1"/>
            </p:cNvSpPr>
            <p:nvPr/>
          </p:nvSpPr>
          <p:spPr>
            <a:xfrm rot="2765820">
              <a:off x="-60146" y="1321821"/>
              <a:ext cx="550792" cy="189780"/>
            </a:xfrm>
            <a:prstGeom prst="ellipse">
              <a:avLst/>
            </a:prstGeom>
            <a:gradFill>
              <a:gsLst>
                <a:gs pos="0">
                  <a:srgbClr val="4E1400">
                    <a:alpha val="27536"/>
                  </a:srgbClr>
                </a:gs>
                <a:gs pos="14286">
                  <a:srgbClr val="4E1400">
                    <a:alpha val="25623"/>
                  </a:srgbClr>
                </a:gs>
                <a:gs pos="28571">
                  <a:srgbClr val="4E1400">
                    <a:alpha val="20535"/>
                  </a:srgbClr>
                </a:gs>
                <a:gs pos="42857">
                  <a:srgbClr val="4E1400">
                    <a:alpha val="13995"/>
                  </a:srgbClr>
                </a:gs>
                <a:gs pos="57143">
                  <a:srgbClr val="4E1400">
                    <a:alpha val="8014"/>
                  </a:srgbClr>
                </a:gs>
                <a:gs pos="71429">
                  <a:srgbClr val="4E1400">
                    <a:alpha val="3835"/>
                  </a:srgbClr>
                </a:gs>
                <a:gs pos="85714">
                  <a:srgbClr val="4E1400">
                    <a:alpha val="1534"/>
                  </a:srgbClr>
                </a:gs>
                <a:gs pos="100000">
                  <a:srgbClr val="4E1400">
                    <a:alpha val="515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151" name="Splat 1151"/>
            <p:cNvSpPr>
              <a:spLocks noGrp="1"/>
            </p:cNvSpPr>
            <p:nvPr/>
          </p:nvSpPr>
          <p:spPr>
            <a:xfrm rot="5325012">
              <a:off x="569991" y="1828438"/>
              <a:ext cx="377787" cy="119385"/>
            </a:xfrm>
            <a:prstGeom prst="ellipse">
              <a:avLst/>
            </a:prstGeom>
            <a:gradFill>
              <a:gsLst>
                <a:gs pos="0">
                  <a:srgbClr val="8397CD">
                    <a:alpha val="32968"/>
                  </a:srgbClr>
                </a:gs>
                <a:gs pos="14286">
                  <a:srgbClr val="8397CD">
                    <a:alpha val="30764"/>
                  </a:srgbClr>
                </a:gs>
                <a:gs pos="28571">
                  <a:srgbClr val="8397CD">
                    <a:alpha val="24833"/>
                  </a:srgbClr>
                </a:gs>
                <a:gs pos="42857">
                  <a:srgbClr val="8397CD">
                    <a:alpha val="17075"/>
                  </a:srgbClr>
                </a:gs>
                <a:gs pos="57143">
                  <a:srgbClr val="8397CD">
                    <a:alpha val="9855"/>
                  </a:srgbClr>
                </a:gs>
                <a:gs pos="71429">
                  <a:srgbClr val="8397CD">
                    <a:alpha val="4740"/>
                  </a:srgbClr>
                </a:gs>
                <a:gs pos="85714">
                  <a:srgbClr val="8397CD">
                    <a:alpha val="1902"/>
                  </a:srgbClr>
                </a:gs>
                <a:gs pos="100000">
                  <a:srgbClr val="8397CD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152" name="Splat 1152"/>
            <p:cNvSpPr>
              <a:spLocks noGrp="1"/>
            </p:cNvSpPr>
            <p:nvPr/>
          </p:nvSpPr>
          <p:spPr>
            <a:xfrm rot="5954685">
              <a:off x="1414734" y="1928126"/>
              <a:ext cx="762202" cy="85674"/>
            </a:xfrm>
            <a:prstGeom prst="ellipse">
              <a:avLst/>
            </a:prstGeom>
            <a:gradFill>
              <a:gsLst>
                <a:gs pos="0">
                  <a:srgbClr val="FFFFF5">
                    <a:alpha val="16380"/>
                  </a:srgbClr>
                </a:gs>
                <a:gs pos="14286">
                  <a:srgbClr val="FFFFF5">
                    <a:alpha val="15161"/>
                  </a:srgbClr>
                </a:gs>
                <a:gs pos="28571">
                  <a:srgbClr val="FFFFF5">
                    <a:alpha val="11985"/>
                  </a:srgbClr>
                </a:gs>
                <a:gs pos="42857">
                  <a:srgbClr val="FFFFF5">
                    <a:alpha val="8033"/>
                  </a:srgbClr>
                </a:gs>
                <a:gs pos="57143">
                  <a:srgbClr val="FFFFF5">
                    <a:alpha val="4534"/>
                  </a:srgbClr>
                </a:gs>
                <a:gs pos="71429">
                  <a:srgbClr val="FFFFF5">
                    <a:alpha val="2148"/>
                  </a:srgbClr>
                </a:gs>
                <a:gs pos="85714">
                  <a:srgbClr val="FFFFF5">
                    <a:alpha val="855"/>
                  </a:srgbClr>
                </a:gs>
                <a:gs pos="100000">
                  <a:srgbClr val="FFFFF5">
                    <a:alpha val="286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153" name="Splat 1153"/>
            <p:cNvSpPr>
              <a:spLocks noGrp="1"/>
            </p:cNvSpPr>
            <p:nvPr/>
          </p:nvSpPr>
          <p:spPr>
            <a:xfrm rot="5618418">
              <a:off x="451971" y="3409243"/>
              <a:ext cx="344947" cy="306103"/>
            </a:xfrm>
            <a:prstGeom prst="ellipse">
              <a:avLst/>
            </a:prstGeom>
            <a:gradFill>
              <a:gsLst>
                <a:gs pos="0">
                  <a:srgbClr val="350000">
                    <a:alpha val="5884"/>
                  </a:srgbClr>
                </a:gs>
                <a:gs pos="14286">
                  <a:srgbClr val="350000">
                    <a:alpha val="5422"/>
                  </a:srgbClr>
                </a:gs>
                <a:gs pos="28571">
                  <a:srgbClr val="350000">
                    <a:alpha val="4236"/>
                  </a:srgbClr>
                </a:gs>
                <a:gs pos="42857">
                  <a:srgbClr val="350000">
                    <a:alpha val="2799"/>
                  </a:srgbClr>
                </a:gs>
                <a:gs pos="57143">
                  <a:srgbClr val="350000">
                    <a:alpha val="1561"/>
                  </a:srgbClr>
                </a:gs>
                <a:gs pos="71429">
                  <a:srgbClr val="350000">
                    <a:alpha val="734"/>
                  </a:srgbClr>
                </a:gs>
                <a:gs pos="85714">
                  <a:srgbClr val="350000">
                    <a:alpha val="291"/>
                  </a:srgbClr>
                </a:gs>
                <a:gs pos="100000">
                  <a:srgbClr val="350000">
                    <a:alpha val="97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154" name="Splat 1154"/>
            <p:cNvSpPr>
              <a:spLocks noGrp="1"/>
            </p:cNvSpPr>
            <p:nvPr/>
          </p:nvSpPr>
          <p:spPr>
            <a:xfrm rot="10619710">
              <a:off x="3386894" y="358277"/>
              <a:ext cx="466347" cy="97309"/>
            </a:xfrm>
            <a:prstGeom prst="ellipse">
              <a:avLst/>
            </a:prstGeom>
            <a:gradFill>
              <a:gsLst>
                <a:gs pos="0">
                  <a:srgbClr val="250055">
                    <a:alpha val="21856"/>
                  </a:srgbClr>
                </a:gs>
                <a:gs pos="14286">
                  <a:srgbClr val="250055">
                    <a:alpha val="20282"/>
                  </a:srgbClr>
                </a:gs>
                <a:gs pos="28571">
                  <a:srgbClr val="250055">
                    <a:alpha val="16138"/>
                  </a:srgbClr>
                </a:gs>
                <a:gs pos="42857">
                  <a:srgbClr val="250055">
                    <a:alpha val="10903"/>
                  </a:srgbClr>
                </a:gs>
                <a:gs pos="57143">
                  <a:srgbClr val="250055">
                    <a:alpha val="6196"/>
                  </a:srgbClr>
                </a:gs>
                <a:gs pos="71429">
                  <a:srgbClr val="250055">
                    <a:alpha val="2950"/>
                  </a:srgbClr>
                </a:gs>
                <a:gs pos="85714">
                  <a:srgbClr val="250055">
                    <a:alpha val="1177"/>
                  </a:srgbClr>
                </a:gs>
                <a:gs pos="100000">
                  <a:srgbClr val="250055">
                    <a:alpha val="395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155" name="Splat 1155"/>
            <p:cNvSpPr>
              <a:spLocks noGrp="1"/>
            </p:cNvSpPr>
            <p:nvPr/>
          </p:nvSpPr>
          <p:spPr>
            <a:xfrm rot="2806094">
              <a:off x="210797" y="1716843"/>
              <a:ext cx="522826" cy="187233"/>
            </a:xfrm>
            <a:prstGeom prst="ellipse">
              <a:avLst/>
            </a:prstGeom>
            <a:gradFill>
              <a:gsLst>
                <a:gs pos="0">
                  <a:srgbClr val="7D4400">
                    <a:alpha val="32968"/>
                  </a:srgbClr>
                </a:gs>
                <a:gs pos="14286">
                  <a:srgbClr val="7D4400">
                    <a:alpha val="30764"/>
                  </a:srgbClr>
                </a:gs>
                <a:gs pos="28571">
                  <a:srgbClr val="7D4400">
                    <a:alpha val="24833"/>
                  </a:srgbClr>
                </a:gs>
                <a:gs pos="42857">
                  <a:srgbClr val="7D4400">
                    <a:alpha val="17075"/>
                  </a:srgbClr>
                </a:gs>
                <a:gs pos="57143">
                  <a:srgbClr val="7D4400">
                    <a:alpha val="9855"/>
                  </a:srgbClr>
                </a:gs>
                <a:gs pos="71429">
                  <a:srgbClr val="7D4400">
                    <a:alpha val="4740"/>
                  </a:srgbClr>
                </a:gs>
                <a:gs pos="85714">
                  <a:srgbClr val="7D4400">
                    <a:alpha val="1902"/>
                  </a:srgbClr>
                </a:gs>
                <a:gs pos="100000">
                  <a:srgbClr val="7D4400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156" name="Splat 1156"/>
            <p:cNvSpPr>
              <a:spLocks noGrp="1"/>
            </p:cNvSpPr>
            <p:nvPr/>
          </p:nvSpPr>
          <p:spPr>
            <a:xfrm rot="5171063">
              <a:off x="3063088" y="2673684"/>
              <a:ext cx="484004" cy="113086"/>
            </a:xfrm>
            <a:prstGeom prst="ellipse">
              <a:avLst/>
            </a:prstGeom>
            <a:gradFill>
              <a:gsLst>
                <a:gs pos="0">
                  <a:srgbClr val="00489E">
                    <a:alpha val="32968"/>
                  </a:srgbClr>
                </a:gs>
                <a:gs pos="14286">
                  <a:srgbClr val="00489E">
                    <a:alpha val="30764"/>
                  </a:srgbClr>
                </a:gs>
                <a:gs pos="28571">
                  <a:srgbClr val="00489E">
                    <a:alpha val="24833"/>
                  </a:srgbClr>
                </a:gs>
                <a:gs pos="42857">
                  <a:srgbClr val="00489E">
                    <a:alpha val="17075"/>
                  </a:srgbClr>
                </a:gs>
                <a:gs pos="57143">
                  <a:srgbClr val="00489E">
                    <a:alpha val="9855"/>
                  </a:srgbClr>
                </a:gs>
                <a:gs pos="71429">
                  <a:srgbClr val="00489E">
                    <a:alpha val="4740"/>
                  </a:srgbClr>
                </a:gs>
                <a:gs pos="85714">
                  <a:srgbClr val="00489E">
                    <a:alpha val="1902"/>
                  </a:srgbClr>
                </a:gs>
                <a:gs pos="100000">
                  <a:srgbClr val="00489E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157" name="Splat 1157"/>
            <p:cNvSpPr>
              <a:spLocks noGrp="1"/>
            </p:cNvSpPr>
            <p:nvPr/>
          </p:nvSpPr>
          <p:spPr>
            <a:xfrm rot="-8171741">
              <a:off x="-125411" y="1796570"/>
              <a:ext cx="442082" cy="229981"/>
            </a:xfrm>
            <a:prstGeom prst="ellipse">
              <a:avLst/>
            </a:prstGeom>
            <a:gradFill>
              <a:gsLst>
                <a:gs pos="0">
                  <a:srgbClr val="D49900">
                    <a:alpha val="26358"/>
                  </a:srgbClr>
                </a:gs>
                <a:gs pos="14286">
                  <a:srgbClr val="D49900">
                    <a:alpha val="24513"/>
                  </a:srgbClr>
                </a:gs>
                <a:gs pos="28571">
                  <a:srgbClr val="D49900">
                    <a:alpha val="19615"/>
                  </a:srgbClr>
                </a:gs>
                <a:gs pos="42857">
                  <a:srgbClr val="D49900">
                    <a:alpha val="13343"/>
                  </a:srgbClr>
                </a:gs>
                <a:gs pos="57143">
                  <a:srgbClr val="D49900">
                    <a:alpha val="7629"/>
                  </a:srgbClr>
                </a:gs>
                <a:gs pos="71429">
                  <a:srgbClr val="D49900">
                    <a:alpha val="3646"/>
                  </a:srgbClr>
                </a:gs>
                <a:gs pos="85714">
                  <a:srgbClr val="D49900">
                    <a:alpha val="1458"/>
                  </a:srgbClr>
                </a:gs>
                <a:gs pos="100000">
                  <a:srgbClr val="D49900">
                    <a:alpha val="48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158" name="Splat 1158"/>
            <p:cNvSpPr>
              <a:spLocks noGrp="1"/>
            </p:cNvSpPr>
            <p:nvPr/>
          </p:nvSpPr>
          <p:spPr>
            <a:xfrm rot="-8819804">
              <a:off x="168277" y="3564822"/>
              <a:ext cx="625571" cy="54448"/>
            </a:xfrm>
            <a:prstGeom prst="ellipse">
              <a:avLst/>
            </a:prstGeom>
            <a:gradFill>
              <a:gsLst>
                <a:gs pos="0">
                  <a:srgbClr val="380000">
                    <a:alpha val="32968"/>
                  </a:srgbClr>
                </a:gs>
                <a:gs pos="14286">
                  <a:srgbClr val="380000">
                    <a:alpha val="30764"/>
                  </a:srgbClr>
                </a:gs>
                <a:gs pos="28571">
                  <a:srgbClr val="380000">
                    <a:alpha val="24833"/>
                  </a:srgbClr>
                </a:gs>
                <a:gs pos="42857">
                  <a:srgbClr val="380000">
                    <a:alpha val="17075"/>
                  </a:srgbClr>
                </a:gs>
                <a:gs pos="57143">
                  <a:srgbClr val="380000">
                    <a:alpha val="9855"/>
                  </a:srgbClr>
                </a:gs>
                <a:gs pos="71429">
                  <a:srgbClr val="380000">
                    <a:alpha val="4740"/>
                  </a:srgbClr>
                </a:gs>
                <a:gs pos="85714">
                  <a:srgbClr val="380000">
                    <a:alpha val="1902"/>
                  </a:srgbClr>
                </a:gs>
                <a:gs pos="100000">
                  <a:srgbClr val="380000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159" name="Splat 1159"/>
            <p:cNvSpPr>
              <a:spLocks noGrp="1"/>
            </p:cNvSpPr>
            <p:nvPr/>
          </p:nvSpPr>
          <p:spPr>
            <a:xfrm rot="-8404886">
              <a:off x="371146" y="3464221"/>
              <a:ext cx="496855" cy="53472"/>
            </a:xfrm>
            <a:prstGeom prst="ellipse">
              <a:avLst/>
            </a:prstGeom>
            <a:gradFill>
              <a:gsLst>
                <a:gs pos="0">
                  <a:srgbClr val="260000">
                    <a:alpha val="32968"/>
                  </a:srgbClr>
                </a:gs>
                <a:gs pos="14286">
                  <a:srgbClr val="260000">
                    <a:alpha val="30764"/>
                  </a:srgbClr>
                </a:gs>
                <a:gs pos="28571">
                  <a:srgbClr val="260000">
                    <a:alpha val="24833"/>
                  </a:srgbClr>
                </a:gs>
                <a:gs pos="42857">
                  <a:srgbClr val="260000">
                    <a:alpha val="17075"/>
                  </a:srgbClr>
                </a:gs>
                <a:gs pos="57143">
                  <a:srgbClr val="260000">
                    <a:alpha val="9855"/>
                  </a:srgbClr>
                </a:gs>
                <a:gs pos="71429">
                  <a:srgbClr val="260000">
                    <a:alpha val="4740"/>
                  </a:srgbClr>
                </a:gs>
                <a:gs pos="85714">
                  <a:srgbClr val="260000">
                    <a:alpha val="1902"/>
                  </a:srgbClr>
                </a:gs>
                <a:gs pos="100000">
                  <a:srgbClr val="260000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160" name="Splat 1160"/>
            <p:cNvSpPr>
              <a:spLocks noGrp="1"/>
            </p:cNvSpPr>
            <p:nvPr/>
          </p:nvSpPr>
          <p:spPr>
            <a:xfrm rot="10424605">
              <a:off x="386562" y="2570871"/>
              <a:ext cx="611615" cy="146695"/>
            </a:xfrm>
            <a:prstGeom prst="ellipse">
              <a:avLst/>
            </a:prstGeom>
            <a:gradFill>
              <a:gsLst>
                <a:gs pos="0">
                  <a:srgbClr val="EAB300">
                    <a:alpha val="27995"/>
                  </a:srgbClr>
                </a:gs>
                <a:gs pos="14286">
                  <a:srgbClr val="EAB300">
                    <a:alpha val="26057"/>
                  </a:srgbClr>
                </a:gs>
                <a:gs pos="28571">
                  <a:srgbClr val="EAB300">
                    <a:alpha val="20894"/>
                  </a:srgbClr>
                </a:gs>
                <a:gs pos="42857">
                  <a:srgbClr val="EAB300">
                    <a:alpha val="14250"/>
                  </a:srgbClr>
                </a:gs>
                <a:gs pos="57143">
                  <a:srgbClr val="EAB300">
                    <a:alpha val="8166"/>
                  </a:srgbClr>
                </a:gs>
                <a:gs pos="71429">
                  <a:srgbClr val="EAB300">
                    <a:alpha val="3909"/>
                  </a:srgbClr>
                </a:gs>
                <a:gs pos="85714">
                  <a:srgbClr val="EAB300">
                    <a:alpha val="1564"/>
                  </a:srgbClr>
                </a:gs>
                <a:gs pos="100000">
                  <a:srgbClr val="EAB300">
                    <a:alpha val="525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161" name="Splat 1161"/>
            <p:cNvSpPr>
              <a:spLocks noGrp="1"/>
            </p:cNvSpPr>
            <p:nvPr/>
          </p:nvSpPr>
          <p:spPr>
            <a:xfrm rot="6357874">
              <a:off x="1744273" y="3163443"/>
              <a:ext cx="409236" cy="116710"/>
            </a:xfrm>
            <a:prstGeom prst="ellipse">
              <a:avLst/>
            </a:prstGeom>
            <a:gradFill>
              <a:gsLst>
                <a:gs pos="0">
                  <a:srgbClr val="38008D">
                    <a:alpha val="9355"/>
                  </a:srgbClr>
                </a:gs>
                <a:gs pos="14286">
                  <a:srgbClr val="38008D">
                    <a:alpha val="8632"/>
                  </a:srgbClr>
                </a:gs>
                <a:gs pos="28571">
                  <a:srgbClr val="38008D">
                    <a:alpha val="6770"/>
                  </a:srgbClr>
                </a:gs>
                <a:gs pos="42857">
                  <a:srgbClr val="38008D">
                    <a:alpha val="4494"/>
                  </a:srgbClr>
                </a:gs>
                <a:gs pos="57143">
                  <a:srgbClr val="38008D">
                    <a:alpha val="2515"/>
                  </a:srgbClr>
                </a:gs>
                <a:gs pos="71429">
                  <a:srgbClr val="38008D">
                    <a:alpha val="1185"/>
                  </a:srgbClr>
                </a:gs>
                <a:gs pos="85714">
                  <a:srgbClr val="38008D">
                    <a:alpha val="470"/>
                  </a:srgbClr>
                </a:gs>
                <a:gs pos="100000">
                  <a:srgbClr val="38008D">
                    <a:alpha val="157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162" name="Splat 1162"/>
            <p:cNvSpPr>
              <a:spLocks noGrp="1"/>
            </p:cNvSpPr>
            <p:nvPr/>
          </p:nvSpPr>
          <p:spPr>
            <a:xfrm rot="5306344">
              <a:off x="976783" y="1532932"/>
              <a:ext cx="304418" cy="74775"/>
            </a:xfrm>
            <a:prstGeom prst="ellipse">
              <a:avLst/>
            </a:prstGeom>
            <a:gradFill>
              <a:gsLst>
                <a:gs pos="0">
                  <a:srgbClr val="780000">
                    <a:alpha val="32968"/>
                  </a:srgbClr>
                </a:gs>
                <a:gs pos="14286">
                  <a:srgbClr val="780000">
                    <a:alpha val="30764"/>
                  </a:srgbClr>
                </a:gs>
                <a:gs pos="28571">
                  <a:srgbClr val="780000">
                    <a:alpha val="24833"/>
                  </a:srgbClr>
                </a:gs>
                <a:gs pos="42857">
                  <a:srgbClr val="780000">
                    <a:alpha val="17075"/>
                  </a:srgbClr>
                </a:gs>
                <a:gs pos="57143">
                  <a:srgbClr val="780000">
                    <a:alpha val="9855"/>
                  </a:srgbClr>
                </a:gs>
                <a:gs pos="71429">
                  <a:srgbClr val="780000">
                    <a:alpha val="4740"/>
                  </a:srgbClr>
                </a:gs>
                <a:gs pos="85714">
                  <a:srgbClr val="780000">
                    <a:alpha val="1902"/>
                  </a:srgbClr>
                </a:gs>
                <a:gs pos="100000">
                  <a:srgbClr val="780000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163" name="Splat 1163"/>
            <p:cNvSpPr>
              <a:spLocks noGrp="1"/>
            </p:cNvSpPr>
            <p:nvPr/>
          </p:nvSpPr>
          <p:spPr>
            <a:xfrm rot="3619680">
              <a:off x="-31610" y="3250856"/>
              <a:ext cx="478279" cy="178775"/>
            </a:xfrm>
            <a:prstGeom prst="ellipse">
              <a:avLst/>
            </a:prstGeom>
            <a:gradFill>
              <a:gsLst>
                <a:gs pos="0">
                  <a:srgbClr val="640000">
                    <a:alpha val="32968"/>
                  </a:srgbClr>
                </a:gs>
                <a:gs pos="14286">
                  <a:srgbClr val="640000">
                    <a:alpha val="30764"/>
                  </a:srgbClr>
                </a:gs>
                <a:gs pos="28571">
                  <a:srgbClr val="640000">
                    <a:alpha val="24833"/>
                  </a:srgbClr>
                </a:gs>
                <a:gs pos="42857">
                  <a:srgbClr val="640000">
                    <a:alpha val="17075"/>
                  </a:srgbClr>
                </a:gs>
                <a:gs pos="57143">
                  <a:srgbClr val="640000">
                    <a:alpha val="9855"/>
                  </a:srgbClr>
                </a:gs>
                <a:gs pos="71429">
                  <a:srgbClr val="640000">
                    <a:alpha val="4740"/>
                  </a:srgbClr>
                </a:gs>
                <a:gs pos="85714">
                  <a:srgbClr val="640000">
                    <a:alpha val="1902"/>
                  </a:srgbClr>
                </a:gs>
                <a:gs pos="100000">
                  <a:srgbClr val="640000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164" name="Splat 1164"/>
            <p:cNvSpPr>
              <a:spLocks noGrp="1"/>
            </p:cNvSpPr>
            <p:nvPr/>
          </p:nvSpPr>
          <p:spPr>
            <a:xfrm rot="4140811">
              <a:off x="2875935" y="352362"/>
              <a:ext cx="715378" cy="53593"/>
            </a:xfrm>
            <a:prstGeom prst="ellipse">
              <a:avLst/>
            </a:prstGeom>
            <a:gradFill>
              <a:gsLst>
                <a:gs pos="0">
                  <a:srgbClr val="00318E">
                    <a:alpha val="25537"/>
                  </a:srgbClr>
                </a:gs>
                <a:gs pos="14286">
                  <a:srgbClr val="00318E">
                    <a:alpha val="23739"/>
                  </a:srgbClr>
                </a:gs>
                <a:gs pos="28571">
                  <a:srgbClr val="00318E">
                    <a:alpha val="18976"/>
                  </a:srgbClr>
                </a:gs>
                <a:gs pos="42857">
                  <a:srgbClr val="00318E">
                    <a:alpha val="12892"/>
                  </a:srgbClr>
                </a:gs>
                <a:gs pos="57143">
                  <a:srgbClr val="00318E">
                    <a:alpha val="7363"/>
                  </a:srgbClr>
                </a:gs>
                <a:gs pos="71429">
                  <a:srgbClr val="00318E">
                    <a:alpha val="3517"/>
                  </a:srgbClr>
                </a:gs>
                <a:gs pos="85714">
                  <a:srgbClr val="00318E">
                    <a:alpha val="1406"/>
                  </a:srgbClr>
                </a:gs>
                <a:gs pos="100000">
                  <a:srgbClr val="00318E">
                    <a:alpha val="472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165" name="Splat 1165"/>
            <p:cNvSpPr>
              <a:spLocks noGrp="1"/>
            </p:cNvSpPr>
            <p:nvPr/>
          </p:nvSpPr>
          <p:spPr>
            <a:xfrm rot="6126207">
              <a:off x="3292587" y="3534438"/>
              <a:ext cx="439679" cy="55778"/>
            </a:xfrm>
            <a:prstGeom prst="ellipse">
              <a:avLst/>
            </a:prstGeom>
            <a:gradFill>
              <a:gsLst>
                <a:gs pos="0">
                  <a:srgbClr val="557492">
                    <a:alpha val="10502"/>
                  </a:srgbClr>
                </a:gs>
                <a:gs pos="14286">
                  <a:srgbClr val="557492">
                    <a:alpha val="9695"/>
                  </a:srgbClr>
                </a:gs>
                <a:gs pos="28571">
                  <a:srgbClr val="557492">
                    <a:alpha val="7613"/>
                  </a:srgbClr>
                </a:gs>
                <a:gs pos="42857">
                  <a:srgbClr val="557492">
                    <a:alpha val="5061"/>
                  </a:srgbClr>
                </a:gs>
                <a:gs pos="57143">
                  <a:srgbClr val="557492">
                    <a:alpha val="2837"/>
                  </a:srgbClr>
                </a:gs>
                <a:gs pos="71429">
                  <a:srgbClr val="557492">
                    <a:alpha val="1338"/>
                  </a:srgbClr>
                </a:gs>
                <a:gs pos="85714">
                  <a:srgbClr val="557492">
                    <a:alpha val="531"/>
                  </a:srgbClr>
                </a:gs>
                <a:gs pos="100000">
                  <a:srgbClr val="557492">
                    <a:alpha val="178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166" name="Splat 1166"/>
            <p:cNvSpPr>
              <a:spLocks noGrp="1"/>
            </p:cNvSpPr>
            <p:nvPr/>
          </p:nvSpPr>
          <p:spPr>
            <a:xfrm rot="7655180">
              <a:off x="2136093" y="1588663"/>
              <a:ext cx="498766" cy="182712"/>
            </a:xfrm>
            <a:prstGeom prst="ellipse">
              <a:avLst/>
            </a:prstGeom>
            <a:gradFill>
              <a:gsLst>
                <a:gs pos="0">
                  <a:srgbClr val="AA7100">
                    <a:alpha val="27381"/>
                  </a:srgbClr>
                </a:gs>
                <a:gs pos="14286">
                  <a:srgbClr val="AA7100">
                    <a:alpha val="25478"/>
                  </a:srgbClr>
                </a:gs>
                <a:gs pos="28571">
                  <a:srgbClr val="AA7100">
                    <a:alpha val="20414"/>
                  </a:srgbClr>
                </a:gs>
                <a:gs pos="42857">
                  <a:srgbClr val="AA7100">
                    <a:alpha val="13909"/>
                  </a:srgbClr>
                </a:gs>
                <a:gs pos="57143">
                  <a:srgbClr val="AA7100">
                    <a:alpha val="7964"/>
                  </a:srgbClr>
                </a:gs>
                <a:gs pos="71429">
                  <a:srgbClr val="AA7100">
                    <a:alpha val="3810"/>
                  </a:srgbClr>
                </a:gs>
                <a:gs pos="85714">
                  <a:srgbClr val="AA7100">
                    <a:alpha val="1524"/>
                  </a:srgbClr>
                </a:gs>
                <a:gs pos="100000">
                  <a:srgbClr val="AA7100">
                    <a:alpha val="512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167" name="Splat 1167"/>
            <p:cNvSpPr>
              <a:spLocks noGrp="1"/>
            </p:cNvSpPr>
            <p:nvPr/>
          </p:nvSpPr>
          <p:spPr>
            <a:xfrm rot="4160674">
              <a:off x="1470246" y="3341875"/>
              <a:ext cx="532431" cy="95621"/>
            </a:xfrm>
            <a:prstGeom prst="ellipse">
              <a:avLst/>
            </a:prstGeom>
            <a:gradFill>
              <a:gsLst>
                <a:gs pos="0">
                  <a:srgbClr val="F1F3E6">
                    <a:alpha val="32968"/>
                  </a:srgbClr>
                </a:gs>
                <a:gs pos="14286">
                  <a:srgbClr val="F1F3E6">
                    <a:alpha val="30764"/>
                  </a:srgbClr>
                </a:gs>
                <a:gs pos="28571">
                  <a:srgbClr val="F1F3E6">
                    <a:alpha val="24833"/>
                  </a:srgbClr>
                </a:gs>
                <a:gs pos="42857">
                  <a:srgbClr val="F1F3E6">
                    <a:alpha val="17075"/>
                  </a:srgbClr>
                </a:gs>
                <a:gs pos="57143">
                  <a:srgbClr val="F1F3E6">
                    <a:alpha val="9855"/>
                  </a:srgbClr>
                </a:gs>
                <a:gs pos="71429">
                  <a:srgbClr val="F1F3E6">
                    <a:alpha val="4740"/>
                  </a:srgbClr>
                </a:gs>
                <a:gs pos="85714">
                  <a:srgbClr val="F1F3E6">
                    <a:alpha val="1902"/>
                  </a:srgbClr>
                </a:gs>
                <a:gs pos="100000">
                  <a:srgbClr val="F1F3E6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168" name="Splat 1168"/>
            <p:cNvSpPr>
              <a:spLocks noGrp="1"/>
            </p:cNvSpPr>
            <p:nvPr/>
          </p:nvSpPr>
          <p:spPr>
            <a:xfrm rot="6188510">
              <a:off x="1873034" y="2461150"/>
              <a:ext cx="230999" cy="195241"/>
            </a:xfrm>
            <a:prstGeom prst="ellipse">
              <a:avLst/>
            </a:prstGeom>
            <a:gradFill>
              <a:gsLst>
                <a:gs pos="0">
                  <a:srgbClr val="583800">
                    <a:alpha val="21970"/>
                  </a:srgbClr>
                </a:gs>
                <a:gs pos="14286">
                  <a:srgbClr val="583800">
                    <a:alpha val="20388"/>
                  </a:srgbClr>
                </a:gs>
                <a:gs pos="28571">
                  <a:srgbClr val="583800">
                    <a:alpha val="16225"/>
                  </a:srgbClr>
                </a:gs>
                <a:gs pos="42857">
                  <a:srgbClr val="583800">
                    <a:alpha val="10963"/>
                  </a:srgbClr>
                </a:gs>
                <a:gs pos="57143">
                  <a:srgbClr val="583800">
                    <a:alpha val="6232"/>
                  </a:srgbClr>
                </a:gs>
                <a:gs pos="71429">
                  <a:srgbClr val="583800">
                    <a:alpha val="2967"/>
                  </a:srgbClr>
                </a:gs>
                <a:gs pos="85714">
                  <a:srgbClr val="583800">
                    <a:alpha val="1184"/>
                  </a:srgbClr>
                </a:gs>
                <a:gs pos="100000">
                  <a:srgbClr val="583800">
                    <a:alpha val="397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169" name="Splat 1169"/>
            <p:cNvSpPr>
              <a:spLocks noGrp="1"/>
            </p:cNvSpPr>
            <p:nvPr/>
          </p:nvSpPr>
          <p:spPr>
            <a:xfrm rot="5006846">
              <a:off x="3201852" y="3153025"/>
              <a:ext cx="447268" cy="49138"/>
            </a:xfrm>
            <a:prstGeom prst="ellipse">
              <a:avLst/>
            </a:prstGeom>
            <a:gradFill>
              <a:gsLst>
                <a:gs pos="0">
                  <a:srgbClr val="FEF7FE">
                    <a:alpha val="21015"/>
                  </a:srgbClr>
                </a:gs>
                <a:gs pos="14286">
                  <a:srgbClr val="FEF7FE">
                    <a:alpha val="19494"/>
                  </a:srgbClr>
                </a:gs>
                <a:gs pos="28571">
                  <a:srgbClr val="FEF7FE">
                    <a:alpha val="15495"/>
                  </a:srgbClr>
                </a:gs>
                <a:gs pos="42857">
                  <a:srgbClr val="FEF7FE">
                    <a:alpha val="10455"/>
                  </a:srgbClr>
                </a:gs>
                <a:gs pos="57143">
                  <a:srgbClr val="FEF7FE">
                    <a:alpha val="5936"/>
                  </a:srgbClr>
                </a:gs>
                <a:gs pos="71429">
                  <a:srgbClr val="FEF7FE">
                    <a:alpha val="2824"/>
                  </a:srgbClr>
                </a:gs>
                <a:gs pos="85714">
                  <a:srgbClr val="FEF7FE">
                    <a:alpha val="1126"/>
                  </a:srgbClr>
                </a:gs>
                <a:gs pos="100000">
                  <a:srgbClr val="FEF7FE">
                    <a:alpha val="378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170" name="Splat 1170"/>
            <p:cNvSpPr>
              <a:spLocks noGrp="1"/>
            </p:cNvSpPr>
            <p:nvPr/>
          </p:nvSpPr>
          <p:spPr>
            <a:xfrm rot="-9610188">
              <a:off x="1944027" y="2177196"/>
              <a:ext cx="651666" cy="278236"/>
            </a:xfrm>
            <a:prstGeom prst="ellipse">
              <a:avLst/>
            </a:prstGeom>
            <a:gradFill>
              <a:gsLst>
                <a:gs pos="0">
                  <a:srgbClr val="CDA200">
                    <a:alpha val="32968"/>
                  </a:srgbClr>
                </a:gs>
                <a:gs pos="14286">
                  <a:srgbClr val="CDA200">
                    <a:alpha val="30764"/>
                  </a:srgbClr>
                </a:gs>
                <a:gs pos="28571">
                  <a:srgbClr val="CDA200">
                    <a:alpha val="24833"/>
                  </a:srgbClr>
                </a:gs>
                <a:gs pos="42857">
                  <a:srgbClr val="CDA200">
                    <a:alpha val="17075"/>
                  </a:srgbClr>
                </a:gs>
                <a:gs pos="57143">
                  <a:srgbClr val="CDA200">
                    <a:alpha val="9855"/>
                  </a:srgbClr>
                </a:gs>
                <a:gs pos="71429">
                  <a:srgbClr val="CDA200">
                    <a:alpha val="4740"/>
                  </a:srgbClr>
                </a:gs>
                <a:gs pos="85714">
                  <a:srgbClr val="CDA200">
                    <a:alpha val="1902"/>
                  </a:srgbClr>
                </a:gs>
                <a:gs pos="100000">
                  <a:srgbClr val="CDA200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171" name="Splat 1171"/>
            <p:cNvSpPr>
              <a:spLocks noGrp="1"/>
            </p:cNvSpPr>
            <p:nvPr/>
          </p:nvSpPr>
          <p:spPr>
            <a:xfrm rot="6238532">
              <a:off x="196428" y="1390699"/>
              <a:ext cx="578651" cy="87933"/>
            </a:xfrm>
            <a:prstGeom prst="ellipse">
              <a:avLst/>
            </a:prstGeom>
            <a:gradFill>
              <a:gsLst>
                <a:gs pos="0">
                  <a:srgbClr val="FFF2D0">
                    <a:alpha val="32968"/>
                  </a:srgbClr>
                </a:gs>
                <a:gs pos="14286">
                  <a:srgbClr val="FFF2D0">
                    <a:alpha val="30764"/>
                  </a:srgbClr>
                </a:gs>
                <a:gs pos="28571">
                  <a:srgbClr val="FFF2D0">
                    <a:alpha val="24833"/>
                  </a:srgbClr>
                </a:gs>
                <a:gs pos="42857">
                  <a:srgbClr val="FFF2D0">
                    <a:alpha val="17075"/>
                  </a:srgbClr>
                </a:gs>
                <a:gs pos="57143">
                  <a:srgbClr val="FFF2D0">
                    <a:alpha val="9855"/>
                  </a:srgbClr>
                </a:gs>
                <a:gs pos="71429">
                  <a:srgbClr val="FFF2D0">
                    <a:alpha val="4740"/>
                  </a:srgbClr>
                </a:gs>
                <a:gs pos="85714">
                  <a:srgbClr val="FFF2D0">
                    <a:alpha val="1902"/>
                  </a:srgbClr>
                </a:gs>
                <a:gs pos="100000">
                  <a:srgbClr val="FFF2D0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172" name="Splat 1172"/>
            <p:cNvSpPr>
              <a:spLocks noGrp="1"/>
            </p:cNvSpPr>
            <p:nvPr/>
          </p:nvSpPr>
          <p:spPr>
            <a:xfrm rot="7306795">
              <a:off x="3269186" y="2522962"/>
              <a:ext cx="409979" cy="310257"/>
            </a:xfrm>
            <a:prstGeom prst="ellipse">
              <a:avLst/>
            </a:prstGeom>
            <a:gradFill>
              <a:gsLst>
                <a:gs pos="0">
                  <a:srgbClr val="7ECC00">
                    <a:alpha val="2069"/>
                  </a:srgbClr>
                </a:gs>
                <a:gs pos="14286">
                  <a:srgbClr val="7ECC00">
                    <a:alpha val="1904"/>
                  </a:srgbClr>
                </a:gs>
                <a:gs pos="28571">
                  <a:srgbClr val="7ECC00">
                    <a:alpha val="1481"/>
                  </a:srgbClr>
                </a:gs>
                <a:gs pos="42857">
                  <a:srgbClr val="7ECC00">
                    <a:alpha val="974"/>
                  </a:srgbClr>
                </a:gs>
                <a:gs pos="57143">
                  <a:srgbClr val="7ECC00">
                    <a:alpha val="541"/>
                  </a:srgbClr>
                </a:gs>
                <a:gs pos="71429">
                  <a:srgbClr val="7ECC00">
                    <a:alpha val="254"/>
                  </a:srgbClr>
                </a:gs>
                <a:gs pos="85714">
                  <a:srgbClr val="7ECC00">
                    <a:alpha val="100"/>
                  </a:srgbClr>
                </a:gs>
                <a:gs pos="100000">
                  <a:srgbClr val="7ECC00">
                    <a:alpha val="34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173" name="Splat 1173"/>
            <p:cNvSpPr>
              <a:spLocks noGrp="1"/>
            </p:cNvSpPr>
            <p:nvPr/>
          </p:nvSpPr>
          <p:spPr>
            <a:xfrm rot="3068161">
              <a:off x="-123777" y="2286503"/>
              <a:ext cx="781733" cy="136732"/>
            </a:xfrm>
            <a:prstGeom prst="ellipse">
              <a:avLst/>
            </a:prstGeom>
            <a:gradFill>
              <a:gsLst>
                <a:gs pos="0">
                  <a:srgbClr val="FEFDF9">
                    <a:alpha val="32968"/>
                  </a:srgbClr>
                </a:gs>
                <a:gs pos="14286">
                  <a:srgbClr val="FEFDF9">
                    <a:alpha val="30764"/>
                  </a:srgbClr>
                </a:gs>
                <a:gs pos="28571">
                  <a:srgbClr val="FEFDF9">
                    <a:alpha val="24833"/>
                  </a:srgbClr>
                </a:gs>
                <a:gs pos="42857">
                  <a:srgbClr val="FEFDF9">
                    <a:alpha val="17075"/>
                  </a:srgbClr>
                </a:gs>
                <a:gs pos="57143">
                  <a:srgbClr val="FEFDF9">
                    <a:alpha val="9855"/>
                  </a:srgbClr>
                </a:gs>
                <a:gs pos="71429">
                  <a:srgbClr val="FEFDF9">
                    <a:alpha val="4740"/>
                  </a:srgbClr>
                </a:gs>
                <a:gs pos="85714">
                  <a:srgbClr val="FEFDF9">
                    <a:alpha val="1902"/>
                  </a:srgbClr>
                </a:gs>
                <a:gs pos="100000">
                  <a:srgbClr val="FEFDF9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174" name="Splat 1174"/>
            <p:cNvSpPr>
              <a:spLocks noGrp="1"/>
            </p:cNvSpPr>
            <p:nvPr/>
          </p:nvSpPr>
          <p:spPr>
            <a:xfrm rot="-9453826">
              <a:off x="2183868" y="-167873"/>
              <a:ext cx="370855" cy="340382"/>
            </a:xfrm>
            <a:prstGeom prst="ellipse">
              <a:avLst/>
            </a:prstGeom>
            <a:gradFill>
              <a:gsLst>
                <a:gs pos="0">
                  <a:srgbClr val="530000">
                    <a:alpha val="6021"/>
                  </a:srgbClr>
                </a:gs>
                <a:gs pos="14286">
                  <a:srgbClr val="530000">
                    <a:alpha val="5547"/>
                  </a:srgbClr>
                </a:gs>
                <a:gs pos="28571">
                  <a:srgbClr val="530000">
                    <a:alpha val="4335"/>
                  </a:srgbClr>
                </a:gs>
                <a:gs pos="42857">
                  <a:srgbClr val="530000">
                    <a:alpha val="2865"/>
                  </a:srgbClr>
                </a:gs>
                <a:gs pos="57143">
                  <a:srgbClr val="530000">
                    <a:alpha val="1598"/>
                  </a:srgbClr>
                </a:gs>
                <a:gs pos="71429">
                  <a:srgbClr val="530000">
                    <a:alpha val="751"/>
                  </a:srgbClr>
                </a:gs>
                <a:gs pos="85714">
                  <a:srgbClr val="530000">
                    <a:alpha val="298"/>
                  </a:srgbClr>
                </a:gs>
                <a:gs pos="100000">
                  <a:srgbClr val="530000">
                    <a:alpha val="100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175" name="Splat 1175"/>
            <p:cNvSpPr>
              <a:spLocks noGrp="1"/>
            </p:cNvSpPr>
            <p:nvPr/>
          </p:nvSpPr>
          <p:spPr>
            <a:xfrm rot="9093172">
              <a:off x="3074049" y="-24058"/>
              <a:ext cx="468906" cy="188628"/>
            </a:xfrm>
            <a:prstGeom prst="ellipse">
              <a:avLst/>
            </a:prstGeom>
            <a:gradFill>
              <a:gsLst>
                <a:gs pos="0">
                  <a:srgbClr val="E0E4E4">
                    <a:alpha val="31596"/>
                  </a:srgbClr>
                </a:gs>
                <a:gs pos="14286">
                  <a:srgbClr val="E0E4E4">
                    <a:alpha val="29463"/>
                  </a:srgbClr>
                </a:gs>
                <a:gs pos="28571">
                  <a:srgbClr val="E0E4E4">
                    <a:alpha val="23739"/>
                  </a:srgbClr>
                </a:gs>
                <a:gs pos="42857">
                  <a:srgbClr val="E0E4E4">
                    <a:alpha val="16285"/>
                  </a:srgbClr>
                </a:gs>
                <a:gs pos="57143">
                  <a:srgbClr val="E0E4E4">
                    <a:alpha val="9380"/>
                  </a:srgbClr>
                </a:gs>
                <a:gs pos="71429">
                  <a:srgbClr val="E0E4E4">
                    <a:alpha val="4506"/>
                  </a:srgbClr>
                </a:gs>
                <a:gs pos="85714">
                  <a:srgbClr val="E0E4E4">
                    <a:alpha val="1807"/>
                  </a:srgbClr>
                </a:gs>
                <a:gs pos="100000">
                  <a:srgbClr val="E0E4E4">
                    <a:alpha val="607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176" name="Splat 1176"/>
            <p:cNvSpPr>
              <a:spLocks noGrp="1"/>
            </p:cNvSpPr>
            <p:nvPr/>
          </p:nvSpPr>
          <p:spPr>
            <a:xfrm rot="5939268">
              <a:off x="696147" y="3188283"/>
              <a:ext cx="635132" cy="304932"/>
            </a:xfrm>
            <a:prstGeom prst="ellipse">
              <a:avLst/>
            </a:prstGeom>
            <a:gradFill>
              <a:gsLst>
                <a:gs pos="0">
                  <a:srgbClr val="794600">
                    <a:alpha val="32968"/>
                  </a:srgbClr>
                </a:gs>
                <a:gs pos="14286">
                  <a:srgbClr val="794600">
                    <a:alpha val="30764"/>
                  </a:srgbClr>
                </a:gs>
                <a:gs pos="28571">
                  <a:srgbClr val="794600">
                    <a:alpha val="24833"/>
                  </a:srgbClr>
                </a:gs>
                <a:gs pos="42857">
                  <a:srgbClr val="794600">
                    <a:alpha val="17075"/>
                  </a:srgbClr>
                </a:gs>
                <a:gs pos="57143">
                  <a:srgbClr val="794600">
                    <a:alpha val="9855"/>
                  </a:srgbClr>
                </a:gs>
                <a:gs pos="71429">
                  <a:srgbClr val="794600">
                    <a:alpha val="4740"/>
                  </a:srgbClr>
                </a:gs>
                <a:gs pos="85714">
                  <a:srgbClr val="794600">
                    <a:alpha val="1902"/>
                  </a:srgbClr>
                </a:gs>
                <a:gs pos="100000">
                  <a:srgbClr val="794600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177" name="Splat 1177"/>
            <p:cNvSpPr>
              <a:spLocks noGrp="1"/>
            </p:cNvSpPr>
            <p:nvPr/>
          </p:nvSpPr>
          <p:spPr>
            <a:xfrm rot="-10264803">
              <a:off x="3216907" y="3026064"/>
              <a:ext cx="359469" cy="348071"/>
            </a:xfrm>
            <a:prstGeom prst="ellipse">
              <a:avLst/>
            </a:prstGeom>
            <a:gradFill>
              <a:gsLst>
                <a:gs pos="0">
                  <a:srgbClr val="C6C296">
                    <a:alpha val="3349"/>
                  </a:srgbClr>
                </a:gs>
                <a:gs pos="14286">
                  <a:srgbClr val="C6C296">
                    <a:alpha val="3082"/>
                  </a:srgbClr>
                </a:gs>
                <a:gs pos="28571">
                  <a:srgbClr val="C6C296">
                    <a:alpha val="2401"/>
                  </a:srgbClr>
                </a:gs>
                <a:gs pos="42857">
                  <a:srgbClr val="C6C296">
                    <a:alpha val="1582"/>
                  </a:srgbClr>
                </a:gs>
                <a:gs pos="57143">
                  <a:srgbClr val="C6C296">
                    <a:alpha val="880"/>
                  </a:srgbClr>
                </a:gs>
                <a:gs pos="71429">
                  <a:srgbClr val="C6C296">
                    <a:alpha val="413"/>
                  </a:srgbClr>
                </a:gs>
                <a:gs pos="85714">
                  <a:srgbClr val="C6C296">
                    <a:alpha val="163"/>
                  </a:srgbClr>
                </a:gs>
                <a:gs pos="100000">
                  <a:srgbClr val="C6C296">
                    <a:alpha val="55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178" name="Splat 1178"/>
            <p:cNvSpPr>
              <a:spLocks noGrp="1"/>
            </p:cNvSpPr>
            <p:nvPr/>
          </p:nvSpPr>
          <p:spPr>
            <a:xfrm rot="4891764">
              <a:off x="2433660" y="2941399"/>
              <a:ext cx="694618" cy="167228"/>
            </a:xfrm>
            <a:prstGeom prst="ellipse">
              <a:avLst/>
            </a:prstGeom>
            <a:gradFill>
              <a:gsLst>
                <a:gs pos="0">
                  <a:srgbClr val="BECBEE">
                    <a:alpha val="32968"/>
                  </a:srgbClr>
                </a:gs>
                <a:gs pos="14286">
                  <a:srgbClr val="BECBEE">
                    <a:alpha val="30764"/>
                  </a:srgbClr>
                </a:gs>
                <a:gs pos="28571">
                  <a:srgbClr val="BECBEE">
                    <a:alpha val="24833"/>
                  </a:srgbClr>
                </a:gs>
                <a:gs pos="42857">
                  <a:srgbClr val="BECBEE">
                    <a:alpha val="17075"/>
                  </a:srgbClr>
                </a:gs>
                <a:gs pos="57143">
                  <a:srgbClr val="BECBEE">
                    <a:alpha val="9855"/>
                  </a:srgbClr>
                </a:gs>
                <a:gs pos="71429">
                  <a:srgbClr val="BECBEE">
                    <a:alpha val="4740"/>
                  </a:srgbClr>
                </a:gs>
                <a:gs pos="85714">
                  <a:srgbClr val="BECBEE">
                    <a:alpha val="1902"/>
                  </a:srgbClr>
                </a:gs>
                <a:gs pos="100000">
                  <a:srgbClr val="BECBEE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179" name="Splat 1179"/>
            <p:cNvSpPr>
              <a:spLocks noGrp="1"/>
            </p:cNvSpPr>
            <p:nvPr/>
          </p:nvSpPr>
          <p:spPr>
            <a:xfrm rot="6066776">
              <a:off x="1156273" y="1116940"/>
              <a:ext cx="650095" cy="101548"/>
            </a:xfrm>
            <a:prstGeom prst="ellipse">
              <a:avLst/>
            </a:prstGeom>
            <a:gradFill>
              <a:gsLst>
                <a:gs pos="0">
                  <a:srgbClr val="5C0000">
                    <a:alpha val="32968"/>
                  </a:srgbClr>
                </a:gs>
                <a:gs pos="14286">
                  <a:srgbClr val="5C0000">
                    <a:alpha val="30764"/>
                  </a:srgbClr>
                </a:gs>
                <a:gs pos="28571">
                  <a:srgbClr val="5C0000">
                    <a:alpha val="24833"/>
                  </a:srgbClr>
                </a:gs>
                <a:gs pos="42857">
                  <a:srgbClr val="5C0000">
                    <a:alpha val="17075"/>
                  </a:srgbClr>
                </a:gs>
                <a:gs pos="57143">
                  <a:srgbClr val="5C0000">
                    <a:alpha val="9855"/>
                  </a:srgbClr>
                </a:gs>
                <a:gs pos="71429">
                  <a:srgbClr val="5C0000">
                    <a:alpha val="4740"/>
                  </a:srgbClr>
                </a:gs>
                <a:gs pos="85714">
                  <a:srgbClr val="5C0000">
                    <a:alpha val="1902"/>
                  </a:srgbClr>
                </a:gs>
                <a:gs pos="100000">
                  <a:srgbClr val="5C0000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180" name="Splat 1180"/>
            <p:cNvSpPr>
              <a:spLocks noGrp="1"/>
            </p:cNvSpPr>
            <p:nvPr/>
          </p:nvSpPr>
          <p:spPr>
            <a:xfrm rot="2788872">
              <a:off x="413006" y="2332995"/>
              <a:ext cx="357317" cy="307013"/>
            </a:xfrm>
            <a:prstGeom prst="ellipse">
              <a:avLst/>
            </a:prstGeom>
            <a:gradFill>
              <a:gsLst>
                <a:gs pos="0">
                  <a:srgbClr val="000000">
                    <a:alpha val="5179"/>
                  </a:srgbClr>
                </a:gs>
                <a:gs pos="14286">
                  <a:srgbClr val="000000">
                    <a:alpha val="4770"/>
                  </a:srgbClr>
                </a:gs>
                <a:gs pos="28571">
                  <a:srgbClr val="000000">
                    <a:alpha val="3724"/>
                  </a:srgbClr>
                </a:gs>
                <a:gs pos="42857">
                  <a:srgbClr val="000000">
                    <a:alpha val="2459"/>
                  </a:srgbClr>
                </a:gs>
                <a:gs pos="57143">
                  <a:srgbClr val="000000">
                    <a:alpha val="1370"/>
                  </a:srgbClr>
                </a:gs>
                <a:gs pos="71429">
                  <a:srgbClr val="000000">
                    <a:alpha val="644"/>
                  </a:srgbClr>
                </a:gs>
                <a:gs pos="85714">
                  <a:srgbClr val="000000">
                    <a:alpha val="255"/>
                  </a:srgbClr>
                </a:gs>
                <a:gs pos="100000">
                  <a:srgbClr val="000000">
                    <a:alpha val="85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181" name="Splat 1181"/>
            <p:cNvSpPr>
              <a:spLocks noGrp="1"/>
            </p:cNvSpPr>
            <p:nvPr/>
          </p:nvSpPr>
          <p:spPr>
            <a:xfrm rot="-10132157">
              <a:off x="3349661" y="3467113"/>
              <a:ext cx="477904" cy="98747"/>
            </a:xfrm>
            <a:prstGeom prst="ellipse">
              <a:avLst/>
            </a:prstGeom>
            <a:gradFill>
              <a:gsLst>
                <a:gs pos="0">
                  <a:srgbClr val="604C7D">
                    <a:alpha val="8570"/>
                  </a:srgbClr>
                </a:gs>
                <a:gs pos="14286">
                  <a:srgbClr val="604C7D">
                    <a:alpha val="7905"/>
                  </a:srgbClr>
                </a:gs>
                <a:gs pos="28571">
                  <a:srgbClr val="604C7D">
                    <a:alpha val="6194"/>
                  </a:srgbClr>
                </a:gs>
                <a:gs pos="42857">
                  <a:srgbClr val="604C7D">
                    <a:alpha val="4107"/>
                  </a:srgbClr>
                </a:gs>
                <a:gs pos="57143">
                  <a:srgbClr val="604C7D">
                    <a:alpha val="2297"/>
                  </a:srgbClr>
                </a:gs>
                <a:gs pos="71429">
                  <a:srgbClr val="604C7D">
                    <a:alpha val="1082"/>
                  </a:srgbClr>
                </a:gs>
                <a:gs pos="85714">
                  <a:srgbClr val="604C7D">
                    <a:alpha val="429"/>
                  </a:srgbClr>
                </a:gs>
                <a:gs pos="100000">
                  <a:srgbClr val="604C7D">
                    <a:alpha val="144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182" name="Splat 1182"/>
            <p:cNvSpPr>
              <a:spLocks noGrp="1"/>
            </p:cNvSpPr>
            <p:nvPr/>
          </p:nvSpPr>
          <p:spPr>
            <a:xfrm rot="-10458971">
              <a:off x="2203393" y="969835"/>
              <a:ext cx="384722" cy="70521"/>
            </a:xfrm>
            <a:prstGeom prst="ellipse">
              <a:avLst/>
            </a:prstGeom>
            <a:gradFill>
              <a:gsLst>
                <a:gs pos="0">
                  <a:srgbClr val="F0E0D6">
                    <a:alpha val="22410"/>
                  </a:srgbClr>
                </a:gs>
                <a:gs pos="14286">
                  <a:srgbClr val="F0E0D6">
                    <a:alpha val="20801"/>
                  </a:srgbClr>
                </a:gs>
                <a:gs pos="28571">
                  <a:srgbClr val="F0E0D6">
                    <a:alpha val="16563"/>
                  </a:srgbClr>
                </a:gs>
                <a:gs pos="42857">
                  <a:srgbClr val="F0E0D6">
                    <a:alpha val="11199"/>
                  </a:srgbClr>
                </a:gs>
                <a:gs pos="57143">
                  <a:srgbClr val="F0E0D6">
                    <a:alpha val="6369"/>
                  </a:srgbClr>
                </a:gs>
                <a:gs pos="71429">
                  <a:srgbClr val="F0E0D6">
                    <a:alpha val="3034"/>
                  </a:srgbClr>
                </a:gs>
                <a:gs pos="85714">
                  <a:srgbClr val="F0E0D6">
                    <a:alpha val="1211"/>
                  </a:srgbClr>
                </a:gs>
                <a:gs pos="100000">
                  <a:srgbClr val="F0E0D6">
                    <a:alpha val="406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183" name="Splat 1183"/>
            <p:cNvSpPr>
              <a:spLocks noGrp="1"/>
            </p:cNvSpPr>
            <p:nvPr/>
          </p:nvSpPr>
          <p:spPr>
            <a:xfrm rot="4609395">
              <a:off x="3127439" y="133714"/>
              <a:ext cx="427413" cy="66587"/>
            </a:xfrm>
            <a:prstGeom prst="ellipse">
              <a:avLst/>
            </a:prstGeom>
            <a:gradFill>
              <a:gsLst>
                <a:gs pos="0">
                  <a:srgbClr val="F4F7FF">
                    <a:alpha val="24788"/>
                  </a:srgbClr>
                </a:gs>
                <a:gs pos="14286">
                  <a:srgbClr val="F4F7FF">
                    <a:alpha val="23035"/>
                  </a:srgbClr>
                </a:gs>
                <a:gs pos="28571">
                  <a:srgbClr val="F4F7FF">
                    <a:alpha val="18396"/>
                  </a:srgbClr>
                </a:gs>
                <a:gs pos="42857">
                  <a:srgbClr val="F4F7FF">
                    <a:alpha val="12483"/>
                  </a:srgbClr>
                </a:gs>
                <a:gs pos="57143">
                  <a:srgbClr val="F4F7FF">
                    <a:alpha val="7122"/>
                  </a:srgbClr>
                </a:gs>
                <a:gs pos="71429">
                  <a:srgbClr val="F4F7FF">
                    <a:alpha val="3399"/>
                  </a:srgbClr>
                </a:gs>
                <a:gs pos="85714">
                  <a:srgbClr val="F4F7FF">
                    <a:alpha val="1358"/>
                  </a:srgbClr>
                </a:gs>
                <a:gs pos="100000">
                  <a:srgbClr val="F4F7FF">
                    <a:alpha val="456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184" name="Splat 1184"/>
            <p:cNvSpPr>
              <a:spLocks noGrp="1"/>
            </p:cNvSpPr>
            <p:nvPr/>
          </p:nvSpPr>
          <p:spPr>
            <a:xfrm rot="-10121389">
              <a:off x="333532" y="2348680"/>
              <a:ext cx="544829" cy="140236"/>
            </a:xfrm>
            <a:prstGeom prst="ellipse">
              <a:avLst/>
            </a:prstGeom>
            <a:gradFill>
              <a:gsLst>
                <a:gs pos="0">
                  <a:srgbClr val="A46000">
                    <a:alpha val="31443"/>
                  </a:srgbClr>
                </a:gs>
                <a:gs pos="14286">
                  <a:srgbClr val="A46000">
                    <a:alpha val="29317"/>
                  </a:srgbClr>
                </a:gs>
                <a:gs pos="28571">
                  <a:srgbClr val="A46000">
                    <a:alpha val="23616"/>
                  </a:srgbClr>
                </a:gs>
                <a:gs pos="42857">
                  <a:srgbClr val="A46000">
                    <a:alpha val="16197"/>
                  </a:srgbClr>
                </a:gs>
                <a:gs pos="57143">
                  <a:srgbClr val="A46000">
                    <a:alpha val="9327"/>
                  </a:srgbClr>
                </a:gs>
                <a:gs pos="71429">
                  <a:srgbClr val="A46000">
                    <a:alpha val="4480"/>
                  </a:srgbClr>
                </a:gs>
                <a:gs pos="85714">
                  <a:srgbClr val="A46000">
                    <a:alpha val="1796"/>
                  </a:srgbClr>
                </a:gs>
                <a:gs pos="100000">
                  <a:srgbClr val="A46000">
                    <a:alpha val="604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185" name="Splat 1185"/>
            <p:cNvSpPr>
              <a:spLocks noGrp="1"/>
            </p:cNvSpPr>
            <p:nvPr/>
          </p:nvSpPr>
          <p:spPr>
            <a:xfrm rot="-10194734">
              <a:off x="603070" y="2693098"/>
              <a:ext cx="409607" cy="89255"/>
            </a:xfrm>
            <a:prstGeom prst="ellipse">
              <a:avLst/>
            </a:prstGeom>
            <a:gradFill>
              <a:gsLst>
                <a:gs pos="0">
                  <a:srgbClr val="BF9800">
                    <a:alpha val="9607"/>
                  </a:srgbClr>
                </a:gs>
                <a:gs pos="14286">
                  <a:srgbClr val="BF9800">
                    <a:alpha val="8865"/>
                  </a:srgbClr>
                </a:gs>
                <a:gs pos="28571">
                  <a:srgbClr val="BF9800">
                    <a:alpha val="6954"/>
                  </a:srgbClr>
                </a:gs>
                <a:gs pos="42857">
                  <a:srgbClr val="BF9800">
                    <a:alpha val="4618"/>
                  </a:srgbClr>
                </a:gs>
                <a:gs pos="57143">
                  <a:srgbClr val="BF9800">
                    <a:alpha val="2586"/>
                  </a:srgbClr>
                </a:gs>
                <a:gs pos="71429">
                  <a:srgbClr val="BF9800">
                    <a:alpha val="1219"/>
                  </a:srgbClr>
                </a:gs>
                <a:gs pos="85714">
                  <a:srgbClr val="BF9800">
                    <a:alpha val="484"/>
                  </a:srgbClr>
                </a:gs>
                <a:gs pos="100000">
                  <a:srgbClr val="BF9800">
                    <a:alpha val="162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186" name="Splat 1186"/>
            <p:cNvSpPr>
              <a:spLocks noGrp="1"/>
            </p:cNvSpPr>
            <p:nvPr/>
          </p:nvSpPr>
          <p:spPr>
            <a:xfrm rot="-9435643">
              <a:off x="2508339" y="212844"/>
              <a:ext cx="308004" cy="63854"/>
            </a:xfrm>
            <a:prstGeom prst="ellipse">
              <a:avLst/>
            </a:prstGeom>
            <a:gradFill>
              <a:gsLst>
                <a:gs pos="0">
                  <a:srgbClr val="F8D9B1">
                    <a:alpha val="32968"/>
                  </a:srgbClr>
                </a:gs>
                <a:gs pos="14286">
                  <a:srgbClr val="F8D9B1">
                    <a:alpha val="30764"/>
                  </a:srgbClr>
                </a:gs>
                <a:gs pos="28571">
                  <a:srgbClr val="F8D9B1">
                    <a:alpha val="24833"/>
                  </a:srgbClr>
                </a:gs>
                <a:gs pos="42857">
                  <a:srgbClr val="F8D9B1">
                    <a:alpha val="17075"/>
                  </a:srgbClr>
                </a:gs>
                <a:gs pos="57143">
                  <a:srgbClr val="F8D9B1">
                    <a:alpha val="9855"/>
                  </a:srgbClr>
                </a:gs>
                <a:gs pos="71429">
                  <a:srgbClr val="F8D9B1">
                    <a:alpha val="4740"/>
                  </a:srgbClr>
                </a:gs>
                <a:gs pos="85714">
                  <a:srgbClr val="F8D9B1">
                    <a:alpha val="1902"/>
                  </a:srgbClr>
                </a:gs>
                <a:gs pos="100000">
                  <a:srgbClr val="F8D9B1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187" name="Splat 1187"/>
            <p:cNvSpPr>
              <a:spLocks noGrp="1"/>
            </p:cNvSpPr>
            <p:nvPr/>
          </p:nvSpPr>
          <p:spPr>
            <a:xfrm rot="6151304">
              <a:off x="2547676" y="2462516"/>
              <a:ext cx="313305" cy="192953"/>
            </a:xfrm>
            <a:prstGeom prst="ellipse">
              <a:avLst/>
            </a:prstGeom>
            <a:gradFill>
              <a:gsLst>
                <a:gs pos="0">
                  <a:srgbClr val="FFFEEF">
                    <a:alpha val="32968"/>
                  </a:srgbClr>
                </a:gs>
                <a:gs pos="14286">
                  <a:srgbClr val="FFFEEF">
                    <a:alpha val="30764"/>
                  </a:srgbClr>
                </a:gs>
                <a:gs pos="28571">
                  <a:srgbClr val="FFFEEF">
                    <a:alpha val="24833"/>
                  </a:srgbClr>
                </a:gs>
                <a:gs pos="42857">
                  <a:srgbClr val="FFFEEF">
                    <a:alpha val="17075"/>
                  </a:srgbClr>
                </a:gs>
                <a:gs pos="57143">
                  <a:srgbClr val="FFFEEF">
                    <a:alpha val="9855"/>
                  </a:srgbClr>
                </a:gs>
                <a:gs pos="71429">
                  <a:srgbClr val="FFFEEF">
                    <a:alpha val="4740"/>
                  </a:srgbClr>
                </a:gs>
                <a:gs pos="85714">
                  <a:srgbClr val="FFFEEF">
                    <a:alpha val="1902"/>
                  </a:srgbClr>
                </a:gs>
                <a:gs pos="100000">
                  <a:srgbClr val="FFFEEF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188" name="Splat 1188"/>
            <p:cNvSpPr>
              <a:spLocks noGrp="1"/>
            </p:cNvSpPr>
            <p:nvPr/>
          </p:nvSpPr>
          <p:spPr>
            <a:xfrm rot="-8660631">
              <a:off x="2222246" y="1306854"/>
              <a:ext cx="692873" cy="165913"/>
            </a:xfrm>
            <a:prstGeom prst="ellipse">
              <a:avLst/>
            </a:prstGeom>
            <a:gradFill>
              <a:gsLst>
                <a:gs pos="0">
                  <a:srgbClr val="A36900">
                    <a:alpha val="28029"/>
                  </a:srgbClr>
                </a:gs>
                <a:gs pos="14286">
                  <a:srgbClr val="A36900">
                    <a:alpha val="26089"/>
                  </a:srgbClr>
                </a:gs>
                <a:gs pos="28571">
                  <a:srgbClr val="A36900">
                    <a:alpha val="20921"/>
                  </a:srgbClr>
                </a:gs>
                <a:gs pos="42857">
                  <a:srgbClr val="A36900">
                    <a:alpha val="14269"/>
                  </a:srgbClr>
                </a:gs>
                <a:gs pos="57143">
                  <a:srgbClr val="A36900">
                    <a:alpha val="8177"/>
                  </a:srgbClr>
                </a:gs>
                <a:gs pos="71429">
                  <a:srgbClr val="A36900">
                    <a:alpha val="3915"/>
                  </a:srgbClr>
                </a:gs>
                <a:gs pos="85714">
                  <a:srgbClr val="A36900">
                    <a:alpha val="1567"/>
                  </a:srgbClr>
                </a:gs>
                <a:gs pos="100000">
                  <a:srgbClr val="A36900">
                    <a:alpha val="526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189" name="Splat 1189"/>
            <p:cNvSpPr>
              <a:spLocks noGrp="1"/>
            </p:cNvSpPr>
            <p:nvPr/>
          </p:nvSpPr>
          <p:spPr>
            <a:xfrm rot="3005684">
              <a:off x="1231684" y="1719935"/>
              <a:ext cx="377718" cy="132327"/>
            </a:xfrm>
            <a:prstGeom prst="ellipse">
              <a:avLst/>
            </a:prstGeom>
            <a:gradFill>
              <a:gsLst>
                <a:gs pos="0">
                  <a:srgbClr val="9F7B00">
                    <a:alpha val="28385"/>
                  </a:srgbClr>
                </a:gs>
                <a:gs pos="14286">
                  <a:srgbClr val="9F7B00">
                    <a:alpha val="26424"/>
                  </a:srgbClr>
                </a:gs>
                <a:gs pos="28571">
                  <a:srgbClr val="9F7B00">
                    <a:alpha val="21200"/>
                  </a:srgbClr>
                </a:gs>
                <a:gs pos="42857">
                  <a:srgbClr val="9F7B00">
                    <a:alpha val="14468"/>
                  </a:srgbClr>
                </a:gs>
                <a:gs pos="57143">
                  <a:srgbClr val="9F7B00">
                    <a:alpha val="8295"/>
                  </a:srgbClr>
                </a:gs>
                <a:gs pos="71429">
                  <a:srgbClr val="9F7B00">
                    <a:alpha val="3972"/>
                  </a:srgbClr>
                </a:gs>
                <a:gs pos="85714">
                  <a:srgbClr val="9F7B00">
                    <a:alpha val="1590"/>
                  </a:srgbClr>
                </a:gs>
                <a:gs pos="100000">
                  <a:srgbClr val="9F7B00">
                    <a:alpha val="534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190" name="Splat 1190"/>
            <p:cNvSpPr>
              <a:spLocks noGrp="1"/>
            </p:cNvSpPr>
            <p:nvPr/>
          </p:nvSpPr>
          <p:spPr>
            <a:xfrm rot="3480002">
              <a:off x="1526990" y="3004388"/>
              <a:ext cx="465451" cy="103589"/>
            </a:xfrm>
            <a:prstGeom prst="ellipse">
              <a:avLst/>
            </a:prstGeom>
            <a:gradFill>
              <a:gsLst>
                <a:gs pos="0">
                  <a:srgbClr val="EAEAEB">
                    <a:alpha val="32968"/>
                  </a:srgbClr>
                </a:gs>
                <a:gs pos="14286">
                  <a:srgbClr val="EAEAEB">
                    <a:alpha val="30764"/>
                  </a:srgbClr>
                </a:gs>
                <a:gs pos="28571">
                  <a:srgbClr val="EAEAEB">
                    <a:alpha val="24833"/>
                  </a:srgbClr>
                </a:gs>
                <a:gs pos="42857">
                  <a:srgbClr val="EAEAEB">
                    <a:alpha val="17075"/>
                  </a:srgbClr>
                </a:gs>
                <a:gs pos="57143">
                  <a:srgbClr val="EAEAEB">
                    <a:alpha val="9855"/>
                  </a:srgbClr>
                </a:gs>
                <a:gs pos="71429">
                  <a:srgbClr val="EAEAEB">
                    <a:alpha val="4740"/>
                  </a:srgbClr>
                </a:gs>
                <a:gs pos="85714">
                  <a:srgbClr val="EAEAEB">
                    <a:alpha val="1902"/>
                  </a:srgbClr>
                </a:gs>
                <a:gs pos="100000">
                  <a:srgbClr val="EAEAEB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191" name="Splat 1191"/>
            <p:cNvSpPr>
              <a:spLocks noGrp="1"/>
            </p:cNvSpPr>
            <p:nvPr/>
          </p:nvSpPr>
          <p:spPr>
            <a:xfrm rot="9226266">
              <a:off x="1701446" y="1547187"/>
              <a:ext cx="416210" cy="146122"/>
            </a:xfrm>
            <a:prstGeom prst="ellipse">
              <a:avLst/>
            </a:prstGeom>
            <a:gradFill>
              <a:gsLst>
                <a:gs pos="0">
                  <a:srgbClr val="EBF0F6">
                    <a:alpha val="23904"/>
                  </a:srgbClr>
                </a:gs>
                <a:gs pos="14286">
                  <a:srgbClr val="EBF0F6">
                    <a:alpha val="22204"/>
                  </a:srgbClr>
                </a:gs>
                <a:gs pos="28571">
                  <a:srgbClr val="EBF0F6">
                    <a:alpha val="17712"/>
                  </a:srgbClr>
                </a:gs>
                <a:gs pos="42857">
                  <a:srgbClr val="EBF0F6">
                    <a:alpha val="12003"/>
                  </a:srgbClr>
                </a:gs>
                <a:gs pos="57143">
                  <a:srgbClr val="EBF0F6">
                    <a:alpha val="6840"/>
                  </a:srgbClr>
                </a:gs>
                <a:gs pos="71429">
                  <a:srgbClr val="EBF0F6">
                    <a:alpha val="3262"/>
                  </a:srgbClr>
                </a:gs>
                <a:gs pos="85714">
                  <a:srgbClr val="EBF0F6">
                    <a:alpha val="1303"/>
                  </a:srgbClr>
                </a:gs>
                <a:gs pos="100000">
                  <a:srgbClr val="EBF0F6">
                    <a:alpha val="437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192" name="Splat 1192"/>
            <p:cNvSpPr>
              <a:spLocks noGrp="1"/>
            </p:cNvSpPr>
            <p:nvPr/>
          </p:nvSpPr>
          <p:spPr>
            <a:xfrm rot="9229934">
              <a:off x="3007158" y="864536"/>
              <a:ext cx="384866" cy="190007"/>
            </a:xfrm>
            <a:prstGeom prst="ellipse">
              <a:avLst/>
            </a:prstGeom>
            <a:gradFill>
              <a:gsLst>
                <a:gs pos="0">
                  <a:srgbClr val="B17B00">
                    <a:alpha val="32968"/>
                  </a:srgbClr>
                </a:gs>
                <a:gs pos="14286">
                  <a:srgbClr val="B17B00">
                    <a:alpha val="30764"/>
                  </a:srgbClr>
                </a:gs>
                <a:gs pos="28571">
                  <a:srgbClr val="B17B00">
                    <a:alpha val="24833"/>
                  </a:srgbClr>
                </a:gs>
                <a:gs pos="42857">
                  <a:srgbClr val="B17B00">
                    <a:alpha val="17075"/>
                  </a:srgbClr>
                </a:gs>
                <a:gs pos="57143">
                  <a:srgbClr val="B17B00">
                    <a:alpha val="9855"/>
                  </a:srgbClr>
                </a:gs>
                <a:gs pos="71429">
                  <a:srgbClr val="B17B00">
                    <a:alpha val="4740"/>
                  </a:srgbClr>
                </a:gs>
                <a:gs pos="85714">
                  <a:srgbClr val="B17B00">
                    <a:alpha val="1902"/>
                  </a:srgbClr>
                </a:gs>
                <a:gs pos="100000">
                  <a:srgbClr val="B17B00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193" name="Splat 1193"/>
            <p:cNvSpPr>
              <a:spLocks noGrp="1"/>
            </p:cNvSpPr>
            <p:nvPr/>
          </p:nvSpPr>
          <p:spPr>
            <a:xfrm rot="3425436">
              <a:off x="1850432" y="2345405"/>
              <a:ext cx="547112" cy="159252"/>
            </a:xfrm>
            <a:prstGeom prst="ellipse">
              <a:avLst/>
            </a:prstGeom>
            <a:gradFill>
              <a:gsLst>
                <a:gs pos="0">
                  <a:srgbClr val="8D7B00">
                    <a:alpha val="31698"/>
                  </a:srgbClr>
                </a:gs>
                <a:gs pos="14286">
                  <a:srgbClr val="8D7B00">
                    <a:alpha val="29559"/>
                  </a:srgbClr>
                </a:gs>
                <a:gs pos="28571">
                  <a:srgbClr val="8D7B00">
                    <a:alpha val="23819"/>
                  </a:srgbClr>
                </a:gs>
                <a:gs pos="42857">
                  <a:srgbClr val="8D7B00">
                    <a:alpha val="16343"/>
                  </a:srgbClr>
                </a:gs>
                <a:gs pos="57143">
                  <a:srgbClr val="8D7B00">
                    <a:alpha val="9415"/>
                  </a:srgbClr>
                </a:gs>
                <a:gs pos="71429">
                  <a:srgbClr val="8D7B00">
                    <a:alpha val="4523"/>
                  </a:srgbClr>
                </a:gs>
                <a:gs pos="85714">
                  <a:srgbClr val="8D7B00">
                    <a:alpha val="1814"/>
                  </a:srgbClr>
                </a:gs>
                <a:gs pos="100000">
                  <a:srgbClr val="8D7B00">
                    <a:alpha val="610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194" name="Splat 1194"/>
            <p:cNvSpPr>
              <a:spLocks noGrp="1"/>
            </p:cNvSpPr>
            <p:nvPr/>
          </p:nvSpPr>
          <p:spPr>
            <a:xfrm rot="6965356">
              <a:off x="-20911" y="1860879"/>
              <a:ext cx="463101" cy="55658"/>
            </a:xfrm>
            <a:prstGeom prst="ellipse">
              <a:avLst/>
            </a:prstGeom>
            <a:gradFill>
              <a:gsLst>
                <a:gs pos="0">
                  <a:srgbClr val="000028">
                    <a:alpha val="32968"/>
                  </a:srgbClr>
                </a:gs>
                <a:gs pos="14286">
                  <a:srgbClr val="000028">
                    <a:alpha val="30764"/>
                  </a:srgbClr>
                </a:gs>
                <a:gs pos="28571">
                  <a:srgbClr val="000028">
                    <a:alpha val="24833"/>
                  </a:srgbClr>
                </a:gs>
                <a:gs pos="42857">
                  <a:srgbClr val="000028">
                    <a:alpha val="17075"/>
                  </a:srgbClr>
                </a:gs>
                <a:gs pos="57143">
                  <a:srgbClr val="000028">
                    <a:alpha val="9855"/>
                  </a:srgbClr>
                </a:gs>
                <a:gs pos="71429">
                  <a:srgbClr val="000028">
                    <a:alpha val="4740"/>
                  </a:srgbClr>
                </a:gs>
                <a:gs pos="85714">
                  <a:srgbClr val="000028">
                    <a:alpha val="1902"/>
                  </a:srgbClr>
                </a:gs>
                <a:gs pos="100000">
                  <a:srgbClr val="000028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195" name="Splat 1195"/>
            <p:cNvSpPr>
              <a:spLocks noGrp="1"/>
            </p:cNvSpPr>
            <p:nvPr/>
          </p:nvSpPr>
          <p:spPr>
            <a:xfrm rot="8004249">
              <a:off x="1585181" y="1396680"/>
              <a:ext cx="351146" cy="313539"/>
            </a:xfrm>
            <a:prstGeom prst="ellipse">
              <a:avLst/>
            </a:prstGeom>
            <a:gradFill>
              <a:gsLst>
                <a:gs pos="0">
                  <a:srgbClr val="E2EE00">
                    <a:alpha val="4354"/>
                  </a:srgbClr>
                </a:gs>
                <a:gs pos="14286">
                  <a:srgbClr val="E2EE00">
                    <a:alpha val="4009"/>
                  </a:srgbClr>
                </a:gs>
                <a:gs pos="28571">
                  <a:srgbClr val="E2EE00">
                    <a:alpha val="3127"/>
                  </a:srgbClr>
                </a:gs>
                <a:gs pos="42857">
                  <a:srgbClr val="E2EE00">
                    <a:alpha val="2062"/>
                  </a:srgbClr>
                </a:gs>
                <a:gs pos="57143">
                  <a:srgbClr val="E2EE00">
                    <a:alpha val="1148"/>
                  </a:srgbClr>
                </a:gs>
                <a:gs pos="71429">
                  <a:srgbClr val="E2EE00">
                    <a:alpha val="539"/>
                  </a:srgbClr>
                </a:gs>
                <a:gs pos="85714">
                  <a:srgbClr val="E2EE00">
                    <a:alpha val="213"/>
                  </a:srgbClr>
                </a:gs>
                <a:gs pos="100000">
                  <a:srgbClr val="E2EE00">
                    <a:alpha val="71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196" name="Splat 1196"/>
            <p:cNvSpPr>
              <a:spLocks noGrp="1"/>
            </p:cNvSpPr>
            <p:nvPr/>
          </p:nvSpPr>
          <p:spPr>
            <a:xfrm rot="6593112">
              <a:off x="2043248" y="667291"/>
              <a:ext cx="355449" cy="60088"/>
            </a:xfrm>
            <a:prstGeom prst="ellipse">
              <a:avLst/>
            </a:prstGeom>
            <a:gradFill>
              <a:gsLst>
                <a:gs pos="0">
                  <a:srgbClr val="000000">
                    <a:alpha val="16298"/>
                  </a:srgbClr>
                </a:gs>
                <a:gs pos="14286">
                  <a:srgbClr val="000000">
                    <a:alpha val="15085"/>
                  </a:srgbClr>
                </a:gs>
                <a:gs pos="28571">
                  <a:srgbClr val="000000">
                    <a:alpha val="11923"/>
                  </a:srgbClr>
                </a:gs>
                <a:gs pos="42857">
                  <a:srgbClr val="000000">
                    <a:alpha val="7990"/>
                  </a:srgbClr>
                </a:gs>
                <a:gs pos="57143">
                  <a:srgbClr val="000000">
                    <a:alpha val="4510"/>
                  </a:srgbClr>
                </a:gs>
                <a:gs pos="71429">
                  <a:srgbClr val="000000">
                    <a:alpha val="2137"/>
                  </a:srgbClr>
                </a:gs>
                <a:gs pos="85714">
                  <a:srgbClr val="000000">
                    <a:alpha val="850"/>
                  </a:srgbClr>
                </a:gs>
                <a:gs pos="100000">
                  <a:srgbClr val="000000">
                    <a:alpha val="285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197" name="Splat 1197"/>
            <p:cNvSpPr>
              <a:spLocks noGrp="1"/>
            </p:cNvSpPr>
            <p:nvPr/>
          </p:nvSpPr>
          <p:spPr>
            <a:xfrm rot="6152288">
              <a:off x="2960825" y="2309240"/>
              <a:ext cx="307803" cy="50105"/>
            </a:xfrm>
            <a:prstGeom prst="ellipse">
              <a:avLst/>
            </a:prstGeom>
            <a:gradFill>
              <a:gsLst>
                <a:gs pos="0">
                  <a:srgbClr val="F2F6FF">
                    <a:alpha val="27872"/>
                  </a:srgbClr>
                </a:gs>
                <a:gs pos="14286">
                  <a:srgbClr val="F2F6FF">
                    <a:alpha val="25941"/>
                  </a:srgbClr>
                </a:gs>
                <a:gs pos="28571">
                  <a:srgbClr val="F2F6FF">
                    <a:alpha val="20798"/>
                  </a:srgbClr>
                </a:gs>
                <a:gs pos="42857">
                  <a:srgbClr val="F2F6FF">
                    <a:alpha val="14182"/>
                  </a:srgbClr>
                </a:gs>
                <a:gs pos="57143">
                  <a:srgbClr val="F2F6FF">
                    <a:alpha val="8125"/>
                  </a:srgbClr>
                </a:gs>
                <a:gs pos="71429">
                  <a:srgbClr val="F2F6FF">
                    <a:alpha val="3889"/>
                  </a:srgbClr>
                </a:gs>
                <a:gs pos="85714">
                  <a:srgbClr val="F2F6FF">
                    <a:alpha val="1556"/>
                  </a:srgbClr>
                </a:gs>
                <a:gs pos="100000">
                  <a:srgbClr val="F2F6FF">
                    <a:alpha val="523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198" name="Splat 1198"/>
            <p:cNvSpPr>
              <a:spLocks noGrp="1"/>
            </p:cNvSpPr>
            <p:nvPr/>
          </p:nvSpPr>
          <p:spPr>
            <a:xfrm rot="9759277">
              <a:off x="2838855" y="3382773"/>
              <a:ext cx="500402" cy="144346"/>
            </a:xfrm>
            <a:prstGeom prst="ellipse">
              <a:avLst/>
            </a:prstGeom>
            <a:gradFill>
              <a:gsLst>
                <a:gs pos="0">
                  <a:srgbClr val="FFFDFA">
                    <a:alpha val="32968"/>
                  </a:srgbClr>
                </a:gs>
                <a:gs pos="14286">
                  <a:srgbClr val="FFFDFA">
                    <a:alpha val="30764"/>
                  </a:srgbClr>
                </a:gs>
                <a:gs pos="28571">
                  <a:srgbClr val="FFFDFA">
                    <a:alpha val="24833"/>
                  </a:srgbClr>
                </a:gs>
                <a:gs pos="42857">
                  <a:srgbClr val="FFFDFA">
                    <a:alpha val="17075"/>
                  </a:srgbClr>
                </a:gs>
                <a:gs pos="57143">
                  <a:srgbClr val="FFFDFA">
                    <a:alpha val="9855"/>
                  </a:srgbClr>
                </a:gs>
                <a:gs pos="71429">
                  <a:srgbClr val="FFFDFA">
                    <a:alpha val="4740"/>
                  </a:srgbClr>
                </a:gs>
                <a:gs pos="85714">
                  <a:srgbClr val="FFFDFA">
                    <a:alpha val="1902"/>
                  </a:srgbClr>
                </a:gs>
                <a:gs pos="100000">
                  <a:srgbClr val="FFFDFA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199" name="Splat 1199"/>
            <p:cNvSpPr>
              <a:spLocks noGrp="1"/>
            </p:cNvSpPr>
            <p:nvPr/>
          </p:nvSpPr>
          <p:spPr>
            <a:xfrm rot="-9209110">
              <a:off x="467886" y="3461747"/>
              <a:ext cx="253116" cy="57755"/>
            </a:xfrm>
            <a:prstGeom prst="ellipse">
              <a:avLst/>
            </a:prstGeom>
            <a:gradFill>
              <a:gsLst>
                <a:gs pos="0">
                  <a:srgbClr val="EBB76E">
                    <a:alpha val="32968"/>
                  </a:srgbClr>
                </a:gs>
                <a:gs pos="14286">
                  <a:srgbClr val="EBB76E">
                    <a:alpha val="30764"/>
                  </a:srgbClr>
                </a:gs>
                <a:gs pos="28571">
                  <a:srgbClr val="EBB76E">
                    <a:alpha val="24833"/>
                  </a:srgbClr>
                </a:gs>
                <a:gs pos="42857">
                  <a:srgbClr val="EBB76E">
                    <a:alpha val="17075"/>
                  </a:srgbClr>
                </a:gs>
                <a:gs pos="57143">
                  <a:srgbClr val="EBB76E">
                    <a:alpha val="9855"/>
                  </a:srgbClr>
                </a:gs>
                <a:gs pos="71429">
                  <a:srgbClr val="EBB76E">
                    <a:alpha val="4740"/>
                  </a:srgbClr>
                </a:gs>
                <a:gs pos="85714">
                  <a:srgbClr val="EBB76E">
                    <a:alpha val="1902"/>
                  </a:srgbClr>
                </a:gs>
                <a:gs pos="100000">
                  <a:srgbClr val="EBB76E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200" name="Splat 1200"/>
            <p:cNvSpPr>
              <a:spLocks noGrp="1"/>
            </p:cNvSpPr>
            <p:nvPr/>
          </p:nvSpPr>
          <p:spPr>
            <a:xfrm rot="3654484">
              <a:off x="6384" y="-10267"/>
              <a:ext cx="701938" cy="117482"/>
            </a:xfrm>
            <a:prstGeom prst="ellipse">
              <a:avLst/>
            </a:prstGeom>
            <a:gradFill>
              <a:gsLst>
                <a:gs pos="0">
                  <a:srgbClr val="5D1100">
                    <a:alpha val="32968"/>
                  </a:srgbClr>
                </a:gs>
                <a:gs pos="14286">
                  <a:srgbClr val="5D1100">
                    <a:alpha val="30764"/>
                  </a:srgbClr>
                </a:gs>
                <a:gs pos="28571">
                  <a:srgbClr val="5D1100">
                    <a:alpha val="24833"/>
                  </a:srgbClr>
                </a:gs>
                <a:gs pos="42857">
                  <a:srgbClr val="5D1100">
                    <a:alpha val="17075"/>
                  </a:srgbClr>
                </a:gs>
                <a:gs pos="57143">
                  <a:srgbClr val="5D1100">
                    <a:alpha val="9855"/>
                  </a:srgbClr>
                </a:gs>
                <a:gs pos="71429">
                  <a:srgbClr val="5D1100">
                    <a:alpha val="4740"/>
                  </a:srgbClr>
                </a:gs>
                <a:gs pos="85714">
                  <a:srgbClr val="5D1100">
                    <a:alpha val="1902"/>
                  </a:srgbClr>
                </a:gs>
                <a:gs pos="100000">
                  <a:srgbClr val="5D1100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201" name="Splat 1201"/>
            <p:cNvSpPr>
              <a:spLocks noGrp="1"/>
            </p:cNvSpPr>
            <p:nvPr/>
          </p:nvSpPr>
          <p:spPr>
            <a:xfrm rot="4278544">
              <a:off x="2242572" y="831414"/>
              <a:ext cx="431793" cy="146619"/>
            </a:xfrm>
            <a:prstGeom prst="ellipse">
              <a:avLst/>
            </a:prstGeom>
            <a:gradFill>
              <a:gsLst>
                <a:gs pos="0">
                  <a:srgbClr val="F9FFF3">
                    <a:alpha val="24289"/>
                  </a:srgbClr>
                </a:gs>
                <a:gs pos="14286">
                  <a:srgbClr val="F9FFF3">
                    <a:alpha val="22565"/>
                  </a:srgbClr>
                </a:gs>
                <a:gs pos="28571">
                  <a:srgbClr val="F9FFF3">
                    <a:alpha val="18009"/>
                  </a:srgbClr>
                </a:gs>
                <a:gs pos="42857">
                  <a:srgbClr val="F9FFF3">
                    <a:alpha val="12212"/>
                  </a:srgbClr>
                </a:gs>
                <a:gs pos="57143">
                  <a:srgbClr val="F9FFF3">
                    <a:alpha val="6963"/>
                  </a:srgbClr>
                </a:gs>
                <a:gs pos="71429">
                  <a:srgbClr val="F9FFF3">
                    <a:alpha val="3322"/>
                  </a:srgbClr>
                </a:gs>
                <a:gs pos="85714">
                  <a:srgbClr val="F9FFF3">
                    <a:alpha val="1327"/>
                  </a:srgbClr>
                </a:gs>
                <a:gs pos="100000">
                  <a:srgbClr val="F9FFF3">
                    <a:alpha val="445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202" name="Splat 1202"/>
            <p:cNvSpPr>
              <a:spLocks noGrp="1"/>
            </p:cNvSpPr>
            <p:nvPr/>
          </p:nvSpPr>
          <p:spPr>
            <a:xfrm rot="5628568">
              <a:off x="1500792" y="2852769"/>
              <a:ext cx="502878" cy="128272"/>
            </a:xfrm>
            <a:prstGeom prst="ellipse">
              <a:avLst/>
            </a:prstGeom>
            <a:gradFill>
              <a:gsLst>
                <a:gs pos="0">
                  <a:srgbClr val="FBFFFC">
                    <a:alpha val="21056"/>
                  </a:srgbClr>
                </a:gs>
                <a:gs pos="14286">
                  <a:srgbClr val="FBFFFC">
                    <a:alpha val="19531"/>
                  </a:srgbClr>
                </a:gs>
                <a:gs pos="28571">
                  <a:srgbClr val="FBFFFC">
                    <a:alpha val="15526"/>
                  </a:srgbClr>
                </a:gs>
                <a:gs pos="42857">
                  <a:srgbClr val="FBFFFC">
                    <a:alpha val="10477"/>
                  </a:srgbClr>
                </a:gs>
                <a:gs pos="57143">
                  <a:srgbClr val="FBFFFC">
                    <a:alpha val="5948"/>
                  </a:srgbClr>
                </a:gs>
                <a:gs pos="71429">
                  <a:srgbClr val="FBFFFC">
                    <a:alpha val="2830"/>
                  </a:srgbClr>
                </a:gs>
                <a:gs pos="85714">
                  <a:srgbClr val="FBFFFC">
                    <a:alpha val="1129"/>
                  </a:srgbClr>
                </a:gs>
                <a:gs pos="100000">
                  <a:srgbClr val="FBFFFC">
                    <a:alpha val="378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203" name="Splat 1203"/>
            <p:cNvSpPr>
              <a:spLocks noGrp="1"/>
            </p:cNvSpPr>
            <p:nvPr/>
          </p:nvSpPr>
          <p:spPr>
            <a:xfrm rot="10663035">
              <a:off x="2609054" y="465386"/>
              <a:ext cx="270101" cy="49953"/>
            </a:xfrm>
            <a:prstGeom prst="ellipse">
              <a:avLst/>
            </a:prstGeom>
            <a:gradFill>
              <a:gsLst>
                <a:gs pos="0">
                  <a:srgbClr val="FFF4C5">
                    <a:alpha val="32968"/>
                  </a:srgbClr>
                </a:gs>
                <a:gs pos="14286">
                  <a:srgbClr val="FFF4C5">
                    <a:alpha val="30764"/>
                  </a:srgbClr>
                </a:gs>
                <a:gs pos="28571">
                  <a:srgbClr val="FFF4C5">
                    <a:alpha val="24833"/>
                  </a:srgbClr>
                </a:gs>
                <a:gs pos="42857">
                  <a:srgbClr val="FFF4C5">
                    <a:alpha val="17075"/>
                  </a:srgbClr>
                </a:gs>
                <a:gs pos="57143">
                  <a:srgbClr val="FFF4C5">
                    <a:alpha val="9855"/>
                  </a:srgbClr>
                </a:gs>
                <a:gs pos="71429">
                  <a:srgbClr val="FFF4C5">
                    <a:alpha val="4740"/>
                  </a:srgbClr>
                </a:gs>
                <a:gs pos="85714">
                  <a:srgbClr val="FFF4C5">
                    <a:alpha val="1902"/>
                  </a:srgbClr>
                </a:gs>
                <a:gs pos="100000">
                  <a:srgbClr val="FFF4C5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204" name="Splat 1204"/>
            <p:cNvSpPr>
              <a:spLocks noGrp="1"/>
            </p:cNvSpPr>
            <p:nvPr/>
          </p:nvSpPr>
          <p:spPr>
            <a:xfrm rot="4377242">
              <a:off x="3061955" y="846815"/>
              <a:ext cx="378124" cy="57915"/>
            </a:xfrm>
            <a:prstGeom prst="ellipse">
              <a:avLst/>
            </a:prstGeom>
            <a:gradFill>
              <a:gsLst>
                <a:gs pos="0">
                  <a:srgbClr val="5D2E00">
                    <a:alpha val="32968"/>
                  </a:srgbClr>
                </a:gs>
                <a:gs pos="14286">
                  <a:srgbClr val="5D2E00">
                    <a:alpha val="30764"/>
                  </a:srgbClr>
                </a:gs>
                <a:gs pos="28571">
                  <a:srgbClr val="5D2E00">
                    <a:alpha val="24833"/>
                  </a:srgbClr>
                </a:gs>
                <a:gs pos="42857">
                  <a:srgbClr val="5D2E00">
                    <a:alpha val="17075"/>
                  </a:srgbClr>
                </a:gs>
                <a:gs pos="57143">
                  <a:srgbClr val="5D2E00">
                    <a:alpha val="9855"/>
                  </a:srgbClr>
                </a:gs>
                <a:gs pos="71429">
                  <a:srgbClr val="5D2E00">
                    <a:alpha val="4740"/>
                  </a:srgbClr>
                </a:gs>
                <a:gs pos="85714">
                  <a:srgbClr val="5D2E00">
                    <a:alpha val="1902"/>
                  </a:srgbClr>
                </a:gs>
                <a:gs pos="100000">
                  <a:srgbClr val="5D2E00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205" name="Splat 1205"/>
            <p:cNvSpPr>
              <a:spLocks noGrp="1"/>
            </p:cNvSpPr>
            <p:nvPr/>
          </p:nvSpPr>
          <p:spPr>
            <a:xfrm rot="9577882">
              <a:off x="410052" y="1764775"/>
              <a:ext cx="251422" cy="69451"/>
            </a:xfrm>
            <a:prstGeom prst="ellipse">
              <a:avLst/>
            </a:prstGeom>
            <a:gradFill>
              <a:gsLst>
                <a:gs pos="0">
                  <a:srgbClr val="C8D6E1">
                    <a:alpha val="32968"/>
                  </a:srgbClr>
                </a:gs>
                <a:gs pos="14286">
                  <a:srgbClr val="C8D6E1">
                    <a:alpha val="30764"/>
                  </a:srgbClr>
                </a:gs>
                <a:gs pos="28571">
                  <a:srgbClr val="C8D6E1">
                    <a:alpha val="24833"/>
                  </a:srgbClr>
                </a:gs>
                <a:gs pos="42857">
                  <a:srgbClr val="C8D6E1">
                    <a:alpha val="17075"/>
                  </a:srgbClr>
                </a:gs>
                <a:gs pos="57143">
                  <a:srgbClr val="C8D6E1">
                    <a:alpha val="9855"/>
                  </a:srgbClr>
                </a:gs>
                <a:gs pos="71429">
                  <a:srgbClr val="C8D6E1">
                    <a:alpha val="4740"/>
                  </a:srgbClr>
                </a:gs>
                <a:gs pos="85714">
                  <a:srgbClr val="C8D6E1">
                    <a:alpha val="1902"/>
                  </a:srgbClr>
                </a:gs>
                <a:gs pos="100000">
                  <a:srgbClr val="C8D6E1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206" name="Splat 1206"/>
            <p:cNvSpPr>
              <a:spLocks noGrp="1"/>
            </p:cNvSpPr>
            <p:nvPr/>
          </p:nvSpPr>
          <p:spPr>
            <a:xfrm rot="-9060173">
              <a:off x="798801" y="3006185"/>
              <a:ext cx="351666" cy="130575"/>
            </a:xfrm>
            <a:prstGeom prst="ellipse">
              <a:avLst/>
            </a:prstGeom>
            <a:gradFill>
              <a:gsLst>
                <a:gs pos="0">
                  <a:srgbClr val="F9FFFF">
                    <a:alpha val="32968"/>
                  </a:srgbClr>
                </a:gs>
                <a:gs pos="14286">
                  <a:srgbClr val="F9FFFF">
                    <a:alpha val="30764"/>
                  </a:srgbClr>
                </a:gs>
                <a:gs pos="28571">
                  <a:srgbClr val="F9FFFF">
                    <a:alpha val="24833"/>
                  </a:srgbClr>
                </a:gs>
                <a:gs pos="42857">
                  <a:srgbClr val="F9FFFF">
                    <a:alpha val="17075"/>
                  </a:srgbClr>
                </a:gs>
                <a:gs pos="57143">
                  <a:srgbClr val="F9FFFF">
                    <a:alpha val="9855"/>
                  </a:srgbClr>
                </a:gs>
                <a:gs pos="71429">
                  <a:srgbClr val="F9FFFF">
                    <a:alpha val="4740"/>
                  </a:srgbClr>
                </a:gs>
                <a:gs pos="85714">
                  <a:srgbClr val="F9FFFF">
                    <a:alpha val="1902"/>
                  </a:srgbClr>
                </a:gs>
                <a:gs pos="100000">
                  <a:srgbClr val="F9FFFF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207" name="Splat 1207"/>
            <p:cNvSpPr>
              <a:spLocks noGrp="1"/>
            </p:cNvSpPr>
            <p:nvPr/>
          </p:nvSpPr>
          <p:spPr>
            <a:xfrm rot="10041747">
              <a:off x="1846315" y="2112833"/>
              <a:ext cx="331575" cy="167308"/>
            </a:xfrm>
            <a:prstGeom prst="ellipse">
              <a:avLst/>
            </a:prstGeom>
            <a:gradFill>
              <a:gsLst>
                <a:gs pos="0">
                  <a:srgbClr val="FFF0BE">
                    <a:alpha val="32968"/>
                  </a:srgbClr>
                </a:gs>
                <a:gs pos="14286">
                  <a:srgbClr val="FFF0BE">
                    <a:alpha val="30764"/>
                  </a:srgbClr>
                </a:gs>
                <a:gs pos="28571">
                  <a:srgbClr val="FFF0BE">
                    <a:alpha val="24833"/>
                  </a:srgbClr>
                </a:gs>
                <a:gs pos="42857">
                  <a:srgbClr val="FFF0BE">
                    <a:alpha val="17075"/>
                  </a:srgbClr>
                </a:gs>
                <a:gs pos="57143">
                  <a:srgbClr val="FFF0BE">
                    <a:alpha val="9855"/>
                  </a:srgbClr>
                </a:gs>
                <a:gs pos="71429">
                  <a:srgbClr val="FFF0BE">
                    <a:alpha val="4740"/>
                  </a:srgbClr>
                </a:gs>
                <a:gs pos="85714">
                  <a:srgbClr val="FFF0BE">
                    <a:alpha val="1902"/>
                  </a:srgbClr>
                </a:gs>
                <a:gs pos="100000">
                  <a:srgbClr val="FFF0BE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208" name="Splat 1208"/>
            <p:cNvSpPr>
              <a:spLocks noGrp="1"/>
            </p:cNvSpPr>
            <p:nvPr/>
          </p:nvSpPr>
          <p:spPr>
            <a:xfrm rot="5811090">
              <a:off x="2855126" y="1959603"/>
              <a:ext cx="433886" cy="68276"/>
            </a:xfrm>
            <a:prstGeom prst="ellipse">
              <a:avLst/>
            </a:prstGeom>
            <a:gradFill>
              <a:gsLst>
                <a:gs pos="0">
                  <a:srgbClr val="850000">
                    <a:alpha val="32968"/>
                  </a:srgbClr>
                </a:gs>
                <a:gs pos="14286">
                  <a:srgbClr val="850000">
                    <a:alpha val="30764"/>
                  </a:srgbClr>
                </a:gs>
                <a:gs pos="28571">
                  <a:srgbClr val="850000">
                    <a:alpha val="24833"/>
                  </a:srgbClr>
                </a:gs>
                <a:gs pos="42857">
                  <a:srgbClr val="850000">
                    <a:alpha val="17075"/>
                  </a:srgbClr>
                </a:gs>
                <a:gs pos="57143">
                  <a:srgbClr val="850000">
                    <a:alpha val="9855"/>
                  </a:srgbClr>
                </a:gs>
                <a:gs pos="71429">
                  <a:srgbClr val="850000">
                    <a:alpha val="4740"/>
                  </a:srgbClr>
                </a:gs>
                <a:gs pos="85714">
                  <a:srgbClr val="850000">
                    <a:alpha val="1902"/>
                  </a:srgbClr>
                </a:gs>
                <a:gs pos="100000">
                  <a:srgbClr val="850000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209" name="Splat 1209"/>
            <p:cNvSpPr>
              <a:spLocks noGrp="1"/>
            </p:cNvSpPr>
            <p:nvPr/>
          </p:nvSpPr>
          <p:spPr>
            <a:xfrm rot="3554871">
              <a:off x="1325461" y="1046845"/>
              <a:ext cx="743770" cy="44124"/>
            </a:xfrm>
            <a:prstGeom prst="ellipse">
              <a:avLst/>
            </a:prstGeom>
            <a:gradFill>
              <a:gsLst>
                <a:gs pos="0">
                  <a:srgbClr val="FFFFF3">
                    <a:alpha val="32968"/>
                  </a:srgbClr>
                </a:gs>
                <a:gs pos="14286">
                  <a:srgbClr val="FFFFF3">
                    <a:alpha val="30764"/>
                  </a:srgbClr>
                </a:gs>
                <a:gs pos="28571">
                  <a:srgbClr val="FFFFF3">
                    <a:alpha val="24833"/>
                  </a:srgbClr>
                </a:gs>
                <a:gs pos="42857">
                  <a:srgbClr val="FFFFF3">
                    <a:alpha val="17075"/>
                  </a:srgbClr>
                </a:gs>
                <a:gs pos="57143">
                  <a:srgbClr val="FFFFF3">
                    <a:alpha val="9855"/>
                  </a:srgbClr>
                </a:gs>
                <a:gs pos="71429">
                  <a:srgbClr val="FFFFF3">
                    <a:alpha val="4740"/>
                  </a:srgbClr>
                </a:gs>
                <a:gs pos="85714">
                  <a:srgbClr val="FFFFF3">
                    <a:alpha val="1902"/>
                  </a:srgbClr>
                </a:gs>
                <a:gs pos="100000">
                  <a:srgbClr val="FFFFF3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210" name="Splat 1210"/>
            <p:cNvSpPr>
              <a:spLocks noGrp="1"/>
            </p:cNvSpPr>
            <p:nvPr/>
          </p:nvSpPr>
          <p:spPr>
            <a:xfrm rot="-9796791">
              <a:off x="2582807" y="535923"/>
              <a:ext cx="628425" cy="187973"/>
            </a:xfrm>
            <a:prstGeom prst="ellipse">
              <a:avLst/>
            </a:prstGeom>
            <a:gradFill>
              <a:gsLst>
                <a:gs pos="0">
                  <a:srgbClr val="FFCB00">
                    <a:alpha val="16980"/>
                  </a:srgbClr>
                </a:gs>
                <a:gs pos="14286">
                  <a:srgbClr val="FFCB00">
                    <a:alpha val="15721"/>
                  </a:srgbClr>
                </a:gs>
                <a:gs pos="28571">
                  <a:srgbClr val="FFCB00">
                    <a:alpha val="12436"/>
                  </a:srgbClr>
                </a:gs>
                <a:gs pos="42857">
                  <a:srgbClr val="FFCB00">
                    <a:alpha val="8342"/>
                  </a:srgbClr>
                </a:gs>
                <a:gs pos="57143">
                  <a:srgbClr val="FFCB00">
                    <a:alpha val="4712"/>
                  </a:srgbClr>
                </a:gs>
                <a:gs pos="71429">
                  <a:srgbClr val="FFCB00">
                    <a:alpha val="2234"/>
                  </a:srgbClr>
                </a:gs>
                <a:gs pos="85714">
                  <a:srgbClr val="FFCB00">
                    <a:alpha val="889"/>
                  </a:srgbClr>
                </a:gs>
                <a:gs pos="100000">
                  <a:srgbClr val="FFCB00">
                    <a:alpha val="298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211" name="Splat 1211"/>
            <p:cNvSpPr>
              <a:spLocks noGrp="1"/>
            </p:cNvSpPr>
            <p:nvPr/>
          </p:nvSpPr>
          <p:spPr>
            <a:xfrm rot="7393060">
              <a:off x="-105049" y="321937"/>
              <a:ext cx="216586" cy="74897"/>
            </a:xfrm>
            <a:prstGeom prst="ellipse">
              <a:avLst/>
            </a:prstGeom>
            <a:gradFill>
              <a:gsLst>
                <a:gs pos="0">
                  <a:srgbClr val="FFFFD5">
                    <a:alpha val="32968"/>
                  </a:srgbClr>
                </a:gs>
                <a:gs pos="14286">
                  <a:srgbClr val="FFFFD5">
                    <a:alpha val="30764"/>
                  </a:srgbClr>
                </a:gs>
                <a:gs pos="28571">
                  <a:srgbClr val="FFFFD5">
                    <a:alpha val="24833"/>
                  </a:srgbClr>
                </a:gs>
                <a:gs pos="42857">
                  <a:srgbClr val="FFFFD5">
                    <a:alpha val="17075"/>
                  </a:srgbClr>
                </a:gs>
                <a:gs pos="57143">
                  <a:srgbClr val="FFFFD5">
                    <a:alpha val="9855"/>
                  </a:srgbClr>
                </a:gs>
                <a:gs pos="71429">
                  <a:srgbClr val="FFFFD5">
                    <a:alpha val="4740"/>
                  </a:srgbClr>
                </a:gs>
                <a:gs pos="85714">
                  <a:srgbClr val="FFFFD5">
                    <a:alpha val="1902"/>
                  </a:srgbClr>
                </a:gs>
                <a:gs pos="100000">
                  <a:srgbClr val="FFFFD5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212" name="Splat 1212"/>
            <p:cNvSpPr>
              <a:spLocks noGrp="1"/>
            </p:cNvSpPr>
            <p:nvPr/>
          </p:nvSpPr>
          <p:spPr>
            <a:xfrm rot="8124932">
              <a:off x="1527192" y="2169015"/>
              <a:ext cx="219326" cy="64378"/>
            </a:xfrm>
            <a:prstGeom prst="ellipse">
              <a:avLst/>
            </a:prstGeom>
            <a:gradFill>
              <a:gsLst>
                <a:gs pos="0">
                  <a:srgbClr val="000071">
                    <a:alpha val="32968"/>
                  </a:srgbClr>
                </a:gs>
                <a:gs pos="14286">
                  <a:srgbClr val="000071">
                    <a:alpha val="30764"/>
                  </a:srgbClr>
                </a:gs>
                <a:gs pos="28571">
                  <a:srgbClr val="000071">
                    <a:alpha val="24833"/>
                  </a:srgbClr>
                </a:gs>
                <a:gs pos="42857">
                  <a:srgbClr val="000071">
                    <a:alpha val="17075"/>
                  </a:srgbClr>
                </a:gs>
                <a:gs pos="57143">
                  <a:srgbClr val="000071">
                    <a:alpha val="9855"/>
                  </a:srgbClr>
                </a:gs>
                <a:gs pos="71429">
                  <a:srgbClr val="000071">
                    <a:alpha val="4740"/>
                  </a:srgbClr>
                </a:gs>
                <a:gs pos="85714">
                  <a:srgbClr val="000071">
                    <a:alpha val="1902"/>
                  </a:srgbClr>
                </a:gs>
                <a:gs pos="100000">
                  <a:srgbClr val="000071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213" name="Splat 1213"/>
            <p:cNvSpPr>
              <a:spLocks noGrp="1"/>
            </p:cNvSpPr>
            <p:nvPr/>
          </p:nvSpPr>
          <p:spPr>
            <a:xfrm rot="9452588">
              <a:off x="2388451" y="2935946"/>
              <a:ext cx="445060" cy="176439"/>
            </a:xfrm>
            <a:prstGeom prst="ellipse">
              <a:avLst/>
            </a:prstGeom>
            <a:gradFill>
              <a:gsLst>
                <a:gs pos="0">
                  <a:srgbClr val="B38F00">
                    <a:alpha val="19354"/>
                  </a:srgbClr>
                </a:gs>
                <a:gs pos="14286">
                  <a:srgbClr val="B38F00">
                    <a:alpha val="17939"/>
                  </a:srgbClr>
                </a:gs>
                <a:gs pos="28571">
                  <a:srgbClr val="B38F00">
                    <a:alpha val="14230"/>
                  </a:srgbClr>
                </a:gs>
                <a:gs pos="42857">
                  <a:srgbClr val="B38F00">
                    <a:alpha val="9578"/>
                  </a:srgbClr>
                </a:gs>
                <a:gs pos="57143">
                  <a:srgbClr val="B38F00">
                    <a:alpha val="5426"/>
                  </a:srgbClr>
                </a:gs>
                <a:gs pos="71429">
                  <a:srgbClr val="B38F00">
                    <a:alpha val="2578"/>
                  </a:srgbClr>
                </a:gs>
                <a:gs pos="85714">
                  <a:srgbClr val="B38F00">
                    <a:alpha val="1027"/>
                  </a:srgbClr>
                </a:gs>
                <a:gs pos="100000">
                  <a:srgbClr val="B38F00">
                    <a:alpha val="344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214" name="Splat 1214"/>
            <p:cNvSpPr>
              <a:spLocks noGrp="1"/>
            </p:cNvSpPr>
            <p:nvPr/>
          </p:nvSpPr>
          <p:spPr>
            <a:xfrm rot="10419830">
              <a:off x="134021" y="3132843"/>
              <a:ext cx="552447" cy="214158"/>
            </a:xfrm>
            <a:prstGeom prst="ellipse">
              <a:avLst/>
            </a:prstGeom>
            <a:gradFill>
              <a:gsLst>
                <a:gs pos="0">
                  <a:srgbClr val="5C3100">
                    <a:alpha val="32968"/>
                  </a:srgbClr>
                </a:gs>
                <a:gs pos="14286">
                  <a:srgbClr val="5C3100">
                    <a:alpha val="30764"/>
                  </a:srgbClr>
                </a:gs>
                <a:gs pos="28571">
                  <a:srgbClr val="5C3100">
                    <a:alpha val="24833"/>
                  </a:srgbClr>
                </a:gs>
                <a:gs pos="42857">
                  <a:srgbClr val="5C3100">
                    <a:alpha val="17075"/>
                  </a:srgbClr>
                </a:gs>
                <a:gs pos="57143">
                  <a:srgbClr val="5C3100">
                    <a:alpha val="9855"/>
                  </a:srgbClr>
                </a:gs>
                <a:gs pos="71429">
                  <a:srgbClr val="5C3100">
                    <a:alpha val="4740"/>
                  </a:srgbClr>
                </a:gs>
                <a:gs pos="85714">
                  <a:srgbClr val="5C3100">
                    <a:alpha val="1902"/>
                  </a:srgbClr>
                </a:gs>
                <a:gs pos="100000">
                  <a:srgbClr val="5C3100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215" name="Splat 1215"/>
            <p:cNvSpPr>
              <a:spLocks noGrp="1"/>
            </p:cNvSpPr>
            <p:nvPr/>
          </p:nvSpPr>
          <p:spPr>
            <a:xfrm rot="-10000318">
              <a:off x="1360478" y="1670486"/>
              <a:ext cx="164980" cy="117207"/>
            </a:xfrm>
            <a:prstGeom prst="ellipse">
              <a:avLst/>
            </a:prstGeom>
            <a:gradFill>
              <a:gsLst>
                <a:gs pos="0">
                  <a:srgbClr val="43686B">
                    <a:alpha val="29678"/>
                  </a:srgbClr>
                </a:gs>
                <a:gs pos="14286">
                  <a:srgbClr val="43686B">
                    <a:alpha val="27647"/>
                  </a:srgbClr>
                </a:gs>
                <a:gs pos="28571">
                  <a:srgbClr val="43686B">
                    <a:alpha val="22218"/>
                  </a:srgbClr>
                </a:gs>
                <a:gs pos="42857">
                  <a:srgbClr val="43686B">
                    <a:alpha val="15194"/>
                  </a:srgbClr>
                </a:gs>
                <a:gs pos="57143">
                  <a:srgbClr val="43686B">
                    <a:alpha val="8728"/>
                  </a:srgbClr>
                </a:gs>
                <a:gs pos="71429">
                  <a:srgbClr val="43686B">
                    <a:alpha val="4185"/>
                  </a:srgbClr>
                </a:gs>
                <a:gs pos="85714">
                  <a:srgbClr val="43686B">
                    <a:alpha val="1676"/>
                  </a:srgbClr>
                </a:gs>
                <a:gs pos="100000">
                  <a:srgbClr val="43686B">
                    <a:alpha val="563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216" name="Splat 1216"/>
            <p:cNvSpPr>
              <a:spLocks noGrp="1"/>
            </p:cNvSpPr>
            <p:nvPr/>
          </p:nvSpPr>
          <p:spPr>
            <a:xfrm rot="2702883">
              <a:off x="2488707" y="2274611"/>
              <a:ext cx="253980" cy="249091"/>
            </a:xfrm>
            <a:prstGeom prst="ellipse">
              <a:avLst/>
            </a:prstGeom>
            <a:gradFill>
              <a:gsLst>
                <a:gs pos="0">
                  <a:srgbClr val="620024">
                    <a:alpha val="15723"/>
                  </a:srgbClr>
                </a:gs>
                <a:gs pos="14286">
                  <a:srgbClr val="620024">
                    <a:alpha val="14549"/>
                  </a:srgbClr>
                </a:gs>
                <a:gs pos="28571">
                  <a:srgbClr val="620024">
                    <a:alpha val="11492"/>
                  </a:srgbClr>
                </a:gs>
                <a:gs pos="42857">
                  <a:srgbClr val="620024">
                    <a:alpha val="7695"/>
                  </a:srgbClr>
                </a:gs>
                <a:gs pos="57143">
                  <a:srgbClr val="620024">
                    <a:alpha val="4340"/>
                  </a:srgbClr>
                </a:gs>
                <a:gs pos="71429">
                  <a:srgbClr val="620024">
                    <a:alpha val="2055"/>
                  </a:srgbClr>
                </a:gs>
                <a:gs pos="85714">
                  <a:srgbClr val="620024">
                    <a:alpha val="818"/>
                  </a:srgbClr>
                </a:gs>
                <a:gs pos="100000">
                  <a:srgbClr val="620024">
                    <a:alpha val="274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217" name="Splat 1217"/>
            <p:cNvSpPr>
              <a:spLocks noGrp="1"/>
            </p:cNvSpPr>
            <p:nvPr/>
          </p:nvSpPr>
          <p:spPr>
            <a:xfrm rot="-10008219">
              <a:off x="702473" y="2929933"/>
              <a:ext cx="404971" cy="217451"/>
            </a:xfrm>
            <a:prstGeom prst="ellipse">
              <a:avLst/>
            </a:prstGeom>
            <a:gradFill>
              <a:gsLst>
                <a:gs pos="0">
                  <a:srgbClr val="0064A6">
                    <a:alpha val="11947"/>
                  </a:srgbClr>
                </a:gs>
                <a:gs pos="14286">
                  <a:srgbClr val="0064A6">
                    <a:alpha val="11036"/>
                  </a:srgbClr>
                </a:gs>
                <a:gs pos="28571">
                  <a:srgbClr val="0064A6">
                    <a:alpha val="8680"/>
                  </a:srgbClr>
                </a:gs>
                <a:gs pos="42857">
                  <a:srgbClr val="0064A6">
                    <a:alpha val="5782"/>
                  </a:srgbClr>
                </a:gs>
                <a:gs pos="57143">
                  <a:srgbClr val="0064A6">
                    <a:alpha val="3246"/>
                  </a:srgbClr>
                </a:gs>
                <a:gs pos="71429">
                  <a:srgbClr val="0064A6">
                    <a:alpha val="1533"/>
                  </a:srgbClr>
                </a:gs>
                <a:gs pos="85714">
                  <a:srgbClr val="0064A6">
                    <a:alpha val="609"/>
                  </a:srgbClr>
                </a:gs>
                <a:gs pos="100000">
                  <a:srgbClr val="0064A6">
                    <a:alpha val="204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218" name="Splat 1218"/>
            <p:cNvSpPr>
              <a:spLocks noGrp="1"/>
            </p:cNvSpPr>
            <p:nvPr/>
          </p:nvSpPr>
          <p:spPr>
            <a:xfrm rot="-9674586">
              <a:off x="2268760" y="2847139"/>
              <a:ext cx="273658" cy="81535"/>
            </a:xfrm>
            <a:prstGeom prst="ellipse">
              <a:avLst/>
            </a:prstGeom>
            <a:gradFill>
              <a:gsLst>
                <a:gs pos="0">
                  <a:srgbClr val="FFE5BD">
                    <a:alpha val="32968"/>
                  </a:srgbClr>
                </a:gs>
                <a:gs pos="14286">
                  <a:srgbClr val="FFE5BD">
                    <a:alpha val="30764"/>
                  </a:srgbClr>
                </a:gs>
                <a:gs pos="28571">
                  <a:srgbClr val="FFE5BD">
                    <a:alpha val="24833"/>
                  </a:srgbClr>
                </a:gs>
                <a:gs pos="42857">
                  <a:srgbClr val="FFE5BD">
                    <a:alpha val="17075"/>
                  </a:srgbClr>
                </a:gs>
                <a:gs pos="57143">
                  <a:srgbClr val="FFE5BD">
                    <a:alpha val="9855"/>
                  </a:srgbClr>
                </a:gs>
                <a:gs pos="71429">
                  <a:srgbClr val="FFE5BD">
                    <a:alpha val="4740"/>
                  </a:srgbClr>
                </a:gs>
                <a:gs pos="85714">
                  <a:srgbClr val="FFE5BD">
                    <a:alpha val="1902"/>
                  </a:srgbClr>
                </a:gs>
                <a:gs pos="100000">
                  <a:srgbClr val="FFE5BD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219" name="Splat 1219"/>
            <p:cNvSpPr>
              <a:spLocks noGrp="1"/>
            </p:cNvSpPr>
            <p:nvPr/>
          </p:nvSpPr>
          <p:spPr>
            <a:xfrm rot="6113712">
              <a:off x="655729" y="1565045"/>
              <a:ext cx="361228" cy="297071"/>
            </a:xfrm>
            <a:prstGeom prst="ellipse">
              <a:avLst/>
            </a:prstGeom>
            <a:gradFill>
              <a:gsLst>
                <a:gs pos="0">
                  <a:srgbClr val="F5FFE7">
                    <a:alpha val="9016"/>
                  </a:srgbClr>
                </a:gs>
                <a:gs pos="14286">
                  <a:srgbClr val="F5FFE7">
                    <a:alpha val="8318"/>
                  </a:srgbClr>
                </a:gs>
                <a:gs pos="28571">
                  <a:srgbClr val="F5FFE7">
                    <a:alpha val="6521"/>
                  </a:srgbClr>
                </a:gs>
                <a:gs pos="42857">
                  <a:srgbClr val="F5FFE7">
                    <a:alpha val="4326"/>
                  </a:srgbClr>
                </a:gs>
                <a:gs pos="57143">
                  <a:srgbClr val="F5FFE7">
                    <a:alpha val="2421"/>
                  </a:srgbClr>
                </a:gs>
                <a:gs pos="71429">
                  <a:srgbClr val="F5FFE7">
                    <a:alpha val="1141"/>
                  </a:srgbClr>
                </a:gs>
                <a:gs pos="85714">
                  <a:srgbClr val="F5FFE7">
                    <a:alpha val="453"/>
                  </a:srgbClr>
                </a:gs>
                <a:gs pos="100000">
                  <a:srgbClr val="F5FFE7">
                    <a:alpha val="151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220" name="Splat 1220"/>
            <p:cNvSpPr>
              <a:spLocks noGrp="1"/>
            </p:cNvSpPr>
            <p:nvPr/>
          </p:nvSpPr>
          <p:spPr>
            <a:xfrm rot="6291736">
              <a:off x="2048965" y="1847156"/>
              <a:ext cx="355087" cy="128365"/>
            </a:xfrm>
            <a:prstGeom prst="ellipse">
              <a:avLst/>
            </a:prstGeom>
            <a:gradFill>
              <a:gsLst>
                <a:gs pos="0">
                  <a:srgbClr val="515E6E">
                    <a:alpha val="18680"/>
                  </a:srgbClr>
                </a:gs>
                <a:gs pos="14286">
                  <a:srgbClr val="515E6E">
                    <a:alpha val="17309"/>
                  </a:srgbClr>
                </a:gs>
                <a:gs pos="28571">
                  <a:srgbClr val="515E6E">
                    <a:alpha val="13720"/>
                  </a:srgbClr>
                </a:gs>
                <a:gs pos="42857">
                  <a:srgbClr val="515E6E">
                    <a:alpha val="9226"/>
                  </a:srgbClr>
                </a:gs>
                <a:gs pos="57143">
                  <a:srgbClr val="515E6E">
                    <a:alpha val="5222"/>
                  </a:srgbClr>
                </a:gs>
                <a:gs pos="71429">
                  <a:srgbClr val="515E6E">
                    <a:alpha val="2479"/>
                  </a:srgbClr>
                </a:gs>
                <a:gs pos="85714">
                  <a:srgbClr val="515E6E">
                    <a:alpha val="988"/>
                  </a:srgbClr>
                </a:gs>
                <a:gs pos="100000">
                  <a:srgbClr val="515E6E">
                    <a:alpha val="331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221" name="Splat 1221"/>
            <p:cNvSpPr>
              <a:spLocks noGrp="1"/>
            </p:cNvSpPr>
            <p:nvPr/>
          </p:nvSpPr>
          <p:spPr>
            <a:xfrm rot="9664121">
              <a:off x="2262743" y="639438"/>
              <a:ext cx="725232" cy="75405"/>
            </a:xfrm>
            <a:prstGeom prst="ellipse">
              <a:avLst/>
            </a:prstGeom>
            <a:gradFill>
              <a:gsLst>
                <a:gs pos="0">
                  <a:srgbClr val="760000">
                    <a:alpha val="32968"/>
                  </a:srgbClr>
                </a:gs>
                <a:gs pos="14286">
                  <a:srgbClr val="760000">
                    <a:alpha val="30764"/>
                  </a:srgbClr>
                </a:gs>
                <a:gs pos="28571">
                  <a:srgbClr val="760000">
                    <a:alpha val="24833"/>
                  </a:srgbClr>
                </a:gs>
                <a:gs pos="42857">
                  <a:srgbClr val="760000">
                    <a:alpha val="17075"/>
                  </a:srgbClr>
                </a:gs>
                <a:gs pos="57143">
                  <a:srgbClr val="760000">
                    <a:alpha val="9855"/>
                  </a:srgbClr>
                </a:gs>
                <a:gs pos="71429">
                  <a:srgbClr val="760000">
                    <a:alpha val="4740"/>
                  </a:srgbClr>
                </a:gs>
                <a:gs pos="85714">
                  <a:srgbClr val="760000">
                    <a:alpha val="1902"/>
                  </a:srgbClr>
                </a:gs>
                <a:gs pos="100000">
                  <a:srgbClr val="760000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222" name="Splat 1222"/>
            <p:cNvSpPr>
              <a:spLocks noGrp="1"/>
            </p:cNvSpPr>
            <p:nvPr/>
          </p:nvSpPr>
          <p:spPr>
            <a:xfrm rot="3737079">
              <a:off x="-103136" y="2325576"/>
              <a:ext cx="708187" cy="329924"/>
            </a:xfrm>
            <a:prstGeom prst="ellipse">
              <a:avLst/>
            </a:prstGeom>
            <a:gradFill>
              <a:gsLst>
                <a:gs pos="0">
                  <a:srgbClr val="FDFFFF">
                    <a:alpha val="32968"/>
                  </a:srgbClr>
                </a:gs>
                <a:gs pos="14286">
                  <a:srgbClr val="FDFFFF">
                    <a:alpha val="30764"/>
                  </a:srgbClr>
                </a:gs>
                <a:gs pos="28571">
                  <a:srgbClr val="FDFFFF">
                    <a:alpha val="24833"/>
                  </a:srgbClr>
                </a:gs>
                <a:gs pos="42857">
                  <a:srgbClr val="FDFFFF">
                    <a:alpha val="17075"/>
                  </a:srgbClr>
                </a:gs>
                <a:gs pos="57143">
                  <a:srgbClr val="FDFFFF">
                    <a:alpha val="9855"/>
                  </a:srgbClr>
                </a:gs>
                <a:gs pos="71429">
                  <a:srgbClr val="FDFFFF">
                    <a:alpha val="4740"/>
                  </a:srgbClr>
                </a:gs>
                <a:gs pos="85714">
                  <a:srgbClr val="FDFFFF">
                    <a:alpha val="1902"/>
                  </a:srgbClr>
                </a:gs>
                <a:gs pos="100000">
                  <a:srgbClr val="FDFFFF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223" name="Splat 1223"/>
            <p:cNvSpPr>
              <a:spLocks noGrp="1"/>
            </p:cNvSpPr>
            <p:nvPr/>
          </p:nvSpPr>
          <p:spPr>
            <a:xfrm rot="8263934">
              <a:off x="169475" y="1722958"/>
              <a:ext cx="332488" cy="97033"/>
            </a:xfrm>
            <a:prstGeom prst="ellipse">
              <a:avLst/>
            </a:prstGeom>
            <a:gradFill>
              <a:gsLst>
                <a:gs pos="0">
                  <a:srgbClr val="3CC1FE">
                    <a:alpha val="5432"/>
                  </a:srgbClr>
                </a:gs>
                <a:gs pos="14286">
                  <a:srgbClr val="3CC1FE">
                    <a:alpha val="5004"/>
                  </a:srgbClr>
                </a:gs>
                <a:gs pos="28571">
                  <a:srgbClr val="3CC1FE">
                    <a:alpha val="3908"/>
                  </a:srgbClr>
                </a:gs>
                <a:gs pos="42857">
                  <a:srgbClr val="3CC1FE">
                    <a:alpha val="2581"/>
                  </a:srgbClr>
                </a:gs>
                <a:gs pos="57143">
                  <a:srgbClr val="3CC1FE">
                    <a:alpha val="1438"/>
                  </a:srgbClr>
                </a:gs>
                <a:gs pos="71429">
                  <a:srgbClr val="3CC1FE">
                    <a:alpha val="676"/>
                  </a:srgbClr>
                </a:gs>
                <a:gs pos="85714">
                  <a:srgbClr val="3CC1FE">
                    <a:alpha val="268"/>
                  </a:srgbClr>
                </a:gs>
                <a:gs pos="100000">
                  <a:srgbClr val="3CC1FE">
                    <a:alpha val="90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224" name="Splat 1224"/>
            <p:cNvSpPr>
              <a:spLocks noGrp="1"/>
            </p:cNvSpPr>
            <p:nvPr/>
          </p:nvSpPr>
          <p:spPr>
            <a:xfrm rot="6370156">
              <a:off x="2192527" y="2439982"/>
              <a:ext cx="235257" cy="100666"/>
            </a:xfrm>
            <a:prstGeom prst="ellipse">
              <a:avLst/>
            </a:prstGeom>
            <a:gradFill>
              <a:gsLst>
                <a:gs pos="0">
                  <a:srgbClr val="640000">
                    <a:alpha val="32968"/>
                  </a:srgbClr>
                </a:gs>
                <a:gs pos="14286">
                  <a:srgbClr val="640000">
                    <a:alpha val="30764"/>
                  </a:srgbClr>
                </a:gs>
                <a:gs pos="28571">
                  <a:srgbClr val="640000">
                    <a:alpha val="24833"/>
                  </a:srgbClr>
                </a:gs>
                <a:gs pos="42857">
                  <a:srgbClr val="640000">
                    <a:alpha val="17075"/>
                  </a:srgbClr>
                </a:gs>
                <a:gs pos="57143">
                  <a:srgbClr val="640000">
                    <a:alpha val="9855"/>
                  </a:srgbClr>
                </a:gs>
                <a:gs pos="71429">
                  <a:srgbClr val="640000">
                    <a:alpha val="4740"/>
                  </a:srgbClr>
                </a:gs>
                <a:gs pos="85714">
                  <a:srgbClr val="640000">
                    <a:alpha val="1902"/>
                  </a:srgbClr>
                </a:gs>
                <a:gs pos="100000">
                  <a:srgbClr val="640000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225" name="Splat 1225"/>
            <p:cNvSpPr>
              <a:spLocks noGrp="1"/>
            </p:cNvSpPr>
            <p:nvPr/>
          </p:nvSpPr>
          <p:spPr>
            <a:xfrm rot="2741197">
              <a:off x="510645" y="3337477"/>
              <a:ext cx="478457" cy="164858"/>
            </a:xfrm>
            <a:prstGeom prst="ellipse">
              <a:avLst/>
            </a:prstGeom>
            <a:gradFill>
              <a:gsLst>
                <a:gs pos="0">
                  <a:srgbClr val="EEC36C">
                    <a:alpha val="32042"/>
                  </a:srgbClr>
                </a:gs>
                <a:gs pos="14286">
                  <a:srgbClr val="EEC36C">
                    <a:alpha val="29885"/>
                  </a:srgbClr>
                </a:gs>
                <a:gs pos="28571">
                  <a:srgbClr val="EEC36C">
                    <a:alpha val="24093"/>
                  </a:srgbClr>
                </a:gs>
                <a:gs pos="42857">
                  <a:srgbClr val="EEC36C">
                    <a:alpha val="16541"/>
                  </a:srgbClr>
                </a:gs>
                <a:gs pos="57143">
                  <a:srgbClr val="EEC36C">
                    <a:alpha val="9533"/>
                  </a:srgbClr>
                </a:gs>
                <a:gs pos="71429">
                  <a:srgbClr val="EEC36C">
                    <a:alpha val="4582"/>
                  </a:srgbClr>
                </a:gs>
                <a:gs pos="85714">
                  <a:srgbClr val="EEC36C">
                    <a:alpha val="1837"/>
                  </a:srgbClr>
                </a:gs>
                <a:gs pos="100000">
                  <a:srgbClr val="EEC36C">
                    <a:alpha val="618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226" name="Splat 1226"/>
            <p:cNvSpPr>
              <a:spLocks noGrp="1"/>
            </p:cNvSpPr>
            <p:nvPr/>
          </p:nvSpPr>
          <p:spPr>
            <a:xfrm rot="4972156">
              <a:off x="1735163" y="1943573"/>
              <a:ext cx="294430" cy="269140"/>
            </a:xfrm>
            <a:prstGeom prst="ellipse">
              <a:avLst/>
            </a:prstGeom>
            <a:gradFill>
              <a:gsLst>
                <a:gs pos="0">
                  <a:srgbClr val="EEFFF7">
                    <a:alpha val="9989"/>
                  </a:srgbClr>
                </a:gs>
                <a:gs pos="14286">
                  <a:srgbClr val="EEFFF7">
                    <a:alpha val="9220"/>
                  </a:srgbClr>
                </a:gs>
                <a:gs pos="28571">
                  <a:srgbClr val="EEFFF7">
                    <a:alpha val="7235"/>
                  </a:srgbClr>
                </a:gs>
                <a:gs pos="42857">
                  <a:srgbClr val="EEFFF7">
                    <a:alpha val="4807"/>
                  </a:srgbClr>
                </a:gs>
                <a:gs pos="57143">
                  <a:srgbClr val="EEFFF7">
                    <a:alpha val="2693"/>
                  </a:srgbClr>
                </a:gs>
                <a:gs pos="71429">
                  <a:srgbClr val="EEFFF7">
                    <a:alpha val="1270"/>
                  </a:srgbClr>
                </a:gs>
                <a:gs pos="85714">
                  <a:srgbClr val="EEFFF7">
                    <a:alpha val="504"/>
                  </a:srgbClr>
                </a:gs>
                <a:gs pos="100000">
                  <a:srgbClr val="EEFFF7">
                    <a:alpha val="16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227" name="Splat 1227"/>
            <p:cNvSpPr>
              <a:spLocks noGrp="1"/>
            </p:cNvSpPr>
            <p:nvPr/>
          </p:nvSpPr>
          <p:spPr>
            <a:xfrm rot="6991407">
              <a:off x="1021669" y="337242"/>
              <a:ext cx="281273" cy="53106"/>
            </a:xfrm>
            <a:prstGeom prst="ellipse">
              <a:avLst/>
            </a:prstGeom>
            <a:gradFill>
              <a:gsLst>
                <a:gs pos="0">
                  <a:srgbClr val="581B00">
                    <a:alpha val="27543"/>
                  </a:srgbClr>
                </a:gs>
                <a:gs pos="14286">
                  <a:srgbClr val="581B00">
                    <a:alpha val="25630"/>
                  </a:srgbClr>
                </a:gs>
                <a:gs pos="28571">
                  <a:srgbClr val="581B00">
                    <a:alpha val="20540"/>
                  </a:srgbClr>
                </a:gs>
                <a:gs pos="42857">
                  <a:srgbClr val="581B00">
                    <a:alpha val="13999"/>
                  </a:srgbClr>
                </a:gs>
                <a:gs pos="57143">
                  <a:srgbClr val="581B00">
                    <a:alpha val="8017"/>
                  </a:srgbClr>
                </a:gs>
                <a:gs pos="71429">
                  <a:srgbClr val="581B00">
                    <a:alpha val="3836"/>
                  </a:srgbClr>
                </a:gs>
                <a:gs pos="85714">
                  <a:srgbClr val="581B00">
                    <a:alpha val="1535"/>
                  </a:srgbClr>
                </a:gs>
                <a:gs pos="100000">
                  <a:srgbClr val="581B00">
                    <a:alpha val="515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228" name="Splat 1228"/>
            <p:cNvSpPr>
              <a:spLocks noGrp="1"/>
            </p:cNvSpPr>
            <p:nvPr/>
          </p:nvSpPr>
          <p:spPr>
            <a:xfrm rot="7189735">
              <a:off x="-12009" y="1575173"/>
              <a:ext cx="540444" cy="48544"/>
            </a:xfrm>
            <a:prstGeom prst="ellipse">
              <a:avLst/>
            </a:prstGeom>
            <a:gradFill>
              <a:gsLst>
                <a:gs pos="0">
                  <a:srgbClr val="3D0000">
                    <a:alpha val="32968"/>
                  </a:srgbClr>
                </a:gs>
                <a:gs pos="14286">
                  <a:srgbClr val="3D0000">
                    <a:alpha val="30764"/>
                  </a:srgbClr>
                </a:gs>
                <a:gs pos="28571">
                  <a:srgbClr val="3D0000">
                    <a:alpha val="24833"/>
                  </a:srgbClr>
                </a:gs>
                <a:gs pos="42857">
                  <a:srgbClr val="3D0000">
                    <a:alpha val="17075"/>
                  </a:srgbClr>
                </a:gs>
                <a:gs pos="57143">
                  <a:srgbClr val="3D0000">
                    <a:alpha val="9855"/>
                  </a:srgbClr>
                </a:gs>
                <a:gs pos="71429">
                  <a:srgbClr val="3D0000">
                    <a:alpha val="4740"/>
                  </a:srgbClr>
                </a:gs>
                <a:gs pos="85714">
                  <a:srgbClr val="3D0000">
                    <a:alpha val="1902"/>
                  </a:srgbClr>
                </a:gs>
                <a:gs pos="100000">
                  <a:srgbClr val="3D0000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229" name="Splat 1229"/>
            <p:cNvSpPr>
              <a:spLocks noGrp="1"/>
            </p:cNvSpPr>
            <p:nvPr/>
          </p:nvSpPr>
          <p:spPr>
            <a:xfrm rot="5881500">
              <a:off x="3279044" y="728873"/>
              <a:ext cx="473199" cy="178715"/>
            </a:xfrm>
            <a:prstGeom prst="ellipse">
              <a:avLst/>
            </a:prstGeom>
            <a:gradFill>
              <a:gsLst>
                <a:gs pos="0">
                  <a:srgbClr val="FEFFF5">
                    <a:alpha val="29677"/>
                  </a:srgbClr>
                </a:gs>
                <a:gs pos="14286">
                  <a:srgbClr val="FEFFF5">
                    <a:alpha val="27645"/>
                  </a:srgbClr>
                </a:gs>
                <a:gs pos="28571">
                  <a:srgbClr val="FEFFF5">
                    <a:alpha val="22217"/>
                  </a:srgbClr>
                </a:gs>
                <a:gs pos="42857">
                  <a:srgbClr val="FEFFF5">
                    <a:alpha val="15194"/>
                  </a:srgbClr>
                </a:gs>
                <a:gs pos="57143">
                  <a:srgbClr val="FEFFF5">
                    <a:alpha val="8727"/>
                  </a:srgbClr>
                </a:gs>
                <a:gs pos="71429">
                  <a:srgbClr val="FEFFF5">
                    <a:alpha val="4184"/>
                  </a:srgbClr>
                </a:gs>
                <a:gs pos="85714">
                  <a:srgbClr val="FEFFF5">
                    <a:alpha val="1676"/>
                  </a:srgbClr>
                </a:gs>
                <a:gs pos="100000">
                  <a:srgbClr val="FEFFF5">
                    <a:alpha val="563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230" name="Splat 1230"/>
            <p:cNvSpPr>
              <a:spLocks noGrp="1"/>
            </p:cNvSpPr>
            <p:nvPr/>
          </p:nvSpPr>
          <p:spPr>
            <a:xfrm rot="3126758">
              <a:off x="3333131" y="3102370"/>
              <a:ext cx="317532" cy="302537"/>
            </a:xfrm>
            <a:prstGeom prst="ellipse">
              <a:avLst/>
            </a:prstGeom>
            <a:gradFill>
              <a:gsLst>
                <a:gs pos="0">
                  <a:srgbClr val="BCC8BB">
                    <a:alpha val="8665"/>
                  </a:srgbClr>
                </a:gs>
                <a:gs pos="14286">
                  <a:srgbClr val="BCC8BB">
                    <a:alpha val="7993"/>
                  </a:srgbClr>
                </a:gs>
                <a:gs pos="28571">
                  <a:srgbClr val="BCC8BB">
                    <a:alpha val="6264"/>
                  </a:srgbClr>
                </a:gs>
                <a:gs pos="42857">
                  <a:srgbClr val="BCC8BB">
                    <a:alpha val="4154"/>
                  </a:srgbClr>
                </a:gs>
                <a:gs pos="57143">
                  <a:srgbClr val="BCC8BB">
                    <a:alpha val="2323"/>
                  </a:srgbClr>
                </a:gs>
                <a:gs pos="71429">
                  <a:srgbClr val="BCC8BB">
                    <a:alpha val="1094"/>
                  </a:srgbClr>
                </a:gs>
                <a:gs pos="85714">
                  <a:srgbClr val="BCC8BB">
                    <a:alpha val="434"/>
                  </a:srgbClr>
                </a:gs>
                <a:gs pos="100000">
                  <a:srgbClr val="BCC8BB">
                    <a:alpha val="145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231" name="Splat 1231"/>
            <p:cNvSpPr>
              <a:spLocks noGrp="1"/>
            </p:cNvSpPr>
            <p:nvPr/>
          </p:nvSpPr>
          <p:spPr>
            <a:xfrm rot="-9591659">
              <a:off x="1986260" y="763505"/>
              <a:ext cx="399854" cy="238369"/>
            </a:xfrm>
            <a:prstGeom prst="ellipse">
              <a:avLst/>
            </a:prstGeom>
            <a:gradFill>
              <a:gsLst>
                <a:gs pos="0">
                  <a:srgbClr val="A4D8FF">
                    <a:alpha val="14089"/>
                  </a:srgbClr>
                </a:gs>
                <a:gs pos="14286">
                  <a:srgbClr val="A4D8FF">
                    <a:alpha val="13027"/>
                  </a:srgbClr>
                </a:gs>
                <a:gs pos="28571">
                  <a:srgbClr val="A4D8FF">
                    <a:alpha val="10271"/>
                  </a:srgbClr>
                </a:gs>
                <a:gs pos="42857">
                  <a:srgbClr val="A4D8FF">
                    <a:alpha val="6862"/>
                  </a:srgbClr>
                </a:gs>
                <a:gs pos="57143">
                  <a:srgbClr val="A4D8FF">
                    <a:alpha val="3862"/>
                  </a:srgbClr>
                </a:gs>
                <a:gs pos="71429">
                  <a:srgbClr val="A4D8FF">
                    <a:alpha val="1827"/>
                  </a:srgbClr>
                </a:gs>
                <a:gs pos="85714">
                  <a:srgbClr val="A4D8FF">
                    <a:alpha val="726"/>
                  </a:srgbClr>
                </a:gs>
                <a:gs pos="100000">
                  <a:srgbClr val="A4D8FF">
                    <a:alpha val="243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232" name="Splat 1232"/>
            <p:cNvSpPr>
              <a:spLocks noGrp="1"/>
            </p:cNvSpPr>
            <p:nvPr/>
          </p:nvSpPr>
          <p:spPr>
            <a:xfrm rot="10158469">
              <a:off x="1931576" y="2129222"/>
              <a:ext cx="207766" cy="124724"/>
            </a:xfrm>
            <a:prstGeom prst="ellipse">
              <a:avLst/>
            </a:prstGeom>
            <a:gradFill>
              <a:gsLst>
                <a:gs pos="0">
                  <a:srgbClr val="975800">
                    <a:alpha val="32968"/>
                  </a:srgbClr>
                </a:gs>
                <a:gs pos="14286">
                  <a:srgbClr val="975800">
                    <a:alpha val="30764"/>
                  </a:srgbClr>
                </a:gs>
                <a:gs pos="28571">
                  <a:srgbClr val="975800">
                    <a:alpha val="24833"/>
                  </a:srgbClr>
                </a:gs>
                <a:gs pos="42857">
                  <a:srgbClr val="975800">
                    <a:alpha val="17075"/>
                  </a:srgbClr>
                </a:gs>
                <a:gs pos="57143">
                  <a:srgbClr val="975800">
                    <a:alpha val="9855"/>
                  </a:srgbClr>
                </a:gs>
                <a:gs pos="71429">
                  <a:srgbClr val="975800">
                    <a:alpha val="4740"/>
                  </a:srgbClr>
                </a:gs>
                <a:gs pos="85714">
                  <a:srgbClr val="975800">
                    <a:alpha val="1902"/>
                  </a:srgbClr>
                </a:gs>
                <a:gs pos="100000">
                  <a:srgbClr val="975800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233" name="Splat 1233"/>
            <p:cNvSpPr>
              <a:spLocks noGrp="1"/>
            </p:cNvSpPr>
            <p:nvPr/>
          </p:nvSpPr>
          <p:spPr>
            <a:xfrm rot="3147935">
              <a:off x="967384" y="553675"/>
              <a:ext cx="454818" cy="113667"/>
            </a:xfrm>
            <a:prstGeom prst="ellipse">
              <a:avLst/>
            </a:prstGeom>
            <a:gradFill>
              <a:gsLst>
                <a:gs pos="0">
                  <a:srgbClr val="FFFEF2">
                    <a:alpha val="32968"/>
                  </a:srgbClr>
                </a:gs>
                <a:gs pos="14286">
                  <a:srgbClr val="FFFEF2">
                    <a:alpha val="30764"/>
                  </a:srgbClr>
                </a:gs>
                <a:gs pos="28571">
                  <a:srgbClr val="FFFEF2">
                    <a:alpha val="24833"/>
                  </a:srgbClr>
                </a:gs>
                <a:gs pos="42857">
                  <a:srgbClr val="FFFEF2">
                    <a:alpha val="17075"/>
                  </a:srgbClr>
                </a:gs>
                <a:gs pos="57143">
                  <a:srgbClr val="FFFEF2">
                    <a:alpha val="9855"/>
                  </a:srgbClr>
                </a:gs>
                <a:gs pos="71429">
                  <a:srgbClr val="FFFEF2">
                    <a:alpha val="4740"/>
                  </a:srgbClr>
                </a:gs>
                <a:gs pos="85714">
                  <a:srgbClr val="FFFEF2">
                    <a:alpha val="1902"/>
                  </a:srgbClr>
                </a:gs>
                <a:gs pos="100000">
                  <a:srgbClr val="FFFEF2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234" name="Splat 1234"/>
            <p:cNvSpPr>
              <a:spLocks noGrp="1"/>
            </p:cNvSpPr>
            <p:nvPr/>
          </p:nvSpPr>
          <p:spPr>
            <a:xfrm rot="-9626923">
              <a:off x="630611" y="1880971"/>
              <a:ext cx="369423" cy="58802"/>
            </a:xfrm>
            <a:prstGeom prst="ellipse">
              <a:avLst/>
            </a:prstGeom>
            <a:gradFill>
              <a:gsLst>
                <a:gs pos="0">
                  <a:srgbClr val="ECF3FE">
                    <a:alpha val="32968"/>
                  </a:srgbClr>
                </a:gs>
                <a:gs pos="14286">
                  <a:srgbClr val="ECF3FE">
                    <a:alpha val="30764"/>
                  </a:srgbClr>
                </a:gs>
                <a:gs pos="28571">
                  <a:srgbClr val="ECF3FE">
                    <a:alpha val="24833"/>
                  </a:srgbClr>
                </a:gs>
                <a:gs pos="42857">
                  <a:srgbClr val="ECF3FE">
                    <a:alpha val="17075"/>
                  </a:srgbClr>
                </a:gs>
                <a:gs pos="57143">
                  <a:srgbClr val="ECF3FE">
                    <a:alpha val="9855"/>
                  </a:srgbClr>
                </a:gs>
                <a:gs pos="71429">
                  <a:srgbClr val="ECF3FE">
                    <a:alpha val="4740"/>
                  </a:srgbClr>
                </a:gs>
                <a:gs pos="85714">
                  <a:srgbClr val="ECF3FE">
                    <a:alpha val="1902"/>
                  </a:srgbClr>
                </a:gs>
                <a:gs pos="100000">
                  <a:srgbClr val="ECF3FE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235" name="Splat 1235"/>
            <p:cNvSpPr>
              <a:spLocks noGrp="1"/>
            </p:cNvSpPr>
            <p:nvPr/>
          </p:nvSpPr>
          <p:spPr>
            <a:xfrm rot="9636777">
              <a:off x="2090722" y="1723009"/>
              <a:ext cx="299145" cy="197455"/>
            </a:xfrm>
            <a:prstGeom prst="ellipse">
              <a:avLst/>
            </a:prstGeom>
            <a:gradFill>
              <a:gsLst>
                <a:gs pos="0">
                  <a:srgbClr val="F9FCFF">
                    <a:alpha val="32968"/>
                  </a:srgbClr>
                </a:gs>
                <a:gs pos="14286">
                  <a:srgbClr val="F9FCFF">
                    <a:alpha val="30764"/>
                  </a:srgbClr>
                </a:gs>
                <a:gs pos="28571">
                  <a:srgbClr val="F9FCFF">
                    <a:alpha val="24833"/>
                  </a:srgbClr>
                </a:gs>
                <a:gs pos="42857">
                  <a:srgbClr val="F9FCFF">
                    <a:alpha val="17075"/>
                  </a:srgbClr>
                </a:gs>
                <a:gs pos="57143">
                  <a:srgbClr val="F9FCFF">
                    <a:alpha val="9855"/>
                  </a:srgbClr>
                </a:gs>
                <a:gs pos="71429">
                  <a:srgbClr val="F9FCFF">
                    <a:alpha val="4740"/>
                  </a:srgbClr>
                </a:gs>
                <a:gs pos="85714">
                  <a:srgbClr val="F9FCFF">
                    <a:alpha val="1902"/>
                  </a:srgbClr>
                </a:gs>
                <a:gs pos="100000">
                  <a:srgbClr val="F9FCFF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236" name="Splat 1236"/>
            <p:cNvSpPr>
              <a:spLocks noGrp="1"/>
            </p:cNvSpPr>
            <p:nvPr/>
          </p:nvSpPr>
          <p:spPr>
            <a:xfrm rot="6853216">
              <a:off x="2624027" y="3501871"/>
              <a:ext cx="599219" cy="98042"/>
            </a:xfrm>
            <a:prstGeom prst="ellipse">
              <a:avLst/>
            </a:prstGeom>
            <a:gradFill>
              <a:gsLst>
                <a:gs pos="0">
                  <a:srgbClr val="FCFEF3">
                    <a:alpha val="32968"/>
                  </a:srgbClr>
                </a:gs>
                <a:gs pos="14286">
                  <a:srgbClr val="FCFEF3">
                    <a:alpha val="30764"/>
                  </a:srgbClr>
                </a:gs>
                <a:gs pos="28571">
                  <a:srgbClr val="FCFEF3">
                    <a:alpha val="24833"/>
                  </a:srgbClr>
                </a:gs>
                <a:gs pos="42857">
                  <a:srgbClr val="FCFEF3">
                    <a:alpha val="17075"/>
                  </a:srgbClr>
                </a:gs>
                <a:gs pos="57143">
                  <a:srgbClr val="FCFEF3">
                    <a:alpha val="9855"/>
                  </a:srgbClr>
                </a:gs>
                <a:gs pos="71429">
                  <a:srgbClr val="FCFEF3">
                    <a:alpha val="4740"/>
                  </a:srgbClr>
                </a:gs>
                <a:gs pos="85714">
                  <a:srgbClr val="FCFEF3">
                    <a:alpha val="1902"/>
                  </a:srgbClr>
                </a:gs>
                <a:gs pos="100000">
                  <a:srgbClr val="FCFEF3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237" name="Splat 1237"/>
            <p:cNvSpPr>
              <a:spLocks noGrp="1"/>
            </p:cNvSpPr>
            <p:nvPr/>
          </p:nvSpPr>
          <p:spPr>
            <a:xfrm rot="5400690">
              <a:off x="2409576" y="584385"/>
              <a:ext cx="310796" cy="138708"/>
            </a:xfrm>
            <a:prstGeom prst="ellipse">
              <a:avLst/>
            </a:prstGeom>
            <a:gradFill>
              <a:gsLst>
                <a:gs pos="0">
                  <a:srgbClr val="FFF5C0">
                    <a:alpha val="32968"/>
                  </a:srgbClr>
                </a:gs>
                <a:gs pos="14286">
                  <a:srgbClr val="FFF5C0">
                    <a:alpha val="30764"/>
                  </a:srgbClr>
                </a:gs>
                <a:gs pos="28571">
                  <a:srgbClr val="FFF5C0">
                    <a:alpha val="24833"/>
                  </a:srgbClr>
                </a:gs>
                <a:gs pos="42857">
                  <a:srgbClr val="FFF5C0">
                    <a:alpha val="17075"/>
                  </a:srgbClr>
                </a:gs>
                <a:gs pos="57143">
                  <a:srgbClr val="FFF5C0">
                    <a:alpha val="9855"/>
                  </a:srgbClr>
                </a:gs>
                <a:gs pos="71429">
                  <a:srgbClr val="FFF5C0">
                    <a:alpha val="4740"/>
                  </a:srgbClr>
                </a:gs>
                <a:gs pos="85714">
                  <a:srgbClr val="FFF5C0">
                    <a:alpha val="1902"/>
                  </a:srgbClr>
                </a:gs>
                <a:gs pos="100000">
                  <a:srgbClr val="FFF5C0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238" name="Splat 1238"/>
            <p:cNvSpPr>
              <a:spLocks noGrp="1"/>
            </p:cNvSpPr>
            <p:nvPr/>
          </p:nvSpPr>
          <p:spPr>
            <a:xfrm rot="5102363">
              <a:off x="1876761" y="-93160"/>
              <a:ext cx="318666" cy="270646"/>
            </a:xfrm>
            <a:prstGeom prst="ellipse">
              <a:avLst/>
            </a:prstGeom>
            <a:gradFill>
              <a:gsLst>
                <a:gs pos="0">
                  <a:srgbClr val="BAB900">
                    <a:alpha val="6082"/>
                  </a:srgbClr>
                </a:gs>
                <a:gs pos="14286">
                  <a:srgbClr val="BAB900">
                    <a:alpha val="5604"/>
                  </a:srgbClr>
                </a:gs>
                <a:gs pos="28571">
                  <a:srgbClr val="BAB900">
                    <a:alpha val="4379"/>
                  </a:srgbClr>
                </a:gs>
                <a:gs pos="42857">
                  <a:srgbClr val="BAB900">
                    <a:alpha val="2894"/>
                  </a:srgbClr>
                </a:gs>
                <a:gs pos="57143">
                  <a:srgbClr val="BAB900">
                    <a:alpha val="1614"/>
                  </a:srgbClr>
                </a:gs>
                <a:gs pos="71429">
                  <a:srgbClr val="BAB900">
                    <a:alpha val="759"/>
                  </a:srgbClr>
                </a:gs>
                <a:gs pos="85714">
                  <a:srgbClr val="BAB900">
                    <a:alpha val="301"/>
                  </a:srgbClr>
                </a:gs>
                <a:gs pos="100000">
                  <a:srgbClr val="BAB900">
                    <a:alpha val="101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239" name="Splat 1239"/>
            <p:cNvSpPr>
              <a:spLocks noGrp="1"/>
            </p:cNvSpPr>
            <p:nvPr/>
          </p:nvSpPr>
          <p:spPr>
            <a:xfrm rot="-8447424">
              <a:off x="2697165" y="1715363"/>
              <a:ext cx="591657" cy="162212"/>
            </a:xfrm>
            <a:prstGeom prst="ellipse">
              <a:avLst/>
            </a:prstGeom>
            <a:gradFill>
              <a:gsLst>
                <a:gs pos="0">
                  <a:srgbClr val="A83B00">
                    <a:alpha val="32968"/>
                  </a:srgbClr>
                </a:gs>
                <a:gs pos="14286">
                  <a:srgbClr val="A83B00">
                    <a:alpha val="30764"/>
                  </a:srgbClr>
                </a:gs>
                <a:gs pos="28571">
                  <a:srgbClr val="A83B00">
                    <a:alpha val="24833"/>
                  </a:srgbClr>
                </a:gs>
                <a:gs pos="42857">
                  <a:srgbClr val="A83B00">
                    <a:alpha val="17075"/>
                  </a:srgbClr>
                </a:gs>
                <a:gs pos="57143">
                  <a:srgbClr val="A83B00">
                    <a:alpha val="9855"/>
                  </a:srgbClr>
                </a:gs>
                <a:gs pos="71429">
                  <a:srgbClr val="A83B00">
                    <a:alpha val="4740"/>
                  </a:srgbClr>
                </a:gs>
                <a:gs pos="85714">
                  <a:srgbClr val="A83B00">
                    <a:alpha val="1902"/>
                  </a:srgbClr>
                </a:gs>
                <a:gs pos="100000">
                  <a:srgbClr val="A83B00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240" name="Splat 1240"/>
            <p:cNvSpPr>
              <a:spLocks noGrp="1"/>
            </p:cNvSpPr>
            <p:nvPr/>
          </p:nvSpPr>
          <p:spPr>
            <a:xfrm rot="-9369873">
              <a:off x="480697" y="3072557"/>
              <a:ext cx="443553" cy="56034"/>
            </a:xfrm>
            <a:prstGeom prst="ellipse">
              <a:avLst/>
            </a:prstGeom>
            <a:gradFill>
              <a:gsLst>
                <a:gs pos="0">
                  <a:srgbClr val="F9D7AC">
                    <a:alpha val="32968"/>
                  </a:srgbClr>
                </a:gs>
                <a:gs pos="14286">
                  <a:srgbClr val="F9D7AC">
                    <a:alpha val="30764"/>
                  </a:srgbClr>
                </a:gs>
                <a:gs pos="28571">
                  <a:srgbClr val="F9D7AC">
                    <a:alpha val="24833"/>
                  </a:srgbClr>
                </a:gs>
                <a:gs pos="42857">
                  <a:srgbClr val="F9D7AC">
                    <a:alpha val="17075"/>
                  </a:srgbClr>
                </a:gs>
                <a:gs pos="57143">
                  <a:srgbClr val="F9D7AC">
                    <a:alpha val="9855"/>
                  </a:srgbClr>
                </a:gs>
                <a:gs pos="71429">
                  <a:srgbClr val="F9D7AC">
                    <a:alpha val="4740"/>
                  </a:srgbClr>
                </a:gs>
                <a:gs pos="85714">
                  <a:srgbClr val="F9D7AC">
                    <a:alpha val="1902"/>
                  </a:srgbClr>
                </a:gs>
                <a:gs pos="100000">
                  <a:srgbClr val="F9D7AC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241" name="Splat 1241"/>
            <p:cNvSpPr>
              <a:spLocks noGrp="1"/>
            </p:cNvSpPr>
            <p:nvPr/>
          </p:nvSpPr>
          <p:spPr>
            <a:xfrm rot="6163762">
              <a:off x="604981" y="1795497"/>
              <a:ext cx="288191" cy="280899"/>
            </a:xfrm>
            <a:prstGeom prst="ellipse">
              <a:avLst/>
            </a:prstGeom>
            <a:gradFill>
              <a:gsLst>
                <a:gs pos="0">
                  <a:srgbClr val="C6B219">
                    <a:alpha val="12337"/>
                  </a:srgbClr>
                </a:gs>
                <a:gs pos="14286">
                  <a:srgbClr val="C6B219">
                    <a:alpha val="11399"/>
                  </a:srgbClr>
                </a:gs>
                <a:gs pos="28571">
                  <a:srgbClr val="C6B219">
                    <a:alpha val="8969"/>
                  </a:srgbClr>
                </a:gs>
                <a:gs pos="42857">
                  <a:srgbClr val="C6B219">
                    <a:alpha val="5977"/>
                  </a:srgbClr>
                </a:gs>
                <a:gs pos="57143">
                  <a:srgbClr val="C6B219">
                    <a:alpha val="3358"/>
                  </a:srgbClr>
                </a:gs>
                <a:gs pos="71429">
                  <a:srgbClr val="C6B219">
                    <a:alpha val="1586"/>
                  </a:srgbClr>
                </a:gs>
                <a:gs pos="85714">
                  <a:srgbClr val="C6B219">
                    <a:alpha val="630"/>
                  </a:srgbClr>
                </a:gs>
                <a:gs pos="100000">
                  <a:srgbClr val="C6B219">
                    <a:alpha val="211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242" name="Splat 1242"/>
            <p:cNvSpPr>
              <a:spLocks noGrp="1"/>
            </p:cNvSpPr>
            <p:nvPr/>
          </p:nvSpPr>
          <p:spPr>
            <a:xfrm rot="5826833">
              <a:off x="3329460" y="1977455"/>
              <a:ext cx="428788" cy="80159"/>
            </a:xfrm>
            <a:prstGeom prst="ellipse">
              <a:avLst/>
            </a:prstGeom>
            <a:gradFill>
              <a:gsLst>
                <a:gs pos="0">
                  <a:srgbClr val="FCFEFF">
                    <a:alpha val="24067"/>
                  </a:srgbClr>
                </a:gs>
                <a:gs pos="14286">
                  <a:srgbClr val="FCFEFF">
                    <a:alpha val="22357"/>
                  </a:srgbClr>
                </a:gs>
                <a:gs pos="28571">
                  <a:srgbClr val="FCFEFF">
                    <a:alpha val="17838"/>
                  </a:srgbClr>
                </a:gs>
                <a:gs pos="42857">
                  <a:srgbClr val="FCFEFF">
                    <a:alpha val="12092"/>
                  </a:srgbClr>
                </a:gs>
                <a:gs pos="57143">
                  <a:srgbClr val="FCFEFF">
                    <a:alpha val="6892"/>
                  </a:srgbClr>
                </a:gs>
                <a:gs pos="71429">
                  <a:srgbClr val="FCFEFF">
                    <a:alpha val="3287"/>
                  </a:srgbClr>
                </a:gs>
                <a:gs pos="85714">
                  <a:srgbClr val="FCFEFF">
                    <a:alpha val="1313"/>
                  </a:srgbClr>
                </a:gs>
                <a:gs pos="100000">
                  <a:srgbClr val="FCFEFF">
                    <a:alpha val="441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243" name="Splat 1243"/>
            <p:cNvSpPr>
              <a:spLocks noGrp="1"/>
            </p:cNvSpPr>
            <p:nvPr/>
          </p:nvSpPr>
          <p:spPr>
            <a:xfrm rot="7356845">
              <a:off x="1407850" y="3193277"/>
              <a:ext cx="335465" cy="305075"/>
            </a:xfrm>
            <a:prstGeom prst="ellipse">
              <a:avLst/>
            </a:prstGeom>
            <a:gradFill>
              <a:gsLst>
                <a:gs pos="0">
                  <a:srgbClr val="0090E0">
                    <a:alpha val="8821"/>
                  </a:srgbClr>
                </a:gs>
                <a:gs pos="14286">
                  <a:srgbClr val="0090E0">
                    <a:alpha val="8137"/>
                  </a:srgbClr>
                </a:gs>
                <a:gs pos="28571">
                  <a:srgbClr val="0090E0">
                    <a:alpha val="6378"/>
                  </a:srgbClr>
                </a:gs>
                <a:gs pos="42857">
                  <a:srgbClr val="0090E0">
                    <a:alpha val="4231"/>
                  </a:srgbClr>
                </a:gs>
                <a:gs pos="57143">
                  <a:srgbClr val="0090E0">
                    <a:alpha val="2367"/>
                  </a:srgbClr>
                </a:gs>
                <a:gs pos="71429">
                  <a:srgbClr val="0090E0">
                    <a:alpha val="1115"/>
                  </a:srgbClr>
                </a:gs>
                <a:gs pos="85714">
                  <a:srgbClr val="0090E0">
                    <a:alpha val="442"/>
                  </a:srgbClr>
                </a:gs>
                <a:gs pos="100000">
                  <a:srgbClr val="0090E0">
                    <a:alpha val="148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244" name="Splat 1244"/>
            <p:cNvSpPr>
              <a:spLocks noGrp="1"/>
            </p:cNvSpPr>
            <p:nvPr/>
          </p:nvSpPr>
          <p:spPr>
            <a:xfrm rot="-8109467">
              <a:off x="2503196" y="2929982"/>
              <a:ext cx="330788" cy="50933"/>
            </a:xfrm>
            <a:prstGeom prst="ellipse">
              <a:avLst/>
            </a:prstGeom>
            <a:gradFill>
              <a:gsLst>
                <a:gs pos="0">
                  <a:srgbClr val="1C0000">
                    <a:alpha val="32968"/>
                  </a:srgbClr>
                </a:gs>
                <a:gs pos="14286">
                  <a:srgbClr val="1C0000">
                    <a:alpha val="30764"/>
                  </a:srgbClr>
                </a:gs>
                <a:gs pos="28571">
                  <a:srgbClr val="1C0000">
                    <a:alpha val="24833"/>
                  </a:srgbClr>
                </a:gs>
                <a:gs pos="42857">
                  <a:srgbClr val="1C0000">
                    <a:alpha val="17075"/>
                  </a:srgbClr>
                </a:gs>
                <a:gs pos="57143">
                  <a:srgbClr val="1C0000">
                    <a:alpha val="9855"/>
                  </a:srgbClr>
                </a:gs>
                <a:gs pos="71429">
                  <a:srgbClr val="1C0000">
                    <a:alpha val="4740"/>
                  </a:srgbClr>
                </a:gs>
                <a:gs pos="85714">
                  <a:srgbClr val="1C0000">
                    <a:alpha val="1902"/>
                  </a:srgbClr>
                </a:gs>
                <a:gs pos="100000">
                  <a:srgbClr val="1C0000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245" name="Splat 1245"/>
            <p:cNvSpPr>
              <a:spLocks noGrp="1"/>
            </p:cNvSpPr>
            <p:nvPr/>
          </p:nvSpPr>
          <p:spPr>
            <a:xfrm rot="-9393821">
              <a:off x="182419" y="3041199"/>
              <a:ext cx="514521" cy="85079"/>
            </a:xfrm>
            <a:prstGeom prst="ellipse">
              <a:avLst/>
            </a:prstGeom>
            <a:gradFill>
              <a:gsLst>
                <a:gs pos="0">
                  <a:srgbClr val="540018">
                    <a:alpha val="32968"/>
                  </a:srgbClr>
                </a:gs>
                <a:gs pos="14286">
                  <a:srgbClr val="540018">
                    <a:alpha val="30764"/>
                  </a:srgbClr>
                </a:gs>
                <a:gs pos="28571">
                  <a:srgbClr val="540018">
                    <a:alpha val="24833"/>
                  </a:srgbClr>
                </a:gs>
                <a:gs pos="42857">
                  <a:srgbClr val="540018">
                    <a:alpha val="17075"/>
                  </a:srgbClr>
                </a:gs>
                <a:gs pos="57143">
                  <a:srgbClr val="540018">
                    <a:alpha val="9855"/>
                  </a:srgbClr>
                </a:gs>
                <a:gs pos="71429">
                  <a:srgbClr val="540018">
                    <a:alpha val="4740"/>
                  </a:srgbClr>
                </a:gs>
                <a:gs pos="85714">
                  <a:srgbClr val="540018">
                    <a:alpha val="1902"/>
                  </a:srgbClr>
                </a:gs>
                <a:gs pos="100000">
                  <a:srgbClr val="540018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246" name="Splat 1246"/>
            <p:cNvSpPr>
              <a:spLocks noGrp="1"/>
            </p:cNvSpPr>
            <p:nvPr/>
          </p:nvSpPr>
          <p:spPr>
            <a:xfrm rot="-8158087">
              <a:off x="363895" y="1784553"/>
              <a:ext cx="517663" cy="80484"/>
            </a:xfrm>
            <a:prstGeom prst="ellipse">
              <a:avLst/>
            </a:prstGeom>
            <a:gradFill>
              <a:gsLst>
                <a:gs pos="0">
                  <a:srgbClr val="906300">
                    <a:alpha val="32968"/>
                  </a:srgbClr>
                </a:gs>
                <a:gs pos="14286">
                  <a:srgbClr val="906300">
                    <a:alpha val="30764"/>
                  </a:srgbClr>
                </a:gs>
                <a:gs pos="28571">
                  <a:srgbClr val="906300">
                    <a:alpha val="24833"/>
                  </a:srgbClr>
                </a:gs>
                <a:gs pos="42857">
                  <a:srgbClr val="906300">
                    <a:alpha val="17075"/>
                  </a:srgbClr>
                </a:gs>
                <a:gs pos="57143">
                  <a:srgbClr val="906300">
                    <a:alpha val="9855"/>
                  </a:srgbClr>
                </a:gs>
                <a:gs pos="71429">
                  <a:srgbClr val="906300">
                    <a:alpha val="4740"/>
                  </a:srgbClr>
                </a:gs>
                <a:gs pos="85714">
                  <a:srgbClr val="906300">
                    <a:alpha val="1902"/>
                  </a:srgbClr>
                </a:gs>
                <a:gs pos="100000">
                  <a:srgbClr val="906300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247" name="Splat 1247"/>
            <p:cNvSpPr>
              <a:spLocks noGrp="1"/>
            </p:cNvSpPr>
            <p:nvPr/>
          </p:nvSpPr>
          <p:spPr>
            <a:xfrm rot="3963407">
              <a:off x="-213094" y="998208"/>
              <a:ext cx="630078" cy="223148"/>
            </a:xfrm>
            <a:prstGeom prst="ellipse">
              <a:avLst/>
            </a:prstGeom>
            <a:gradFill>
              <a:gsLst>
                <a:gs pos="0">
                  <a:srgbClr val="FFDA00">
                    <a:alpha val="21093"/>
                  </a:srgbClr>
                </a:gs>
                <a:gs pos="14286">
                  <a:srgbClr val="FFDA00">
                    <a:alpha val="19566"/>
                  </a:srgbClr>
                </a:gs>
                <a:gs pos="28571">
                  <a:srgbClr val="FFDA00">
                    <a:alpha val="15554"/>
                  </a:srgbClr>
                </a:gs>
                <a:gs pos="42857">
                  <a:srgbClr val="FFDA00">
                    <a:alpha val="10496"/>
                  </a:srgbClr>
                </a:gs>
                <a:gs pos="57143">
                  <a:srgbClr val="FFDA00">
                    <a:alpha val="5959"/>
                  </a:srgbClr>
                </a:gs>
                <a:gs pos="71429">
                  <a:srgbClr val="FFDA00">
                    <a:alpha val="2835"/>
                  </a:srgbClr>
                </a:gs>
                <a:gs pos="85714">
                  <a:srgbClr val="FFDA00">
                    <a:alpha val="1131"/>
                  </a:srgbClr>
                </a:gs>
                <a:gs pos="100000">
                  <a:srgbClr val="FFDA00">
                    <a:alpha val="37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248" name="Splat 1248"/>
            <p:cNvSpPr>
              <a:spLocks noGrp="1"/>
            </p:cNvSpPr>
            <p:nvPr/>
          </p:nvSpPr>
          <p:spPr>
            <a:xfrm rot="9196549">
              <a:off x="2090123" y="1094283"/>
              <a:ext cx="422176" cy="54707"/>
            </a:xfrm>
            <a:prstGeom prst="ellipse">
              <a:avLst/>
            </a:prstGeom>
            <a:gradFill>
              <a:gsLst>
                <a:gs pos="0">
                  <a:srgbClr val="EECA9C">
                    <a:alpha val="32968"/>
                  </a:srgbClr>
                </a:gs>
                <a:gs pos="14286">
                  <a:srgbClr val="EECA9C">
                    <a:alpha val="30764"/>
                  </a:srgbClr>
                </a:gs>
                <a:gs pos="28571">
                  <a:srgbClr val="EECA9C">
                    <a:alpha val="24833"/>
                  </a:srgbClr>
                </a:gs>
                <a:gs pos="42857">
                  <a:srgbClr val="EECA9C">
                    <a:alpha val="17075"/>
                  </a:srgbClr>
                </a:gs>
                <a:gs pos="57143">
                  <a:srgbClr val="EECA9C">
                    <a:alpha val="9855"/>
                  </a:srgbClr>
                </a:gs>
                <a:gs pos="71429">
                  <a:srgbClr val="EECA9C">
                    <a:alpha val="4740"/>
                  </a:srgbClr>
                </a:gs>
                <a:gs pos="85714">
                  <a:srgbClr val="EECA9C">
                    <a:alpha val="1902"/>
                  </a:srgbClr>
                </a:gs>
                <a:gs pos="100000">
                  <a:srgbClr val="EECA9C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249" name="Splat 1249"/>
            <p:cNvSpPr>
              <a:spLocks noGrp="1"/>
            </p:cNvSpPr>
            <p:nvPr/>
          </p:nvSpPr>
          <p:spPr>
            <a:xfrm rot="7136726">
              <a:off x="762313" y="3453094"/>
              <a:ext cx="224481" cy="217539"/>
            </a:xfrm>
            <a:prstGeom prst="ellipse">
              <a:avLst/>
            </a:prstGeom>
            <a:gradFill>
              <a:gsLst>
                <a:gs pos="0">
                  <a:srgbClr val="FFFFD3">
                    <a:alpha val="17224"/>
                  </a:srgbClr>
                </a:gs>
                <a:gs pos="14286">
                  <a:srgbClr val="FFFFD3">
                    <a:alpha val="15949"/>
                  </a:srgbClr>
                </a:gs>
                <a:gs pos="28571">
                  <a:srgbClr val="FFFFD3">
                    <a:alpha val="12620"/>
                  </a:srgbClr>
                </a:gs>
                <a:gs pos="42857">
                  <a:srgbClr val="FFFFD3">
                    <a:alpha val="8468"/>
                  </a:srgbClr>
                </a:gs>
                <a:gs pos="57143">
                  <a:srgbClr val="FFFFD3">
                    <a:alpha val="4785"/>
                  </a:srgbClr>
                </a:gs>
                <a:gs pos="71429">
                  <a:srgbClr val="FFFFD3">
                    <a:alpha val="2269"/>
                  </a:srgbClr>
                </a:gs>
                <a:gs pos="85714">
                  <a:srgbClr val="FFFFD3">
                    <a:alpha val="903"/>
                  </a:srgbClr>
                </a:gs>
                <a:gs pos="100000">
                  <a:srgbClr val="FFFFD3">
                    <a:alpha val="303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250" name="Splat 1250"/>
            <p:cNvSpPr>
              <a:spLocks noGrp="1"/>
            </p:cNvSpPr>
            <p:nvPr/>
          </p:nvSpPr>
          <p:spPr>
            <a:xfrm rot="9645037">
              <a:off x="-73856" y="1220149"/>
              <a:ext cx="344944" cy="62032"/>
            </a:xfrm>
            <a:prstGeom prst="ellipse">
              <a:avLst/>
            </a:prstGeom>
            <a:gradFill>
              <a:gsLst>
                <a:gs pos="0">
                  <a:srgbClr val="FFFECA">
                    <a:alpha val="10501"/>
                  </a:srgbClr>
                </a:gs>
                <a:gs pos="14286">
                  <a:srgbClr val="FFFECA">
                    <a:alpha val="9694"/>
                  </a:srgbClr>
                </a:gs>
                <a:gs pos="28571">
                  <a:srgbClr val="FFFECA">
                    <a:alpha val="7612"/>
                  </a:srgbClr>
                </a:gs>
                <a:gs pos="42857">
                  <a:srgbClr val="FFFECA">
                    <a:alpha val="5060"/>
                  </a:srgbClr>
                </a:gs>
                <a:gs pos="57143">
                  <a:srgbClr val="FFFECA">
                    <a:alpha val="2836"/>
                  </a:srgbClr>
                </a:gs>
                <a:gs pos="71429">
                  <a:srgbClr val="FFFECA">
                    <a:alpha val="1338"/>
                  </a:srgbClr>
                </a:gs>
                <a:gs pos="85714">
                  <a:srgbClr val="FFFECA">
                    <a:alpha val="531"/>
                  </a:srgbClr>
                </a:gs>
                <a:gs pos="100000">
                  <a:srgbClr val="FFFECA">
                    <a:alpha val="178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251" name="Splat 1251"/>
            <p:cNvSpPr>
              <a:spLocks noGrp="1"/>
            </p:cNvSpPr>
            <p:nvPr/>
          </p:nvSpPr>
          <p:spPr>
            <a:xfrm rot="8024073">
              <a:off x="273453" y="2516477"/>
              <a:ext cx="251974" cy="183616"/>
            </a:xfrm>
            <a:prstGeom prst="ellipse">
              <a:avLst/>
            </a:prstGeom>
            <a:gradFill>
              <a:gsLst>
                <a:gs pos="0">
                  <a:srgbClr val="BC9367">
                    <a:alpha val="32968"/>
                  </a:srgbClr>
                </a:gs>
                <a:gs pos="14286">
                  <a:srgbClr val="BC9367">
                    <a:alpha val="30764"/>
                  </a:srgbClr>
                </a:gs>
                <a:gs pos="28571">
                  <a:srgbClr val="BC9367">
                    <a:alpha val="24833"/>
                  </a:srgbClr>
                </a:gs>
                <a:gs pos="42857">
                  <a:srgbClr val="BC9367">
                    <a:alpha val="17075"/>
                  </a:srgbClr>
                </a:gs>
                <a:gs pos="57143">
                  <a:srgbClr val="BC9367">
                    <a:alpha val="9855"/>
                  </a:srgbClr>
                </a:gs>
                <a:gs pos="71429">
                  <a:srgbClr val="BC9367">
                    <a:alpha val="4740"/>
                  </a:srgbClr>
                </a:gs>
                <a:gs pos="85714">
                  <a:srgbClr val="BC9367">
                    <a:alpha val="1902"/>
                  </a:srgbClr>
                </a:gs>
                <a:gs pos="100000">
                  <a:srgbClr val="BC9367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252" name="Splat 1252"/>
            <p:cNvSpPr>
              <a:spLocks noGrp="1"/>
            </p:cNvSpPr>
            <p:nvPr/>
          </p:nvSpPr>
          <p:spPr>
            <a:xfrm rot="10304073">
              <a:off x="2399205" y="2605363"/>
              <a:ext cx="407723" cy="338447"/>
            </a:xfrm>
            <a:prstGeom prst="ellipse">
              <a:avLst/>
            </a:prstGeom>
            <a:gradFill>
              <a:gsLst>
                <a:gs pos="0">
                  <a:srgbClr val="C2AD00">
                    <a:alpha val="14118"/>
                  </a:srgbClr>
                </a:gs>
                <a:gs pos="14286">
                  <a:srgbClr val="C2AD00">
                    <a:alpha val="13054"/>
                  </a:srgbClr>
                </a:gs>
                <a:gs pos="28571">
                  <a:srgbClr val="C2AD00">
                    <a:alpha val="10292"/>
                  </a:srgbClr>
                </a:gs>
                <a:gs pos="42857">
                  <a:srgbClr val="C2AD00">
                    <a:alpha val="6876"/>
                  </a:srgbClr>
                </a:gs>
                <a:gs pos="57143">
                  <a:srgbClr val="C2AD00">
                    <a:alpha val="3871"/>
                  </a:srgbClr>
                </a:gs>
                <a:gs pos="71429">
                  <a:srgbClr val="C2AD00">
                    <a:alpha val="1831"/>
                  </a:srgbClr>
                </a:gs>
                <a:gs pos="85714">
                  <a:srgbClr val="C2AD00">
                    <a:alpha val="728"/>
                  </a:srgbClr>
                </a:gs>
                <a:gs pos="100000">
                  <a:srgbClr val="C2AD00">
                    <a:alpha val="244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253" name="Splat 1253"/>
            <p:cNvSpPr>
              <a:spLocks noGrp="1"/>
            </p:cNvSpPr>
            <p:nvPr/>
          </p:nvSpPr>
          <p:spPr>
            <a:xfrm rot="3294676">
              <a:off x="1932133" y="1607870"/>
              <a:ext cx="693425" cy="85726"/>
            </a:xfrm>
            <a:prstGeom prst="ellipse">
              <a:avLst/>
            </a:prstGeom>
            <a:gradFill>
              <a:gsLst>
                <a:gs pos="0">
                  <a:srgbClr val="946D00">
                    <a:alpha val="32968"/>
                  </a:srgbClr>
                </a:gs>
                <a:gs pos="14286">
                  <a:srgbClr val="946D00">
                    <a:alpha val="30764"/>
                  </a:srgbClr>
                </a:gs>
                <a:gs pos="28571">
                  <a:srgbClr val="946D00">
                    <a:alpha val="24833"/>
                  </a:srgbClr>
                </a:gs>
                <a:gs pos="42857">
                  <a:srgbClr val="946D00">
                    <a:alpha val="17075"/>
                  </a:srgbClr>
                </a:gs>
                <a:gs pos="57143">
                  <a:srgbClr val="946D00">
                    <a:alpha val="9855"/>
                  </a:srgbClr>
                </a:gs>
                <a:gs pos="71429">
                  <a:srgbClr val="946D00">
                    <a:alpha val="4740"/>
                  </a:srgbClr>
                </a:gs>
                <a:gs pos="85714">
                  <a:srgbClr val="946D00">
                    <a:alpha val="1902"/>
                  </a:srgbClr>
                </a:gs>
                <a:gs pos="100000">
                  <a:srgbClr val="946D00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254" name="Splat 1254"/>
            <p:cNvSpPr>
              <a:spLocks noGrp="1"/>
            </p:cNvSpPr>
            <p:nvPr/>
          </p:nvSpPr>
          <p:spPr>
            <a:xfrm rot="6363656">
              <a:off x="954462" y="3494139"/>
              <a:ext cx="529261" cy="171767"/>
            </a:xfrm>
            <a:prstGeom prst="ellipse">
              <a:avLst/>
            </a:prstGeom>
            <a:gradFill>
              <a:gsLst>
                <a:gs pos="0">
                  <a:srgbClr val="FFFFF9">
                    <a:alpha val="32968"/>
                  </a:srgbClr>
                </a:gs>
                <a:gs pos="14286">
                  <a:srgbClr val="FFFFF9">
                    <a:alpha val="30764"/>
                  </a:srgbClr>
                </a:gs>
                <a:gs pos="28571">
                  <a:srgbClr val="FFFFF9">
                    <a:alpha val="24833"/>
                  </a:srgbClr>
                </a:gs>
                <a:gs pos="42857">
                  <a:srgbClr val="FFFFF9">
                    <a:alpha val="17075"/>
                  </a:srgbClr>
                </a:gs>
                <a:gs pos="57143">
                  <a:srgbClr val="FFFFF9">
                    <a:alpha val="9855"/>
                  </a:srgbClr>
                </a:gs>
                <a:gs pos="71429">
                  <a:srgbClr val="FFFFF9">
                    <a:alpha val="4740"/>
                  </a:srgbClr>
                </a:gs>
                <a:gs pos="85714">
                  <a:srgbClr val="FFFFF9">
                    <a:alpha val="1902"/>
                  </a:srgbClr>
                </a:gs>
                <a:gs pos="100000">
                  <a:srgbClr val="FFFFF9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255" name="Splat 1255"/>
            <p:cNvSpPr>
              <a:spLocks noGrp="1"/>
            </p:cNvSpPr>
            <p:nvPr/>
          </p:nvSpPr>
          <p:spPr>
            <a:xfrm rot="10564118">
              <a:off x="171041" y="2743529"/>
              <a:ext cx="340621" cy="311167"/>
            </a:xfrm>
            <a:prstGeom prst="ellipse">
              <a:avLst/>
            </a:prstGeom>
            <a:gradFill>
              <a:gsLst>
                <a:gs pos="0">
                  <a:srgbClr val="FFBF00">
                    <a:alpha val="4436"/>
                  </a:srgbClr>
                </a:gs>
                <a:gs pos="14286">
                  <a:srgbClr val="FFBF00">
                    <a:alpha val="4085"/>
                  </a:srgbClr>
                </a:gs>
                <a:gs pos="28571">
                  <a:srgbClr val="FFBF00">
                    <a:alpha val="3187"/>
                  </a:srgbClr>
                </a:gs>
                <a:gs pos="42857">
                  <a:srgbClr val="FFBF00">
                    <a:alpha val="2102"/>
                  </a:srgbClr>
                </a:gs>
                <a:gs pos="57143">
                  <a:srgbClr val="FFBF00">
                    <a:alpha val="1170"/>
                  </a:srgbClr>
                </a:gs>
                <a:gs pos="71429">
                  <a:srgbClr val="FFBF00">
                    <a:alpha val="549"/>
                  </a:srgbClr>
                </a:gs>
                <a:gs pos="85714">
                  <a:srgbClr val="FFBF00">
                    <a:alpha val="218"/>
                  </a:srgbClr>
                </a:gs>
                <a:gs pos="100000">
                  <a:srgbClr val="FFBF00">
                    <a:alpha val="73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256" name="Splat 1256"/>
            <p:cNvSpPr>
              <a:spLocks noGrp="1"/>
            </p:cNvSpPr>
            <p:nvPr/>
          </p:nvSpPr>
          <p:spPr>
            <a:xfrm rot="7887560">
              <a:off x="1695418" y="1336445"/>
              <a:ext cx="352311" cy="286012"/>
            </a:xfrm>
            <a:prstGeom prst="ellipse">
              <a:avLst/>
            </a:prstGeom>
            <a:gradFill>
              <a:gsLst>
                <a:gs pos="0">
                  <a:srgbClr val="ECF600">
                    <a:alpha val="4744"/>
                  </a:srgbClr>
                </a:gs>
                <a:gs pos="14286">
                  <a:srgbClr val="ECF600">
                    <a:alpha val="4369"/>
                  </a:srgbClr>
                </a:gs>
                <a:gs pos="28571">
                  <a:srgbClr val="ECF600">
                    <a:alpha val="3409"/>
                  </a:srgbClr>
                </a:gs>
                <a:gs pos="42857">
                  <a:srgbClr val="ECF600">
                    <a:alpha val="2250"/>
                  </a:srgbClr>
                </a:gs>
                <a:gs pos="57143">
                  <a:srgbClr val="ECF600">
                    <a:alpha val="1253"/>
                  </a:srgbClr>
                </a:gs>
                <a:gs pos="71429">
                  <a:srgbClr val="ECF600">
                    <a:alpha val="588"/>
                  </a:srgbClr>
                </a:gs>
                <a:gs pos="85714">
                  <a:srgbClr val="ECF600">
                    <a:alpha val="233"/>
                  </a:srgbClr>
                </a:gs>
                <a:gs pos="100000">
                  <a:srgbClr val="ECF600">
                    <a:alpha val="78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257" name="Splat 1257"/>
            <p:cNvSpPr>
              <a:spLocks noGrp="1"/>
            </p:cNvSpPr>
            <p:nvPr/>
          </p:nvSpPr>
          <p:spPr>
            <a:xfrm rot="4564873">
              <a:off x="1333385" y="1562231"/>
              <a:ext cx="184822" cy="123740"/>
            </a:xfrm>
            <a:prstGeom prst="ellipse">
              <a:avLst/>
            </a:prstGeom>
            <a:gradFill>
              <a:gsLst>
                <a:gs pos="0">
                  <a:srgbClr val="D9E9FF">
                    <a:alpha val="32968"/>
                  </a:srgbClr>
                </a:gs>
                <a:gs pos="14286">
                  <a:srgbClr val="D9E9FF">
                    <a:alpha val="30764"/>
                  </a:srgbClr>
                </a:gs>
                <a:gs pos="28571">
                  <a:srgbClr val="D9E9FF">
                    <a:alpha val="24833"/>
                  </a:srgbClr>
                </a:gs>
                <a:gs pos="42857">
                  <a:srgbClr val="D9E9FF">
                    <a:alpha val="17075"/>
                  </a:srgbClr>
                </a:gs>
                <a:gs pos="57143">
                  <a:srgbClr val="D9E9FF">
                    <a:alpha val="9855"/>
                  </a:srgbClr>
                </a:gs>
                <a:gs pos="71429">
                  <a:srgbClr val="D9E9FF">
                    <a:alpha val="4740"/>
                  </a:srgbClr>
                </a:gs>
                <a:gs pos="85714">
                  <a:srgbClr val="D9E9FF">
                    <a:alpha val="1902"/>
                  </a:srgbClr>
                </a:gs>
                <a:gs pos="100000">
                  <a:srgbClr val="D9E9FF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258" name="Splat 1258"/>
            <p:cNvSpPr>
              <a:spLocks noGrp="1"/>
            </p:cNvSpPr>
            <p:nvPr/>
          </p:nvSpPr>
          <p:spPr>
            <a:xfrm rot="-10602415">
              <a:off x="-116525" y="2738456"/>
              <a:ext cx="304203" cy="264596"/>
            </a:xfrm>
            <a:prstGeom prst="ellipse">
              <a:avLst/>
            </a:prstGeom>
            <a:gradFill>
              <a:gsLst>
                <a:gs pos="0">
                  <a:srgbClr val="976F00">
                    <a:alpha val="10833"/>
                  </a:srgbClr>
                </a:gs>
                <a:gs pos="14286">
                  <a:srgbClr val="976F00">
                    <a:alpha val="10003"/>
                  </a:srgbClr>
                </a:gs>
                <a:gs pos="28571">
                  <a:srgbClr val="976F00">
                    <a:alpha val="7857"/>
                  </a:srgbClr>
                </a:gs>
                <a:gs pos="42857">
                  <a:srgbClr val="976F00">
                    <a:alpha val="5226"/>
                  </a:srgbClr>
                </a:gs>
                <a:gs pos="57143">
                  <a:srgbClr val="976F00">
                    <a:alpha val="2930"/>
                  </a:srgbClr>
                </a:gs>
                <a:gs pos="71429">
                  <a:srgbClr val="976F00">
                    <a:alpha val="1382"/>
                  </a:srgbClr>
                </a:gs>
                <a:gs pos="85714">
                  <a:srgbClr val="976F00">
                    <a:alpha val="549"/>
                  </a:srgbClr>
                </a:gs>
                <a:gs pos="100000">
                  <a:srgbClr val="976F00">
                    <a:alpha val="184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259" name="Splat 1259"/>
            <p:cNvSpPr>
              <a:spLocks noGrp="1"/>
            </p:cNvSpPr>
            <p:nvPr/>
          </p:nvSpPr>
          <p:spPr>
            <a:xfrm rot="-9885964">
              <a:off x="2797244" y="457698"/>
              <a:ext cx="175042" cy="63192"/>
            </a:xfrm>
            <a:prstGeom prst="ellipse">
              <a:avLst/>
            </a:prstGeom>
            <a:gradFill>
              <a:gsLst>
                <a:gs pos="0">
                  <a:srgbClr val="FFEBD5">
                    <a:alpha val="32968"/>
                  </a:srgbClr>
                </a:gs>
                <a:gs pos="14286">
                  <a:srgbClr val="FFEBD5">
                    <a:alpha val="30764"/>
                  </a:srgbClr>
                </a:gs>
                <a:gs pos="28571">
                  <a:srgbClr val="FFEBD5">
                    <a:alpha val="24833"/>
                  </a:srgbClr>
                </a:gs>
                <a:gs pos="42857">
                  <a:srgbClr val="FFEBD5">
                    <a:alpha val="17075"/>
                  </a:srgbClr>
                </a:gs>
                <a:gs pos="57143">
                  <a:srgbClr val="FFEBD5">
                    <a:alpha val="9855"/>
                  </a:srgbClr>
                </a:gs>
                <a:gs pos="71429">
                  <a:srgbClr val="FFEBD5">
                    <a:alpha val="4740"/>
                  </a:srgbClr>
                </a:gs>
                <a:gs pos="85714">
                  <a:srgbClr val="FFEBD5">
                    <a:alpha val="1902"/>
                  </a:srgbClr>
                </a:gs>
                <a:gs pos="100000">
                  <a:srgbClr val="FFEBD5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260" name="Splat 1260"/>
            <p:cNvSpPr>
              <a:spLocks noGrp="1"/>
            </p:cNvSpPr>
            <p:nvPr/>
          </p:nvSpPr>
          <p:spPr>
            <a:xfrm rot="7199401">
              <a:off x="1775066" y="1915062"/>
              <a:ext cx="402203" cy="223545"/>
            </a:xfrm>
            <a:prstGeom prst="ellipse">
              <a:avLst/>
            </a:prstGeom>
            <a:gradFill>
              <a:gsLst>
                <a:gs pos="0">
                  <a:srgbClr val="F4F5F5">
                    <a:alpha val="32968"/>
                  </a:srgbClr>
                </a:gs>
                <a:gs pos="14286">
                  <a:srgbClr val="F4F5F5">
                    <a:alpha val="30764"/>
                  </a:srgbClr>
                </a:gs>
                <a:gs pos="28571">
                  <a:srgbClr val="F4F5F5">
                    <a:alpha val="24833"/>
                  </a:srgbClr>
                </a:gs>
                <a:gs pos="42857">
                  <a:srgbClr val="F4F5F5">
                    <a:alpha val="17075"/>
                  </a:srgbClr>
                </a:gs>
                <a:gs pos="57143">
                  <a:srgbClr val="F4F5F5">
                    <a:alpha val="9855"/>
                  </a:srgbClr>
                </a:gs>
                <a:gs pos="71429">
                  <a:srgbClr val="F4F5F5">
                    <a:alpha val="4740"/>
                  </a:srgbClr>
                </a:gs>
                <a:gs pos="85714">
                  <a:srgbClr val="F4F5F5">
                    <a:alpha val="1902"/>
                  </a:srgbClr>
                </a:gs>
                <a:gs pos="100000">
                  <a:srgbClr val="F4F5F5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261" name="Splat 1261"/>
            <p:cNvSpPr>
              <a:spLocks noGrp="1"/>
            </p:cNvSpPr>
            <p:nvPr/>
          </p:nvSpPr>
          <p:spPr>
            <a:xfrm rot="6199749">
              <a:off x="2315428" y="3421721"/>
              <a:ext cx="531930" cy="151709"/>
            </a:xfrm>
            <a:prstGeom prst="ellipse">
              <a:avLst/>
            </a:prstGeom>
            <a:gradFill>
              <a:gsLst>
                <a:gs pos="0">
                  <a:srgbClr val="6E0000">
                    <a:alpha val="25552"/>
                  </a:srgbClr>
                </a:gs>
                <a:gs pos="14286">
                  <a:srgbClr val="6E0000">
                    <a:alpha val="23754"/>
                  </a:srgbClr>
                </a:gs>
                <a:gs pos="28571">
                  <a:srgbClr val="6E0000">
                    <a:alpha val="18988"/>
                  </a:srgbClr>
                </a:gs>
                <a:gs pos="42857">
                  <a:srgbClr val="6E0000">
                    <a:alpha val="12901"/>
                  </a:srgbClr>
                </a:gs>
                <a:gs pos="57143">
                  <a:srgbClr val="6E0000">
                    <a:alpha val="7368"/>
                  </a:srgbClr>
                </a:gs>
                <a:gs pos="71429">
                  <a:srgbClr val="6E0000">
                    <a:alpha val="3519"/>
                  </a:srgbClr>
                </a:gs>
                <a:gs pos="85714">
                  <a:srgbClr val="6E0000">
                    <a:alpha val="1407"/>
                  </a:srgbClr>
                </a:gs>
                <a:gs pos="100000">
                  <a:srgbClr val="6E0000">
                    <a:alpha val="472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262" name="Splat 1262"/>
            <p:cNvSpPr>
              <a:spLocks noGrp="1"/>
            </p:cNvSpPr>
            <p:nvPr/>
          </p:nvSpPr>
          <p:spPr>
            <a:xfrm rot="-8592333">
              <a:off x="2269566" y="3220664"/>
              <a:ext cx="449054" cy="94610"/>
            </a:xfrm>
            <a:prstGeom prst="ellipse">
              <a:avLst/>
            </a:prstGeom>
            <a:gradFill>
              <a:gsLst>
                <a:gs pos="0">
                  <a:srgbClr val="803A00">
                    <a:alpha val="32968"/>
                  </a:srgbClr>
                </a:gs>
                <a:gs pos="14286">
                  <a:srgbClr val="803A00">
                    <a:alpha val="30764"/>
                  </a:srgbClr>
                </a:gs>
                <a:gs pos="28571">
                  <a:srgbClr val="803A00">
                    <a:alpha val="24833"/>
                  </a:srgbClr>
                </a:gs>
                <a:gs pos="42857">
                  <a:srgbClr val="803A00">
                    <a:alpha val="17075"/>
                  </a:srgbClr>
                </a:gs>
                <a:gs pos="57143">
                  <a:srgbClr val="803A00">
                    <a:alpha val="9855"/>
                  </a:srgbClr>
                </a:gs>
                <a:gs pos="71429">
                  <a:srgbClr val="803A00">
                    <a:alpha val="4740"/>
                  </a:srgbClr>
                </a:gs>
                <a:gs pos="85714">
                  <a:srgbClr val="803A00">
                    <a:alpha val="1902"/>
                  </a:srgbClr>
                </a:gs>
                <a:gs pos="100000">
                  <a:srgbClr val="803A00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263" name="Splat 1263"/>
            <p:cNvSpPr>
              <a:spLocks noGrp="1"/>
            </p:cNvSpPr>
            <p:nvPr/>
          </p:nvSpPr>
          <p:spPr>
            <a:xfrm rot="5984339">
              <a:off x="1014783" y="1472045"/>
              <a:ext cx="519366" cy="189996"/>
            </a:xfrm>
            <a:prstGeom prst="ellipse">
              <a:avLst/>
            </a:prstGeom>
            <a:gradFill>
              <a:gsLst>
                <a:gs pos="0">
                  <a:srgbClr val="FEB000">
                    <a:alpha val="15972"/>
                  </a:srgbClr>
                </a:gs>
                <a:gs pos="14286">
                  <a:srgbClr val="FEB000">
                    <a:alpha val="14781"/>
                  </a:srgbClr>
                </a:gs>
                <a:gs pos="28571">
                  <a:srgbClr val="FEB000">
                    <a:alpha val="11679"/>
                  </a:srgbClr>
                </a:gs>
                <a:gs pos="42857">
                  <a:srgbClr val="FEB000">
                    <a:alpha val="7823"/>
                  </a:srgbClr>
                </a:gs>
                <a:gs pos="57143">
                  <a:srgbClr val="FEB000">
                    <a:alpha val="4413"/>
                  </a:srgbClr>
                </a:gs>
                <a:gs pos="71429">
                  <a:srgbClr val="FEB000">
                    <a:alpha val="2091"/>
                  </a:srgbClr>
                </a:gs>
                <a:gs pos="85714">
                  <a:srgbClr val="FEB000">
                    <a:alpha val="832"/>
                  </a:srgbClr>
                </a:gs>
                <a:gs pos="100000">
                  <a:srgbClr val="FEB000">
                    <a:alpha val="27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264" name="Splat 1264"/>
            <p:cNvSpPr>
              <a:spLocks noGrp="1"/>
            </p:cNvSpPr>
            <p:nvPr/>
          </p:nvSpPr>
          <p:spPr>
            <a:xfrm rot="-9180113">
              <a:off x="399208" y="3416032"/>
              <a:ext cx="723626" cy="64859"/>
            </a:xfrm>
            <a:prstGeom prst="ellipse">
              <a:avLst/>
            </a:prstGeom>
            <a:gradFill>
              <a:gsLst>
                <a:gs pos="0">
                  <a:srgbClr val="160900">
                    <a:alpha val="32968"/>
                  </a:srgbClr>
                </a:gs>
                <a:gs pos="14286">
                  <a:srgbClr val="160900">
                    <a:alpha val="30764"/>
                  </a:srgbClr>
                </a:gs>
                <a:gs pos="28571">
                  <a:srgbClr val="160900">
                    <a:alpha val="24833"/>
                  </a:srgbClr>
                </a:gs>
                <a:gs pos="42857">
                  <a:srgbClr val="160900">
                    <a:alpha val="17075"/>
                  </a:srgbClr>
                </a:gs>
                <a:gs pos="57143">
                  <a:srgbClr val="160900">
                    <a:alpha val="9855"/>
                  </a:srgbClr>
                </a:gs>
                <a:gs pos="71429">
                  <a:srgbClr val="160900">
                    <a:alpha val="4740"/>
                  </a:srgbClr>
                </a:gs>
                <a:gs pos="85714">
                  <a:srgbClr val="160900">
                    <a:alpha val="1902"/>
                  </a:srgbClr>
                </a:gs>
                <a:gs pos="100000">
                  <a:srgbClr val="160900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265" name="Splat 1265"/>
            <p:cNvSpPr>
              <a:spLocks noGrp="1"/>
            </p:cNvSpPr>
            <p:nvPr/>
          </p:nvSpPr>
          <p:spPr>
            <a:xfrm rot="-10647298">
              <a:off x="1972521" y="780900"/>
              <a:ext cx="573883" cy="89467"/>
            </a:xfrm>
            <a:prstGeom prst="ellipse">
              <a:avLst/>
            </a:prstGeom>
            <a:gradFill>
              <a:gsLst>
                <a:gs pos="0">
                  <a:srgbClr val="5B0000">
                    <a:alpha val="32968"/>
                  </a:srgbClr>
                </a:gs>
                <a:gs pos="14286">
                  <a:srgbClr val="5B0000">
                    <a:alpha val="30764"/>
                  </a:srgbClr>
                </a:gs>
                <a:gs pos="28571">
                  <a:srgbClr val="5B0000">
                    <a:alpha val="24833"/>
                  </a:srgbClr>
                </a:gs>
                <a:gs pos="42857">
                  <a:srgbClr val="5B0000">
                    <a:alpha val="17075"/>
                  </a:srgbClr>
                </a:gs>
                <a:gs pos="57143">
                  <a:srgbClr val="5B0000">
                    <a:alpha val="9855"/>
                  </a:srgbClr>
                </a:gs>
                <a:gs pos="71429">
                  <a:srgbClr val="5B0000">
                    <a:alpha val="4740"/>
                  </a:srgbClr>
                </a:gs>
                <a:gs pos="85714">
                  <a:srgbClr val="5B0000">
                    <a:alpha val="1902"/>
                  </a:srgbClr>
                </a:gs>
                <a:gs pos="100000">
                  <a:srgbClr val="5B0000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266" name="Splat 1266"/>
            <p:cNvSpPr>
              <a:spLocks noGrp="1"/>
            </p:cNvSpPr>
            <p:nvPr/>
          </p:nvSpPr>
          <p:spPr>
            <a:xfrm rot="-9869685">
              <a:off x="261355" y="3476020"/>
              <a:ext cx="284215" cy="55753"/>
            </a:xfrm>
            <a:prstGeom prst="ellipse">
              <a:avLst/>
            </a:prstGeom>
            <a:gradFill>
              <a:gsLst>
                <a:gs pos="0">
                  <a:srgbClr val="000000">
                    <a:alpha val="32968"/>
                  </a:srgbClr>
                </a:gs>
                <a:gs pos="14286">
                  <a:srgbClr val="000000">
                    <a:alpha val="30764"/>
                  </a:srgbClr>
                </a:gs>
                <a:gs pos="28571">
                  <a:srgbClr val="000000">
                    <a:alpha val="24833"/>
                  </a:srgbClr>
                </a:gs>
                <a:gs pos="42857">
                  <a:srgbClr val="000000">
                    <a:alpha val="17075"/>
                  </a:srgbClr>
                </a:gs>
                <a:gs pos="57143">
                  <a:srgbClr val="000000">
                    <a:alpha val="9855"/>
                  </a:srgbClr>
                </a:gs>
                <a:gs pos="71429">
                  <a:srgbClr val="000000">
                    <a:alpha val="4740"/>
                  </a:srgbClr>
                </a:gs>
                <a:gs pos="85714">
                  <a:srgbClr val="000000">
                    <a:alpha val="1902"/>
                  </a:srgbClr>
                </a:gs>
                <a:gs pos="100000">
                  <a:srgbClr val="000000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267" name="Splat 1267"/>
            <p:cNvSpPr>
              <a:spLocks noGrp="1"/>
            </p:cNvSpPr>
            <p:nvPr/>
          </p:nvSpPr>
          <p:spPr>
            <a:xfrm rot="9372226">
              <a:off x="210569" y="2998583"/>
              <a:ext cx="741645" cy="115967"/>
            </a:xfrm>
            <a:prstGeom prst="ellipse">
              <a:avLst/>
            </a:prstGeom>
            <a:gradFill>
              <a:gsLst>
                <a:gs pos="0">
                  <a:srgbClr val="FFEDCC">
                    <a:alpha val="15467"/>
                  </a:srgbClr>
                </a:gs>
                <a:gs pos="14286">
                  <a:srgbClr val="FFEDCC">
                    <a:alpha val="14310"/>
                  </a:srgbClr>
                </a:gs>
                <a:gs pos="28571">
                  <a:srgbClr val="FFEDCC">
                    <a:alpha val="11300"/>
                  </a:srgbClr>
                </a:gs>
                <a:gs pos="42857">
                  <a:srgbClr val="FFEDCC">
                    <a:alpha val="7564"/>
                  </a:srgbClr>
                </a:gs>
                <a:gs pos="57143">
                  <a:srgbClr val="FFEDCC">
                    <a:alpha val="4265"/>
                  </a:srgbClr>
                </a:gs>
                <a:gs pos="71429">
                  <a:srgbClr val="FFEDCC">
                    <a:alpha val="2019"/>
                  </a:srgbClr>
                </a:gs>
                <a:gs pos="85714">
                  <a:srgbClr val="FFEDCC">
                    <a:alpha val="803"/>
                  </a:srgbClr>
                </a:gs>
                <a:gs pos="100000">
                  <a:srgbClr val="FFEDCC">
                    <a:alpha val="26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268" name="Splat 1268"/>
            <p:cNvSpPr>
              <a:spLocks noGrp="1"/>
            </p:cNvSpPr>
            <p:nvPr/>
          </p:nvSpPr>
          <p:spPr>
            <a:xfrm rot="-9919240">
              <a:off x="2499312" y="144490"/>
              <a:ext cx="551081" cy="59918"/>
            </a:xfrm>
            <a:prstGeom prst="ellipse">
              <a:avLst/>
            </a:prstGeom>
            <a:gradFill>
              <a:gsLst>
                <a:gs pos="0">
                  <a:srgbClr val="D6DED3">
                    <a:alpha val="22396"/>
                  </a:srgbClr>
                </a:gs>
                <a:gs pos="14286">
                  <a:srgbClr val="D6DED3">
                    <a:alpha val="20788"/>
                  </a:srgbClr>
                </a:gs>
                <a:gs pos="28571">
                  <a:srgbClr val="D6DED3">
                    <a:alpha val="16552"/>
                  </a:srgbClr>
                </a:gs>
                <a:gs pos="42857">
                  <a:srgbClr val="D6DED3">
                    <a:alpha val="11191"/>
                  </a:srgbClr>
                </a:gs>
                <a:gs pos="57143">
                  <a:srgbClr val="D6DED3">
                    <a:alpha val="6365"/>
                  </a:srgbClr>
                </a:gs>
                <a:gs pos="71429">
                  <a:srgbClr val="D6DED3">
                    <a:alpha val="3031"/>
                  </a:srgbClr>
                </a:gs>
                <a:gs pos="85714">
                  <a:srgbClr val="D6DED3">
                    <a:alpha val="1210"/>
                  </a:srgbClr>
                </a:gs>
                <a:gs pos="100000">
                  <a:srgbClr val="D6DED3">
                    <a:alpha val="406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269" name="Splat 1269"/>
            <p:cNvSpPr>
              <a:spLocks noGrp="1"/>
            </p:cNvSpPr>
            <p:nvPr/>
          </p:nvSpPr>
          <p:spPr>
            <a:xfrm rot="8069049">
              <a:off x="2799751" y="2015981"/>
              <a:ext cx="309337" cy="96600"/>
            </a:xfrm>
            <a:prstGeom prst="ellipse">
              <a:avLst/>
            </a:prstGeom>
            <a:gradFill>
              <a:gsLst>
                <a:gs pos="0">
                  <a:srgbClr val="730000">
                    <a:alpha val="32968"/>
                  </a:srgbClr>
                </a:gs>
                <a:gs pos="14286">
                  <a:srgbClr val="730000">
                    <a:alpha val="30764"/>
                  </a:srgbClr>
                </a:gs>
                <a:gs pos="28571">
                  <a:srgbClr val="730000">
                    <a:alpha val="24833"/>
                  </a:srgbClr>
                </a:gs>
                <a:gs pos="42857">
                  <a:srgbClr val="730000">
                    <a:alpha val="17075"/>
                  </a:srgbClr>
                </a:gs>
                <a:gs pos="57143">
                  <a:srgbClr val="730000">
                    <a:alpha val="9855"/>
                  </a:srgbClr>
                </a:gs>
                <a:gs pos="71429">
                  <a:srgbClr val="730000">
                    <a:alpha val="4740"/>
                  </a:srgbClr>
                </a:gs>
                <a:gs pos="85714">
                  <a:srgbClr val="730000">
                    <a:alpha val="1902"/>
                  </a:srgbClr>
                </a:gs>
                <a:gs pos="100000">
                  <a:srgbClr val="730000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270" name="Splat 1270"/>
            <p:cNvSpPr>
              <a:spLocks noGrp="1"/>
            </p:cNvSpPr>
            <p:nvPr/>
          </p:nvSpPr>
          <p:spPr>
            <a:xfrm rot="5418470">
              <a:off x="3318793" y="1154406"/>
              <a:ext cx="489483" cy="83155"/>
            </a:xfrm>
            <a:prstGeom prst="ellipse">
              <a:avLst/>
            </a:prstGeom>
            <a:gradFill>
              <a:gsLst>
                <a:gs pos="0">
                  <a:srgbClr val="3A67D2">
                    <a:alpha val="31823"/>
                  </a:srgbClr>
                </a:gs>
                <a:gs pos="14286">
                  <a:srgbClr val="3A67D2">
                    <a:alpha val="29678"/>
                  </a:srgbClr>
                </a:gs>
                <a:gs pos="28571">
                  <a:srgbClr val="3A67D2">
                    <a:alpha val="23919"/>
                  </a:srgbClr>
                </a:gs>
                <a:gs pos="42857">
                  <a:srgbClr val="3A67D2">
                    <a:alpha val="16415"/>
                  </a:srgbClr>
                </a:gs>
                <a:gs pos="57143">
                  <a:srgbClr val="3A67D2">
                    <a:alpha val="9458"/>
                  </a:srgbClr>
                </a:gs>
                <a:gs pos="71429">
                  <a:srgbClr val="3A67D2">
                    <a:alpha val="4544"/>
                  </a:srgbClr>
                </a:gs>
                <a:gs pos="85714">
                  <a:srgbClr val="3A67D2">
                    <a:alpha val="1822"/>
                  </a:srgbClr>
                </a:gs>
                <a:gs pos="100000">
                  <a:srgbClr val="3A67D2">
                    <a:alpha val="612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271" name="Splat 1271"/>
            <p:cNvSpPr>
              <a:spLocks noGrp="1"/>
            </p:cNvSpPr>
            <p:nvPr/>
          </p:nvSpPr>
          <p:spPr>
            <a:xfrm rot="3787717">
              <a:off x="1702052" y="133974"/>
              <a:ext cx="723467" cy="80679"/>
            </a:xfrm>
            <a:prstGeom prst="ellipse">
              <a:avLst/>
            </a:prstGeom>
            <a:gradFill>
              <a:gsLst>
                <a:gs pos="0">
                  <a:srgbClr val="FFFFF2">
                    <a:alpha val="32968"/>
                  </a:srgbClr>
                </a:gs>
                <a:gs pos="14286">
                  <a:srgbClr val="FFFFF2">
                    <a:alpha val="30764"/>
                  </a:srgbClr>
                </a:gs>
                <a:gs pos="28571">
                  <a:srgbClr val="FFFFF2">
                    <a:alpha val="24833"/>
                  </a:srgbClr>
                </a:gs>
                <a:gs pos="42857">
                  <a:srgbClr val="FFFFF2">
                    <a:alpha val="17075"/>
                  </a:srgbClr>
                </a:gs>
                <a:gs pos="57143">
                  <a:srgbClr val="FFFFF2">
                    <a:alpha val="9855"/>
                  </a:srgbClr>
                </a:gs>
                <a:gs pos="71429">
                  <a:srgbClr val="FFFFF2">
                    <a:alpha val="4740"/>
                  </a:srgbClr>
                </a:gs>
                <a:gs pos="85714">
                  <a:srgbClr val="FFFFF2">
                    <a:alpha val="1902"/>
                  </a:srgbClr>
                </a:gs>
                <a:gs pos="100000">
                  <a:srgbClr val="FFFFF2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272" name="Splat 1272"/>
            <p:cNvSpPr>
              <a:spLocks noGrp="1"/>
            </p:cNvSpPr>
            <p:nvPr/>
          </p:nvSpPr>
          <p:spPr>
            <a:xfrm rot="-8906405">
              <a:off x="413165" y="2392982"/>
              <a:ext cx="570042" cy="62957"/>
            </a:xfrm>
            <a:prstGeom prst="ellipse">
              <a:avLst/>
            </a:prstGeom>
            <a:gradFill>
              <a:gsLst>
                <a:gs pos="0">
                  <a:srgbClr val="690009">
                    <a:alpha val="32968"/>
                  </a:srgbClr>
                </a:gs>
                <a:gs pos="14286">
                  <a:srgbClr val="690009">
                    <a:alpha val="30764"/>
                  </a:srgbClr>
                </a:gs>
                <a:gs pos="28571">
                  <a:srgbClr val="690009">
                    <a:alpha val="24833"/>
                  </a:srgbClr>
                </a:gs>
                <a:gs pos="42857">
                  <a:srgbClr val="690009">
                    <a:alpha val="17075"/>
                  </a:srgbClr>
                </a:gs>
                <a:gs pos="57143">
                  <a:srgbClr val="690009">
                    <a:alpha val="9855"/>
                  </a:srgbClr>
                </a:gs>
                <a:gs pos="71429">
                  <a:srgbClr val="690009">
                    <a:alpha val="4740"/>
                  </a:srgbClr>
                </a:gs>
                <a:gs pos="85714">
                  <a:srgbClr val="690009">
                    <a:alpha val="1902"/>
                  </a:srgbClr>
                </a:gs>
                <a:gs pos="100000">
                  <a:srgbClr val="690009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273" name="Splat 1273"/>
            <p:cNvSpPr>
              <a:spLocks noGrp="1"/>
            </p:cNvSpPr>
            <p:nvPr/>
          </p:nvSpPr>
          <p:spPr>
            <a:xfrm rot="3204031">
              <a:off x="1341457" y="1639052"/>
              <a:ext cx="532651" cy="90652"/>
            </a:xfrm>
            <a:prstGeom prst="ellipse">
              <a:avLst/>
            </a:prstGeom>
            <a:gradFill>
              <a:gsLst>
                <a:gs pos="0">
                  <a:srgbClr val="160000">
                    <a:alpha val="32968"/>
                  </a:srgbClr>
                </a:gs>
                <a:gs pos="14286">
                  <a:srgbClr val="160000">
                    <a:alpha val="30764"/>
                  </a:srgbClr>
                </a:gs>
                <a:gs pos="28571">
                  <a:srgbClr val="160000">
                    <a:alpha val="24833"/>
                  </a:srgbClr>
                </a:gs>
                <a:gs pos="42857">
                  <a:srgbClr val="160000">
                    <a:alpha val="17075"/>
                  </a:srgbClr>
                </a:gs>
                <a:gs pos="57143">
                  <a:srgbClr val="160000">
                    <a:alpha val="9855"/>
                  </a:srgbClr>
                </a:gs>
                <a:gs pos="71429">
                  <a:srgbClr val="160000">
                    <a:alpha val="4740"/>
                  </a:srgbClr>
                </a:gs>
                <a:gs pos="85714">
                  <a:srgbClr val="160000">
                    <a:alpha val="1902"/>
                  </a:srgbClr>
                </a:gs>
                <a:gs pos="100000">
                  <a:srgbClr val="160000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274" name="Splat 1274"/>
            <p:cNvSpPr>
              <a:spLocks noGrp="1"/>
            </p:cNvSpPr>
            <p:nvPr/>
          </p:nvSpPr>
          <p:spPr>
            <a:xfrm rot="6781233">
              <a:off x="1825075" y="550750"/>
              <a:ext cx="422385" cy="176124"/>
            </a:xfrm>
            <a:prstGeom prst="ellipse">
              <a:avLst/>
            </a:prstGeom>
            <a:gradFill>
              <a:gsLst>
                <a:gs pos="0">
                  <a:srgbClr val="ECFFFF">
                    <a:alpha val="32968"/>
                  </a:srgbClr>
                </a:gs>
                <a:gs pos="14286">
                  <a:srgbClr val="ECFFFF">
                    <a:alpha val="30764"/>
                  </a:srgbClr>
                </a:gs>
                <a:gs pos="28571">
                  <a:srgbClr val="ECFFFF">
                    <a:alpha val="24833"/>
                  </a:srgbClr>
                </a:gs>
                <a:gs pos="42857">
                  <a:srgbClr val="ECFFFF">
                    <a:alpha val="17075"/>
                  </a:srgbClr>
                </a:gs>
                <a:gs pos="57143">
                  <a:srgbClr val="ECFFFF">
                    <a:alpha val="9855"/>
                  </a:srgbClr>
                </a:gs>
                <a:gs pos="71429">
                  <a:srgbClr val="ECFFFF">
                    <a:alpha val="4740"/>
                  </a:srgbClr>
                </a:gs>
                <a:gs pos="85714">
                  <a:srgbClr val="ECFFFF">
                    <a:alpha val="1902"/>
                  </a:srgbClr>
                </a:gs>
                <a:gs pos="100000">
                  <a:srgbClr val="ECFFFF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275" name="Splat 1275"/>
            <p:cNvSpPr>
              <a:spLocks noGrp="1"/>
            </p:cNvSpPr>
            <p:nvPr/>
          </p:nvSpPr>
          <p:spPr>
            <a:xfrm rot="4280705">
              <a:off x="1925611" y="3517208"/>
              <a:ext cx="496728" cy="108878"/>
            </a:xfrm>
            <a:prstGeom prst="ellipse">
              <a:avLst/>
            </a:prstGeom>
            <a:gradFill>
              <a:gsLst>
                <a:gs pos="0">
                  <a:srgbClr val="5A2600">
                    <a:alpha val="32968"/>
                  </a:srgbClr>
                </a:gs>
                <a:gs pos="14286">
                  <a:srgbClr val="5A2600">
                    <a:alpha val="30764"/>
                  </a:srgbClr>
                </a:gs>
                <a:gs pos="28571">
                  <a:srgbClr val="5A2600">
                    <a:alpha val="24833"/>
                  </a:srgbClr>
                </a:gs>
                <a:gs pos="42857">
                  <a:srgbClr val="5A2600">
                    <a:alpha val="17075"/>
                  </a:srgbClr>
                </a:gs>
                <a:gs pos="57143">
                  <a:srgbClr val="5A2600">
                    <a:alpha val="9855"/>
                  </a:srgbClr>
                </a:gs>
                <a:gs pos="71429">
                  <a:srgbClr val="5A2600">
                    <a:alpha val="4740"/>
                  </a:srgbClr>
                </a:gs>
                <a:gs pos="85714">
                  <a:srgbClr val="5A2600">
                    <a:alpha val="1902"/>
                  </a:srgbClr>
                </a:gs>
                <a:gs pos="100000">
                  <a:srgbClr val="5A2600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276" name="Splat 1276"/>
            <p:cNvSpPr>
              <a:spLocks noGrp="1"/>
            </p:cNvSpPr>
            <p:nvPr/>
          </p:nvSpPr>
          <p:spPr>
            <a:xfrm rot="3684254">
              <a:off x="1402962" y="1320681"/>
              <a:ext cx="554473" cy="46076"/>
            </a:xfrm>
            <a:prstGeom prst="ellipse">
              <a:avLst/>
            </a:prstGeom>
            <a:gradFill>
              <a:gsLst>
                <a:gs pos="0">
                  <a:srgbClr val="FFFFF7">
                    <a:alpha val="32968"/>
                  </a:srgbClr>
                </a:gs>
                <a:gs pos="14286">
                  <a:srgbClr val="FFFFF7">
                    <a:alpha val="30764"/>
                  </a:srgbClr>
                </a:gs>
                <a:gs pos="28571">
                  <a:srgbClr val="FFFFF7">
                    <a:alpha val="24833"/>
                  </a:srgbClr>
                </a:gs>
                <a:gs pos="42857">
                  <a:srgbClr val="FFFFF7">
                    <a:alpha val="17075"/>
                  </a:srgbClr>
                </a:gs>
                <a:gs pos="57143">
                  <a:srgbClr val="FFFFF7">
                    <a:alpha val="9855"/>
                  </a:srgbClr>
                </a:gs>
                <a:gs pos="71429">
                  <a:srgbClr val="FFFFF7">
                    <a:alpha val="4740"/>
                  </a:srgbClr>
                </a:gs>
                <a:gs pos="85714">
                  <a:srgbClr val="FFFFF7">
                    <a:alpha val="1902"/>
                  </a:srgbClr>
                </a:gs>
                <a:gs pos="100000">
                  <a:srgbClr val="FFFFF7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277" name="Splat 1277"/>
            <p:cNvSpPr>
              <a:spLocks noGrp="1"/>
            </p:cNvSpPr>
            <p:nvPr/>
          </p:nvSpPr>
          <p:spPr>
            <a:xfrm rot="3016815">
              <a:off x="1349839" y="951397"/>
              <a:ext cx="654351" cy="139602"/>
            </a:xfrm>
            <a:prstGeom prst="ellipse">
              <a:avLst/>
            </a:prstGeom>
            <a:gradFill>
              <a:gsLst>
                <a:gs pos="0">
                  <a:srgbClr val="3E0000">
                    <a:alpha val="32968"/>
                  </a:srgbClr>
                </a:gs>
                <a:gs pos="14286">
                  <a:srgbClr val="3E0000">
                    <a:alpha val="30764"/>
                  </a:srgbClr>
                </a:gs>
                <a:gs pos="28571">
                  <a:srgbClr val="3E0000">
                    <a:alpha val="24833"/>
                  </a:srgbClr>
                </a:gs>
                <a:gs pos="42857">
                  <a:srgbClr val="3E0000">
                    <a:alpha val="17075"/>
                  </a:srgbClr>
                </a:gs>
                <a:gs pos="57143">
                  <a:srgbClr val="3E0000">
                    <a:alpha val="9855"/>
                  </a:srgbClr>
                </a:gs>
                <a:gs pos="71429">
                  <a:srgbClr val="3E0000">
                    <a:alpha val="4740"/>
                  </a:srgbClr>
                </a:gs>
                <a:gs pos="85714">
                  <a:srgbClr val="3E0000">
                    <a:alpha val="1902"/>
                  </a:srgbClr>
                </a:gs>
                <a:gs pos="100000">
                  <a:srgbClr val="3E0000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278" name="Splat 1278"/>
            <p:cNvSpPr>
              <a:spLocks noGrp="1"/>
            </p:cNvSpPr>
            <p:nvPr/>
          </p:nvSpPr>
          <p:spPr>
            <a:xfrm rot="-8821077">
              <a:off x="2753875" y="651040"/>
              <a:ext cx="291195" cy="180494"/>
            </a:xfrm>
            <a:prstGeom prst="ellipse">
              <a:avLst/>
            </a:prstGeom>
            <a:gradFill>
              <a:gsLst>
                <a:gs pos="0">
                  <a:srgbClr val="FFCE87">
                    <a:alpha val="32968"/>
                  </a:srgbClr>
                </a:gs>
                <a:gs pos="14286">
                  <a:srgbClr val="FFCE87">
                    <a:alpha val="30764"/>
                  </a:srgbClr>
                </a:gs>
                <a:gs pos="28571">
                  <a:srgbClr val="FFCE87">
                    <a:alpha val="24833"/>
                  </a:srgbClr>
                </a:gs>
                <a:gs pos="42857">
                  <a:srgbClr val="FFCE87">
                    <a:alpha val="17075"/>
                  </a:srgbClr>
                </a:gs>
                <a:gs pos="57143">
                  <a:srgbClr val="FFCE87">
                    <a:alpha val="9855"/>
                  </a:srgbClr>
                </a:gs>
                <a:gs pos="71429">
                  <a:srgbClr val="FFCE87">
                    <a:alpha val="4740"/>
                  </a:srgbClr>
                </a:gs>
                <a:gs pos="85714">
                  <a:srgbClr val="FFCE87">
                    <a:alpha val="1902"/>
                  </a:srgbClr>
                </a:gs>
                <a:gs pos="100000">
                  <a:srgbClr val="FFCE87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279" name="Splat 1279"/>
            <p:cNvSpPr>
              <a:spLocks noGrp="1"/>
            </p:cNvSpPr>
            <p:nvPr/>
          </p:nvSpPr>
          <p:spPr>
            <a:xfrm rot="2707298">
              <a:off x="842173" y="2165140"/>
              <a:ext cx="715612" cy="177638"/>
            </a:xfrm>
            <a:prstGeom prst="ellipse">
              <a:avLst/>
            </a:prstGeom>
            <a:gradFill>
              <a:gsLst>
                <a:gs pos="0">
                  <a:srgbClr val="FAFBFF">
                    <a:alpha val="32968"/>
                  </a:srgbClr>
                </a:gs>
                <a:gs pos="14286">
                  <a:srgbClr val="FAFBFF">
                    <a:alpha val="30764"/>
                  </a:srgbClr>
                </a:gs>
                <a:gs pos="28571">
                  <a:srgbClr val="FAFBFF">
                    <a:alpha val="24833"/>
                  </a:srgbClr>
                </a:gs>
                <a:gs pos="42857">
                  <a:srgbClr val="FAFBFF">
                    <a:alpha val="17075"/>
                  </a:srgbClr>
                </a:gs>
                <a:gs pos="57143">
                  <a:srgbClr val="FAFBFF">
                    <a:alpha val="9855"/>
                  </a:srgbClr>
                </a:gs>
                <a:gs pos="71429">
                  <a:srgbClr val="FAFBFF">
                    <a:alpha val="4740"/>
                  </a:srgbClr>
                </a:gs>
                <a:gs pos="85714">
                  <a:srgbClr val="FAFBFF">
                    <a:alpha val="1902"/>
                  </a:srgbClr>
                </a:gs>
                <a:gs pos="100000">
                  <a:srgbClr val="FAFBFF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280" name="Splat 1280"/>
            <p:cNvSpPr>
              <a:spLocks noGrp="1"/>
            </p:cNvSpPr>
            <p:nvPr/>
          </p:nvSpPr>
          <p:spPr>
            <a:xfrm rot="8454991">
              <a:off x="2403202" y="1846292"/>
              <a:ext cx="409925" cy="185485"/>
            </a:xfrm>
            <a:prstGeom prst="ellipse">
              <a:avLst/>
            </a:prstGeom>
            <a:gradFill>
              <a:gsLst>
                <a:gs pos="0">
                  <a:srgbClr val="BA8500">
                    <a:alpha val="32968"/>
                  </a:srgbClr>
                </a:gs>
                <a:gs pos="14286">
                  <a:srgbClr val="BA8500">
                    <a:alpha val="30764"/>
                  </a:srgbClr>
                </a:gs>
                <a:gs pos="28571">
                  <a:srgbClr val="BA8500">
                    <a:alpha val="24833"/>
                  </a:srgbClr>
                </a:gs>
                <a:gs pos="42857">
                  <a:srgbClr val="BA8500">
                    <a:alpha val="17075"/>
                  </a:srgbClr>
                </a:gs>
                <a:gs pos="57143">
                  <a:srgbClr val="BA8500">
                    <a:alpha val="9855"/>
                  </a:srgbClr>
                </a:gs>
                <a:gs pos="71429">
                  <a:srgbClr val="BA8500">
                    <a:alpha val="4740"/>
                  </a:srgbClr>
                </a:gs>
                <a:gs pos="85714">
                  <a:srgbClr val="BA8500">
                    <a:alpha val="1902"/>
                  </a:srgbClr>
                </a:gs>
                <a:gs pos="100000">
                  <a:srgbClr val="BA8500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281" name="Splat 1281"/>
            <p:cNvSpPr>
              <a:spLocks noGrp="1"/>
            </p:cNvSpPr>
            <p:nvPr/>
          </p:nvSpPr>
          <p:spPr>
            <a:xfrm rot="-9236139">
              <a:off x="2820130" y="286284"/>
              <a:ext cx="726648" cy="124942"/>
            </a:xfrm>
            <a:prstGeom prst="ellipse">
              <a:avLst/>
            </a:prstGeom>
            <a:gradFill>
              <a:gsLst>
                <a:gs pos="0">
                  <a:srgbClr val="FFFFF5">
                    <a:alpha val="18029"/>
                  </a:srgbClr>
                </a:gs>
                <a:gs pos="14286">
                  <a:srgbClr val="FFFFF5">
                    <a:alpha val="16700"/>
                  </a:srgbClr>
                </a:gs>
                <a:gs pos="28571">
                  <a:srgbClr val="FFFFF5">
                    <a:alpha val="13227"/>
                  </a:srgbClr>
                </a:gs>
                <a:gs pos="42857">
                  <a:srgbClr val="FFFFF5">
                    <a:alpha val="8886"/>
                  </a:srgbClr>
                </a:gs>
                <a:gs pos="57143">
                  <a:srgbClr val="FFFFF5">
                    <a:alpha val="5026"/>
                  </a:srgbClr>
                </a:gs>
                <a:gs pos="71429">
                  <a:srgbClr val="FFFFF5">
                    <a:alpha val="2385"/>
                  </a:srgbClr>
                </a:gs>
                <a:gs pos="85714">
                  <a:srgbClr val="FFFFF5">
                    <a:alpha val="950"/>
                  </a:srgbClr>
                </a:gs>
                <a:gs pos="100000">
                  <a:srgbClr val="FFFFF5">
                    <a:alpha val="318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282" name="Splat 1282"/>
            <p:cNvSpPr>
              <a:spLocks noGrp="1"/>
            </p:cNvSpPr>
            <p:nvPr/>
          </p:nvSpPr>
          <p:spPr>
            <a:xfrm rot="-8334273">
              <a:off x="2676174" y="2553609"/>
              <a:ext cx="226634" cy="92044"/>
            </a:xfrm>
            <a:prstGeom prst="ellipse">
              <a:avLst/>
            </a:prstGeom>
            <a:gradFill>
              <a:gsLst>
                <a:gs pos="0">
                  <a:srgbClr val="00218C">
                    <a:alpha val="32968"/>
                  </a:srgbClr>
                </a:gs>
                <a:gs pos="14286">
                  <a:srgbClr val="00218C">
                    <a:alpha val="30764"/>
                  </a:srgbClr>
                </a:gs>
                <a:gs pos="28571">
                  <a:srgbClr val="00218C">
                    <a:alpha val="24833"/>
                  </a:srgbClr>
                </a:gs>
                <a:gs pos="42857">
                  <a:srgbClr val="00218C">
                    <a:alpha val="17075"/>
                  </a:srgbClr>
                </a:gs>
                <a:gs pos="57143">
                  <a:srgbClr val="00218C">
                    <a:alpha val="9855"/>
                  </a:srgbClr>
                </a:gs>
                <a:gs pos="71429">
                  <a:srgbClr val="00218C">
                    <a:alpha val="4740"/>
                  </a:srgbClr>
                </a:gs>
                <a:gs pos="85714">
                  <a:srgbClr val="00218C">
                    <a:alpha val="1902"/>
                  </a:srgbClr>
                </a:gs>
                <a:gs pos="100000">
                  <a:srgbClr val="00218C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283" name="Splat 1283"/>
            <p:cNvSpPr>
              <a:spLocks noGrp="1"/>
            </p:cNvSpPr>
            <p:nvPr/>
          </p:nvSpPr>
          <p:spPr>
            <a:xfrm rot="3165371">
              <a:off x="2126333" y="2569108"/>
              <a:ext cx="149528" cy="113095"/>
            </a:xfrm>
            <a:prstGeom prst="ellipse">
              <a:avLst/>
            </a:prstGeom>
            <a:gradFill>
              <a:gsLst>
                <a:gs pos="0">
                  <a:srgbClr val="9CC9FF">
                    <a:alpha val="32968"/>
                  </a:srgbClr>
                </a:gs>
                <a:gs pos="14286">
                  <a:srgbClr val="9CC9FF">
                    <a:alpha val="30764"/>
                  </a:srgbClr>
                </a:gs>
                <a:gs pos="28571">
                  <a:srgbClr val="9CC9FF">
                    <a:alpha val="24833"/>
                  </a:srgbClr>
                </a:gs>
                <a:gs pos="42857">
                  <a:srgbClr val="9CC9FF">
                    <a:alpha val="17075"/>
                  </a:srgbClr>
                </a:gs>
                <a:gs pos="57143">
                  <a:srgbClr val="9CC9FF">
                    <a:alpha val="9855"/>
                  </a:srgbClr>
                </a:gs>
                <a:gs pos="71429">
                  <a:srgbClr val="9CC9FF">
                    <a:alpha val="4740"/>
                  </a:srgbClr>
                </a:gs>
                <a:gs pos="85714">
                  <a:srgbClr val="9CC9FF">
                    <a:alpha val="1902"/>
                  </a:srgbClr>
                </a:gs>
                <a:gs pos="100000">
                  <a:srgbClr val="9CC9FF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284" name="Splat 1284"/>
            <p:cNvSpPr>
              <a:spLocks noGrp="1"/>
            </p:cNvSpPr>
            <p:nvPr/>
          </p:nvSpPr>
          <p:spPr>
            <a:xfrm rot="-9324856">
              <a:off x="812138" y="3226621"/>
              <a:ext cx="321851" cy="127008"/>
            </a:xfrm>
            <a:prstGeom prst="ellipse">
              <a:avLst/>
            </a:prstGeom>
            <a:gradFill>
              <a:gsLst>
                <a:gs pos="0">
                  <a:srgbClr val="F7FFFF">
                    <a:alpha val="32968"/>
                  </a:srgbClr>
                </a:gs>
                <a:gs pos="14286">
                  <a:srgbClr val="F7FFFF">
                    <a:alpha val="30764"/>
                  </a:srgbClr>
                </a:gs>
                <a:gs pos="28571">
                  <a:srgbClr val="F7FFFF">
                    <a:alpha val="24833"/>
                  </a:srgbClr>
                </a:gs>
                <a:gs pos="42857">
                  <a:srgbClr val="F7FFFF">
                    <a:alpha val="17075"/>
                  </a:srgbClr>
                </a:gs>
                <a:gs pos="57143">
                  <a:srgbClr val="F7FFFF">
                    <a:alpha val="9855"/>
                  </a:srgbClr>
                </a:gs>
                <a:gs pos="71429">
                  <a:srgbClr val="F7FFFF">
                    <a:alpha val="4740"/>
                  </a:srgbClr>
                </a:gs>
                <a:gs pos="85714">
                  <a:srgbClr val="F7FFFF">
                    <a:alpha val="1902"/>
                  </a:srgbClr>
                </a:gs>
                <a:gs pos="100000">
                  <a:srgbClr val="F7FFFF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285" name="Splat 1285"/>
            <p:cNvSpPr>
              <a:spLocks noGrp="1"/>
            </p:cNvSpPr>
            <p:nvPr/>
          </p:nvSpPr>
          <p:spPr>
            <a:xfrm rot="8554357">
              <a:off x="1389177" y="1661075"/>
              <a:ext cx="794294" cy="79733"/>
            </a:xfrm>
            <a:prstGeom prst="ellipse">
              <a:avLst/>
            </a:prstGeom>
            <a:gradFill>
              <a:gsLst>
                <a:gs pos="0">
                  <a:srgbClr val="F2F4F1">
                    <a:alpha val="32968"/>
                  </a:srgbClr>
                </a:gs>
                <a:gs pos="14286">
                  <a:srgbClr val="F2F4F1">
                    <a:alpha val="30764"/>
                  </a:srgbClr>
                </a:gs>
                <a:gs pos="28571">
                  <a:srgbClr val="F2F4F1">
                    <a:alpha val="24833"/>
                  </a:srgbClr>
                </a:gs>
                <a:gs pos="42857">
                  <a:srgbClr val="F2F4F1">
                    <a:alpha val="17075"/>
                  </a:srgbClr>
                </a:gs>
                <a:gs pos="57143">
                  <a:srgbClr val="F2F4F1">
                    <a:alpha val="9855"/>
                  </a:srgbClr>
                </a:gs>
                <a:gs pos="71429">
                  <a:srgbClr val="F2F4F1">
                    <a:alpha val="4740"/>
                  </a:srgbClr>
                </a:gs>
                <a:gs pos="85714">
                  <a:srgbClr val="F2F4F1">
                    <a:alpha val="1902"/>
                  </a:srgbClr>
                </a:gs>
                <a:gs pos="100000">
                  <a:srgbClr val="F2F4F1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286" name="Splat 1286"/>
            <p:cNvSpPr>
              <a:spLocks noGrp="1"/>
            </p:cNvSpPr>
            <p:nvPr/>
          </p:nvSpPr>
          <p:spPr>
            <a:xfrm rot="5216219">
              <a:off x="2125933" y="1416785"/>
              <a:ext cx="787565" cy="40662"/>
            </a:xfrm>
            <a:prstGeom prst="ellipse">
              <a:avLst/>
            </a:prstGeom>
            <a:gradFill>
              <a:gsLst>
                <a:gs pos="0">
                  <a:srgbClr val="000000">
                    <a:alpha val="32968"/>
                  </a:srgbClr>
                </a:gs>
                <a:gs pos="14286">
                  <a:srgbClr val="000000">
                    <a:alpha val="30764"/>
                  </a:srgbClr>
                </a:gs>
                <a:gs pos="28571">
                  <a:srgbClr val="000000">
                    <a:alpha val="24833"/>
                  </a:srgbClr>
                </a:gs>
                <a:gs pos="42857">
                  <a:srgbClr val="000000">
                    <a:alpha val="17075"/>
                  </a:srgbClr>
                </a:gs>
                <a:gs pos="57143">
                  <a:srgbClr val="000000">
                    <a:alpha val="9855"/>
                  </a:srgbClr>
                </a:gs>
                <a:gs pos="71429">
                  <a:srgbClr val="000000">
                    <a:alpha val="4740"/>
                  </a:srgbClr>
                </a:gs>
                <a:gs pos="85714">
                  <a:srgbClr val="000000">
                    <a:alpha val="1902"/>
                  </a:srgbClr>
                </a:gs>
                <a:gs pos="100000">
                  <a:srgbClr val="000000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287" name="Splat 1287"/>
            <p:cNvSpPr>
              <a:spLocks noGrp="1"/>
            </p:cNvSpPr>
            <p:nvPr/>
          </p:nvSpPr>
          <p:spPr>
            <a:xfrm rot="9774801">
              <a:off x="2528819" y="445525"/>
              <a:ext cx="439254" cy="35189"/>
            </a:xfrm>
            <a:prstGeom prst="ellipse">
              <a:avLst/>
            </a:prstGeom>
            <a:gradFill>
              <a:gsLst>
                <a:gs pos="0">
                  <a:srgbClr val="793B00">
                    <a:alpha val="32968"/>
                  </a:srgbClr>
                </a:gs>
                <a:gs pos="14286">
                  <a:srgbClr val="793B00">
                    <a:alpha val="30764"/>
                  </a:srgbClr>
                </a:gs>
                <a:gs pos="28571">
                  <a:srgbClr val="793B00">
                    <a:alpha val="24833"/>
                  </a:srgbClr>
                </a:gs>
                <a:gs pos="42857">
                  <a:srgbClr val="793B00">
                    <a:alpha val="17075"/>
                  </a:srgbClr>
                </a:gs>
                <a:gs pos="57143">
                  <a:srgbClr val="793B00">
                    <a:alpha val="9855"/>
                  </a:srgbClr>
                </a:gs>
                <a:gs pos="71429">
                  <a:srgbClr val="793B00">
                    <a:alpha val="4740"/>
                  </a:srgbClr>
                </a:gs>
                <a:gs pos="85714">
                  <a:srgbClr val="793B00">
                    <a:alpha val="1902"/>
                  </a:srgbClr>
                </a:gs>
                <a:gs pos="100000">
                  <a:srgbClr val="793B00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288" name="Splat 1288"/>
            <p:cNvSpPr>
              <a:spLocks noGrp="1"/>
            </p:cNvSpPr>
            <p:nvPr/>
          </p:nvSpPr>
          <p:spPr>
            <a:xfrm rot="5599174">
              <a:off x="2027311" y="79230"/>
              <a:ext cx="324382" cy="127532"/>
            </a:xfrm>
            <a:prstGeom prst="ellipse">
              <a:avLst/>
            </a:prstGeom>
            <a:gradFill>
              <a:gsLst>
                <a:gs pos="0">
                  <a:srgbClr val="F2DBB5">
                    <a:alpha val="31517"/>
                  </a:srgbClr>
                </a:gs>
                <a:gs pos="14286">
                  <a:srgbClr val="F2DBB5">
                    <a:alpha val="29388"/>
                  </a:srgbClr>
                </a:gs>
                <a:gs pos="28571">
                  <a:srgbClr val="F2DBB5">
                    <a:alpha val="23676"/>
                  </a:srgbClr>
                </a:gs>
                <a:gs pos="42857">
                  <a:srgbClr val="F2DBB5">
                    <a:alpha val="16240"/>
                  </a:srgbClr>
                </a:gs>
                <a:gs pos="57143">
                  <a:srgbClr val="F2DBB5">
                    <a:alpha val="9353"/>
                  </a:srgbClr>
                </a:gs>
                <a:gs pos="71429">
                  <a:srgbClr val="F2DBB5">
                    <a:alpha val="4492"/>
                  </a:srgbClr>
                </a:gs>
                <a:gs pos="85714">
                  <a:srgbClr val="F2DBB5">
                    <a:alpha val="1801"/>
                  </a:srgbClr>
                </a:gs>
                <a:gs pos="100000">
                  <a:srgbClr val="F2DBB5">
                    <a:alpha val="605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289" name="Splat 1289"/>
            <p:cNvSpPr>
              <a:spLocks noGrp="1"/>
            </p:cNvSpPr>
            <p:nvPr/>
          </p:nvSpPr>
          <p:spPr>
            <a:xfrm rot="7895210">
              <a:off x="3222891" y="1181276"/>
              <a:ext cx="341092" cy="203874"/>
            </a:xfrm>
            <a:prstGeom prst="ellipse">
              <a:avLst/>
            </a:prstGeom>
            <a:gradFill>
              <a:gsLst>
                <a:gs pos="0">
                  <a:srgbClr val="FAF8FD">
                    <a:alpha val="27934"/>
                  </a:srgbClr>
                </a:gs>
                <a:gs pos="14286">
                  <a:srgbClr val="FAF8FD">
                    <a:alpha val="25999"/>
                  </a:srgbClr>
                </a:gs>
                <a:gs pos="28571">
                  <a:srgbClr val="FAF8FD">
                    <a:alpha val="20846"/>
                  </a:srgbClr>
                </a:gs>
                <a:gs pos="42857">
                  <a:srgbClr val="FAF8FD">
                    <a:alpha val="14216"/>
                  </a:srgbClr>
                </a:gs>
                <a:gs pos="57143">
                  <a:srgbClr val="FAF8FD">
                    <a:alpha val="8146"/>
                  </a:srgbClr>
                </a:gs>
                <a:gs pos="71429">
                  <a:srgbClr val="FAF8FD">
                    <a:alpha val="3899"/>
                  </a:srgbClr>
                </a:gs>
                <a:gs pos="85714">
                  <a:srgbClr val="FAF8FD">
                    <a:alpha val="1560"/>
                  </a:srgbClr>
                </a:gs>
                <a:gs pos="100000">
                  <a:srgbClr val="FAF8FD">
                    <a:alpha val="524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290" name="Splat 1290"/>
            <p:cNvSpPr>
              <a:spLocks noGrp="1"/>
            </p:cNvSpPr>
            <p:nvPr/>
          </p:nvSpPr>
          <p:spPr>
            <a:xfrm rot="-10727083">
              <a:off x="239382" y="3095702"/>
              <a:ext cx="519073" cy="53832"/>
            </a:xfrm>
            <a:prstGeom prst="ellipse">
              <a:avLst/>
            </a:prstGeom>
            <a:gradFill>
              <a:gsLst>
                <a:gs pos="0">
                  <a:srgbClr val="754900">
                    <a:alpha val="26985"/>
                  </a:srgbClr>
                </a:gs>
                <a:gs pos="14286">
                  <a:srgbClr val="754900">
                    <a:alpha val="25104"/>
                  </a:srgbClr>
                </a:gs>
                <a:gs pos="28571">
                  <a:srgbClr val="754900">
                    <a:alpha val="20104"/>
                  </a:srgbClr>
                </a:gs>
                <a:gs pos="42857">
                  <a:srgbClr val="754900">
                    <a:alpha val="13689"/>
                  </a:srgbClr>
                </a:gs>
                <a:gs pos="57143">
                  <a:srgbClr val="754900">
                    <a:alpha val="7834"/>
                  </a:srgbClr>
                </a:gs>
                <a:gs pos="71429">
                  <a:srgbClr val="754900">
                    <a:alpha val="3746"/>
                  </a:srgbClr>
                </a:gs>
                <a:gs pos="85714">
                  <a:srgbClr val="754900">
                    <a:alpha val="1499"/>
                  </a:srgbClr>
                </a:gs>
                <a:gs pos="100000">
                  <a:srgbClr val="754900">
                    <a:alpha val="503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291" name="Splat 1291"/>
            <p:cNvSpPr>
              <a:spLocks noGrp="1"/>
            </p:cNvSpPr>
            <p:nvPr/>
          </p:nvSpPr>
          <p:spPr>
            <a:xfrm rot="5333064">
              <a:off x="2421022" y="1765972"/>
              <a:ext cx="394467" cy="128837"/>
            </a:xfrm>
            <a:prstGeom prst="ellipse">
              <a:avLst/>
            </a:prstGeom>
            <a:gradFill>
              <a:gsLst>
                <a:gs pos="0">
                  <a:srgbClr val="97CEFF">
                    <a:alpha val="32968"/>
                  </a:srgbClr>
                </a:gs>
                <a:gs pos="14286">
                  <a:srgbClr val="97CEFF">
                    <a:alpha val="30764"/>
                  </a:srgbClr>
                </a:gs>
                <a:gs pos="28571">
                  <a:srgbClr val="97CEFF">
                    <a:alpha val="24833"/>
                  </a:srgbClr>
                </a:gs>
                <a:gs pos="42857">
                  <a:srgbClr val="97CEFF">
                    <a:alpha val="17075"/>
                  </a:srgbClr>
                </a:gs>
                <a:gs pos="57143">
                  <a:srgbClr val="97CEFF">
                    <a:alpha val="9855"/>
                  </a:srgbClr>
                </a:gs>
                <a:gs pos="71429">
                  <a:srgbClr val="97CEFF">
                    <a:alpha val="4740"/>
                  </a:srgbClr>
                </a:gs>
                <a:gs pos="85714">
                  <a:srgbClr val="97CEFF">
                    <a:alpha val="1902"/>
                  </a:srgbClr>
                </a:gs>
                <a:gs pos="100000">
                  <a:srgbClr val="97CEFF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292" name="Splat 1292"/>
            <p:cNvSpPr>
              <a:spLocks noGrp="1"/>
            </p:cNvSpPr>
            <p:nvPr/>
          </p:nvSpPr>
          <p:spPr>
            <a:xfrm rot="10705398">
              <a:off x="276920" y="2491169"/>
              <a:ext cx="682274" cy="220598"/>
            </a:xfrm>
            <a:prstGeom prst="ellipse">
              <a:avLst/>
            </a:prstGeom>
            <a:gradFill>
              <a:gsLst>
                <a:gs pos="0">
                  <a:srgbClr val="710000">
                    <a:alpha val="32968"/>
                  </a:srgbClr>
                </a:gs>
                <a:gs pos="14286">
                  <a:srgbClr val="710000">
                    <a:alpha val="30764"/>
                  </a:srgbClr>
                </a:gs>
                <a:gs pos="28571">
                  <a:srgbClr val="710000">
                    <a:alpha val="24833"/>
                  </a:srgbClr>
                </a:gs>
                <a:gs pos="42857">
                  <a:srgbClr val="710000">
                    <a:alpha val="17075"/>
                  </a:srgbClr>
                </a:gs>
                <a:gs pos="57143">
                  <a:srgbClr val="710000">
                    <a:alpha val="9855"/>
                  </a:srgbClr>
                </a:gs>
                <a:gs pos="71429">
                  <a:srgbClr val="710000">
                    <a:alpha val="4740"/>
                  </a:srgbClr>
                </a:gs>
                <a:gs pos="85714">
                  <a:srgbClr val="710000">
                    <a:alpha val="1902"/>
                  </a:srgbClr>
                </a:gs>
                <a:gs pos="100000">
                  <a:srgbClr val="710000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293" name="Splat 1293"/>
            <p:cNvSpPr>
              <a:spLocks noGrp="1"/>
            </p:cNvSpPr>
            <p:nvPr/>
          </p:nvSpPr>
          <p:spPr>
            <a:xfrm rot="7726127">
              <a:off x="2056482" y="858901"/>
              <a:ext cx="438540" cy="218809"/>
            </a:xfrm>
            <a:prstGeom prst="ellipse">
              <a:avLst/>
            </a:prstGeom>
            <a:gradFill>
              <a:gsLst>
                <a:gs pos="0">
                  <a:srgbClr val="4F0000">
                    <a:alpha val="26688"/>
                  </a:srgbClr>
                </a:gs>
                <a:gs pos="14286">
                  <a:srgbClr val="4F0000">
                    <a:alpha val="24823"/>
                  </a:srgbClr>
                </a:gs>
                <a:gs pos="28571">
                  <a:srgbClr val="4F0000">
                    <a:alpha val="19872"/>
                  </a:srgbClr>
                </a:gs>
                <a:gs pos="42857">
                  <a:srgbClr val="4F0000">
                    <a:alpha val="13525"/>
                  </a:srgbClr>
                </a:gs>
                <a:gs pos="57143">
                  <a:srgbClr val="4F0000">
                    <a:alpha val="7736"/>
                  </a:srgbClr>
                </a:gs>
                <a:gs pos="71429">
                  <a:srgbClr val="4F0000">
                    <a:alpha val="3699"/>
                  </a:srgbClr>
                </a:gs>
                <a:gs pos="85714">
                  <a:srgbClr val="4F0000">
                    <a:alpha val="1479"/>
                  </a:srgbClr>
                </a:gs>
                <a:gs pos="100000">
                  <a:srgbClr val="4F0000">
                    <a:alpha val="497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294" name="Splat 1294"/>
            <p:cNvSpPr>
              <a:spLocks noGrp="1"/>
            </p:cNvSpPr>
            <p:nvPr/>
          </p:nvSpPr>
          <p:spPr>
            <a:xfrm rot="-10491498">
              <a:off x="580791" y="8624"/>
              <a:ext cx="524645" cy="114843"/>
            </a:xfrm>
            <a:prstGeom prst="ellipse">
              <a:avLst/>
            </a:prstGeom>
            <a:gradFill>
              <a:gsLst>
                <a:gs pos="0">
                  <a:srgbClr val="7E4300">
                    <a:alpha val="32968"/>
                  </a:srgbClr>
                </a:gs>
                <a:gs pos="14286">
                  <a:srgbClr val="7E4300">
                    <a:alpha val="30764"/>
                  </a:srgbClr>
                </a:gs>
                <a:gs pos="28571">
                  <a:srgbClr val="7E4300">
                    <a:alpha val="24833"/>
                  </a:srgbClr>
                </a:gs>
                <a:gs pos="42857">
                  <a:srgbClr val="7E4300">
                    <a:alpha val="17075"/>
                  </a:srgbClr>
                </a:gs>
                <a:gs pos="57143">
                  <a:srgbClr val="7E4300">
                    <a:alpha val="9855"/>
                  </a:srgbClr>
                </a:gs>
                <a:gs pos="71429">
                  <a:srgbClr val="7E4300">
                    <a:alpha val="4740"/>
                  </a:srgbClr>
                </a:gs>
                <a:gs pos="85714">
                  <a:srgbClr val="7E4300">
                    <a:alpha val="1902"/>
                  </a:srgbClr>
                </a:gs>
                <a:gs pos="100000">
                  <a:srgbClr val="7E4300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295" name="Splat 1295"/>
            <p:cNvSpPr>
              <a:spLocks noGrp="1"/>
            </p:cNvSpPr>
            <p:nvPr/>
          </p:nvSpPr>
          <p:spPr>
            <a:xfrm rot="8752463">
              <a:off x="3065946" y="1187048"/>
              <a:ext cx="585263" cy="80793"/>
            </a:xfrm>
            <a:prstGeom prst="ellipse">
              <a:avLst/>
            </a:prstGeom>
            <a:gradFill>
              <a:gsLst>
                <a:gs pos="0">
                  <a:srgbClr val="E8EBEC">
                    <a:alpha val="32968"/>
                  </a:srgbClr>
                </a:gs>
                <a:gs pos="14286">
                  <a:srgbClr val="E8EBEC">
                    <a:alpha val="30764"/>
                  </a:srgbClr>
                </a:gs>
                <a:gs pos="28571">
                  <a:srgbClr val="E8EBEC">
                    <a:alpha val="24833"/>
                  </a:srgbClr>
                </a:gs>
                <a:gs pos="42857">
                  <a:srgbClr val="E8EBEC">
                    <a:alpha val="17075"/>
                  </a:srgbClr>
                </a:gs>
                <a:gs pos="57143">
                  <a:srgbClr val="E8EBEC">
                    <a:alpha val="9855"/>
                  </a:srgbClr>
                </a:gs>
                <a:gs pos="71429">
                  <a:srgbClr val="E8EBEC">
                    <a:alpha val="4740"/>
                  </a:srgbClr>
                </a:gs>
                <a:gs pos="85714">
                  <a:srgbClr val="E8EBEC">
                    <a:alpha val="1902"/>
                  </a:srgbClr>
                </a:gs>
                <a:gs pos="100000">
                  <a:srgbClr val="E8EBEC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296" name="Splat 1296"/>
            <p:cNvSpPr>
              <a:spLocks noGrp="1"/>
            </p:cNvSpPr>
            <p:nvPr/>
          </p:nvSpPr>
          <p:spPr>
            <a:xfrm rot="6856199">
              <a:off x="1196812" y="3173139"/>
              <a:ext cx="573331" cy="157853"/>
            </a:xfrm>
            <a:prstGeom prst="ellipse">
              <a:avLst/>
            </a:prstGeom>
            <a:gradFill>
              <a:gsLst>
                <a:gs pos="0">
                  <a:srgbClr val="FFFFF2">
                    <a:alpha val="32968"/>
                  </a:srgbClr>
                </a:gs>
                <a:gs pos="14286">
                  <a:srgbClr val="FFFFF2">
                    <a:alpha val="30764"/>
                  </a:srgbClr>
                </a:gs>
                <a:gs pos="28571">
                  <a:srgbClr val="FFFFF2">
                    <a:alpha val="24833"/>
                  </a:srgbClr>
                </a:gs>
                <a:gs pos="42857">
                  <a:srgbClr val="FFFFF2">
                    <a:alpha val="17075"/>
                  </a:srgbClr>
                </a:gs>
                <a:gs pos="57143">
                  <a:srgbClr val="FFFFF2">
                    <a:alpha val="9855"/>
                  </a:srgbClr>
                </a:gs>
                <a:gs pos="71429">
                  <a:srgbClr val="FFFFF2">
                    <a:alpha val="4740"/>
                  </a:srgbClr>
                </a:gs>
                <a:gs pos="85714">
                  <a:srgbClr val="FFFFF2">
                    <a:alpha val="1902"/>
                  </a:srgbClr>
                </a:gs>
                <a:gs pos="100000">
                  <a:srgbClr val="FFFFF2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297" name="Splat 1297"/>
            <p:cNvSpPr>
              <a:spLocks noGrp="1"/>
            </p:cNvSpPr>
            <p:nvPr/>
          </p:nvSpPr>
          <p:spPr>
            <a:xfrm rot="5540195">
              <a:off x="755413" y="2133042"/>
              <a:ext cx="423309" cy="105010"/>
            </a:xfrm>
            <a:prstGeom prst="ellipse">
              <a:avLst/>
            </a:prstGeom>
            <a:gradFill>
              <a:gsLst>
                <a:gs pos="0">
                  <a:srgbClr val="003F8B">
                    <a:alpha val="32968"/>
                  </a:srgbClr>
                </a:gs>
                <a:gs pos="14286">
                  <a:srgbClr val="003F8B">
                    <a:alpha val="30764"/>
                  </a:srgbClr>
                </a:gs>
                <a:gs pos="28571">
                  <a:srgbClr val="003F8B">
                    <a:alpha val="24833"/>
                  </a:srgbClr>
                </a:gs>
                <a:gs pos="42857">
                  <a:srgbClr val="003F8B">
                    <a:alpha val="17075"/>
                  </a:srgbClr>
                </a:gs>
                <a:gs pos="57143">
                  <a:srgbClr val="003F8B">
                    <a:alpha val="9855"/>
                  </a:srgbClr>
                </a:gs>
                <a:gs pos="71429">
                  <a:srgbClr val="003F8B">
                    <a:alpha val="4740"/>
                  </a:srgbClr>
                </a:gs>
                <a:gs pos="85714">
                  <a:srgbClr val="003F8B">
                    <a:alpha val="1902"/>
                  </a:srgbClr>
                </a:gs>
                <a:gs pos="100000">
                  <a:srgbClr val="003F8B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298" name="Splat 1298"/>
            <p:cNvSpPr>
              <a:spLocks noGrp="1"/>
            </p:cNvSpPr>
            <p:nvPr/>
          </p:nvSpPr>
          <p:spPr>
            <a:xfrm rot="-10461594">
              <a:off x="2454273" y="1929257"/>
              <a:ext cx="474796" cy="84904"/>
            </a:xfrm>
            <a:prstGeom prst="ellipse">
              <a:avLst/>
            </a:prstGeom>
            <a:gradFill>
              <a:gsLst>
                <a:gs pos="0">
                  <a:srgbClr val="493600">
                    <a:alpha val="30285"/>
                  </a:srgbClr>
                </a:gs>
                <a:gs pos="14286">
                  <a:srgbClr val="493600">
                    <a:alpha val="28221"/>
                  </a:srgbClr>
                </a:gs>
                <a:gs pos="28571">
                  <a:srgbClr val="493600">
                    <a:alpha val="22698"/>
                  </a:srgbClr>
                </a:gs>
                <a:gs pos="42857">
                  <a:srgbClr val="493600">
                    <a:alpha val="15538"/>
                  </a:srgbClr>
                </a:gs>
                <a:gs pos="57143">
                  <a:srgbClr val="493600">
                    <a:alpha val="8933"/>
                  </a:srgbClr>
                </a:gs>
                <a:gs pos="71429">
                  <a:srgbClr val="493600">
                    <a:alpha val="4285"/>
                  </a:srgbClr>
                </a:gs>
                <a:gs pos="85714">
                  <a:srgbClr val="493600">
                    <a:alpha val="1717"/>
                  </a:srgbClr>
                </a:gs>
                <a:gs pos="100000">
                  <a:srgbClr val="493600">
                    <a:alpha val="577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299" name="Splat 1299"/>
            <p:cNvSpPr>
              <a:spLocks noGrp="1"/>
            </p:cNvSpPr>
            <p:nvPr/>
          </p:nvSpPr>
          <p:spPr>
            <a:xfrm rot="3349000">
              <a:off x="1054587" y="1290318"/>
              <a:ext cx="560210" cy="94700"/>
            </a:xfrm>
            <a:prstGeom prst="ellipse">
              <a:avLst/>
            </a:prstGeom>
            <a:gradFill>
              <a:gsLst>
                <a:gs pos="0">
                  <a:srgbClr val="CFC5BD">
                    <a:alpha val="32968"/>
                  </a:srgbClr>
                </a:gs>
                <a:gs pos="14286">
                  <a:srgbClr val="CFC5BD">
                    <a:alpha val="30764"/>
                  </a:srgbClr>
                </a:gs>
                <a:gs pos="28571">
                  <a:srgbClr val="CFC5BD">
                    <a:alpha val="24833"/>
                  </a:srgbClr>
                </a:gs>
                <a:gs pos="42857">
                  <a:srgbClr val="CFC5BD">
                    <a:alpha val="17075"/>
                  </a:srgbClr>
                </a:gs>
                <a:gs pos="57143">
                  <a:srgbClr val="CFC5BD">
                    <a:alpha val="9855"/>
                  </a:srgbClr>
                </a:gs>
                <a:gs pos="71429">
                  <a:srgbClr val="CFC5BD">
                    <a:alpha val="4740"/>
                  </a:srgbClr>
                </a:gs>
                <a:gs pos="85714">
                  <a:srgbClr val="CFC5BD">
                    <a:alpha val="1902"/>
                  </a:srgbClr>
                </a:gs>
                <a:gs pos="100000">
                  <a:srgbClr val="CFC5BD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300" name="Splat 1300"/>
            <p:cNvSpPr>
              <a:spLocks noGrp="1"/>
            </p:cNvSpPr>
            <p:nvPr/>
          </p:nvSpPr>
          <p:spPr>
            <a:xfrm rot="2941017">
              <a:off x="2313342" y="1958809"/>
              <a:ext cx="447153" cy="72831"/>
            </a:xfrm>
            <a:prstGeom prst="ellipse">
              <a:avLst/>
            </a:prstGeom>
            <a:gradFill>
              <a:gsLst>
                <a:gs pos="0">
                  <a:srgbClr val="F5FAFF">
                    <a:alpha val="32566"/>
                  </a:srgbClr>
                </a:gs>
                <a:gs pos="14286">
                  <a:srgbClr val="F5FAFF">
                    <a:alpha val="30382"/>
                  </a:srgbClr>
                </a:gs>
                <a:gs pos="28571">
                  <a:srgbClr val="F5FAFF">
                    <a:alpha val="24511"/>
                  </a:srgbClr>
                </a:gs>
                <a:gs pos="42857">
                  <a:srgbClr val="F5FAFF">
                    <a:alpha val="16843"/>
                  </a:srgbClr>
                </a:gs>
                <a:gs pos="57143">
                  <a:srgbClr val="F5FAFF">
                    <a:alpha val="9715"/>
                  </a:srgbClr>
                </a:gs>
                <a:gs pos="71429">
                  <a:srgbClr val="F5FAFF">
                    <a:alpha val="4671"/>
                  </a:srgbClr>
                </a:gs>
                <a:gs pos="85714">
                  <a:srgbClr val="F5FAFF">
                    <a:alpha val="1874"/>
                  </a:srgbClr>
                </a:gs>
                <a:gs pos="100000">
                  <a:srgbClr val="F5FAFF">
                    <a:alpha val="630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301" name="Splat 1301"/>
            <p:cNvSpPr>
              <a:spLocks noGrp="1"/>
            </p:cNvSpPr>
            <p:nvPr/>
          </p:nvSpPr>
          <p:spPr>
            <a:xfrm rot="-9762630">
              <a:off x="720276" y="3142669"/>
              <a:ext cx="460359" cy="93422"/>
            </a:xfrm>
            <a:prstGeom prst="ellipse">
              <a:avLst/>
            </a:prstGeom>
            <a:gradFill>
              <a:gsLst>
                <a:gs pos="0">
                  <a:srgbClr val="EFFBFE">
                    <a:alpha val="32326"/>
                  </a:srgbClr>
                </a:gs>
                <a:gs pos="14286">
                  <a:srgbClr val="EFFBFE">
                    <a:alpha val="30155"/>
                  </a:srgbClr>
                </a:gs>
                <a:gs pos="28571">
                  <a:srgbClr val="EFFBFE">
                    <a:alpha val="24320"/>
                  </a:srgbClr>
                </a:gs>
                <a:gs pos="42857">
                  <a:srgbClr val="EFFBFE">
                    <a:alpha val="16705"/>
                  </a:srgbClr>
                </a:gs>
                <a:gs pos="57143">
                  <a:srgbClr val="EFFBFE">
                    <a:alpha val="9632"/>
                  </a:srgbClr>
                </a:gs>
                <a:gs pos="71429">
                  <a:srgbClr val="EFFBFE">
                    <a:alpha val="4630"/>
                  </a:srgbClr>
                </a:gs>
                <a:gs pos="85714">
                  <a:srgbClr val="EFFBFE">
                    <a:alpha val="1857"/>
                  </a:srgbClr>
                </a:gs>
                <a:gs pos="100000">
                  <a:srgbClr val="EFFBFE">
                    <a:alpha val="624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302" name="Splat 1302"/>
            <p:cNvSpPr>
              <a:spLocks noGrp="1"/>
            </p:cNvSpPr>
            <p:nvPr/>
          </p:nvSpPr>
          <p:spPr>
            <a:xfrm rot="-9864580">
              <a:off x="1835371" y="2532530"/>
              <a:ext cx="742961" cy="70469"/>
            </a:xfrm>
            <a:prstGeom prst="ellipse">
              <a:avLst/>
            </a:prstGeom>
            <a:gradFill>
              <a:gsLst>
                <a:gs pos="0">
                  <a:srgbClr val="6E3D00">
                    <a:alpha val="31997"/>
                  </a:srgbClr>
                </a:gs>
                <a:gs pos="14286">
                  <a:srgbClr val="6E3D00">
                    <a:alpha val="29843"/>
                  </a:srgbClr>
                </a:gs>
                <a:gs pos="28571">
                  <a:srgbClr val="6E3D00">
                    <a:alpha val="24058"/>
                  </a:srgbClr>
                </a:gs>
                <a:gs pos="42857">
                  <a:srgbClr val="6E3D00">
                    <a:alpha val="16515"/>
                  </a:srgbClr>
                </a:gs>
                <a:gs pos="57143">
                  <a:srgbClr val="6E3D00">
                    <a:alpha val="9518"/>
                  </a:srgbClr>
                </a:gs>
                <a:gs pos="71429">
                  <a:srgbClr val="6E3D00">
                    <a:alpha val="4574"/>
                  </a:srgbClr>
                </a:gs>
                <a:gs pos="85714">
                  <a:srgbClr val="6E3D00">
                    <a:alpha val="1834"/>
                  </a:srgbClr>
                </a:gs>
                <a:gs pos="100000">
                  <a:srgbClr val="6E3D00">
                    <a:alpha val="617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303" name="Splat 1303"/>
            <p:cNvSpPr>
              <a:spLocks noGrp="1"/>
            </p:cNvSpPr>
            <p:nvPr/>
          </p:nvSpPr>
          <p:spPr>
            <a:xfrm rot="7163884">
              <a:off x="3261539" y="2509227"/>
              <a:ext cx="702499" cy="143011"/>
            </a:xfrm>
            <a:prstGeom prst="ellipse">
              <a:avLst/>
            </a:prstGeom>
            <a:gradFill>
              <a:gsLst>
                <a:gs pos="0">
                  <a:srgbClr val="FCFFF4">
                    <a:alpha val="32968"/>
                  </a:srgbClr>
                </a:gs>
                <a:gs pos="14286">
                  <a:srgbClr val="FCFFF4">
                    <a:alpha val="30764"/>
                  </a:srgbClr>
                </a:gs>
                <a:gs pos="28571">
                  <a:srgbClr val="FCFFF4">
                    <a:alpha val="24833"/>
                  </a:srgbClr>
                </a:gs>
                <a:gs pos="42857">
                  <a:srgbClr val="FCFFF4">
                    <a:alpha val="17075"/>
                  </a:srgbClr>
                </a:gs>
                <a:gs pos="57143">
                  <a:srgbClr val="FCFFF4">
                    <a:alpha val="9855"/>
                  </a:srgbClr>
                </a:gs>
                <a:gs pos="71429">
                  <a:srgbClr val="FCFFF4">
                    <a:alpha val="4740"/>
                  </a:srgbClr>
                </a:gs>
                <a:gs pos="85714">
                  <a:srgbClr val="FCFFF4">
                    <a:alpha val="1902"/>
                  </a:srgbClr>
                </a:gs>
                <a:gs pos="100000">
                  <a:srgbClr val="FCFFF4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304" name="Splat 1304"/>
            <p:cNvSpPr>
              <a:spLocks noGrp="1"/>
            </p:cNvSpPr>
            <p:nvPr/>
          </p:nvSpPr>
          <p:spPr>
            <a:xfrm rot="10727416">
              <a:off x="620367" y="2567887"/>
              <a:ext cx="584285" cy="100891"/>
            </a:xfrm>
            <a:prstGeom prst="ellipse">
              <a:avLst/>
            </a:prstGeom>
            <a:gradFill>
              <a:gsLst>
                <a:gs pos="0">
                  <a:srgbClr val="6A2000">
                    <a:alpha val="32968"/>
                  </a:srgbClr>
                </a:gs>
                <a:gs pos="14286">
                  <a:srgbClr val="6A2000">
                    <a:alpha val="30764"/>
                  </a:srgbClr>
                </a:gs>
                <a:gs pos="28571">
                  <a:srgbClr val="6A2000">
                    <a:alpha val="24833"/>
                  </a:srgbClr>
                </a:gs>
                <a:gs pos="42857">
                  <a:srgbClr val="6A2000">
                    <a:alpha val="17075"/>
                  </a:srgbClr>
                </a:gs>
                <a:gs pos="57143">
                  <a:srgbClr val="6A2000">
                    <a:alpha val="9855"/>
                  </a:srgbClr>
                </a:gs>
                <a:gs pos="71429">
                  <a:srgbClr val="6A2000">
                    <a:alpha val="4740"/>
                  </a:srgbClr>
                </a:gs>
                <a:gs pos="85714">
                  <a:srgbClr val="6A2000">
                    <a:alpha val="1902"/>
                  </a:srgbClr>
                </a:gs>
                <a:gs pos="100000">
                  <a:srgbClr val="6A2000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305" name="Splat 1305"/>
            <p:cNvSpPr>
              <a:spLocks noGrp="1"/>
            </p:cNvSpPr>
            <p:nvPr/>
          </p:nvSpPr>
          <p:spPr>
            <a:xfrm rot="7388903">
              <a:off x="2046806" y="208789"/>
              <a:ext cx="315367" cy="53656"/>
            </a:xfrm>
            <a:prstGeom prst="ellipse">
              <a:avLst/>
            </a:prstGeom>
            <a:gradFill>
              <a:gsLst>
                <a:gs pos="0">
                  <a:srgbClr val="5C2B00">
                    <a:alpha val="32968"/>
                  </a:srgbClr>
                </a:gs>
                <a:gs pos="14286">
                  <a:srgbClr val="5C2B00">
                    <a:alpha val="30764"/>
                  </a:srgbClr>
                </a:gs>
                <a:gs pos="28571">
                  <a:srgbClr val="5C2B00">
                    <a:alpha val="24833"/>
                  </a:srgbClr>
                </a:gs>
                <a:gs pos="42857">
                  <a:srgbClr val="5C2B00">
                    <a:alpha val="17075"/>
                  </a:srgbClr>
                </a:gs>
                <a:gs pos="57143">
                  <a:srgbClr val="5C2B00">
                    <a:alpha val="9855"/>
                  </a:srgbClr>
                </a:gs>
                <a:gs pos="71429">
                  <a:srgbClr val="5C2B00">
                    <a:alpha val="4740"/>
                  </a:srgbClr>
                </a:gs>
                <a:gs pos="85714">
                  <a:srgbClr val="5C2B00">
                    <a:alpha val="1902"/>
                  </a:srgbClr>
                </a:gs>
                <a:gs pos="100000">
                  <a:srgbClr val="5C2B00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306" name="Splat 1306"/>
            <p:cNvSpPr>
              <a:spLocks noGrp="1"/>
            </p:cNvSpPr>
            <p:nvPr/>
          </p:nvSpPr>
          <p:spPr>
            <a:xfrm rot="-10466604">
              <a:off x="347225" y="1575329"/>
              <a:ext cx="273467" cy="129446"/>
            </a:xfrm>
            <a:prstGeom prst="ellipse">
              <a:avLst/>
            </a:prstGeom>
            <a:gradFill>
              <a:gsLst>
                <a:gs pos="0">
                  <a:srgbClr val="753400">
                    <a:alpha val="32968"/>
                  </a:srgbClr>
                </a:gs>
                <a:gs pos="14286">
                  <a:srgbClr val="753400">
                    <a:alpha val="30764"/>
                  </a:srgbClr>
                </a:gs>
                <a:gs pos="28571">
                  <a:srgbClr val="753400">
                    <a:alpha val="24833"/>
                  </a:srgbClr>
                </a:gs>
                <a:gs pos="42857">
                  <a:srgbClr val="753400">
                    <a:alpha val="17075"/>
                  </a:srgbClr>
                </a:gs>
                <a:gs pos="57143">
                  <a:srgbClr val="753400">
                    <a:alpha val="9855"/>
                  </a:srgbClr>
                </a:gs>
                <a:gs pos="71429">
                  <a:srgbClr val="753400">
                    <a:alpha val="4740"/>
                  </a:srgbClr>
                </a:gs>
                <a:gs pos="85714">
                  <a:srgbClr val="753400">
                    <a:alpha val="1902"/>
                  </a:srgbClr>
                </a:gs>
                <a:gs pos="100000">
                  <a:srgbClr val="753400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307" name="Splat 1307"/>
            <p:cNvSpPr>
              <a:spLocks noGrp="1"/>
            </p:cNvSpPr>
            <p:nvPr/>
          </p:nvSpPr>
          <p:spPr>
            <a:xfrm rot="6522936">
              <a:off x="3037392" y="3349173"/>
              <a:ext cx="398276" cy="185177"/>
            </a:xfrm>
            <a:prstGeom prst="ellipse">
              <a:avLst/>
            </a:prstGeom>
            <a:gradFill>
              <a:gsLst>
                <a:gs pos="0">
                  <a:srgbClr val="FFFDF9">
                    <a:alpha val="31128"/>
                  </a:srgbClr>
                </a:gs>
                <a:gs pos="14286">
                  <a:srgbClr val="FFFDF9">
                    <a:alpha val="29019"/>
                  </a:srgbClr>
                </a:gs>
                <a:gs pos="28571">
                  <a:srgbClr val="FFFDF9">
                    <a:alpha val="23366"/>
                  </a:srgbClr>
                </a:gs>
                <a:gs pos="42857">
                  <a:srgbClr val="FFFDF9">
                    <a:alpha val="16017"/>
                  </a:srgbClr>
                </a:gs>
                <a:gs pos="57143">
                  <a:srgbClr val="FFFDF9">
                    <a:alpha val="9219"/>
                  </a:srgbClr>
                </a:gs>
                <a:gs pos="71429">
                  <a:srgbClr val="FFFDF9">
                    <a:alpha val="4427"/>
                  </a:srgbClr>
                </a:gs>
                <a:gs pos="85714">
                  <a:srgbClr val="FFFDF9">
                    <a:alpha val="1774"/>
                  </a:srgbClr>
                </a:gs>
                <a:gs pos="100000">
                  <a:srgbClr val="FFFDF9">
                    <a:alpha val="596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308" name="Splat 1308"/>
            <p:cNvSpPr>
              <a:spLocks noGrp="1"/>
            </p:cNvSpPr>
            <p:nvPr/>
          </p:nvSpPr>
          <p:spPr>
            <a:xfrm rot="-9321730">
              <a:off x="2711809" y="1394561"/>
              <a:ext cx="679351" cy="115690"/>
            </a:xfrm>
            <a:prstGeom prst="ellipse">
              <a:avLst/>
            </a:prstGeom>
            <a:gradFill>
              <a:gsLst>
                <a:gs pos="0">
                  <a:srgbClr val="771B00">
                    <a:alpha val="32968"/>
                  </a:srgbClr>
                </a:gs>
                <a:gs pos="14286">
                  <a:srgbClr val="771B00">
                    <a:alpha val="30764"/>
                  </a:srgbClr>
                </a:gs>
                <a:gs pos="28571">
                  <a:srgbClr val="771B00">
                    <a:alpha val="24833"/>
                  </a:srgbClr>
                </a:gs>
                <a:gs pos="42857">
                  <a:srgbClr val="771B00">
                    <a:alpha val="17075"/>
                  </a:srgbClr>
                </a:gs>
                <a:gs pos="57143">
                  <a:srgbClr val="771B00">
                    <a:alpha val="9855"/>
                  </a:srgbClr>
                </a:gs>
                <a:gs pos="71429">
                  <a:srgbClr val="771B00">
                    <a:alpha val="4740"/>
                  </a:srgbClr>
                </a:gs>
                <a:gs pos="85714">
                  <a:srgbClr val="771B00">
                    <a:alpha val="1902"/>
                  </a:srgbClr>
                </a:gs>
                <a:gs pos="100000">
                  <a:srgbClr val="771B00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309" name="Splat 1309"/>
            <p:cNvSpPr>
              <a:spLocks noGrp="1"/>
            </p:cNvSpPr>
            <p:nvPr/>
          </p:nvSpPr>
          <p:spPr>
            <a:xfrm rot="2933039">
              <a:off x="2107862" y="524932"/>
              <a:ext cx="593837" cy="178314"/>
            </a:xfrm>
            <a:prstGeom prst="ellipse">
              <a:avLst/>
            </a:prstGeom>
            <a:gradFill>
              <a:gsLst>
                <a:gs pos="0">
                  <a:srgbClr val="430000">
                    <a:alpha val="12607"/>
                  </a:srgbClr>
                </a:gs>
                <a:gs pos="14286">
                  <a:srgbClr val="430000">
                    <a:alpha val="11649"/>
                  </a:srgbClr>
                </a:gs>
                <a:gs pos="28571">
                  <a:srgbClr val="430000">
                    <a:alpha val="9169"/>
                  </a:srgbClr>
                </a:gs>
                <a:gs pos="42857">
                  <a:srgbClr val="430000">
                    <a:alpha val="6113"/>
                  </a:srgbClr>
                </a:gs>
                <a:gs pos="57143">
                  <a:srgbClr val="430000">
                    <a:alpha val="3435"/>
                  </a:srgbClr>
                </a:gs>
                <a:gs pos="71429">
                  <a:srgbClr val="430000">
                    <a:alpha val="1623"/>
                  </a:srgbClr>
                </a:gs>
                <a:gs pos="85714">
                  <a:srgbClr val="430000">
                    <a:alpha val="645"/>
                  </a:srgbClr>
                </a:gs>
                <a:gs pos="100000">
                  <a:srgbClr val="430000">
                    <a:alpha val="216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310" name="Splat 1310"/>
            <p:cNvSpPr>
              <a:spLocks noGrp="1"/>
            </p:cNvSpPr>
            <p:nvPr/>
          </p:nvSpPr>
          <p:spPr>
            <a:xfrm rot="7603613">
              <a:off x="3123066" y="1545659"/>
              <a:ext cx="561106" cy="139021"/>
            </a:xfrm>
            <a:prstGeom prst="ellipse">
              <a:avLst/>
            </a:prstGeom>
            <a:gradFill>
              <a:gsLst>
                <a:gs pos="0">
                  <a:srgbClr val="FFFFF2">
                    <a:alpha val="32968"/>
                  </a:srgbClr>
                </a:gs>
                <a:gs pos="14286">
                  <a:srgbClr val="FFFFF2">
                    <a:alpha val="30764"/>
                  </a:srgbClr>
                </a:gs>
                <a:gs pos="28571">
                  <a:srgbClr val="FFFFF2">
                    <a:alpha val="24833"/>
                  </a:srgbClr>
                </a:gs>
                <a:gs pos="42857">
                  <a:srgbClr val="FFFFF2">
                    <a:alpha val="17075"/>
                  </a:srgbClr>
                </a:gs>
                <a:gs pos="57143">
                  <a:srgbClr val="FFFFF2">
                    <a:alpha val="9855"/>
                  </a:srgbClr>
                </a:gs>
                <a:gs pos="71429">
                  <a:srgbClr val="FFFFF2">
                    <a:alpha val="4740"/>
                  </a:srgbClr>
                </a:gs>
                <a:gs pos="85714">
                  <a:srgbClr val="FFFFF2">
                    <a:alpha val="1902"/>
                  </a:srgbClr>
                </a:gs>
                <a:gs pos="100000">
                  <a:srgbClr val="FFFFF2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311" name="Splat 1311"/>
            <p:cNvSpPr>
              <a:spLocks noGrp="1"/>
            </p:cNvSpPr>
            <p:nvPr/>
          </p:nvSpPr>
          <p:spPr>
            <a:xfrm rot="5437494">
              <a:off x="2469879" y="2903415"/>
              <a:ext cx="461978" cy="101934"/>
            </a:xfrm>
            <a:prstGeom prst="ellipse">
              <a:avLst/>
            </a:prstGeom>
            <a:gradFill>
              <a:gsLst>
                <a:gs pos="0">
                  <a:srgbClr val="691B00">
                    <a:alpha val="32968"/>
                  </a:srgbClr>
                </a:gs>
                <a:gs pos="14286">
                  <a:srgbClr val="691B00">
                    <a:alpha val="30764"/>
                  </a:srgbClr>
                </a:gs>
                <a:gs pos="28571">
                  <a:srgbClr val="691B00">
                    <a:alpha val="24833"/>
                  </a:srgbClr>
                </a:gs>
                <a:gs pos="42857">
                  <a:srgbClr val="691B00">
                    <a:alpha val="17075"/>
                  </a:srgbClr>
                </a:gs>
                <a:gs pos="57143">
                  <a:srgbClr val="691B00">
                    <a:alpha val="9855"/>
                  </a:srgbClr>
                </a:gs>
                <a:gs pos="71429">
                  <a:srgbClr val="691B00">
                    <a:alpha val="4740"/>
                  </a:srgbClr>
                </a:gs>
                <a:gs pos="85714">
                  <a:srgbClr val="691B00">
                    <a:alpha val="1902"/>
                  </a:srgbClr>
                </a:gs>
                <a:gs pos="100000">
                  <a:srgbClr val="691B00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312" name="Splat 1312"/>
            <p:cNvSpPr>
              <a:spLocks noGrp="1"/>
            </p:cNvSpPr>
            <p:nvPr/>
          </p:nvSpPr>
          <p:spPr>
            <a:xfrm rot="-9298047">
              <a:off x="128065" y="2068769"/>
              <a:ext cx="625203" cy="252858"/>
            </a:xfrm>
            <a:prstGeom prst="ellipse">
              <a:avLst/>
            </a:prstGeom>
            <a:gradFill>
              <a:gsLst>
                <a:gs pos="0">
                  <a:srgbClr val="660000">
                    <a:alpha val="27258"/>
                  </a:srgbClr>
                </a:gs>
                <a:gs pos="14286">
                  <a:srgbClr val="660000">
                    <a:alpha val="25362"/>
                  </a:srgbClr>
                </a:gs>
                <a:gs pos="28571">
                  <a:srgbClr val="660000">
                    <a:alpha val="20318"/>
                  </a:srgbClr>
                </a:gs>
                <a:gs pos="42857">
                  <a:srgbClr val="660000">
                    <a:alpha val="13841"/>
                  </a:srgbClr>
                </a:gs>
                <a:gs pos="57143">
                  <a:srgbClr val="660000">
                    <a:alpha val="7923"/>
                  </a:srgbClr>
                </a:gs>
                <a:gs pos="71429">
                  <a:srgbClr val="660000">
                    <a:alpha val="3790"/>
                  </a:srgbClr>
                </a:gs>
                <a:gs pos="85714">
                  <a:srgbClr val="660000">
                    <a:alpha val="1516"/>
                  </a:srgbClr>
                </a:gs>
                <a:gs pos="100000">
                  <a:srgbClr val="660000">
                    <a:alpha val="50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313" name="Splat 1313"/>
            <p:cNvSpPr>
              <a:spLocks noGrp="1"/>
            </p:cNvSpPr>
            <p:nvPr/>
          </p:nvSpPr>
          <p:spPr>
            <a:xfrm rot="-9533882">
              <a:off x="2529170" y="1941503"/>
              <a:ext cx="661137" cy="168584"/>
            </a:xfrm>
            <a:prstGeom prst="ellipse">
              <a:avLst/>
            </a:prstGeom>
            <a:gradFill>
              <a:gsLst>
                <a:gs pos="0">
                  <a:srgbClr val="905400">
                    <a:alpha val="28468"/>
                  </a:srgbClr>
                </a:gs>
                <a:gs pos="14286">
                  <a:srgbClr val="905400">
                    <a:alpha val="26504"/>
                  </a:srgbClr>
                </a:gs>
                <a:gs pos="28571">
                  <a:srgbClr val="905400">
                    <a:alpha val="21266"/>
                  </a:srgbClr>
                </a:gs>
                <a:gs pos="42857">
                  <a:srgbClr val="905400">
                    <a:alpha val="14515"/>
                  </a:srgbClr>
                </a:gs>
                <a:gs pos="57143">
                  <a:srgbClr val="905400">
                    <a:alpha val="8323"/>
                  </a:srgbClr>
                </a:gs>
                <a:gs pos="71429">
                  <a:srgbClr val="905400">
                    <a:alpha val="3986"/>
                  </a:srgbClr>
                </a:gs>
                <a:gs pos="85714">
                  <a:srgbClr val="905400">
                    <a:alpha val="1596"/>
                  </a:srgbClr>
                </a:gs>
                <a:gs pos="100000">
                  <a:srgbClr val="905400">
                    <a:alpha val="536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314" name="Splat 1314"/>
            <p:cNvSpPr>
              <a:spLocks noGrp="1"/>
            </p:cNvSpPr>
            <p:nvPr/>
          </p:nvSpPr>
          <p:spPr>
            <a:xfrm rot="5615602">
              <a:off x="1013528" y="429235"/>
              <a:ext cx="319637" cy="74888"/>
            </a:xfrm>
            <a:prstGeom prst="ellipse">
              <a:avLst/>
            </a:prstGeom>
            <a:gradFill>
              <a:gsLst>
                <a:gs pos="0">
                  <a:srgbClr val="FFFDF6">
                    <a:alpha val="31253"/>
                  </a:srgbClr>
                </a:gs>
                <a:gs pos="14286">
                  <a:srgbClr val="FFFDF6">
                    <a:alpha val="29137"/>
                  </a:srgbClr>
                </a:gs>
                <a:gs pos="28571">
                  <a:srgbClr val="FFFDF6">
                    <a:alpha val="23465"/>
                  </a:srgbClr>
                </a:gs>
                <a:gs pos="42857">
                  <a:srgbClr val="FFFDF6">
                    <a:alpha val="16089"/>
                  </a:srgbClr>
                </a:gs>
                <a:gs pos="57143">
                  <a:srgbClr val="FFFDF6">
                    <a:alpha val="9262"/>
                  </a:srgbClr>
                </a:gs>
                <a:gs pos="71429">
                  <a:srgbClr val="FFFDF6">
                    <a:alpha val="4448"/>
                  </a:srgbClr>
                </a:gs>
                <a:gs pos="85714">
                  <a:srgbClr val="FFFDF6">
                    <a:alpha val="1783"/>
                  </a:srgbClr>
                </a:gs>
                <a:gs pos="100000">
                  <a:srgbClr val="FFFDF6">
                    <a:alpha val="59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315" name="Splat 1315"/>
            <p:cNvSpPr>
              <a:spLocks noGrp="1"/>
            </p:cNvSpPr>
            <p:nvPr/>
          </p:nvSpPr>
          <p:spPr>
            <a:xfrm rot="-10580442">
              <a:off x="3140561" y="1024788"/>
              <a:ext cx="386118" cy="108166"/>
            </a:xfrm>
            <a:prstGeom prst="ellipse">
              <a:avLst/>
            </a:prstGeom>
            <a:gradFill>
              <a:gsLst>
                <a:gs pos="0">
                  <a:srgbClr val="EAECE8">
                    <a:alpha val="32968"/>
                  </a:srgbClr>
                </a:gs>
                <a:gs pos="14286">
                  <a:srgbClr val="EAECE8">
                    <a:alpha val="30764"/>
                  </a:srgbClr>
                </a:gs>
                <a:gs pos="28571">
                  <a:srgbClr val="EAECE8">
                    <a:alpha val="24833"/>
                  </a:srgbClr>
                </a:gs>
                <a:gs pos="42857">
                  <a:srgbClr val="EAECE8">
                    <a:alpha val="17075"/>
                  </a:srgbClr>
                </a:gs>
                <a:gs pos="57143">
                  <a:srgbClr val="EAECE8">
                    <a:alpha val="9855"/>
                  </a:srgbClr>
                </a:gs>
                <a:gs pos="71429">
                  <a:srgbClr val="EAECE8">
                    <a:alpha val="4740"/>
                  </a:srgbClr>
                </a:gs>
                <a:gs pos="85714">
                  <a:srgbClr val="EAECE8">
                    <a:alpha val="1902"/>
                  </a:srgbClr>
                </a:gs>
                <a:gs pos="100000">
                  <a:srgbClr val="EAECE8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316" name="Splat 1316"/>
            <p:cNvSpPr>
              <a:spLocks noGrp="1"/>
            </p:cNvSpPr>
            <p:nvPr/>
          </p:nvSpPr>
          <p:spPr>
            <a:xfrm rot="8053899">
              <a:off x="1041712" y="2388381"/>
              <a:ext cx="610840" cy="70393"/>
            </a:xfrm>
            <a:prstGeom prst="ellipse">
              <a:avLst/>
            </a:prstGeom>
            <a:gradFill>
              <a:gsLst>
                <a:gs pos="0">
                  <a:srgbClr val="EDE8DF">
                    <a:alpha val="32968"/>
                  </a:srgbClr>
                </a:gs>
                <a:gs pos="14286">
                  <a:srgbClr val="EDE8DF">
                    <a:alpha val="30764"/>
                  </a:srgbClr>
                </a:gs>
                <a:gs pos="28571">
                  <a:srgbClr val="EDE8DF">
                    <a:alpha val="24833"/>
                  </a:srgbClr>
                </a:gs>
                <a:gs pos="42857">
                  <a:srgbClr val="EDE8DF">
                    <a:alpha val="17075"/>
                  </a:srgbClr>
                </a:gs>
                <a:gs pos="57143">
                  <a:srgbClr val="EDE8DF">
                    <a:alpha val="9855"/>
                  </a:srgbClr>
                </a:gs>
                <a:gs pos="71429">
                  <a:srgbClr val="EDE8DF">
                    <a:alpha val="4740"/>
                  </a:srgbClr>
                </a:gs>
                <a:gs pos="85714">
                  <a:srgbClr val="EDE8DF">
                    <a:alpha val="1902"/>
                  </a:srgbClr>
                </a:gs>
                <a:gs pos="100000">
                  <a:srgbClr val="EDE8DF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317" name="Splat 1317"/>
            <p:cNvSpPr>
              <a:spLocks noGrp="1"/>
            </p:cNvSpPr>
            <p:nvPr/>
          </p:nvSpPr>
          <p:spPr>
            <a:xfrm rot="5754961">
              <a:off x="-330367" y="3048203"/>
              <a:ext cx="694053" cy="369510"/>
            </a:xfrm>
            <a:prstGeom prst="ellipse">
              <a:avLst/>
            </a:prstGeom>
            <a:gradFill>
              <a:gsLst>
                <a:gs pos="0">
                  <a:srgbClr val="FDFFFE">
                    <a:alpha val="32968"/>
                  </a:srgbClr>
                </a:gs>
                <a:gs pos="14286">
                  <a:srgbClr val="FDFFFE">
                    <a:alpha val="30764"/>
                  </a:srgbClr>
                </a:gs>
                <a:gs pos="28571">
                  <a:srgbClr val="FDFFFE">
                    <a:alpha val="24833"/>
                  </a:srgbClr>
                </a:gs>
                <a:gs pos="42857">
                  <a:srgbClr val="FDFFFE">
                    <a:alpha val="17075"/>
                  </a:srgbClr>
                </a:gs>
                <a:gs pos="57143">
                  <a:srgbClr val="FDFFFE">
                    <a:alpha val="9855"/>
                  </a:srgbClr>
                </a:gs>
                <a:gs pos="71429">
                  <a:srgbClr val="FDFFFE">
                    <a:alpha val="4740"/>
                  </a:srgbClr>
                </a:gs>
                <a:gs pos="85714">
                  <a:srgbClr val="FDFFFE">
                    <a:alpha val="1902"/>
                  </a:srgbClr>
                </a:gs>
                <a:gs pos="100000">
                  <a:srgbClr val="FDFFFE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318" name="Splat 1318"/>
            <p:cNvSpPr>
              <a:spLocks noGrp="1"/>
            </p:cNvSpPr>
            <p:nvPr/>
          </p:nvSpPr>
          <p:spPr>
            <a:xfrm rot="4109671">
              <a:off x="2059829" y="2079289"/>
              <a:ext cx="352821" cy="211341"/>
            </a:xfrm>
            <a:prstGeom prst="ellipse">
              <a:avLst/>
            </a:prstGeom>
            <a:gradFill>
              <a:gsLst>
                <a:gs pos="0">
                  <a:srgbClr val="F9FFF6">
                    <a:alpha val="32968"/>
                  </a:srgbClr>
                </a:gs>
                <a:gs pos="14286">
                  <a:srgbClr val="F9FFF6">
                    <a:alpha val="30764"/>
                  </a:srgbClr>
                </a:gs>
                <a:gs pos="28571">
                  <a:srgbClr val="F9FFF6">
                    <a:alpha val="24833"/>
                  </a:srgbClr>
                </a:gs>
                <a:gs pos="42857">
                  <a:srgbClr val="F9FFF6">
                    <a:alpha val="17075"/>
                  </a:srgbClr>
                </a:gs>
                <a:gs pos="57143">
                  <a:srgbClr val="F9FFF6">
                    <a:alpha val="9855"/>
                  </a:srgbClr>
                </a:gs>
                <a:gs pos="71429">
                  <a:srgbClr val="F9FFF6">
                    <a:alpha val="4740"/>
                  </a:srgbClr>
                </a:gs>
                <a:gs pos="85714">
                  <a:srgbClr val="F9FFF6">
                    <a:alpha val="1902"/>
                  </a:srgbClr>
                </a:gs>
                <a:gs pos="100000">
                  <a:srgbClr val="F9FFF6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319" name="Splat 1319"/>
            <p:cNvSpPr>
              <a:spLocks noGrp="1"/>
            </p:cNvSpPr>
            <p:nvPr/>
          </p:nvSpPr>
          <p:spPr>
            <a:xfrm rot="9552480">
              <a:off x="591471" y="1693371"/>
              <a:ext cx="409362" cy="127445"/>
            </a:xfrm>
            <a:prstGeom prst="ellipse">
              <a:avLst/>
            </a:prstGeom>
            <a:gradFill>
              <a:gsLst>
                <a:gs pos="0">
                  <a:srgbClr val="000088">
                    <a:alpha val="21010"/>
                  </a:srgbClr>
                </a:gs>
                <a:gs pos="14286">
                  <a:srgbClr val="000088">
                    <a:alpha val="19488"/>
                  </a:srgbClr>
                </a:gs>
                <a:gs pos="28571">
                  <a:srgbClr val="000088">
                    <a:alpha val="15491"/>
                  </a:srgbClr>
                </a:gs>
                <a:gs pos="42857">
                  <a:srgbClr val="000088">
                    <a:alpha val="10452"/>
                  </a:srgbClr>
                </a:gs>
                <a:gs pos="57143">
                  <a:srgbClr val="000088">
                    <a:alpha val="5934"/>
                  </a:srgbClr>
                </a:gs>
                <a:gs pos="71429">
                  <a:srgbClr val="000088">
                    <a:alpha val="2823"/>
                  </a:srgbClr>
                </a:gs>
                <a:gs pos="85714">
                  <a:srgbClr val="000088">
                    <a:alpha val="1126"/>
                  </a:srgbClr>
                </a:gs>
                <a:gs pos="100000">
                  <a:srgbClr val="000088">
                    <a:alpha val="378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320" name="Splat 1320"/>
            <p:cNvSpPr>
              <a:spLocks noGrp="1"/>
            </p:cNvSpPr>
            <p:nvPr/>
          </p:nvSpPr>
          <p:spPr>
            <a:xfrm rot="5408846">
              <a:off x="54001" y="2736810"/>
              <a:ext cx="593476" cy="112614"/>
            </a:xfrm>
            <a:prstGeom prst="ellipse">
              <a:avLst/>
            </a:prstGeom>
            <a:gradFill>
              <a:gsLst>
                <a:gs pos="0">
                  <a:srgbClr val="823C00">
                    <a:alpha val="32968"/>
                  </a:srgbClr>
                </a:gs>
                <a:gs pos="14286">
                  <a:srgbClr val="823C00">
                    <a:alpha val="30764"/>
                  </a:srgbClr>
                </a:gs>
                <a:gs pos="28571">
                  <a:srgbClr val="823C00">
                    <a:alpha val="24833"/>
                  </a:srgbClr>
                </a:gs>
                <a:gs pos="42857">
                  <a:srgbClr val="823C00">
                    <a:alpha val="17075"/>
                  </a:srgbClr>
                </a:gs>
                <a:gs pos="57143">
                  <a:srgbClr val="823C00">
                    <a:alpha val="9855"/>
                  </a:srgbClr>
                </a:gs>
                <a:gs pos="71429">
                  <a:srgbClr val="823C00">
                    <a:alpha val="4740"/>
                  </a:srgbClr>
                </a:gs>
                <a:gs pos="85714">
                  <a:srgbClr val="823C00">
                    <a:alpha val="1902"/>
                  </a:srgbClr>
                </a:gs>
                <a:gs pos="100000">
                  <a:srgbClr val="823C00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321" name="Splat 1321"/>
            <p:cNvSpPr>
              <a:spLocks noGrp="1"/>
            </p:cNvSpPr>
            <p:nvPr/>
          </p:nvSpPr>
          <p:spPr>
            <a:xfrm rot="10505316">
              <a:off x="2926335" y="2259798"/>
              <a:ext cx="336580" cy="176709"/>
            </a:xfrm>
            <a:prstGeom prst="ellipse">
              <a:avLst/>
            </a:prstGeom>
            <a:gradFill>
              <a:gsLst>
                <a:gs pos="0">
                  <a:srgbClr val="004A97">
                    <a:alpha val="23323"/>
                  </a:srgbClr>
                </a:gs>
                <a:gs pos="14286">
                  <a:srgbClr val="004A97">
                    <a:alpha val="21658"/>
                  </a:srgbClr>
                </a:gs>
                <a:gs pos="28571">
                  <a:srgbClr val="004A97">
                    <a:alpha val="17264"/>
                  </a:srgbClr>
                </a:gs>
                <a:gs pos="42857">
                  <a:srgbClr val="004A97">
                    <a:alpha val="11689"/>
                  </a:srgbClr>
                </a:gs>
                <a:gs pos="57143">
                  <a:srgbClr val="004A97">
                    <a:alpha val="6656"/>
                  </a:srgbClr>
                </a:gs>
                <a:gs pos="71429">
                  <a:srgbClr val="004A97">
                    <a:alpha val="3173"/>
                  </a:srgbClr>
                </a:gs>
                <a:gs pos="85714">
                  <a:srgbClr val="004A97">
                    <a:alpha val="1267"/>
                  </a:srgbClr>
                </a:gs>
                <a:gs pos="100000">
                  <a:srgbClr val="004A97">
                    <a:alpha val="425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322" name="Splat 1322"/>
            <p:cNvSpPr>
              <a:spLocks noGrp="1"/>
            </p:cNvSpPr>
            <p:nvPr/>
          </p:nvSpPr>
          <p:spPr>
            <a:xfrm rot="6680808">
              <a:off x="3209666" y="2406545"/>
              <a:ext cx="522055" cy="156224"/>
            </a:xfrm>
            <a:prstGeom prst="ellipse">
              <a:avLst/>
            </a:prstGeom>
            <a:gradFill>
              <a:gsLst>
                <a:gs pos="0">
                  <a:srgbClr val="FFFFF1">
                    <a:alpha val="32968"/>
                  </a:srgbClr>
                </a:gs>
                <a:gs pos="14286">
                  <a:srgbClr val="FFFFF1">
                    <a:alpha val="30764"/>
                  </a:srgbClr>
                </a:gs>
                <a:gs pos="28571">
                  <a:srgbClr val="FFFFF1">
                    <a:alpha val="24833"/>
                  </a:srgbClr>
                </a:gs>
                <a:gs pos="42857">
                  <a:srgbClr val="FFFFF1">
                    <a:alpha val="17075"/>
                  </a:srgbClr>
                </a:gs>
                <a:gs pos="57143">
                  <a:srgbClr val="FFFFF1">
                    <a:alpha val="9855"/>
                  </a:srgbClr>
                </a:gs>
                <a:gs pos="71429">
                  <a:srgbClr val="FFFFF1">
                    <a:alpha val="4740"/>
                  </a:srgbClr>
                </a:gs>
                <a:gs pos="85714">
                  <a:srgbClr val="FFFFF1">
                    <a:alpha val="1902"/>
                  </a:srgbClr>
                </a:gs>
                <a:gs pos="100000">
                  <a:srgbClr val="FFFFF1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323" name="Splat 1323"/>
            <p:cNvSpPr>
              <a:spLocks noGrp="1"/>
            </p:cNvSpPr>
            <p:nvPr/>
          </p:nvSpPr>
          <p:spPr>
            <a:xfrm rot="-8512123">
              <a:off x="-367015" y="1390684"/>
              <a:ext cx="750813" cy="130890"/>
            </a:xfrm>
            <a:prstGeom prst="ellipse">
              <a:avLst/>
            </a:prstGeom>
            <a:gradFill>
              <a:gsLst>
                <a:gs pos="0">
                  <a:srgbClr val="895800">
                    <a:alpha val="32968"/>
                  </a:srgbClr>
                </a:gs>
                <a:gs pos="14286">
                  <a:srgbClr val="895800">
                    <a:alpha val="30764"/>
                  </a:srgbClr>
                </a:gs>
                <a:gs pos="28571">
                  <a:srgbClr val="895800">
                    <a:alpha val="24833"/>
                  </a:srgbClr>
                </a:gs>
                <a:gs pos="42857">
                  <a:srgbClr val="895800">
                    <a:alpha val="17075"/>
                  </a:srgbClr>
                </a:gs>
                <a:gs pos="57143">
                  <a:srgbClr val="895800">
                    <a:alpha val="9855"/>
                  </a:srgbClr>
                </a:gs>
                <a:gs pos="71429">
                  <a:srgbClr val="895800">
                    <a:alpha val="4740"/>
                  </a:srgbClr>
                </a:gs>
                <a:gs pos="85714">
                  <a:srgbClr val="895800">
                    <a:alpha val="1902"/>
                  </a:srgbClr>
                </a:gs>
                <a:gs pos="100000">
                  <a:srgbClr val="895800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324" name="Splat 1324"/>
            <p:cNvSpPr>
              <a:spLocks noGrp="1"/>
            </p:cNvSpPr>
            <p:nvPr/>
          </p:nvSpPr>
          <p:spPr>
            <a:xfrm rot="2790373">
              <a:off x="833000" y="2208176"/>
              <a:ext cx="234591" cy="60724"/>
            </a:xfrm>
            <a:prstGeom prst="ellipse">
              <a:avLst/>
            </a:prstGeom>
            <a:gradFill>
              <a:gsLst>
                <a:gs pos="0">
                  <a:srgbClr val="FFF9E1">
                    <a:alpha val="32968"/>
                  </a:srgbClr>
                </a:gs>
                <a:gs pos="14286">
                  <a:srgbClr val="FFF9E1">
                    <a:alpha val="30764"/>
                  </a:srgbClr>
                </a:gs>
                <a:gs pos="28571">
                  <a:srgbClr val="FFF9E1">
                    <a:alpha val="24833"/>
                  </a:srgbClr>
                </a:gs>
                <a:gs pos="42857">
                  <a:srgbClr val="FFF9E1">
                    <a:alpha val="17075"/>
                  </a:srgbClr>
                </a:gs>
                <a:gs pos="57143">
                  <a:srgbClr val="FFF9E1">
                    <a:alpha val="9855"/>
                  </a:srgbClr>
                </a:gs>
                <a:gs pos="71429">
                  <a:srgbClr val="FFF9E1">
                    <a:alpha val="4740"/>
                  </a:srgbClr>
                </a:gs>
                <a:gs pos="85714">
                  <a:srgbClr val="FFF9E1">
                    <a:alpha val="1902"/>
                  </a:srgbClr>
                </a:gs>
                <a:gs pos="100000">
                  <a:srgbClr val="FFF9E1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325" name="Splat 1325"/>
            <p:cNvSpPr>
              <a:spLocks noGrp="1"/>
            </p:cNvSpPr>
            <p:nvPr/>
          </p:nvSpPr>
          <p:spPr>
            <a:xfrm rot="4467829">
              <a:off x="3389282" y="-16252"/>
              <a:ext cx="169148" cy="88883"/>
            </a:xfrm>
            <a:prstGeom prst="ellipse">
              <a:avLst/>
            </a:prstGeom>
            <a:gradFill>
              <a:gsLst>
                <a:gs pos="0">
                  <a:srgbClr val="00008D">
                    <a:alpha val="32968"/>
                  </a:srgbClr>
                </a:gs>
                <a:gs pos="14286">
                  <a:srgbClr val="00008D">
                    <a:alpha val="30764"/>
                  </a:srgbClr>
                </a:gs>
                <a:gs pos="28571">
                  <a:srgbClr val="00008D">
                    <a:alpha val="24833"/>
                  </a:srgbClr>
                </a:gs>
                <a:gs pos="42857">
                  <a:srgbClr val="00008D">
                    <a:alpha val="17075"/>
                  </a:srgbClr>
                </a:gs>
                <a:gs pos="57143">
                  <a:srgbClr val="00008D">
                    <a:alpha val="9855"/>
                  </a:srgbClr>
                </a:gs>
                <a:gs pos="71429">
                  <a:srgbClr val="00008D">
                    <a:alpha val="4740"/>
                  </a:srgbClr>
                </a:gs>
                <a:gs pos="85714">
                  <a:srgbClr val="00008D">
                    <a:alpha val="1902"/>
                  </a:srgbClr>
                </a:gs>
                <a:gs pos="100000">
                  <a:srgbClr val="00008D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326" name="Splat 1326"/>
            <p:cNvSpPr>
              <a:spLocks noGrp="1"/>
            </p:cNvSpPr>
            <p:nvPr/>
          </p:nvSpPr>
          <p:spPr>
            <a:xfrm rot="6019330">
              <a:off x="2915961" y="2248206"/>
              <a:ext cx="487294" cy="78400"/>
            </a:xfrm>
            <a:prstGeom prst="ellipse">
              <a:avLst/>
            </a:prstGeom>
            <a:gradFill>
              <a:gsLst>
                <a:gs pos="0">
                  <a:srgbClr val="0041AA">
                    <a:alpha val="30507"/>
                  </a:srgbClr>
                </a:gs>
                <a:gs pos="14286">
                  <a:srgbClr val="0041AA">
                    <a:alpha val="28431"/>
                  </a:srgbClr>
                </a:gs>
                <a:gs pos="28571">
                  <a:srgbClr val="0041AA">
                    <a:alpha val="22874"/>
                  </a:srgbClr>
                </a:gs>
                <a:gs pos="42857">
                  <a:srgbClr val="0041AA">
                    <a:alpha val="15664"/>
                  </a:srgbClr>
                </a:gs>
                <a:gs pos="57143">
                  <a:srgbClr val="0041AA">
                    <a:alpha val="9008"/>
                  </a:srgbClr>
                </a:gs>
                <a:gs pos="71429">
                  <a:srgbClr val="0041AA">
                    <a:alpha val="4323"/>
                  </a:srgbClr>
                </a:gs>
                <a:gs pos="85714">
                  <a:srgbClr val="0041AA">
                    <a:alpha val="1732"/>
                  </a:srgbClr>
                </a:gs>
                <a:gs pos="100000">
                  <a:srgbClr val="0041AA">
                    <a:alpha val="582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327" name="Splat 1327"/>
            <p:cNvSpPr>
              <a:spLocks noGrp="1"/>
            </p:cNvSpPr>
            <p:nvPr/>
          </p:nvSpPr>
          <p:spPr>
            <a:xfrm rot="7390860">
              <a:off x="1716226" y="1451476"/>
              <a:ext cx="387960" cy="76220"/>
            </a:xfrm>
            <a:prstGeom prst="ellipse">
              <a:avLst/>
            </a:prstGeom>
            <a:gradFill>
              <a:gsLst>
                <a:gs pos="0">
                  <a:srgbClr val="FFFFFF">
                    <a:alpha val="21180"/>
                  </a:srgbClr>
                </a:gs>
                <a:gs pos="14286">
                  <a:srgbClr val="FFFFFF">
                    <a:alpha val="19648"/>
                  </a:srgbClr>
                </a:gs>
                <a:gs pos="28571">
                  <a:srgbClr val="FFFFFF">
                    <a:alpha val="15621"/>
                  </a:srgbClr>
                </a:gs>
                <a:gs pos="42857">
                  <a:srgbClr val="FFFFFF">
                    <a:alpha val="10543"/>
                  </a:srgbClr>
                </a:gs>
                <a:gs pos="57143">
                  <a:srgbClr val="FFFFFF">
                    <a:alpha val="5987"/>
                  </a:srgbClr>
                </a:gs>
                <a:gs pos="71429">
                  <a:srgbClr val="FFFFFF">
                    <a:alpha val="2848"/>
                  </a:srgbClr>
                </a:gs>
                <a:gs pos="85714">
                  <a:srgbClr val="FFFFFF">
                    <a:alpha val="1136"/>
                  </a:srgbClr>
                </a:gs>
                <a:gs pos="100000">
                  <a:srgbClr val="FFFFFF">
                    <a:alpha val="381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328" name="Splat 1328"/>
            <p:cNvSpPr>
              <a:spLocks noGrp="1"/>
            </p:cNvSpPr>
            <p:nvPr/>
          </p:nvSpPr>
          <p:spPr>
            <a:xfrm rot="4559548">
              <a:off x="669310" y="2517407"/>
              <a:ext cx="762080" cy="51233"/>
            </a:xfrm>
            <a:prstGeom prst="ellipse">
              <a:avLst/>
            </a:prstGeom>
            <a:gradFill>
              <a:gsLst>
                <a:gs pos="0">
                  <a:srgbClr val="7C5C00">
                    <a:alpha val="32968"/>
                  </a:srgbClr>
                </a:gs>
                <a:gs pos="14286">
                  <a:srgbClr val="7C5C00">
                    <a:alpha val="30764"/>
                  </a:srgbClr>
                </a:gs>
                <a:gs pos="28571">
                  <a:srgbClr val="7C5C00">
                    <a:alpha val="24833"/>
                  </a:srgbClr>
                </a:gs>
                <a:gs pos="42857">
                  <a:srgbClr val="7C5C00">
                    <a:alpha val="17075"/>
                  </a:srgbClr>
                </a:gs>
                <a:gs pos="57143">
                  <a:srgbClr val="7C5C00">
                    <a:alpha val="9855"/>
                  </a:srgbClr>
                </a:gs>
                <a:gs pos="71429">
                  <a:srgbClr val="7C5C00">
                    <a:alpha val="4740"/>
                  </a:srgbClr>
                </a:gs>
                <a:gs pos="85714">
                  <a:srgbClr val="7C5C00">
                    <a:alpha val="1902"/>
                  </a:srgbClr>
                </a:gs>
                <a:gs pos="100000">
                  <a:srgbClr val="7C5C00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329" name="Splat 1329"/>
            <p:cNvSpPr>
              <a:spLocks noGrp="1"/>
            </p:cNvSpPr>
            <p:nvPr/>
          </p:nvSpPr>
          <p:spPr>
            <a:xfrm rot="3587751">
              <a:off x="2844366" y="100148"/>
              <a:ext cx="642077" cy="102437"/>
            </a:xfrm>
            <a:prstGeom prst="ellipse">
              <a:avLst/>
            </a:prstGeom>
            <a:gradFill>
              <a:gsLst>
                <a:gs pos="0">
                  <a:srgbClr val="F6FBFF">
                    <a:alpha val="32968"/>
                  </a:srgbClr>
                </a:gs>
                <a:gs pos="14286">
                  <a:srgbClr val="F6FBFF">
                    <a:alpha val="30764"/>
                  </a:srgbClr>
                </a:gs>
                <a:gs pos="28571">
                  <a:srgbClr val="F6FBFF">
                    <a:alpha val="24833"/>
                  </a:srgbClr>
                </a:gs>
                <a:gs pos="42857">
                  <a:srgbClr val="F6FBFF">
                    <a:alpha val="17075"/>
                  </a:srgbClr>
                </a:gs>
                <a:gs pos="57143">
                  <a:srgbClr val="F6FBFF">
                    <a:alpha val="9855"/>
                  </a:srgbClr>
                </a:gs>
                <a:gs pos="71429">
                  <a:srgbClr val="F6FBFF">
                    <a:alpha val="4740"/>
                  </a:srgbClr>
                </a:gs>
                <a:gs pos="85714">
                  <a:srgbClr val="F6FBFF">
                    <a:alpha val="1902"/>
                  </a:srgbClr>
                </a:gs>
                <a:gs pos="100000">
                  <a:srgbClr val="F6FBFF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330" name="Splat 1330"/>
            <p:cNvSpPr>
              <a:spLocks noGrp="1"/>
            </p:cNvSpPr>
            <p:nvPr/>
          </p:nvSpPr>
          <p:spPr>
            <a:xfrm rot="-8800250">
              <a:off x="1826632" y="1918228"/>
              <a:ext cx="770025" cy="100361"/>
            </a:xfrm>
            <a:prstGeom prst="ellipse">
              <a:avLst/>
            </a:prstGeom>
            <a:gradFill>
              <a:gsLst>
                <a:gs pos="0">
                  <a:srgbClr val="F1F2EC">
                    <a:alpha val="32968"/>
                  </a:srgbClr>
                </a:gs>
                <a:gs pos="14286">
                  <a:srgbClr val="F1F2EC">
                    <a:alpha val="30764"/>
                  </a:srgbClr>
                </a:gs>
                <a:gs pos="28571">
                  <a:srgbClr val="F1F2EC">
                    <a:alpha val="24833"/>
                  </a:srgbClr>
                </a:gs>
                <a:gs pos="42857">
                  <a:srgbClr val="F1F2EC">
                    <a:alpha val="17075"/>
                  </a:srgbClr>
                </a:gs>
                <a:gs pos="57143">
                  <a:srgbClr val="F1F2EC">
                    <a:alpha val="9855"/>
                  </a:srgbClr>
                </a:gs>
                <a:gs pos="71429">
                  <a:srgbClr val="F1F2EC">
                    <a:alpha val="4740"/>
                  </a:srgbClr>
                </a:gs>
                <a:gs pos="85714">
                  <a:srgbClr val="F1F2EC">
                    <a:alpha val="1902"/>
                  </a:srgbClr>
                </a:gs>
                <a:gs pos="100000">
                  <a:srgbClr val="F1F2EC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331" name="Splat 1331"/>
            <p:cNvSpPr>
              <a:spLocks noGrp="1"/>
            </p:cNvSpPr>
            <p:nvPr/>
          </p:nvSpPr>
          <p:spPr>
            <a:xfrm rot="4432065">
              <a:off x="3278509" y="1445991"/>
              <a:ext cx="454847" cy="105542"/>
            </a:xfrm>
            <a:prstGeom prst="ellipse">
              <a:avLst/>
            </a:prstGeom>
            <a:gradFill>
              <a:gsLst>
                <a:gs pos="0">
                  <a:srgbClr val="FDFFF9">
                    <a:alpha val="20247"/>
                  </a:srgbClr>
                </a:gs>
                <a:gs pos="14286">
                  <a:srgbClr val="FDFFF9">
                    <a:alpha val="18775"/>
                  </a:srgbClr>
                </a:gs>
                <a:gs pos="28571">
                  <a:srgbClr val="FDFFF9">
                    <a:alpha val="14909"/>
                  </a:srgbClr>
                </a:gs>
                <a:gs pos="42857">
                  <a:srgbClr val="FDFFF9">
                    <a:alpha val="10049"/>
                  </a:srgbClr>
                </a:gs>
                <a:gs pos="57143">
                  <a:srgbClr val="FDFFF9">
                    <a:alpha val="5699"/>
                  </a:srgbClr>
                </a:gs>
                <a:gs pos="71429">
                  <a:srgbClr val="FDFFF9">
                    <a:alpha val="2709"/>
                  </a:srgbClr>
                </a:gs>
                <a:gs pos="85714">
                  <a:srgbClr val="FDFFF9">
                    <a:alpha val="1080"/>
                  </a:srgbClr>
                </a:gs>
                <a:gs pos="100000">
                  <a:srgbClr val="FDFFF9">
                    <a:alpha val="362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332" name="Splat 1332"/>
            <p:cNvSpPr>
              <a:spLocks noGrp="1"/>
            </p:cNvSpPr>
            <p:nvPr/>
          </p:nvSpPr>
          <p:spPr>
            <a:xfrm rot="-10754921">
              <a:off x="450715" y="2555913"/>
              <a:ext cx="728737" cy="52722"/>
            </a:xfrm>
            <a:prstGeom prst="ellipse">
              <a:avLst/>
            </a:prstGeom>
            <a:gradFill>
              <a:gsLst>
                <a:gs pos="0">
                  <a:srgbClr val="FFEDDA">
                    <a:alpha val="32968"/>
                  </a:srgbClr>
                </a:gs>
                <a:gs pos="14286">
                  <a:srgbClr val="FFEDDA">
                    <a:alpha val="30764"/>
                  </a:srgbClr>
                </a:gs>
                <a:gs pos="28571">
                  <a:srgbClr val="FFEDDA">
                    <a:alpha val="24833"/>
                  </a:srgbClr>
                </a:gs>
                <a:gs pos="42857">
                  <a:srgbClr val="FFEDDA">
                    <a:alpha val="17075"/>
                  </a:srgbClr>
                </a:gs>
                <a:gs pos="57143">
                  <a:srgbClr val="FFEDDA">
                    <a:alpha val="9855"/>
                  </a:srgbClr>
                </a:gs>
                <a:gs pos="71429">
                  <a:srgbClr val="FFEDDA">
                    <a:alpha val="4740"/>
                  </a:srgbClr>
                </a:gs>
                <a:gs pos="85714">
                  <a:srgbClr val="FFEDDA">
                    <a:alpha val="1902"/>
                  </a:srgbClr>
                </a:gs>
                <a:gs pos="100000">
                  <a:srgbClr val="FFEDDA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333" name="Splat 1333"/>
            <p:cNvSpPr>
              <a:spLocks noGrp="1"/>
            </p:cNvSpPr>
            <p:nvPr/>
          </p:nvSpPr>
          <p:spPr>
            <a:xfrm rot="-9299892">
              <a:off x="17950" y="3474026"/>
              <a:ext cx="701173" cy="246517"/>
            </a:xfrm>
            <a:prstGeom prst="ellipse">
              <a:avLst/>
            </a:prstGeom>
            <a:gradFill>
              <a:gsLst>
                <a:gs pos="0">
                  <a:srgbClr val="0B0000">
                    <a:alpha val="31981"/>
                  </a:srgbClr>
                </a:gs>
                <a:gs pos="14286">
                  <a:srgbClr val="0B0000">
                    <a:alpha val="29827"/>
                  </a:srgbClr>
                </a:gs>
                <a:gs pos="28571">
                  <a:srgbClr val="0B0000">
                    <a:alpha val="24045"/>
                  </a:srgbClr>
                </a:gs>
                <a:gs pos="42857">
                  <a:srgbClr val="0B0000">
                    <a:alpha val="16506"/>
                  </a:srgbClr>
                </a:gs>
                <a:gs pos="57143">
                  <a:srgbClr val="0B0000">
                    <a:alpha val="9512"/>
                  </a:srgbClr>
                </a:gs>
                <a:gs pos="71429">
                  <a:srgbClr val="0B0000">
                    <a:alpha val="4571"/>
                  </a:srgbClr>
                </a:gs>
                <a:gs pos="85714">
                  <a:srgbClr val="0B0000">
                    <a:alpha val="1833"/>
                  </a:srgbClr>
                </a:gs>
                <a:gs pos="100000">
                  <a:srgbClr val="0B0000">
                    <a:alpha val="616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334" name="Splat 1334"/>
            <p:cNvSpPr>
              <a:spLocks noGrp="1"/>
            </p:cNvSpPr>
            <p:nvPr/>
          </p:nvSpPr>
          <p:spPr>
            <a:xfrm rot="-9202867">
              <a:off x="766476" y="-54822"/>
              <a:ext cx="408617" cy="109644"/>
            </a:xfrm>
            <a:prstGeom prst="ellipse">
              <a:avLst/>
            </a:prstGeom>
            <a:gradFill>
              <a:gsLst>
                <a:gs pos="0">
                  <a:srgbClr val="FFFDE7">
                    <a:alpha val="32968"/>
                  </a:srgbClr>
                </a:gs>
                <a:gs pos="14286">
                  <a:srgbClr val="FFFDE7">
                    <a:alpha val="30764"/>
                  </a:srgbClr>
                </a:gs>
                <a:gs pos="28571">
                  <a:srgbClr val="FFFDE7">
                    <a:alpha val="24833"/>
                  </a:srgbClr>
                </a:gs>
                <a:gs pos="42857">
                  <a:srgbClr val="FFFDE7">
                    <a:alpha val="17075"/>
                  </a:srgbClr>
                </a:gs>
                <a:gs pos="57143">
                  <a:srgbClr val="FFFDE7">
                    <a:alpha val="9855"/>
                  </a:srgbClr>
                </a:gs>
                <a:gs pos="71429">
                  <a:srgbClr val="FFFDE7">
                    <a:alpha val="4740"/>
                  </a:srgbClr>
                </a:gs>
                <a:gs pos="85714">
                  <a:srgbClr val="FFFDE7">
                    <a:alpha val="1902"/>
                  </a:srgbClr>
                </a:gs>
                <a:gs pos="100000">
                  <a:srgbClr val="FFFDE7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335" name="Splat 1335"/>
            <p:cNvSpPr>
              <a:spLocks noGrp="1"/>
            </p:cNvSpPr>
            <p:nvPr/>
          </p:nvSpPr>
          <p:spPr>
            <a:xfrm rot="5615222">
              <a:off x="222841" y="1827795"/>
              <a:ext cx="789591" cy="164490"/>
            </a:xfrm>
            <a:prstGeom prst="ellipse">
              <a:avLst/>
            </a:prstGeom>
            <a:gradFill>
              <a:gsLst>
                <a:gs pos="0">
                  <a:srgbClr val="794800">
                    <a:alpha val="32968"/>
                  </a:srgbClr>
                </a:gs>
                <a:gs pos="14286">
                  <a:srgbClr val="794800">
                    <a:alpha val="30764"/>
                  </a:srgbClr>
                </a:gs>
                <a:gs pos="28571">
                  <a:srgbClr val="794800">
                    <a:alpha val="24833"/>
                  </a:srgbClr>
                </a:gs>
                <a:gs pos="42857">
                  <a:srgbClr val="794800">
                    <a:alpha val="17075"/>
                  </a:srgbClr>
                </a:gs>
                <a:gs pos="57143">
                  <a:srgbClr val="794800">
                    <a:alpha val="9855"/>
                  </a:srgbClr>
                </a:gs>
                <a:gs pos="71429">
                  <a:srgbClr val="794800">
                    <a:alpha val="4740"/>
                  </a:srgbClr>
                </a:gs>
                <a:gs pos="85714">
                  <a:srgbClr val="794800">
                    <a:alpha val="1902"/>
                  </a:srgbClr>
                </a:gs>
                <a:gs pos="100000">
                  <a:srgbClr val="794800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336" name="Splat 1336"/>
            <p:cNvSpPr>
              <a:spLocks noGrp="1"/>
            </p:cNvSpPr>
            <p:nvPr/>
          </p:nvSpPr>
          <p:spPr>
            <a:xfrm rot="6424397">
              <a:off x="3124593" y="1768308"/>
              <a:ext cx="660367" cy="83438"/>
            </a:xfrm>
            <a:prstGeom prst="ellipse">
              <a:avLst/>
            </a:prstGeom>
            <a:gradFill>
              <a:gsLst>
                <a:gs pos="0">
                  <a:srgbClr val="FBFFF9">
                    <a:alpha val="32214"/>
                  </a:srgbClr>
                </a:gs>
                <a:gs pos="14286">
                  <a:srgbClr val="FBFFF9">
                    <a:alpha val="30048"/>
                  </a:srgbClr>
                </a:gs>
                <a:gs pos="28571">
                  <a:srgbClr val="FBFFF9">
                    <a:alpha val="24231"/>
                  </a:srgbClr>
                </a:gs>
                <a:gs pos="42857">
                  <a:srgbClr val="FBFFF9">
                    <a:alpha val="16640"/>
                  </a:srgbClr>
                </a:gs>
                <a:gs pos="57143">
                  <a:srgbClr val="FBFFF9">
                    <a:alpha val="9593"/>
                  </a:srgbClr>
                </a:gs>
                <a:gs pos="71429">
                  <a:srgbClr val="FBFFF9">
                    <a:alpha val="4611"/>
                  </a:srgbClr>
                </a:gs>
                <a:gs pos="85714">
                  <a:srgbClr val="FBFFF9">
                    <a:alpha val="1849"/>
                  </a:srgbClr>
                </a:gs>
                <a:gs pos="100000">
                  <a:srgbClr val="FBFFF9">
                    <a:alpha val="622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337" name="Splat 1337"/>
            <p:cNvSpPr>
              <a:spLocks noGrp="1"/>
            </p:cNvSpPr>
            <p:nvPr/>
          </p:nvSpPr>
          <p:spPr>
            <a:xfrm rot="4166348">
              <a:off x="3411240" y="1395982"/>
              <a:ext cx="378920" cy="253594"/>
            </a:xfrm>
            <a:prstGeom prst="ellipse">
              <a:avLst/>
            </a:prstGeom>
            <a:gradFill>
              <a:gsLst>
                <a:gs pos="0">
                  <a:srgbClr val="FFFFF1">
                    <a:alpha val="32968"/>
                  </a:srgbClr>
                </a:gs>
                <a:gs pos="14286">
                  <a:srgbClr val="FFFFF1">
                    <a:alpha val="30764"/>
                  </a:srgbClr>
                </a:gs>
                <a:gs pos="28571">
                  <a:srgbClr val="FFFFF1">
                    <a:alpha val="24833"/>
                  </a:srgbClr>
                </a:gs>
                <a:gs pos="42857">
                  <a:srgbClr val="FFFFF1">
                    <a:alpha val="17075"/>
                  </a:srgbClr>
                </a:gs>
                <a:gs pos="57143">
                  <a:srgbClr val="FFFFF1">
                    <a:alpha val="9855"/>
                  </a:srgbClr>
                </a:gs>
                <a:gs pos="71429">
                  <a:srgbClr val="FFFFF1">
                    <a:alpha val="4740"/>
                  </a:srgbClr>
                </a:gs>
                <a:gs pos="85714">
                  <a:srgbClr val="FFFFF1">
                    <a:alpha val="1902"/>
                  </a:srgbClr>
                </a:gs>
                <a:gs pos="100000">
                  <a:srgbClr val="FFFFF1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338" name="Splat 1338"/>
            <p:cNvSpPr>
              <a:spLocks noGrp="1"/>
            </p:cNvSpPr>
            <p:nvPr/>
          </p:nvSpPr>
          <p:spPr>
            <a:xfrm rot="-9578047">
              <a:off x="-119587" y="3282034"/>
              <a:ext cx="460672" cy="173186"/>
            </a:xfrm>
            <a:prstGeom prst="ellipse">
              <a:avLst/>
            </a:prstGeom>
            <a:gradFill>
              <a:gsLst>
                <a:gs pos="0">
                  <a:srgbClr val="EEF4FF">
                    <a:alpha val="32968"/>
                  </a:srgbClr>
                </a:gs>
                <a:gs pos="14286">
                  <a:srgbClr val="EEF4FF">
                    <a:alpha val="30764"/>
                  </a:srgbClr>
                </a:gs>
                <a:gs pos="28571">
                  <a:srgbClr val="EEF4FF">
                    <a:alpha val="24833"/>
                  </a:srgbClr>
                </a:gs>
                <a:gs pos="42857">
                  <a:srgbClr val="EEF4FF">
                    <a:alpha val="17075"/>
                  </a:srgbClr>
                </a:gs>
                <a:gs pos="57143">
                  <a:srgbClr val="EEF4FF">
                    <a:alpha val="9855"/>
                  </a:srgbClr>
                </a:gs>
                <a:gs pos="71429">
                  <a:srgbClr val="EEF4FF">
                    <a:alpha val="4740"/>
                  </a:srgbClr>
                </a:gs>
                <a:gs pos="85714">
                  <a:srgbClr val="EEF4FF">
                    <a:alpha val="1902"/>
                  </a:srgbClr>
                </a:gs>
                <a:gs pos="100000">
                  <a:srgbClr val="EEF4FF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339" name="Splat 1339"/>
            <p:cNvSpPr>
              <a:spLocks noGrp="1"/>
            </p:cNvSpPr>
            <p:nvPr/>
          </p:nvSpPr>
          <p:spPr>
            <a:xfrm rot="9470520">
              <a:off x="1898887" y="-44717"/>
              <a:ext cx="610111" cy="185423"/>
            </a:xfrm>
            <a:prstGeom prst="ellipse">
              <a:avLst/>
            </a:prstGeom>
            <a:gradFill>
              <a:gsLst>
                <a:gs pos="0">
                  <a:srgbClr val="CA8A00">
                    <a:alpha val="32968"/>
                  </a:srgbClr>
                </a:gs>
                <a:gs pos="14286">
                  <a:srgbClr val="CA8A00">
                    <a:alpha val="30764"/>
                  </a:srgbClr>
                </a:gs>
                <a:gs pos="28571">
                  <a:srgbClr val="CA8A00">
                    <a:alpha val="24833"/>
                  </a:srgbClr>
                </a:gs>
                <a:gs pos="42857">
                  <a:srgbClr val="CA8A00">
                    <a:alpha val="17075"/>
                  </a:srgbClr>
                </a:gs>
                <a:gs pos="57143">
                  <a:srgbClr val="CA8A00">
                    <a:alpha val="9855"/>
                  </a:srgbClr>
                </a:gs>
                <a:gs pos="71429">
                  <a:srgbClr val="CA8A00">
                    <a:alpha val="4740"/>
                  </a:srgbClr>
                </a:gs>
                <a:gs pos="85714">
                  <a:srgbClr val="CA8A00">
                    <a:alpha val="1902"/>
                  </a:srgbClr>
                </a:gs>
                <a:gs pos="100000">
                  <a:srgbClr val="CA8A00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340" name="Splat 1340"/>
            <p:cNvSpPr>
              <a:spLocks noGrp="1"/>
            </p:cNvSpPr>
            <p:nvPr/>
          </p:nvSpPr>
          <p:spPr>
            <a:xfrm rot="2828239">
              <a:off x="1448600" y="1963747"/>
              <a:ext cx="612022" cy="77978"/>
            </a:xfrm>
            <a:prstGeom prst="ellipse">
              <a:avLst/>
            </a:prstGeom>
            <a:gradFill>
              <a:gsLst>
                <a:gs pos="0">
                  <a:srgbClr val="003C8C">
                    <a:alpha val="16319"/>
                  </a:srgbClr>
                </a:gs>
                <a:gs pos="14286">
                  <a:srgbClr val="003C8C">
                    <a:alpha val="15105"/>
                  </a:srgbClr>
                </a:gs>
                <a:gs pos="28571">
                  <a:srgbClr val="003C8C">
                    <a:alpha val="11939"/>
                  </a:srgbClr>
                </a:gs>
                <a:gs pos="42857">
                  <a:srgbClr val="003C8C">
                    <a:alpha val="8001"/>
                  </a:srgbClr>
                </a:gs>
                <a:gs pos="57143">
                  <a:srgbClr val="003C8C">
                    <a:alpha val="4516"/>
                  </a:srgbClr>
                </a:gs>
                <a:gs pos="71429">
                  <a:srgbClr val="003C8C">
                    <a:alpha val="2140"/>
                  </a:srgbClr>
                </a:gs>
                <a:gs pos="85714">
                  <a:srgbClr val="003C8C">
                    <a:alpha val="852"/>
                  </a:srgbClr>
                </a:gs>
                <a:gs pos="100000">
                  <a:srgbClr val="003C8C">
                    <a:alpha val="285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341" name="Splat 1341"/>
            <p:cNvSpPr>
              <a:spLocks noGrp="1"/>
            </p:cNvSpPr>
            <p:nvPr/>
          </p:nvSpPr>
          <p:spPr>
            <a:xfrm rot="4556890">
              <a:off x="1473737" y="2498789"/>
              <a:ext cx="228546" cy="78787"/>
            </a:xfrm>
            <a:prstGeom prst="ellipse">
              <a:avLst/>
            </a:prstGeom>
            <a:gradFill>
              <a:gsLst>
                <a:gs pos="0">
                  <a:srgbClr val="000089">
                    <a:alpha val="32968"/>
                  </a:srgbClr>
                </a:gs>
                <a:gs pos="14286">
                  <a:srgbClr val="000089">
                    <a:alpha val="30764"/>
                  </a:srgbClr>
                </a:gs>
                <a:gs pos="28571">
                  <a:srgbClr val="000089">
                    <a:alpha val="24833"/>
                  </a:srgbClr>
                </a:gs>
                <a:gs pos="42857">
                  <a:srgbClr val="000089">
                    <a:alpha val="17075"/>
                  </a:srgbClr>
                </a:gs>
                <a:gs pos="57143">
                  <a:srgbClr val="000089">
                    <a:alpha val="9855"/>
                  </a:srgbClr>
                </a:gs>
                <a:gs pos="71429">
                  <a:srgbClr val="000089">
                    <a:alpha val="4740"/>
                  </a:srgbClr>
                </a:gs>
                <a:gs pos="85714">
                  <a:srgbClr val="000089">
                    <a:alpha val="1902"/>
                  </a:srgbClr>
                </a:gs>
                <a:gs pos="100000">
                  <a:srgbClr val="000089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342" name="Splat 1342"/>
            <p:cNvSpPr>
              <a:spLocks noGrp="1"/>
            </p:cNvSpPr>
            <p:nvPr/>
          </p:nvSpPr>
          <p:spPr>
            <a:xfrm rot="6724543">
              <a:off x="3324470" y="3253169"/>
              <a:ext cx="519036" cy="155854"/>
            </a:xfrm>
            <a:prstGeom prst="ellipse">
              <a:avLst/>
            </a:prstGeom>
            <a:gradFill>
              <a:gsLst>
                <a:gs pos="0">
                  <a:srgbClr val="002889">
                    <a:alpha val="24079"/>
                  </a:srgbClr>
                </a:gs>
                <a:gs pos="14286">
                  <a:srgbClr val="002889">
                    <a:alpha val="22368"/>
                  </a:srgbClr>
                </a:gs>
                <a:gs pos="28571">
                  <a:srgbClr val="002889">
                    <a:alpha val="17847"/>
                  </a:srgbClr>
                </a:gs>
                <a:gs pos="42857">
                  <a:srgbClr val="002889">
                    <a:alpha val="12098"/>
                  </a:srgbClr>
                </a:gs>
                <a:gs pos="57143">
                  <a:srgbClr val="002889">
                    <a:alpha val="6896"/>
                  </a:srgbClr>
                </a:gs>
                <a:gs pos="71429">
                  <a:srgbClr val="002889">
                    <a:alpha val="3289"/>
                  </a:srgbClr>
                </a:gs>
                <a:gs pos="85714">
                  <a:srgbClr val="002889">
                    <a:alpha val="1314"/>
                  </a:srgbClr>
                </a:gs>
                <a:gs pos="100000">
                  <a:srgbClr val="002889">
                    <a:alpha val="441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343" name="Splat 1343"/>
            <p:cNvSpPr>
              <a:spLocks noGrp="1"/>
            </p:cNvSpPr>
            <p:nvPr/>
          </p:nvSpPr>
          <p:spPr>
            <a:xfrm rot="5545877">
              <a:off x="3175491" y="71401"/>
              <a:ext cx="724123" cy="120058"/>
            </a:xfrm>
            <a:prstGeom prst="ellipse">
              <a:avLst/>
            </a:prstGeom>
            <a:gradFill>
              <a:gsLst>
                <a:gs pos="0">
                  <a:srgbClr val="DDE0E1">
                    <a:alpha val="32968"/>
                  </a:srgbClr>
                </a:gs>
                <a:gs pos="14286">
                  <a:srgbClr val="DDE0E1">
                    <a:alpha val="30764"/>
                  </a:srgbClr>
                </a:gs>
                <a:gs pos="28571">
                  <a:srgbClr val="DDE0E1">
                    <a:alpha val="24833"/>
                  </a:srgbClr>
                </a:gs>
                <a:gs pos="42857">
                  <a:srgbClr val="DDE0E1">
                    <a:alpha val="17075"/>
                  </a:srgbClr>
                </a:gs>
                <a:gs pos="57143">
                  <a:srgbClr val="DDE0E1">
                    <a:alpha val="9855"/>
                  </a:srgbClr>
                </a:gs>
                <a:gs pos="71429">
                  <a:srgbClr val="DDE0E1">
                    <a:alpha val="4740"/>
                  </a:srgbClr>
                </a:gs>
                <a:gs pos="85714">
                  <a:srgbClr val="DDE0E1">
                    <a:alpha val="1902"/>
                  </a:srgbClr>
                </a:gs>
                <a:gs pos="100000">
                  <a:srgbClr val="DDE0E1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344" name="Splat 1344"/>
            <p:cNvSpPr>
              <a:spLocks noGrp="1"/>
            </p:cNvSpPr>
            <p:nvPr/>
          </p:nvSpPr>
          <p:spPr>
            <a:xfrm rot="3455249">
              <a:off x="1607300" y="3427111"/>
              <a:ext cx="641721" cy="172995"/>
            </a:xfrm>
            <a:prstGeom prst="ellipse">
              <a:avLst/>
            </a:prstGeom>
            <a:gradFill>
              <a:gsLst>
                <a:gs pos="0">
                  <a:srgbClr val="FBFBF5">
                    <a:alpha val="32968"/>
                  </a:srgbClr>
                </a:gs>
                <a:gs pos="14286">
                  <a:srgbClr val="FBFBF5">
                    <a:alpha val="30764"/>
                  </a:srgbClr>
                </a:gs>
                <a:gs pos="28571">
                  <a:srgbClr val="FBFBF5">
                    <a:alpha val="24833"/>
                  </a:srgbClr>
                </a:gs>
                <a:gs pos="42857">
                  <a:srgbClr val="FBFBF5">
                    <a:alpha val="17075"/>
                  </a:srgbClr>
                </a:gs>
                <a:gs pos="57143">
                  <a:srgbClr val="FBFBF5">
                    <a:alpha val="9855"/>
                  </a:srgbClr>
                </a:gs>
                <a:gs pos="71429">
                  <a:srgbClr val="FBFBF5">
                    <a:alpha val="4740"/>
                  </a:srgbClr>
                </a:gs>
                <a:gs pos="85714">
                  <a:srgbClr val="FBFBF5">
                    <a:alpha val="1902"/>
                  </a:srgbClr>
                </a:gs>
                <a:gs pos="100000">
                  <a:srgbClr val="FBFBF5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345" name="Splat 1345"/>
            <p:cNvSpPr>
              <a:spLocks noGrp="1"/>
            </p:cNvSpPr>
            <p:nvPr/>
          </p:nvSpPr>
          <p:spPr>
            <a:xfrm rot="5269639">
              <a:off x="2998297" y="1861038"/>
              <a:ext cx="655287" cy="241990"/>
            </a:xfrm>
            <a:prstGeom prst="ellipse">
              <a:avLst/>
            </a:prstGeom>
            <a:gradFill>
              <a:gsLst>
                <a:gs pos="0">
                  <a:srgbClr val="F9FBF1">
                    <a:alpha val="32968"/>
                  </a:srgbClr>
                </a:gs>
                <a:gs pos="14286">
                  <a:srgbClr val="F9FBF1">
                    <a:alpha val="30764"/>
                  </a:srgbClr>
                </a:gs>
                <a:gs pos="28571">
                  <a:srgbClr val="F9FBF1">
                    <a:alpha val="24833"/>
                  </a:srgbClr>
                </a:gs>
                <a:gs pos="42857">
                  <a:srgbClr val="F9FBF1">
                    <a:alpha val="17075"/>
                  </a:srgbClr>
                </a:gs>
                <a:gs pos="57143">
                  <a:srgbClr val="F9FBF1">
                    <a:alpha val="9855"/>
                  </a:srgbClr>
                </a:gs>
                <a:gs pos="71429">
                  <a:srgbClr val="F9FBF1">
                    <a:alpha val="4740"/>
                  </a:srgbClr>
                </a:gs>
                <a:gs pos="85714">
                  <a:srgbClr val="F9FBF1">
                    <a:alpha val="1902"/>
                  </a:srgbClr>
                </a:gs>
                <a:gs pos="100000">
                  <a:srgbClr val="F9FBF1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346" name="Splat 1346"/>
            <p:cNvSpPr>
              <a:spLocks noGrp="1"/>
            </p:cNvSpPr>
            <p:nvPr/>
          </p:nvSpPr>
          <p:spPr>
            <a:xfrm rot="4261584">
              <a:off x="-330170" y="2113897"/>
              <a:ext cx="684256" cy="426581"/>
            </a:xfrm>
            <a:prstGeom prst="ellipse">
              <a:avLst/>
            </a:prstGeom>
            <a:gradFill>
              <a:gsLst>
                <a:gs pos="0">
                  <a:srgbClr val="FDFFFA">
                    <a:alpha val="32968"/>
                  </a:srgbClr>
                </a:gs>
                <a:gs pos="14286">
                  <a:srgbClr val="FDFFFA">
                    <a:alpha val="30764"/>
                  </a:srgbClr>
                </a:gs>
                <a:gs pos="28571">
                  <a:srgbClr val="FDFFFA">
                    <a:alpha val="24833"/>
                  </a:srgbClr>
                </a:gs>
                <a:gs pos="42857">
                  <a:srgbClr val="FDFFFA">
                    <a:alpha val="17075"/>
                  </a:srgbClr>
                </a:gs>
                <a:gs pos="57143">
                  <a:srgbClr val="FDFFFA">
                    <a:alpha val="9855"/>
                  </a:srgbClr>
                </a:gs>
                <a:gs pos="71429">
                  <a:srgbClr val="FDFFFA">
                    <a:alpha val="4740"/>
                  </a:srgbClr>
                </a:gs>
                <a:gs pos="85714">
                  <a:srgbClr val="FDFFFA">
                    <a:alpha val="1902"/>
                  </a:srgbClr>
                </a:gs>
                <a:gs pos="100000">
                  <a:srgbClr val="FDFFFA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347" name="Splat 1347"/>
            <p:cNvSpPr>
              <a:spLocks noGrp="1"/>
            </p:cNvSpPr>
            <p:nvPr/>
          </p:nvSpPr>
          <p:spPr>
            <a:xfrm rot="7136928">
              <a:off x="1500054" y="2383877"/>
              <a:ext cx="740515" cy="94585"/>
            </a:xfrm>
            <a:prstGeom prst="ellipse">
              <a:avLst/>
            </a:prstGeom>
            <a:gradFill>
              <a:gsLst>
                <a:gs pos="0">
                  <a:srgbClr val="926500">
                    <a:alpha val="32968"/>
                  </a:srgbClr>
                </a:gs>
                <a:gs pos="14286">
                  <a:srgbClr val="926500">
                    <a:alpha val="30764"/>
                  </a:srgbClr>
                </a:gs>
                <a:gs pos="28571">
                  <a:srgbClr val="926500">
                    <a:alpha val="24833"/>
                  </a:srgbClr>
                </a:gs>
                <a:gs pos="42857">
                  <a:srgbClr val="926500">
                    <a:alpha val="17075"/>
                  </a:srgbClr>
                </a:gs>
                <a:gs pos="57143">
                  <a:srgbClr val="926500">
                    <a:alpha val="9855"/>
                  </a:srgbClr>
                </a:gs>
                <a:gs pos="71429">
                  <a:srgbClr val="926500">
                    <a:alpha val="4740"/>
                  </a:srgbClr>
                </a:gs>
                <a:gs pos="85714">
                  <a:srgbClr val="926500">
                    <a:alpha val="1902"/>
                  </a:srgbClr>
                </a:gs>
                <a:gs pos="100000">
                  <a:srgbClr val="926500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348" name="Splat 1348"/>
            <p:cNvSpPr>
              <a:spLocks noGrp="1"/>
            </p:cNvSpPr>
            <p:nvPr/>
          </p:nvSpPr>
          <p:spPr>
            <a:xfrm rot="8299501">
              <a:off x="1294949" y="1587379"/>
              <a:ext cx="758048" cy="157016"/>
            </a:xfrm>
            <a:prstGeom prst="ellipse">
              <a:avLst/>
            </a:prstGeom>
            <a:gradFill>
              <a:gsLst>
                <a:gs pos="0">
                  <a:srgbClr val="874C00">
                    <a:alpha val="28218"/>
                  </a:srgbClr>
                </a:gs>
                <a:gs pos="14286">
                  <a:srgbClr val="874C00">
                    <a:alpha val="26267"/>
                  </a:srgbClr>
                </a:gs>
                <a:gs pos="28571">
                  <a:srgbClr val="874C00">
                    <a:alpha val="21069"/>
                  </a:srgbClr>
                </a:gs>
                <a:gs pos="42857">
                  <a:srgbClr val="874C00">
                    <a:alpha val="14375"/>
                  </a:srgbClr>
                </a:gs>
                <a:gs pos="57143">
                  <a:srgbClr val="874C00">
                    <a:alpha val="8240"/>
                  </a:srgbClr>
                </a:gs>
                <a:gs pos="71429">
                  <a:srgbClr val="874C00">
                    <a:alpha val="3945"/>
                  </a:srgbClr>
                </a:gs>
                <a:gs pos="85714">
                  <a:srgbClr val="874C00">
                    <a:alpha val="1579"/>
                  </a:srgbClr>
                </a:gs>
                <a:gs pos="100000">
                  <a:srgbClr val="874C00">
                    <a:alpha val="530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349" name="Splat 1349"/>
            <p:cNvSpPr>
              <a:spLocks noGrp="1"/>
            </p:cNvSpPr>
            <p:nvPr/>
          </p:nvSpPr>
          <p:spPr>
            <a:xfrm rot="10043436">
              <a:off x="3438936" y="2466973"/>
              <a:ext cx="354735" cy="181975"/>
            </a:xfrm>
            <a:prstGeom prst="ellipse">
              <a:avLst/>
            </a:prstGeom>
            <a:gradFill>
              <a:gsLst>
                <a:gs pos="0">
                  <a:srgbClr val="FFF8EB">
                    <a:alpha val="32968"/>
                  </a:srgbClr>
                </a:gs>
                <a:gs pos="14286">
                  <a:srgbClr val="FFF8EB">
                    <a:alpha val="30764"/>
                  </a:srgbClr>
                </a:gs>
                <a:gs pos="28571">
                  <a:srgbClr val="FFF8EB">
                    <a:alpha val="24833"/>
                  </a:srgbClr>
                </a:gs>
                <a:gs pos="42857">
                  <a:srgbClr val="FFF8EB">
                    <a:alpha val="17075"/>
                  </a:srgbClr>
                </a:gs>
                <a:gs pos="57143">
                  <a:srgbClr val="FFF8EB">
                    <a:alpha val="9855"/>
                  </a:srgbClr>
                </a:gs>
                <a:gs pos="71429">
                  <a:srgbClr val="FFF8EB">
                    <a:alpha val="4740"/>
                  </a:srgbClr>
                </a:gs>
                <a:gs pos="85714">
                  <a:srgbClr val="FFF8EB">
                    <a:alpha val="1902"/>
                  </a:srgbClr>
                </a:gs>
                <a:gs pos="100000">
                  <a:srgbClr val="FFF8EB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350" name="Splat 1350"/>
            <p:cNvSpPr>
              <a:spLocks noGrp="1"/>
            </p:cNvSpPr>
            <p:nvPr/>
          </p:nvSpPr>
          <p:spPr>
            <a:xfrm rot="6413260">
              <a:off x="1961288" y="2019821"/>
              <a:ext cx="421772" cy="190135"/>
            </a:xfrm>
            <a:prstGeom prst="ellipse">
              <a:avLst/>
            </a:prstGeom>
            <a:gradFill>
              <a:gsLst>
                <a:gs pos="0">
                  <a:srgbClr val="FEFFEF">
                    <a:alpha val="32968"/>
                  </a:srgbClr>
                </a:gs>
                <a:gs pos="14286">
                  <a:srgbClr val="FEFFEF">
                    <a:alpha val="30764"/>
                  </a:srgbClr>
                </a:gs>
                <a:gs pos="28571">
                  <a:srgbClr val="FEFFEF">
                    <a:alpha val="24833"/>
                  </a:srgbClr>
                </a:gs>
                <a:gs pos="42857">
                  <a:srgbClr val="FEFFEF">
                    <a:alpha val="17075"/>
                  </a:srgbClr>
                </a:gs>
                <a:gs pos="57143">
                  <a:srgbClr val="FEFFEF">
                    <a:alpha val="9855"/>
                  </a:srgbClr>
                </a:gs>
                <a:gs pos="71429">
                  <a:srgbClr val="FEFFEF">
                    <a:alpha val="4740"/>
                  </a:srgbClr>
                </a:gs>
                <a:gs pos="85714">
                  <a:srgbClr val="FEFFEF">
                    <a:alpha val="1902"/>
                  </a:srgbClr>
                </a:gs>
                <a:gs pos="100000">
                  <a:srgbClr val="FEFFEF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351" name="Splat 1351"/>
            <p:cNvSpPr>
              <a:spLocks noGrp="1"/>
            </p:cNvSpPr>
            <p:nvPr/>
          </p:nvSpPr>
          <p:spPr>
            <a:xfrm rot="5390386">
              <a:off x="-5907" y="2510078"/>
              <a:ext cx="770063" cy="122119"/>
            </a:xfrm>
            <a:prstGeom prst="ellipse">
              <a:avLst/>
            </a:prstGeom>
            <a:gradFill>
              <a:gsLst>
                <a:gs pos="0">
                  <a:srgbClr val="B47400">
                    <a:alpha val="32968"/>
                  </a:srgbClr>
                </a:gs>
                <a:gs pos="14286">
                  <a:srgbClr val="B47400">
                    <a:alpha val="30764"/>
                  </a:srgbClr>
                </a:gs>
                <a:gs pos="28571">
                  <a:srgbClr val="B47400">
                    <a:alpha val="24833"/>
                  </a:srgbClr>
                </a:gs>
                <a:gs pos="42857">
                  <a:srgbClr val="B47400">
                    <a:alpha val="17075"/>
                  </a:srgbClr>
                </a:gs>
                <a:gs pos="57143">
                  <a:srgbClr val="B47400">
                    <a:alpha val="9855"/>
                  </a:srgbClr>
                </a:gs>
                <a:gs pos="71429">
                  <a:srgbClr val="B47400">
                    <a:alpha val="4740"/>
                  </a:srgbClr>
                </a:gs>
                <a:gs pos="85714">
                  <a:srgbClr val="B47400">
                    <a:alpha val="1902"/>
                  </a:srgbClr>
                </a:gs>
                <a:gs pos="100000">
                  <a:srgbClr val="B47400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352" name="Splat 1352"/>
            <p:cNvSpPr>
              <a:spLocks noGrp="1"/>
            </p:cNvSpPr>
            <p:nvPr/>
          </p:nvSpPr>
          <p:spPr>
            <a:xfrm rot="-8876372">
              <a:off x="616970" y="1654565"/>
              <a:ext cx="660744" cy="157231"/>
            </a:xfrm>
            <a:prstGeom prst="ellipse">
              <a:avLst/>
            </a:prstGeom>
            <a:gradFill>
              <a:gsLst>
                <a:gs pos="0">
                  <a:srgbClr val="EFFAFD">
                    <a:alpha val="32792"/>
                  </a:srgbClr>
                </a:gs>
                <a:gs pos="14286">
                  <a:srgbClr val="EFFAFD">
                    <a:alpha val="30596"/>
                  </a:srgbClr>
                </a:gs>
                <a:gs pos="28571">
                  <a:srgbClr val="EFFAFD">
                    <a:alpha val="24692"/>
                  </a:srgbClr>
                </a:gs>
                <a:gs pos="42857">
                  <a:srgbClr val="EFFAFD">
                    <a:alpha val="16973"/>
                  </a:srgbClr>
                </a:gs>
                <a:gs pos="57143">
                  <a:srgbClr val="EFFAFD">
                    <a:alpha val="9793"/>
                  </a:srgbClr>
                </a:gs>
                <a:gs pos="71429">
                  <a:srgbClr val="EFFAFD">
                    <a:alpha val="4710"/>
                  </a:srgbClr>
                </a:gs>
                <a:gs pos="85714">
                  <a:srgbClr val="EFFAFD">
                    <a:alpha val="1890"/>
                  </a:srgbClr>
                </a:gs>
                <a:gs pos="100000">
                  <a:srgbClr val="EFFAFD">
                    <a:alpha val="635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353" name="Splat 1353"/>
            <p:cNvSpPr>
              <a:spLocks noGrp="1"/>
            </p:cNvSpPr>
            <p:nvPr/>
          </p:nvSpPr>
          <p:spPr>
            <a:xfrm rot="5592657">
              <a:off x="2700461" y="2967871"/>
              <a:ext cx="571796" cy="73573"/>
            </a:xfrm>
            <a:prstGeom prst="ellipse">
              <a:avLst/>
            </a:prstGeom>
            <a:gradFill>
              <a:gsLst>
                <a:gs pos="0">
                  <a:srgbClr val="F9F8EE">
                    <a:alpha val="32968"/>
                  </a:srgbClr>
                </a:gs>
                <a:gs pos="14286">
                  <a:srgbClr val="F9F8EE">
                    <a:alpha val="30764"/>
                  </a:srgbClr>
                </a:gs>
                <a:gs pos="28571">
                  <a:srgbClr val="F9F8EE">
                    <a:alpha val="24833"/>
                  </a:srgbClr>
                </a:gs>
                <a:gs pos="42857">
                  <a:srgbClr val="F9F8EE">
                    <a:alpha val="17075"/>
                  </a:srgbClr>
                </a:gs>
                <a:gs pos="57143">
                  <a:srgbClr val="F9F8EE">
                    <a:alpha val="9855"/>
                  </a:srgbClr>
                </a:gs>
                <a:gs pos="71429">
                  <a:srgbClr val="F9F8EE">
                    <a:alpha val="4740"/>
                  </a:srgbClr>
                </a:gs>
                <a:gs pos="85714">
                  <a:srgbClr val="F9F8EE">
                    <a:alpha val="1902"/>
                  </a:srgbClr>
                </a:gs>
                <a:gs pos="100000">
                  <a:srgbClr val="F9F8EE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354" name="Splat 1354"/>
            <p:cNvSpPr>
              <a:spLocks noGrp="1"/>
            </p:cNvSpPr>
            <p:nvPr/>
          </p:nvSpPr>
          <p:spPr>
            <a:xfrm rot="3379246">
              <a:off x="563620" y="1963358"/>
              <a:ext cx="561597" cy="121959"/>
            </a:xfrm>
            <a:prstGeom prst="ellipse">
              <a:avLst/>
            </a:prstGeom>
            <a:gradFill>
              <a:gsLst>
                <a:gs pos="0">
                  <a:srgbClr val="ECF1FF">
                    <a:alpha val="30757"/>
                  </a:srgbClr>
                </a:gs>
                <a:gs pos="14286">
                  <a:srgbClr val="ECF1FF">
                    <a:alpha val="28667"/>
                  </a:srgbClr>
                </a:gs>
                <a:gs pos="28571">
                  <a:srgbClr val="ECF1FF">
                    <a:alpha val="23072"/>
                  </a:srgbClr>
                </a:gs>
                <a:gs pos="42857">
                  <a:srgbClr val="ECF1FF">
                    <a:alpha val="15806"/>
                  </a:srgbClr>
                </a:gs>
                <a:gs pos="57143">
                  <a:srgbClr val="ECF1FF">
                    <a:alpha val="9093"/>
                  </a:srgbClr>
                </a:gs>
                <a:gs pos="71429">
                  <a:srgbClr val="ECF1FF">
                    <a:alpha val="4364"/>
                  </a:srgbClr>
                </a:gs>
                <a:gs pos="85714">
                  <a:srgbClr val="ECF1FF">
                    <a:alpha val="1749"/>
                  </a:srgbClr>
                </a:gs>
                <a:gs pos="100000">
                  <a:srgbClr val="ECF1FF">
                    <a:alpha val="588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355" name="Splat 1355"/>
            <p:cNvSpPr>
              <a:spLocks noGrp="1"/>
            </p:cNvSpPr>
            <p:nvPr/>
          </p:nvSpPr>
          <p:spPr>
            <a:xfrm rot="5413052">
              <a:off x="1420317" y="2467489"/>
              <a:ext cx="713411" cy="64718"/>
            </a:xfrm>
            <a:prstGeom prst="ellipse">
              <a:avLst/>
            </a:prstGeom>
            <a:gradFill>
              <a:gsLst>
                <a:gs pos="0">
                  <a:srgbClr val="FFEBD4">
                    <a:alpha val="32968"/>
                  </a:srgbClr>
                </a:gs>
                <a:gs pos="14286">
                  <a:srgbClr val="FFEBD4">
                    <a:alpha val="30764"/>
                  </a:srgbClr>
                </a:gs>
                <a:gs pos="28571">
                  <a:srgbClr val="FFEBD4">
                    <a:alpha val="24833"/>
                  </a:srgbClr>
                </a:gs>
                <a:gs pos="42857">
                  <a:srgbClr val="FFEBD4">
                    <a:alpha val="17075"/>
                  </a:srgbClr>
                </a:gs>
                <a:gs pos="57143">
                  <a:srgbClr val="FFEBD4">
                    <a:alpha val="9855"/>
                  </a:srgbClr>
                </a:gs>
                <a:gs pos="71429">
                  <a:srgbClr val="FFEBD4">
                    <a:alpha val="4740"/>
                  </a:srgbClr>
                </a:gs>
                <a:gs pos="85714">
                  <a:srgbClr val="FFEBD4">
                    <a:alpha val="1902"/>
                  </a:srgbClr>
                </a:gs>
                <a:gs pos="100000">
                  <a:srgbClr val="FFEBD4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356" name="Splat 1356"/>
            <p:cNvSpPr>
              <a:spLocks noGrp="1"/>
            </p:cNvSpPr>
            <p:nvPr/>
          </p:nvSpPr>
          <p:spPr>
            <a:xfrm rot="5937909">
              <a:off x="3283479" y="1177997"/>
              <a:ext cx="538417" cy="101024"/>
            </a:xfrm>
            <a:prstGeom prst="ellipse">
              <a:avLst/>
            </a:prstGeom>
            <a:gradFill>
              <a:gsLst>
                <a:gs pos="0">
                  <a:srgbClr val="3C0052">
                    <a:alpha val="31232"/>
                  </a:srgbClr>
                </a:gs>
                <a:gs pos="14286">
                  <a:srgbClr val="3C0052">
                    <a:alpha val="29118"/>
                  </a:srgbClr>
                </a:gs>
                <a:gs pos="28571">
                  <a:srgbClr val="3C0052">
                    <a:alpha val="23449"/>
                  </a:srgbClr>
                </a:gs>
                <a:gs pos="42857">
                  <a:srgbClr val="3C0052">
                    <a:alpha val="16077"/>
                  </a:srgbClr>
                </a:gs>
                <a:gs pos="57143">
                  <a:srgbClr val="3C0052">
                    <a:alpha val="9255"/>
                  </a:srgbClr>
                </a:gs>
                <a:gs pos="71429">
                  <a:srgbClr val="3C0052">
                    <a:alpha val="4444"/>
                  </a:srgbClr>
                </a:gs>
                <a:gs pos="85714">
                  <a:srgbClr val="3C0052">
                    <a:alpha val="1782"/>
                  </a:srgbClr>
                </a:gs>
                <a:gs pos="100000">
                  <a:srgbClr val="3C0052">
                    <a:alpha val="59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357" name="Splat 1357"/>
            <p:cNvSpPr>
              <a:spLocks noGrp="1"/>
            </p:cNvSpPr>
            <p:nvPr/>
          </p:nvSpPr>
          <p:spPr>
            <a:xfrm rot="5762775">
              <a:off x="-143910" y="3392606"/>
              <a:ext cx="726818" cy="157813"/>
            </a:xfrm>
            <a:prstGeom prst="ellipse">
              <a:avLst/>
            </a:prstGeom>
            <a:gradFill>
              <a:gsLst>
                <a:gs pos="0">
                  <a:srgbClr val="FBFFFE">
                    <a:alpha val="30156"/>
                  </a:srgbClr>
                </a:gs>
                <a:gs pos="14286">
                  <a:srgbClr val="FBFFFE">
                    <a:alpha val="28099"/>
                  </a:srgbClr>
                </a:gs>
                <a:gs pos="28571">
                  <a:srgbClr val="FBFFFE">
                    <a:alpha val="22596"/>
                  </a:srgbClr>
                </a:gs>
                <a:gs pos="42857">
                  <a:srgbClr val="FBFFFE">
                    <a:alpha val="15465"/>
                  </a:srgbClr>
                </a:gs>
                <a:gs pos="57143">
                  <a:srgbClr val="FBFFFE">
                    <a:alpha val="8889"/>
                  </a:srgbClr>
                </a:gs>
                <a:gs pos="71429">
                  <a:srgbClr val="FBFFFE">
                    <a:alpha val="4264"/>
                  </a:srgbClr>
                </a:gs>
                <a:gs pos="85714">
                  <a:srgbClr val="FBFFFE">
                    <a:alpha val="1708"/>
                  </a:srgbClr>
                </a:gs>
                <a:gs pos="100000">
                  <a:srgbClr val="FBFFFE">
                    <a:alpha val="574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358" name="Splat 1358"/>
            <p:cNvSpPr>
              <a:spLocks noGrp="1"/>
            </p:cNvSpPr>
            <p:nvPr/>
          </p:nvSpPr>
          <p:spPr>
            <a:xfrm rot="4205695">
              <a:off x="1465050" y="3187684"/>
              <a:ext cx="766473" cy="78247"/>
            </a:xfrm>
            <a:prstGeom prst="ellipse">
              <a:avLst/>
            </a:prstGeom>
            <a:gradFill>
              <a:gsLst>
                <a:gs pos="0">
                  <a:srgbClr val="F3FBFF">
                    <a:alpha val="32968"/>
                  </a:srgbClr>
                </a:gs>
                <a:gs pos="14286">
                  <a:srgbClr val="F3FBFF">
                    <a:alpha val="30764"/>
                  </a:srgbClr>
                </a:gs>
                <a:gs pos="28571">
                  <a:srgbClr val="F3FBFF">
                    <a:alpha val="24833"/>
                  </a:srgbClr>
                </a:gs>
                <a:gs pos="42857">
                  <a:srgbClr val="F3FBFF">
                    <a:alpha val="17075"/>
                  </a:srgbClr>
                </a:gs>
                <a:gs pos="57143">
                  <a:srgbClr val="F3FBFF">
                    <a:alpha val="9855"/>
                  </a:srgbClr>
                </a:gs>
                <a:gs pos="71429">
                  <a:srgbClr val="F3FBFF">
                    <a:alpha val="4740"/>
                  </a:srgbClr>
                </a:gs>
                <a:gs pos="85714">
                  <a:srgbClr val="F3FBFF">
                    <a:alpha val="1902"/>
                  </a:srgbClr>
                </a:gs>
                <a:gs pos="100000">
                  <a:srgbClr val="F3FBFF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359" name="Splat 1359"/>
            <p:cNvSpPr>
              <a:spLocks noGrp="1"/>
            </p:cNvSpPr>
            <p:nvPr/>
          </p:nvSpPr>
          <p:spPr>
            <a:xfrm rot="8740735">
              <a:off x="1766422" y="3327297"/>
              <a:ext cx="334996" cy="124883"/>
            </a:xfrm>
            <a:prstGeom prst="ellipse">
              <a:avLst/>
            </a:prstGeom>
            <a:gradFill>
              <a:gsLst>
                <a:gs pos="0">
                  <a:srgbClr val="EAE8EA">
                    <a:alpha val="31708"/>
                  </a:srgbClr>
                </a:gs>
                <a:gs pos="14286">
                  <a:srgbClr val="EAE8EA">
                    <a:alpha val="29568"/>
                  </a:srgbClr>
                </a:gs>
                <a:gs pos="28571">
                  <a:srgbClr val="EAE8EA">
                    <a:alpha val="23827"/>
                  </a:srgbClr>
                </a:gs>
                <a:gs pos="42857">
                  <a:srgbClr val="EAE8EA">
                    <a:alpha val="16349"/>
                  </a:srgbClr>
                </a:gs>
                <a:gs pos="57143">
                  <a:srgbClr val="EAE8EA">
                    <a:alpha val="9418"/>
                  </a:srgbClr>
                </a:gs>
                <a:gs pos="71429">
                  <a:srgbClr val="EAE8EA">
                    <a:alpha val="4525"/>
                  </a:srgbClr>
                </a:gs>
                <a:gs pos="85714">
                  <a:srgbClr val="EAE8EA">
                    <a:alpha val="1814"/>
                  </a:srgbClr>
                </a:gs>
                <a:gs pos="100000">
                  <a:srgbClr val="EAE8EA">
                    <a:alpha val="610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360" name="Splat 1360"/>
            <p:cNvSpPr>
              <a:spLocks noGrp="1"/>
            </p:cNvSpPr>
            <p:nvPr/>
          </p:nvSpPr>
          <p:spPr>
            <a:xfrm rot="4192337">
              <a:off x="1375154" y="2440043"/>
              <a:ext cx="641826" cy="143569"/>
            </a:xfrm>
            <a:prstGeom prst="ellipse">
              <a:avLst/>
            </a:prstGeom>
            <a:gradFill>
              <a:gsLst>
                <a:gs pos="0">
                  <a:srgbClr val="F8FBF5">
                    <a:alpha val="32968"/>
                  </a:srgbClr>
                </a:gs>
                <a:gs pos="14286">
                  <a:srgbClr val="F8FBF5">
                    <a:alpha val="30764"/>
                  </a:srgbClr>
                </a:gs>
                <a:gs pos="28571">
                  <a:srgbClr val="F8FBF5">
                    <a:alpha val="24833"/>
                  </a:srgbClr>
                </a:gs>
                <a:gs pos="42857">
                  <a:srgbClr val="F8FBF5">
                    <a:alpha val="17075"/>
                  </a:srgbClr>
                </a:gs>
                <a:gs pos="57143">
                  <a:srgbClr val="F8FBF5">
                    <a:alpha val="9855"/>
                  </a:srgbClr>
                </a:gs>
                <a:gs pos="71429">
                  <a:srgbClr val="F8FBF5">
                    <a:alpha val="4740"/>
                  </a:srgbClr>
                </a:gs>
                <a:gs pos="85714">
                  <a:srgbClr val="F8FBF5">
                    <a:alpha val="1902"/>
                  </a:srgbClr>
                </a:gs>
                <a:gs pos="100000">
                  <a:srgbClr val="F8FBF5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361" name="Splat 1361"/>
            <p:cNvSpPr>
              <a:spLocks noGrp="1"/>
            </p:cNvSpPr>
            <p:nvPr/>
          </p:nvSpPr>
          <p:spPr>
            <a:xfrm rot="-9328452">
              <a:off x="1356545" y="2825184"/>
              <a:ext cx="463279" cy="200589"/>
            </a:xfrm>
            <a:prstGeom prst="ellipse">
              <a:avLst/>
            </a:prstGeom>
            <a:gradFill>
              <a:gsLst>
                <a:gs pos="0">
                  <a:srgbClr val="FFFFF9">
                    <a:alpha val="32968"/>
                  </a:srgbClr>
                </a:gs>
                <a:gs pos="14286">
                  <a:srgbClr val="FFFFF9">
                    <a:alpha val="30764"/>
                  </a:srgbClr>
                </a:gs>
                <a:gs pos="28571">
                  <a:srgbClr val="FFFFF9">
                    <a:alpha val="24833"/>
                  </a:srgbClr>
                </a:gs>
                <a:gs pos="42857">
                  <a:srgbClr val="FFFFF9">
                    <a:alpha val="17075"/>
                  </a:srgbClr>
                </a:gs>
                <a:gs pos="57143">
                  <a:srgbClr val="FFFFF9">
                    <a:alpha val="9855"/>
                  </a:srgbClr>
                </a:gs>
                <a:gs pos="71429">
                  <a:srgbClr val="FFFFF9">
                    <a:alpha val="4740"/>
                  </a:srgbClr>
                </a:gs>
                <a:gs pos="85714">
                  <a:srgbClr val="FFFFF9">
                    <a:alpha val="1902"/>
                  </a:srgbClr>
                </a:gs>
                <a:gs pos="100000">
                  <a:srgbClr val="FFFFF9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362" name="Splat 1362"/>
            <p:cNvSpPr>
              <a:spLocks noGrp="1"/>
            </p:cNvSpPr>
            <p:nvPr/>
          </p:nvSpPr>
          <p:spPr>
            <a:xfrm rot="6342338">
              <a:off x="2497601" y="3430947"/>
              <a:ext cx="692075" cy="229801"/>
            </a:xfrm>
            <a:prstGeom prst="ellipse">
              <a:avLst/>
            </a:prstGeom>
            <a:gradFill>
              <a:gsLst>
                <a:gs pos="0">
                  <a:srgbClr val="FEFFFA">
                    <a:alpha val="32968"/>
                  </a:srgbClr>
                </a:gs>
                <a:gs pos="14286">
                  <a:srgbClr val="FEFFFA">
                    <a:alpha val="30764"/>
                  </a:srgbClr>
                </a:gs>
                <a:gs pos="28571">
                  <a:srgbClr val="FEFFFA">
                    <a:alpha val="24833"/>
                  </a:srgbClr>
                </a:gs>
                <a:gs pos="42857">
                  <a:srgbClr val="FEFFFA">
                    <a:alpha val="17075"/>
                  </a:srgbClr>
                </a:gs>
                <a:gs pos="57143">
                  <a:srgbClr val="FEFFFA">
                    <a:alpha val="9855"/>
                  </a:srgbClr>
                </a:gs>
                <a:gs pos="71429">
                  <a:srgbClr val="FEFFFA">
                    <a:alpha val="4740"/>
                  </a:srgbClr>
                </a:gs>
                <a:gs pos="85714">
                  <a:srgbClr val="FEFFFA">
                    <a:alpha val="1902"/>
                  </a:srgbClr>
                </a:gs>
                <a:gs pos="100000">
                  <a:srgbClr val="FEFFFA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363" name="Splat 1363"/>
            <p:cNvSpPr>
              <a:spLocks noGrp="1"/>
            </p:cNvSpPr>
            <p:nvPr/>
          </p:nvSpPr>
          <p:spPr>
            <a:xfrm rot="3235489">
              <a:off x="-326668" y="1995732"/>
              <a:ext cx="743596" cy="123979"/>
            </a:xfrm>
            <a:prstGeom prst="ellipse">
              <a:avLst/>
            </a:prstGeom>
            <a:gradFill>
              <a:gsLst>
                <a:gs pos="0">
                  <a:srgbClr val="F5FCFA">
                    <a:alpha val="32968"/>
                  </a:srgbClr>
                </a:gs>
                <a:gs pos="14286">
                  <a:srgbClr val="F5FCFA">
                    <a:alpha val="30764"/>
                  </a:srgbClr>
                </a:gs>
                <a:gs pos="28571">
                  <a:srgbClr val="F5FCFA">
                    <a:alpha val="24833"/>
                  </a:srgbClr>
                </a:gs>
                <a:gs pos="42857">
                  <a:srgbClr val="F5FCFA">
                    <a:alpha val="17075"/>
                  </a:srgbClr>
                </a:gs>
                <a:gs pos="57143">
                  <a:srgbClr val="F5FCFA">
                    <a:alpha val="9855"/>
                  </a:srgbClr>
                </a:gs>
                <a:gs pos="71429">
                  <a:srgbClr val="F5FCFA">
                    <a:alpha val="4740"/>
                  </a:srgbClr>
                </a:gs>
                <a:gs pos="85714">
                  <a:srgbClr val="F5FCFA">
                    <a:alpha val="1902"/>
                  </a:srgbClr>
                </a:gs>
                <a:gs pos="100000">
                  <a:srgbClr val="F5FCFA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364" name="Splat 1364"/>
            <p:cNvSpPr>
              <a:spLocks noGrp="1"/>
            </p:cNvSpPr>
            <p:nvPr/>
          </p:nvSpPr>
          <p:spPr>
            <a:xfrm rot="10313454">
              <a:off x="1537747" y="1592834"/>
              <a:ext cx="475829" cy="86480"/>
            </a:xfrm>
            <a:prstGeom prst="ellipse">
              <a:avLst/>
            </a:prstGeom>
            <a:gradFill>
              <a:gsLst>
                <a:gs pos="0">
                  <a:srgbClr val="DBD4BF">
                    <a:alpha val="32264"/>
                  </a:srgbClr>
                </a:gs>
                <a:gs pos="14286">
                  <a:srgbClr val="DBD4BF">
                    <a:alpha val="30095"/>
                  </a:srgbClr>
                </a:gs>
                <a:gs pos="28571">
                  <a:srgbClr val="DBD4BF">
                    <a:alpha val="24270"/>
                  </a:srgbClr>
                </a:gs>
                <a:gs pos="42857">
                  <a:srgbClr val="DBD4BF">
                    <a:alpha val="16669"/>
                  </a:srgbClr>
                </a:gs>
                <a:gs pos="57143">
                  <a:srgbClr val="DBD4BF">
                    <a:alpha val="9610"/>
                  </a:srgbClr>
                </a:gs>
                <a:gs pos="71429">
                  <a:srgbClr val="DBD4BF">
                    <a:alpha val="4619"/>
                  </a:srgbClr>
                </a:gs>
                <a:gs pos="85714">
                  <a:srgbClr val="DBD4BF">
                    <a:alpha val="1853"/>
                  </a:srgbClr>
                </a:gs>
                <a:gs pos="100000">
                  <a:srgbClr val="DBD4BF">
                    <a:alpha val="623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365" name="Splat 1365"/>
            <p:cNvSpPr>
              <a:spLocks noGrp="1"/>
            </p:cNvSpPr>
            <p:nvPr/>
          </p:nvSpPr>
          <p:spPr>
            <a:xfrm rot="4759783">
              <a:off x="2191206" y="1987048"/>
              <a:ext cx="518628" cy="335309"/>
            </a:xfrm>
            <a:prstGeom prst="ellipse">
              <a:avLst/>
            </a:prstGeom>
            <a:gradFill>
              <a:gsLst>
                <a:gs pos="0">
                  <a:srgbClr val="FBFFF5">
                    <a:alpha val="32968"/>
                  </a:srgbClr>
                </a:gs>
                <a:gs pos="14286">
                  <a:srgbClr val="FBFFF5">
                    <a:alpha val="30764"/>
                  </a:srgbClr>
                </a:gs>
                <a:gs pos="28571">
                  <a:srgbClr val="FBFFF5">
                    <a:alpha val="24833"/>
                  </a:srgbClr>
                </a:gs>
                <a:gs pos="42857">
                  <a:srgbClr val="FBFFF5">
                    <a:alpha val="17075"/>
                  </a:srgbClr>
                </a:gs>
                <a:gs pos="57143">
                  <a:srgbClr val="FBFFF5">
                    <a:alpha val="9855"/>
                  </a:srgbClr>
                </a:gs>
                <a:gs pos="71429">
                  <a:srgbClr val="FBFFF5">
                    <a:alpha val="4740"/>
                  </a:srgbClr>
                </a:gs>
                <a:gs pos="85714">
                  <a:srgbClr val="FBFFF5">
                    <a:alpha val="1902"/>
                  </a:srgbClr>
                </a:gs>
                <a:gs pos="100000">
                  <a:srgbClr val="FBFFF5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366" name="Splat 1366"/>
            <p:cNvSpPr>
              <a:spLocks noGrp="1"/>
            </p:cNvSpPr>
            <p:nvPr/>
          </p:nvSpPr>
          <p:spPr>
            <a:xfrm rot="-8947980">
              <a:off x="2170047" y="2306399"/>
              <a:ext cx="641270" cy="118573"/>
            </a:xfrm>
            <a:prstGeom prst="ellipse">
              <a:avLst/>
            </a:prstGeom>
            <a:gradFill>
              <a:gsLst>
                <a:gs pos="0">
                  <a:srgbClr val="FFFFEF">
                    <a:alpha val="32968"/>
                  </a:srgbClr>
                </a:gs>
                <a:gs pos="14286">
                  <a:srgbClr val="FFFFEF">
                    <a:alpha val="30764"/>
                  </a:srgbClr>
                </a:gs>
                <a:gs pos="28571">
                  <a:srgbClr val="FFFFEF">
                    <a:alpha val="24833"/>
                  </a:srgbClr>
                </a:gs>
                <a:gs pos="42857">
                  <a:srgbClr val="FFFFEF">
                    <a:alpha val="17075"/>
                  </a:srgbClr>
                </a:gs>
                <a:gs pos="57143">
                  <a:srgbClr val="FFFFEF">
                    <a:alpha val="9855"/>
                  </a:srgbClr>
                </a:gs>
                <a:gs pos="71429">
                  <a:srgbClr val="FFFFEF">
                    <a:alpha val="4740"/>
                  </a:srgbClr>
                </a:gs>
                <a:gs pos="85714">
                  <a:srgbClr val="FFFFEF">
                    <a:alpha val="1902"/>
                  </a:srgbClr>
                </a:gs>
                <a:gs pos="100000">
                  <a:srgbClr val="FFFFEF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367" name="Splat 1367"/>
            <p:cNvSpPr>
              <a:spLocks noGrp="1"/>
            </p:cNvSpPr>
            <p:nvPr/>
          </p:nvSpPr>
          <p:spPr>
            <a:xfrm rot="3147494">
              <a:off x="2487286" y="2858284"/>
              <a:ext cx="572997" cy="112604"/>
            </a:xfrm>
            <a:prstGeom prst="ellipse">
              <a:avLst/>
            </a:prstGeom>
            <a:gradFill>
              <a:gsLst>
                <a:gs pos="0">
                  <a:srgbClr val="EDEBE8">
                    <a:alpha val="32968"/>
                  </a:srgbClr>
                </a:gs>
                <a:gs pos="14286">
                  <a:srgbClr val="EDEBE8">
                    <a:alpha val="30764"/>
                  </a:srgbClr>
                </a:gs>
                <a:gs pos="28571">
                  <a:srgbClr val="EDEBE8">
                    <a:alpha val="24833"/>
                  </a:srgbClr>
                </a:gs>
                <a:gs pos="42857">
                  <a:srgbClr val="EDEBE8">
                    <a:alpha val="17075"/>
                  </a:srgbClr>
                </a:gs>
                <a:gs pos="57143">
                  <a:srgbClr val="EDEBE8">
                    <a:alpha val="9855"/>
                  </a:srgbClr>
                </a:gs>
                <a:gs pos="71429">
                  <a:srgbClr val="EDEBE8">
                    <a:alpha val="4740"/>
                  </a:srgbClr>
                </a:gs>
                <a:gs pos="85714">
                  <a:srgbClr val="EDEBE8">
                    <a:alpha val="1902"/>
                  </a:srgbClr>
                </a:gs>
                <a:gs pos="100000">
                  <a:srgbClr val="EDEBE8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368" name="Splat 1368"/>
            <p:cNvSpPr>
              <a:spLocks noGrp="1"/>
            </p:cNvSpPr>
            <p:nvPr/>
          </p:nvSpPr>
          <p:spPr>
            <a:xfrm rot="5001096">
              <a:off x="3137462" y="13447"/>
              <a:ext cx="433978" cy="58601"/>
            </a:xfrm>
            <a:prstGeom prst="ellipse">
              <a:avLst/>
            </a:prstGeom>
            <a:gradFill>
              <a:gsLst>
                <a:gs pos="0">
                  <a:srgbClr val="3C3280">
                    <a:alpha val="32968"/>
                  </a:srgbClr>
                </a:gs>
                <a:gs pos="14286">
                  <a:srgbClr val="3C3280">
                    <a:alpha val="30764"/>
                  </a:srgbClr>
                </a:gs>
                <a:gs pos="28571">
                  <a:srgbClr val="3C3280">
                    <a:alpha val="24833"/>
                  </a:srgbClr>
                </a:gs>
                <a:gs pos="42857">
                  <a:srgbClr val="3C3280">
                    <a:alpha val="17075"/>
                  </a:srgbClr>
                </a:gs>
                <a:gs pos="57143">
                  <a:srgbClr val="3C3280">
                    <a:alpha val="9855"/>
                  </a:srgbClr>
                </a:gs>
                <a:gs pos="71429">
                  <a:srgbClr val="3C3280">
                    <a:alpha val="4740"/>
                  </a:srgbClr>
                </a:gs>
                <a:gs pos="85714">
                  <a:srgbClr val="3C3280">
                    <a:alpha val="1902"/>
                  </a:srgbClr>
                </a:gs>
                <a:gs pos="100000">
                  <a:srgbClr val="3C3280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369" name="Splat 1369"/>
            <p:cNvSpPr>
              <a:spLocks noGrp="1"/>
            </p:cNvSpPr>
            <p:nvPr/>
          </p:nvSpPr>
          <p:spPr>
            <a:xfrm rot="4864547">
              <a:off x="3005044" y="515337"/>
              <a:ext cx="649089" cy="246005"/>
            </a:xfrm>
            <a:prstGeom prst="ellipse">
              <a:avLst/>
            </a:prstGeom>
            <a:gradFill>
              <a:gsLst>
                <a:gs pos="0">
                  <a:srgbClr val="EBF3FF">
                    <a:alpha val="32968"/>
                  </a:srgbClr>
                </a:gs>
                <a:gs pos="14286">
                  <a:srgbClr val="EBF3FF">
                    <a:alpha val="30764"/>
                  </a:srgbClr>
                </a:gs>
                <a:gs pos="28571">
                  <a:srgbClr val="EBF3FF">
                    <a:alpha val="24833"/>
                  </a:srgbClr>
                </a:gs>
                <a:gs pos="42857">
                  <a:srgbClr val="EBF3FF">
                    <a:alpha val="17075"/>
                  </a:srgbClr>
                </a:gs>
                <a:gs pos="57143">
                  <a:srgbClr val="EBF3FF">
                    <a:alpha val="9855"/>
                  </a:srgbClr>
                </a:gs>
                <a:gs pos="71429">
                  <a:srgbClr val="EBF3FF">
                    <a:alpha val="4740"/>
                  </a:srgbClr>
                </a:gs>
                <a:gs pos="85714">
                  <a:srgbClr val="EBF3FF">
                    <a:alpha val="1902"/>
                  </a:srgbClr>
                </a:gs>
                <a:gs pos="100000">
                  <a:srgbClr val="EBF3FF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370" name="Splat 1370"/>
            <p:cNvSpPr>
              <a:spLocks noGrp="1"/>
            </p:cNvSpPr>
            <p:nvPr/>
          </p:nvSpPr>
          <p:spPr>
            <a:xfrm rot="3096668">
              <a:off x="1205609" y="3151761"/>
              <a:ext cx="693524" cy="102779"/>
            </a:xfrm>
            <a:prstGeom prst="ellipse">
              <a:avLst/>
            </a:prstGeom>
            <a:gradFill>
              <a:gsLst>
                <a:gs pos="0">
                  <a:srgbClr val="F7F8F2">
                    <a:alpha val="32968"/>
                  </a:srgbClr>
                </a:gs>
                <a:gs pos="14286">
                  <a:srgbClr val="F7F8F2">
                    <a:alpha val="30764"/>
                  </a:srgbClr>
                </a:gs>
                <a:gs pos="28571">
                  <a:srgbClr val="F7F8F2">
                    <a:alpha val="24833"/>
                  </a:srgbClr>
                </a:gs>
                <a:gs pos="42857">
                  <a:srgbClr val="F7F8F2">
                    <a:alpha val="17075"/>
                  </a:srgbClr>
                </a:gs>
                <a:gs pos="57143">
                  <a:srgbClr val="F7F8F2">
                    <a:alpha val="9855"/>
                  </a:srgbClr>
                </a:gs>
                <a:gs pos="71429">
                  <a:srgbClr val="F7F8F2">
                    <a:alpha val="4740"/>
                  </a:srgbClr>
                </a:gs>
                <a:gs pos="85714">
                  <a:srgbClr val="F7F8F2">
                    <a:alpha val="1902"/>
                  </a:srgbClr>
                </a:gs>
                <a:gs pos="100000">
                  <a:srgbClr val="F7F8F2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371" name="Splat 1371"/>
            <p:cNvSpPr>
              <a:spLocks noGrp="1"/>
            </p:cNvSpPr>
            <p:nvPr/>
          </p:nvSpPr>
          <p:spPr>
            <a:xfrm rot="6255410">
              <a:off x="2953341" y="2628228"/>
              <a:ext cx="745477" cy="48459"/>
            </a:xfrm>
            <a:prstGeom prst="ellipse">
              <a:avLst/>
            </a:prstGeom>
            <a:gradFill>
              <a:gsLst>
                <a:gs pos="0">
                  <a:srgbClr val="374664">
                    <a:alpha val="21042"/>
                  </a:srgbClr>
                </a:gs>
                <a:gs pos="14286">
                  <a:srgbClr val="374664">
                    <a:alpha val="19519"/>
                  </a:srgbClr>
                </a:gs>
                <a:gs pos="28571">
                  <a:srgbClr val="374664">
                    <a:alpha val="15515"/>
                  </a:srgbClr>
                </a:gs>
                <a:gs pos="42857">
                  <a:srgbClr val="374664">
                    <a:alpha val="10469"/>
                  </a:srgbClr>
                </a:gs>
                <a:gs pos="57143">
                  <a:srgbClr val="374664">
                    <a:alpha val="5944"/>
                  </a:srgbClr>
                </a:gs>
                <a:gs pos="71429">
                  <a:srgbClr val="374664">
                    <a:alpha val="2828"/>
                  </a:srgbClr>
                </a:gs>
                <a:gs pos="85714">
                  <a:srgbClr val="374664">
                    <a:alpha val="1128"/>
                  </a:srgbClr>
                </a:gs>
                <a:gs pos="100000">
                  <a:srgbClr val="374664">
                    <a:alpha val="378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372" name="Splat 1372"/>
            <p:cNvSpPr>
              <a:spLocks noGrp="1"/>
            </p:cNvSpPr>
            <p:nvPr/>
          </p:nvSpPr>
          <p:spPr>
            <a:xfrm rot="-8667614">
              <a:off x="1018087" y="2276964"/>
              <a:ext cx="343321" cy="126688"/>
            </a:xfrm>
            <a:prstGeom prst="ellipse">
              <a:avLst/>
            </a:prstGeom>
            <a:gradFill>
              <a:gsLst>
                <a:gs pos="0">
                  <a:srgbClr val="0050AD">
                    <a:alpha val="26778"/>
                  </a:srgbClr>
                </a:gs>
                <a:gs pos="14286">
                  <a:srgbClr val="0050AD">
                    <a:alpha val="24909"/>
                  </a:srgbClr>
                </a:gs>
                <a:gs pos="28571">
                  <a:srgbClr val="0050AD">
                    <a:alpha val="19942"/>
                  </a:srgbClr>
                </a:gs>
                <a:gs pos="42857">
                  <a:srgbClr val="0050AD">
                    <a:alpha val="13575"/>
                  </a:srgbClr>
                </a:gs>
                <a:gs pos="57143">
                  <a:srgbClr val="0050AD">
                    <a:alpha val="7766"/>
                  </a:srgbClr>
                </a:gs>
                <a:gs pos="71429">
                  <a:srgbClr val="0050AD">
                    <a:alpha val="3713"/>
                  </a:srgbClr>
                </a:gs>
                <a:gs pos="85714">
                  <a:srgbClr val="0050AD">
                    <a:alpha val="1485"/>
                  </a:srgbClr>
                </a:gs>
                <a:gs pos="100000">
                  <a:srgbClr val="0050AD">
                    <a:alpha val="49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373" name="Splat 1373"/>
            <p:cNvSpPr>
              <a:spLocks noGrp="1"/>
            </p:cNvSpPr>
            <p:nvPr/>
          </p:nvSpPr>
          <p:spPr>
            <a:xfrm rot="5502274">
              <a:off x="-38" y="2529785"/>
              <a:ext cx="729955" cy="60013"/>
            </a:xfrm>
            <a:prstGeom prst="ellipse">
              <a:avLst/>
            </a:prstGeom>
            <a:gradFill>
              <a:gsLst>
                <a:gs pos="0">
                  <a:srgbClr val="6F3A00">
                    <a:alpha val="32968"/>
                  </a:srgbClr>
                </a:gs>
                <a:gs pos="14286">
                  <a:srgbClr val="6F3A00">
                    <a:alpha val="30764"/>
                  </a:srgbClr>
                </a:gs>
                <a:gs pos="28571">
                  <a:srgbClr val="6F3A00">
                    <a:alpha val="24833"/>
                  </a:srgbClr>
                </a:gs>
                <a:gs pos="42857">
                  <a:srgbClr val="6F3A00">
                    <a:alpha val="17075"/>
                  </a:srgbClr>
                </a:gs>
                <a:gs pos="57143">
                  <a:srgbClr val="6F3A00">
                    <a:alpha val="9855"/>
                  </a:srgbClr>
                </a:gs>
                <a:gs pos="71429">
                  <a:srgbClr val="6F3A00">
                    <a:alpha val="4740"/>
                  </a:srgbClr>
                </a:gs>
                <a:gs pos="85714">
                  <a:srgbClr val="6F3A00">
                    <a:alpha val="1902"/>
                  </a:srgbClr>
                </a:gs>
                <a:gs pos="100000">
                  <a:srgbClr val="6F3A00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374" name="Splat 1374"/>
            <p:cNvSpPr>
              <a:spLocks noGrp="1"/>
            </p:cNvSpPr>
            <p:nvPr/>
          </p:nvSpPr>
          <p:spPr>
            <a:xfrm rot="4784220">
              <a:off x="1630206" y="3369648"/>
              <a:ext cx="231537" cy="52500"/>
            </a:xfrm>
            <a:prstGeom prst="ellipse">
              <a:avLst/>
            </a:prstGeom>
            <a:gradFill>
              <a:gsLst>
                <a:gs pos="0">
                  <a:srgbClr val="132C96">
                    <a:alpha val="32968"/>
                  </a:srgbClr>
                </a:gs>
                <a:gs pos="14286">
                  <a:srgbClr val="132C96">
                    <a:alpha val="30764"/>
                  </a:srgbClr>
                </a:gs>
                <a:gs pos="28571">
                  <a:srgbClr val="132C96">
                    <a:alpha val="24833"/>
                  </a:srgbClr>
                </a:gs>
                <a:gs pos="42857">
                  <a:srgbClr val="132C96">
                    <a:alpha val="17075"/>
                  </a:srgbClr>
                </a:gs>
                <a:gs pos="57143">
                  <a:srgbClr val="132C96">
                    <a:alpha val="9855"/>
                  </a:srgbClr>
                </a:gs>
                <a:gs pos="71429">
                  <a:srgbClr val="132C96">
                    <a:alpha val="4740"/>
                  </a:srgbClr>
                </a:gs>
                <a:gs pos="85714">
                  <a:srgbClr val="132C96">
                    <a:alpha val="1902"/>
                  </a:srgbClr>
                </a:gs>
                <a:gs pos="100000">
                  <a:srgbClr val="132C96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375" name="Splat 1375"/>
            <p:cNvSpPr>
              <a:spLocks noGrp="1"/>
            </p:cNvSpPr>
            <p:nvPr/>
          </p:nvSpPr>
          <p:spPr>
            <a:xfrm rot="3997288">
              <a:off x="2705461" y="2302513"/>
              <a:ext cx="501400" cy="188716"/>
            </a:xfrm>
            <a:prstGeom prst="ellipse">
              <a:avLst/>
            </a:prstGeom>
            <a:gradFill>
              <a:gsLst>
                <a:gs pos="0">
                  <a:srgbClr val="F6F7F5">
                    <a:alpha val="29333"/>
                  </a:srgbClr>
                </a:gs>
                <a:gs pos="14286">
                  <a:srgbClr val="F6F7F5">
                    <a:alpha val="27321"/>
                  </a:srgbClr>
                </a:gs>
                <a:gs pos="28571">
                  <a:srgbClr val="F6F7F5">
                    <a:alpha val="21946"/>
                  </a:srgbClr>
                </a:gs>
                <a:gs pos="42857">
                  <a:srgbClr val="F6F7F5">
                    <a:alpha val="15000"/>
                  </a:srgbClr>
                </a:gs>
                <a:gs pos="57143">
                  <a:srgbClr val="F6F7F5">
                    <a:alpha val="8612"/>
                  </a:srgbClr>
                </a:gs>
                <a:gs pos="71429">
                  <a:srgbClr val="F6F7F5">
                    <a:alpha val="4128"/>
                  </a:srgbClr>
                </a:gs>
                <a:gs pos="85714">
                  <a:srgbClr val="F6F7F5">
                    <a:alpha val="1653"/>
                  </a:srgbClr>
                </a:gs>
                <a:gs pos="100000">
                  <a:srgbClr val="F6F7F5">
                    <a:alpha val="555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376" name="Splat 1376"/>
            <p:cNvSpPr>
              <a:spLocks noGrp="1"/>
            </p:cNvSpPr>
            <p:nvPr/>
          </p:nvSpPr>
          <p:spPr>
            <a:xfrm rot="6002843">
              <a:off x="3147993" y="3290042"/>
              <a:ext cx="489570" cy="64319"/>
            </a:xfrm>
            <a:prstGeom prst="ellipse">
              <a:avLst/>
            </a:prstGeom>
            <a:gradFill>
              <a:gsLst>
                <a:gs pos="0">
                  <a:srgbClr val="002075">
                    <a:alpha val="32968"/>
                  </a:srgbClr>
                </a:gs>
                <a:gs pos="14286">
                  <a:srgbClr val="002075">
                    <a:alpha val="30764"/>
                  </a:srgbClr>
                </a:gs>
                <a:gs pos="28571">
                  <a:srgbClr val="002075">
                    <a:alpha val="24833"/>
                  </a:srgbClr>
                </a:gs>
                <a:gs pos="42857">
                  <a:srgbClr val="002075">
                    <a:alpha val="17075"/>
                  </a:srgbClr>
                </a:gs>
                <a:gs pos="57143">
                  <a:srgbClr val="002075">
                    <a:alpha val="9855"/>
                  </a:srgbClr>
                </a:gs>
                <a:gs pos="71429">
                  <a:srgbClr val="002075">
                    <a:alpha val="4740"/>
                  </a:srgbClr>
                </a:gs>
                <a:gs pos="85714">
                  <a:srgbClr val="002075">
                    <a:alpha val="1902"/>
                  </a:srgbClr>
                </a:gs>
                <a:gs pos="100000">
                  <a:srgbClr val="002075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377" name="Splat 1377"/>
            <p:cNvSpPr>
              <a:spLocks noGrp="1"/>
            </p:cNvSpPr>
            <p:nvPr/>
          </p:nvSpPr>
          <p:spPr>
            <a:xfrm rot="7365993">
              <a:off x="3053063" y="1445062"/>
              <a:ext cx="387780" cy="191070"/>
            </a:xfrm>
            <a:prstGeom prst="ellipse">
              <a:avLst/>
            </a:prstGeom>
            <a:gradFill>
              <a:gsLst>
                <a:gs pos="0">
                  <a:srgbClr val="FAF8E7">
                    <a:alpha val="32968"/>
                  </a:srgbClr>
                </a:gs>
                <a:gs pos="14286">
                  <a:srgbClr val="FAF8E7">
                    <a:alpha val="30764"/>
                  </a:srgbClr>
                </a:gs>
                <a:gs pos="28571">
                  <a:srgbClr val="FAF8E7">
                    <a:alpha val="24833"/>
                  </a:srgbClr>
                </a:gs>
                <a:gs pos="42857">
                  <a:srgbClr val="FAF8E7">
                    <a:alpha val="17075"/>
                  </a:srgbClr>
                </a:gs>
                <a:gs pos="57143">
                  <a:srgbClr val="FAF8E7">
                    <a:alpha val="9855"/>
                  </a:srgbClr>
                </a:gs>
                <a:gs pos="71429">
                  <a:srgbClr val="FAF8E7">
                    <a:alpha val="4740"/>
                  </a:srgbClr>
                </a:gs>
                <a:gs pos="85714">
                  <a:srgbClr val="FAF8E7">
                    <a:alpha val="1902"/>
                  </a:srgbClr>
                </a:gs>
                <a:gs pos="100000">
                  <a:srgbClr val="FAF8E7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378" name="Splat 1378"/>
            <p:cNvSpPr>
              <a:spLocks noGrp="1"/>
            </p:cNvSpPr>
            <p:nvPr/>
          </p:nvSpPr>
          <p:spPr>
            <a:xfrm rot="-10137006">
              <a:off x="1335648" y="1974510"/>
              <a:ext cx="379871" cy="147572"/>
            </a:xfrm>
            <a:prstGeom prst="ellipse">
              <a:avLst/>
            </a:prstGeom>
            <a:gradFill>
              <a:gsLst>
                <a:gs pos="0">
                  <a:srgbClr val="F5F8F2">
                    <a:alpha val="32968"/>
                  </a:srgbClr>
                </a:gs>
                <a:gs pos="14286">
                  <a:srgbClr val="F5F8F2">
                    <a:alpha val="30764"/>
                  </a:srgbClr>
                </a:gs>
                <a:gs pos="28571">
                  <a:srgbClr val="F5F8F2">
                    <a:alpha val="24833"/>
                  </a:srgbClr>
                </a:gs>
                <a:gs pos="42857">
                  <a:srgbClr val="F5F8F2">
                    <a:alpha val="17075"/>
                  </a:srgbClr>
                </a:gs>
                <a:gs pos="57143">
                  <a:srgbClr val="F5F8F2">
                    <a:alpha val="9855"/>
                  </a:srgbClr>
                </a:gs>
                <a:gs pos="71429">
                  <a:srgbClr val="F5F8F2">
                    <a:alpha val="4740"/>
                  </a:srgbClr>
                </a:gs>
                <a:gs pos="85714">
                  <a:srgbClr val="F5F8F2">
                    <a:alpha val="1902"/>
                  </a:srgbClr>
                </a:gs>
                <a:gs pos="100000">
                  <a:srgbClr val="F5F8F2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379" name="Splat 1379"/>
            <p:cNvSpPr>
              <a:spLocks noGrp="1"/>
            </p:cNvSpPr>
            <p:nvPr/>
          </p:nvSpPr>
          <p:spPr>
            <a:xfrm rot="3393303">
              <a:off x="631736" y="2082613"/>
              <a:ext cx="761469" cy="114292"/>
            </a:xfrm>
            <a:prstGeom prst="ellipse">
              <a:avLst/>
            </a:prstGeom>
            <a:gradFill>
              <a:gsLst>
                <a:gs pos="0">
                  <a:srgbClr val="EBECEC">
                    <a:alpha val="32968"/>
                  </a:srgbClr>
                </a:gs>
                <a:gs pos="14286">
                  <a:srgbClr val="EBECEC">
                    <a:alpha val="30764"/>
                  </a:srgbClr>
                </a:gs>
                <a:gs pos="28571">
                  <a:srgbClr val="EBECEC">
                    <a:alpha val="24833"/>
                  </a:srgbClr>
                </a:gs>
                <a:gs pos="42857">
                  <a:srgbClr val="EBECEC">
                    <a:alpha val="17075"/>
                  </a:srgbClr>
                </a:gs>
                <a:gs pos="57143">
                  <a:srgbClr val="EBECEC">
                    <a:alpha val="9855"/>
                  </a:srgbClr>
                </a:gs>
                <a:gs pos="71429">
                  <a:srgbClr val="EBECEC">
                    <a:alpha val="4740"/>
                  </a:srgbClr>
                </a:gs>
                <a:gs pos="85714">
                  <a:srgbClr val="EBECEC">
                    <a:alpha val="1902"/>
                  </a:srgbClr>
                </a:gs>
                <a:gs pos="100000">
                  <a:srgbClr val="EBECEC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380" name="Splat 1380"/>
            <p:cNvSpPr>
              <a:spLocks noGrp="1"/>
            </p:cNvSpPr>
            <p:nvPr/>
          </p:nvSpPr>
          <p:spPr>
            <a:xfrm rot="3306574">
              <a:off x="3072911" y="14699"/>
              <a:ext cx="700042" cy="108527"/>
            </a:xfrm>
            <a:prstGeom prst="ellipse">
              <a:avLst/>
            </a:prstGeom>
            <a:gradFill>
              <a:gsLst>
                <a:gs pos="0">
                  <a:srgbClr val="FEFFFD">
                    <a:alpha val="19315"/>
                  </a:srgbClr>
                </a:gs>
                <a:gs pos="14286">
                  <a:srgbClr val="FEFFFD">
                    <a:alpha val="17902"/>
                  </a:srgbClr>
                </a:gs>
                <a:gs pos="28571">
                  <a:srgbClr val="FEFFFD">
                    <a:alpha val="14201"/>
                  </a:srgbClr>
                </a:gs>
                <a:gs pos="42857">
                  <a:srgbClr val="FEFFFD">
                    <a:alpha val="9558"/>
                  </a:srgbClr>
                </a:gs>
                <a:gs pos="57143">
                  <a:srgbClr val="FEFFFD">
                    <a:alpha val="5415"/>
                  </a:srgbClr>
                </a:gs>
                <a:gs pos="71429">
                  <a:srgbClr val="FEFFFD">
                    <a:alpha val="2572"/>
                  </a:srgbClr>
                </a:gs>
                <a:gs pos="85714">
                  <a:srgbClr val="FEFFFD">
                    <a:alpha val="1025"/>
                  </a:srgbClr>
                </a:gs>
                <a:gs pos="100000">
                  <a:srgbClr val="FEFFFD">
                    <a:alpha val="344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381" name="Splat 1381"/>
            <p:cNvSpPr>
              <a:spLocks noGrp="1"/>
            </p:cNvSpPr>
            <p:nvPr/>
          </p:nvSpPr>
          <p:spPr>
            <a:xfrm rot="9209408">
              <a:off x="1941697" y="3577755"/>
              <a:ext cx="392517" cy="131950"/>
            </a:xfrm>
            <a:prstGeom prst="ellipse">
              <a:avLst/>
            </a:prstGeom>
            <a:gradFill>
              <a:gsLst>
                <a:gs pos="0">
                  <a:srgbClr val="B2A275">
                    <a:alpha val="32968"/>
                  </a:srgbClr>
                </a:gs>
                <a:gs pos="14286">
                  <a:srgbClr val="B2A275">
                    <a:alpha val="30764"/>
                  </a:srgbClr>
                </a:gs>
                <a:gs pos="28571">
                  <a:srgbClr val="B2A275">
                    <a:alpha val="24833"/>
                  </a:srgbClr>
                </a:gs>
                <a:gs pos="42857">
                  <a:srgbClr val="B2A275">
                    <a:alpha val="17075"/>
                  </a:srgbClr>
                </a:gs>
                <a:gs pos="57143">
                  <a:srgbClr val="B2A275">
                    <a:alpha val="9855"/>
                  </a:srgbClr>
                </a:gs>
                <a:gs pos="71429">
                  <a:srgbClr val="B2A275">
                    <a:alpha val="4740"/>
                  </a:srgbClr>
                </a:gs>
                <a:gs pos="85714">
                  <a:srgbClr val="B2A275">
                    <a:alpha val="1902"/>
                  </a:srgbClr>
                </a:gs>
                <a:gs pos="100000">
                  <a:srgbClr val="B2A275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382" name="Splat 1382"/>
            <p:cNvSpPr>
              <a:spLocks noGrp="1"/>
            </p:cNvSpPr>
            <p:nvPr/>
          </p:nvSpPr>
          <p:spPr>
            <a:xfrm rot="-10201345">
              <a:off x="991293" y="2346390"/>
              <a:ext cx="678520" cy="143296"/>
            </a:xfrm>
            <a:prstGeom prst="ellipse">
              <a:avLst/>
            </a:prstGeom>
            <a:gradFill>
              <a:gsLst>
                <a:gs pos="0">
                  <a:srgbClr val="F6F2F2">
                    <a:alpha val="32968"/>
                  </a:srgbClr>
                </a:gs>
                <a:gs pos="14286">
                  <a:srgbClr val="F6F2F2">
                    <a:alpha val="30764"/>
                  </a:srgbClr>
                </a:gs>
                <a:gs pos="28571">
                  <a:srgbClr val="F6F2F2">
                    <a:alpha val="24833"/>
                  </a:srgbClr>
                </a:gs>
                <a:gs pos="42857">
                  <a:srgbClr val="F6F2F2">
                    <a:alpha val="17075"/>
                  </a:srgbClr>
                </a:gs>
                <a:gs pos="57143">
                  <a:srgbClr val="F6F2F2">
                    <a:alpha val="9855"/>
                  </a:srgbClr>
                </a:gs>
                <a:gs pos="71429">
                  <a:srgbClr val="F6F2F2">
                    <a:alpha val="4740"/>
                  </a:srgbClr>
                </a:gs>
                <a:gs pos="85714">
                  <a:srgbClr val="F6F2F2">
                    <a:alpha val="1902"/>
                  </a:srgbClr>
                </a:gs>
                <a:gs pos="100000">
                  <a:srgbClr val="F6F2F2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383" name="Splat 1383"/>
            <p:cNvSpPr>
              <a:spLocks noGrp="1"/>
            </p:cNvSpPr>
            <p:nvPr/>
          </p:nvSpPr>
          <p:spPr>
            <a:xfrm rot="4624786">
              <a:off x="2899586" y="493958"/>
              <a:ext cx="599270" cy="60587"/>
            </a:xfrm>
            <a:prstGeom prst="ellipse">
              <a:avLst/>
            </a:prstGeom>
            <a:gradFill>
              <a:gsLst>
                <a:gs pos="0">
                  <a:srgbClr val="F1E4CB">
                    <a:alpha val="29411"/>
                  </a:srgbClr>
                </a:gs>
                <a:gs pos="14286">
                  <a:srgbClr val="F1E4CB">
                    <a:alpha val="27394"/>
                  </a:srgbClr>
                </a:gs>
                <a:gs pos="28571">
                  <a:srgbClr val="F1E4CB">
                    <a:alpha val="22008"/>
                  </a:srgbClr>
                </a:gs>
                <a:gs pos="42857">
                  <a:srgbClr val="F1E4CB">
                    <a:alpha val="15044"/>
                  </a:srgbClr>
                </a:gs>
                <a:gs pos="57143">
                  <a:srgbClr val="F1E4CB">
                    <a:alpha val="8638"/>
                  </a:srgbClr>
                </a:gs>
                <a:gs pos="71429">
                  <a:srgbClr val="F1E4CB">
                    <a:alpha val="4141"/>
                  </a:srgbClr>
                </a:gs>
                <a:gs pos="85714">
                  <a:srgbClr val="F1E4CB">
                    <a:alpha val="1658"/>
                  </a:srgbClr>
                </a:gs>
                <a:gs pos="100000">
                  <a:srgbClr val="F1E4CB">
                    <a:alpha val="557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384" name="Splat 1384"/>
            <p:cNvSpPr>
              <a:spLocks noGrp="1"/>
            </p:cNvSpPr>
            <p:nvPr/>
          </p:nvSpPr>
          <p:spPr>
            <a:xfrm rot="5064616">
              <a:off x="3448699" y="840007"/>
              <a:ext cx="295676" cy="97492"/>
            </a:xfrm>
            <a:prstGeom prst="ellipse">
              <a:avLst/>
            </a:prstGeom>
            <a:gradFill>
              <a:gsLst>
                <a:gs pos="0">
                  <a:srgbClr val="000065">
                    <a:alpha val="32968"/>
                  </a:srgbClr>
                </a:gs>
                <a:gs pos="14286">
                  <a:srgbClr val="000065">
                    <a:alpha val="30764"/>
                  </a:srgbClr>
                </a:gs>
                <a:gs pos="28571">
                  <a:srgbClr val="000065">
                    <a:alpha val="24833"/>
                  </a:srgbClr>
                </a:gs>
                <a:gs pos="42857">
                  <a:srgbClr val="000065">
                    <a:alpha val="17075"/>
                  </a:srgbClr>
                </a:gs>
                <a:gs pos="57143">
                  <a:srgbClr val="000065">
                    <a:alpha val="9855"/>
                  </a:srgbClr>
                </a:gs>
                <a:gs pos="71429">
                  <a:srgbClr val="000065">
                    <a:alpha val="4740"/>
                  </a:srgbClr>
                </a:gs>
                <a:gs pos="85714">
                  <a:srgbClr val="000065">
                    <a:alpha val="1902"/>
                  </a:srgbClr>
                </a:gs>
                <a:gs pos="100000">
                  <a:srgbClr val="000065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385" name="Splat 1385"/>
            <p:cNvSpPr>
              <a:spLocks noGrp="1"/>
            </p:cNvSpPr>
            <p:nvPr/>
          </p:nvSpPr>
          <p:spPr>
            <a:xfrm rot="-10609320">
              <a:off x="3086988" y="2794545"/>
              <a:ext cx="611010" cy="125451"/>
            </a:xfrm>
            <a:prstGeom prst="ellipse">
              <a:avLst/>
            </a:prstGeom>
            <a:gradFill>
              <a:gsLst>
                <a:gs pos="0">
                  <a:srgbClr val="E7EBE0">
                    <a:alpha val="32968"/>
                  </a:srgbClr>
                </a:gs>
                <a:gs pos="14286">
                  <a:srgbClr val="E7EBE0">
                    <a:alpha val="30764"/>
                  </a:srgbClr>
                </a:gs>
                <a:gs pos="28571">
                  <a:srgbClr val="E7EBE0">
                    <a:alpha val="24833"/>
                  </a:srgbClr>
                </a:gs>
                <a:gs pos="42857">
                  <a:srgbClr val="E7EBE0">
                    <a:alpha val="17075"/>
                  </a:srgbClr>
                </a:gs>
                <a:gs pos="57143">
                  <a:srgbClr val="E7EBE0">
                    <a:alpha val="9855"/>
                  </a:srgbClr>
                </a:gs>
                <a:gs pos="71429">
                  <a:srgbClr val="E7EBE0">
                    <a:alpha val="4740"/>
                  </a:srgbClr>
                </a:gs>
                <a:gs pos="85714">
                  <a:srgbClr val="E7EBE0">
                    <a:alpha val="1902"/>
                  </a:srgbClr>
                </a:gs>
                <a:gs pos="100000">
                  <a:srgbClr val="E7EBE0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386" name="Splat 1386"/>
            <p:cNvSpPr>
              <a:spLocks noGrp="1"/>
            </p:cNvSpPr>
            <p:nvPr/>
          </p:nvSpPr>
          <p:spPr>
            <a:xfrm rot="-8275427">
              <a:off x="3375493" y="1684251"/>
              <a:ext cx="361142" cy="85286"/>
            </a:xfrm>
            <a:prstGeom prst="ellipse">
              <a:avLst/>
            </a:prstGeom>
            <a:gradFill>
              <a:gsLst>
                <a:gs pos="0">
                  <a:srgbClr val="FFFDFF">
                    <a:alpha val="32968"/>
                  </a:srgbClr>
                </a:gs>
                <a:gs pos="14286">
                  <a:srgbClr val="FFFDFF">
                    <a:alpha val="30764"/>
                  </a:srgbClr>
                </a:gs>
                <a:gs pos="28571">
                  <a:srgbClr val="FFFDFF">
                    <a:alpha val="24833"/>
                  </a:srgbClr>
                </a:gs>
                <a:gs pos="42857">
                  <a:srgbClr val="FFFDFF">
                    <a:alpha val="17075"/>
                  </a:srgbClr>
                </a:gs>
                <a:gs pos="57143">
                  <a:srgbClr val="FFFDFF">
                    <a:alpha val="9855"/>
                  </a:srgbClr>
                </a:gs>
                <a:gs pos="71429">
                  <a:srgbClr val="FFFDFF">
                    <a:alpha val="4740"/>
                  </a:srgbClr>
                </a:gs>
                <a:gs pos="85714">
                  <a:srgbClr val="FFFDFF">
                    <a:alpha val="1902"/>
                  </a:srgbClr>
                </a:gs>
                <a:gs pos="100000">
                  <a:srgbClr val="FFFDFF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387" name="Splat 1387"/>
            <p:cNvSpPr>
              <a:spLocks noGrp="1"/>
            </p:cNvSpPr>
            <p:nvPr/>
          </p:nvSpPr>
          <p:spPr>
            <a:xfrm rot="5674263">
              <a:off x="2802571" y="3429992"/>
              <a:ext cx="486196" cy="180575"/>
            </a:xfrm>
            <a:prstGeom prst="ellipse">
              <a:avLst/>
            </a:prstGeom>
            <a:gradFill>
              <a:gsLst>
                <a:gs pos="0">
                  <a:srgbClr val="FAFDF1">
                    <a:alpha val="32968"/>
                  </a:srgbClr>
                </a:gs>
                <a:gs pos="14286">
                  <a:srgbClr val="FAFDF1">
                    <a:alpha val="30764"/>
                  </a:srgbClr>
                </a:gs>
                <a:gs pos="28571">
                  <a:srgbClr val="FAFDF1">
                    <a:alpha val="24833"/>
                  </a:srgbClr>
                </a:gs>
                <a:gs pos="42857">
                  <a:srgbClr val="FAFDF1">
                    <a:alpha val="17075"/>
                  </a:srgbClr>
                </a:gs>
                <a:gs pos="57143">
                  <a:srgbClr val="FAFDF1">
                    <a:alpha val="9855"/>
                  </a:srgbClr>
                </a:gs>
                <a:gs pos="71429">
                  <a:srgbClr val="FAFDF1">
                    <a:alpha val="4740"/>
                  </a:srgbClr>
                </a:gs>
                <a:gs pos="85714">
                  <a:srgbClr val="FAFDF1">
                    <a:alpha val="1902"/>
                  </a:srgbClr>
                </a:gs>
                <a:gs pos="100000">
                  <a:srgbClr val="FAFDF1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388" name="Splat 1388"/>
            <p:cNvSpPr>
              <a:spLocks noGrp="1"/>
            </p:cNvSpPr>
            <p:nvPr/>
          </p:nvSpPr>
          <p:spPr>
            <a:xfrm rot="-10315620">
              <a:off x="2220602" y="2045264"/>
              <a:ext cx="298802" cy="110374"/>
            </a:xfrm>
            <a:prstGeom prst="ellipse">
              <a:avLst/>
            </a:prstGeom>
            <a:gradFill>
              <a:gsLst>
                <a:gs pos="0">
                  <a:srgbClr val="00319A">
                    <a:alpha val="32968"/>
                  </a:srgbClr>
                </a:gs>
                <a:gs pos="14286">
                  <a:srgbClr val="00319A">
                    <a:alpha val="30764"/>
                  </a:srgbClr>
                </a:gs>
                <a:gs pos="28571">
                  <a:srgbClr val="00319A">
                    <a:alpha val="24833"/>
                  </a:srgbClr>
                </a:gs>
                <a:gs pos="42857">
                  <a:srgbClr val="00319A">
                    <a:alpha val="17075"/>
                  </a:srgbClr>
                </a:gs>
                <a:gs pos="57143">
                  <a:srgbClr val="00319A">
                    <a:alpha val="9855"/>
                  </a:srgbClr>
                </a:gs>
                <a:gs pos="71429">
                  <a:srgbClr val="00319A">
                    <a:alpha val="4740"/>
                  </a:srgbClr>
                </a:gs>
                <a:gs pos="85714">
                  <a:srgbClr val="00319A">
                    <a:alpha val="1902"/>
                  </a:srgbClr>
                </a:gs>
                <a:gs pos="100000">
                  <a:srgbClr val="00319A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389" name="Splat 1389"/>
            <p:cNvSpPr>
              <a:spLocks noGrp="1"/>
            </p:cNvSpPr>
            <p:nvPr/>
          </p:nvSpPr>
          <p:spPr>
            <a:xfrm rot="6173305">
              <a:off x="2885141" y="3572465"/>
              <a:ext cx="551086" cy="113559"/>
            </a:xfrm>
            <a:prstGeom prst="ellipse">
              <a:avLst/>
            </a:prstGeom>
            <a:gradFill>
              <a:gsLst>
                <a:gs pos="0">
                  <a:srgbClr val="F1F0EC">
                    <a:alpha val="32968"/>
                  </a:srgbClr>
                </a:gs>
                <a:gs pos="14286">
                  <a:srgbClr val="F1F0EC">
                    <a:alpha val="30764"/>
                  </a:srgbClr>
                </a:gs>
                <a:gs pos="28571">
                  <a:srgbClr val="F1F0EC">
                    <a:alpha val="24833"/>
                  </a:srgbClr>
                </a:gs>
                <a:gs pos="42857">
                  <a:srgbClr val="F1F0EC">
                    <a:alpha val="17075"/>
                  </a:srgbClr>
                </a:gs>
                <a:gs pos="57143">
                  <a:srgbClr val="F1F0EC">
                    <a:alpha val="9855"/>
                  </a:srgbClr>
                </a:gs>
                <a:gs pos="71429">
                  <a:srgbClr val="F1F0EC">
                    <a:alpha val="4740"/>
                  </a:srgbClr>
                </a:gs>
                <a:gs pos="85714">
                  <a:srgbClr val="F1F0EC">
                    <a:alpha val="1902"/>
                  </a:srgbClr>
                </a:gs>
                <a:gs pos="100000">
                  <a:srgbClr val="F1F0EC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390" name="Splat 1390"/>
            <p:cNvSpPr>
              <a:spLocks noGrp="1"/>
            </p:cNvSpPr>
            <p:nvPr/>
          </p:nvSpPr>
          <p:spPr>
            <a:xfrm rot="-9870306">
              <a:off x="1984110" y="3543411"/>
              <a:ext cx="292168" cy="87681"/>
            </a:xfrm>
            <a:prstGeom prst="ellipse">
              <a:avLst/>
            </a:prstGeom>
            <a:gradFill>
              <a:gsLst>
                <a:gs pos="0">
                  <a:srgbClr val="FFF3FC">
                    <a:alpha val="17302"/>
                  </a:srgbClr>
                </a:gs>
                <a:gs pos="14286">
                  <a:srgbClr val="FFF3FC">
                    <a:alpha val="16022"/>
                  </a:srgbClr>
                </a:gs>
                <a:gs pos="28571">
                  <a:srgbClr val="FFF3FC">
                    <a:alpha val="12679"/>
                  </a:srgbClr>
                </a:gs>
                <a:gs pos="42857">
                  <a:srgbClr val="FFF3FC">
                    <a:alpha val="8509"/>
                  </a:srgbClr>
                </a:gs>
                <a:gs pos="57143">
                  <a:srgbClr val="FFF3FC">
                    <a:alpha val="4808"/>
                  </a:srgbClr>
                </a:gs>
                <a:gs pos="71429">
                  <a:srgbClr val="FFF3FC">
                    <a:alpha val="2280"/>
                  </a:srgbClr>
                </a:gs>
                <a:gs pos="85714">
                  <a:srgbClr val="FFF3FC">
                    <a:alpha val="908"/>
                  </a:srgbClr>
                </a:gs>
                <a:gs pos="100000">
                  <a:srgbClr val="FFF3FC">
                    <a:alpha val="304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391" name="Splat 1391"/>
            <p:cNvSpPr>
              <a:spLocks noGrp="1"/>
            </p:cNvSpPr>
            <p:nvPr/>
          </p:nvSpPr>
          <p:spPr>
            <a:xfrm rot="3870417">
              <a:off x="1152728" y="2878001"/>
              <a:ext cx="453488" cy="117463"/>
            </a:xfrm>
            <a:prstGeom prst="ellipse">
              <a:avLst/>
            </a:prstGeom>
            <a:gradFill>
              <a:gsLst>
                <a:gs pos="0">
                  <a:srgbClr val="F9FFFF">
                    <a:alpha val="32968"/>
                  </a:srgbClr>
                </a:gs>
                <a:gs pos="14286">
                  <a:srgbClr val="F9FFFF">
                    <a:alpha val="30764"/>
                  </a:srgbClr>
                </a:gs>
                <a:gs pos="28571">
                  <a:srgbClr val="F9FFFF">
                    <a:alpha val="24833"/>
                  </a:srgbClr>
                </a:gs>
                <a:gs pos="42857">
                  <a:srgbClr val="F9FFFF">
                    <a:alpha val="17075"/>
                  </a:srgbClr>
                </a:gs>
                <a:gs pos="57143">
                  <a:srgbClr val="F9FFFF">
                    <a:alpha val="9855"/>
                  </a:srgbClr>
                </a:gs>
                <a:gs pos="71429">
                  <a:srgbClr val="F9FFFF">
                    <a:alpha val="4740"/>
                  </a:srgbClr>
                </a:gs>
                <a:gs pos="85714">
                  <a:srgbClr val="F9FFFF">
                    <a:alpha val="1902"/>
                  </a:srgbClr>
                </a:gs>
                <a:gs pos="100000">
                  <a:srgbClr val="F9FFFF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392" name="Splat 1392"/>
            <p:cNvSpPr>
              <a:spLocks noGrp="1"/>
            </p:cNvSpPr>
            <p:nvPr/>
          </p:nvSpPr>
          <p:spPr>
            <a:xfrm rot="-8101747">
              <a:off x="2544806" y="2669893"/>
              <a:ext cx="596890" cy="240314"/>
            </a:xfrm>
            <a:prstGeom prst="ellipse">
              <a:avLst/>
            </a:prstGeom>
            <a:gradFill>
              <a:gsLst>
                <a:gs pos="0">
                  <a:srgbClr val="FFFFFA">
                    <a:alpha val="27324"/>
                  </a:srgbClr>
                </a:gs>
                <a:gs pos="14286">
                  <a:srgbClr val="FFFFFA">
                    <a:alpha val="25423"/>
                  </a:srgbClr>
                </a:gs>
                <a:gs pos="28571">
                  <a:srgbClr val="FFFFFA">
                    <a:alpha val="20369"/>
                  </a:srgbClr>
                </a:gs>
                <a:gs pos="42857">
                  <a:srgbClr val="FFFFFA">
                    <a:alpha val="13877"/>
                  </a:srgbClr>
                </a:gs>
                <a:gs pos="57143">
                  <a:srgbClr val="FFFFFA">
                    <a:alpha val="7945"/>
                  </a:srgbClr>
                </a:gs>
                <a:gs pos="71429">
                  <a:srgbClr val="FFFFFA">
                    <a:alpha val="3801"/>
                  </a:srgbClr>
                </a:gs>
                <a:gs pos="85714">
                  <a:srgbClr val="FFFFFA">
                    <a:alpha val="1521"/>
                  </a:srgbClr>
                </a:gs>
                <a:gs pos="100000">
                  <a:srgbClr val="FFFFFA">
                    <a:alpha val="511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393" name="Splat 1393"/>
            <p:cNvSpPr>
              <a:spLocks noGrp="1"/>
            </p:cNvSpPr>
            <p:nvPr/>
          </p:nvSpPr>
          <p:spPr>
            <a:xfrm rot="8282714">
              <a:off x="606013" y="2352599"/>
              <a:ext cx="467774" cy="229478"/>
            </a:xfrm>
            <a:prstGeom prst="ellipse">
              <a:avLst/>
            </a:prstGeom>
            <a:gradFill>
              <a:gsLst>
                <a:gs pos="0">
                  <a:srgbClr val="00B0FF">
                    <a:alpha val="32779"/>
                  </a:srgbClr>
                </a:gs>
                <a:gs pos="14286">
                  <a:srgbClr val="00B0FF">
                    <a:alpha val="30585"/>
                  </a:srgbClr>
                </a:gs>
                <a:gs pos="28571">
                  <a:srgbClr val="00B0FF">
                    <a:alpha val="24682"/>
                  </a:srgbClr>
                </a:gs>
                <a:gs pos="42857">
                  <a:srgbClr val="00B0FF">
                    <a:alpha val="16966"/>
                  </a:srgbClr>
                </a:gs>
                <a:gs pos="57143">
                  <a:srgbClr val="00B0FF">
                    <a:alpha val="9789"/>
                  </a:srgbClr>
                </a:gs>
                <a:gs pos="71429">
                  <a:srgbClr val="00B0FF">
                    <a:alpha val="4708"/>
                  </a:srgbClr>
                </a:gs>
                <a:gs pos="85714">
                  <a:srgbClr val="00B0FF">
                    <a:alpha val="1889"/>
                  </a:srgbClr>
                </a:gs>
                <a:gs pos="100000">
                  <a:srgbClr val="00B0FF">
                    <a:alpha val="635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394" name="Splat 1394"/>
            <p:cNvSpPr>
              <a:spLocks noGrp="1"/>
            </p:cNvSpPr>
            <p:nvPr/>
          </p:nvSpPr>
          <p:spPr>
            <a:xfrm rot="6299323">
              <a:off x="3128882" y="2425038"/>
              <a:ext cx="360472" cy="52092"/>
            </a:xfrm>
            <a:prstGeom prst="ellipse">
              <a:avLst/>
            </a:prstGeom>
            <a:gradFill>
              <a:gsLst>
                <a:gs pos="0">
                  <a:srgbClr val="112475">
                    <a:alpha val="32968"/>
                  </a:srgbClr>
                </a:gs>
                <a:gs pos="14286">
                  <a:srgbClr val="112475">
                    <a:alpha val="30764"/>
                  </a:srgbClr>
                </a:gs>
                <a:gs pos="28571">
                  <a:srgbClr val="112475">
                    <a:alpha val="24833"/>
                  </a:srgbClr>
                </a:gs>
                <a:gs pos="42857">
                  <a:srgbClr val="112475">
                    <a:alpha val="17075"/>
                  </a:srgbClr>
                </a:gs>
                <a:gs pos="57143">
                  <a:srgbClr val="112475">
                    <a:alpha val="9855"/>
                  </a:srgbClr>
                </a:gs>
                <a:gs pos="71429">
                  <a:srgbClr val="112475">
                    <a:alpha val="4740"/>
                  </a:srgbClr>
                </a:gs>
                <a:gs pos="85714">
                  <a:srgbClr val="112475">
                    <a:alpha val="1902"/>
                  </a:srgbClr>
                </a:gs>
                <a:gs pos="100000">
                  <a:srgbClr val="112475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395" name="Splat 1395"/>
            <p:cNvSpPr>
              <a:spLocks noGrp="1"/>
            </p:cNvSpPr>
            <p:nvPr/>
          </p:nvSpPr>
          <p:spPr>
            <a:xfrm rot="6523386">
              <a:off x="2738016" y="1978550"/>
              <a:ext cx="684789" cy="96374"/>
            </a:xfrm>
            <a:prstGeom prst="ellipse">
              <a:avLst/>
            </a:prstGeom>
            <a:gradFill>
              <a:gsLst>
                <a:gs pos="0">
                  <a:srgbClr val="FFFFFA">
                    <a:alpha val="32968"/>
                  </a:srgbClr>
                </a:gs>
                <a:gs pos="14286">
                  <a:srgbClr val="FFFFFA">
                    <a:alpha val="30764"/>
                  </a:srgbClr>
                </a:gs>
                <a:gs pos="28571">
                  <a:srgbClr val="FFFFFA">
                    <a:alpha val="24833"/>
                  </a:srgbClr>
                </a:gs>
                <a:gs pos="42857">
                  <a:srgbClr val="FFFFFA">
                    <a:alpha val="17075"/>
                  </a:srgbClr>
                </a:gs>
                <a:gs pos="57143">
                  <a:srgbClr val="FFFFFA">
                    <a:alpha val="9855"/>
                  </a:srgbClr>
                </a:gs>
                <a:gs pos="71429">
                  <a:srgbClr val="FFFFFA">
                    <a:alpha val="4740"/>
                  </a:srgbClr>
                </a:gs>
                <a:gs pos="85714">
                  <a:srgbClr val="FFFFFA">
                    <a:alpha val="1902"/>
                  </a:srgbClr>
                </a:gs>
                <a:gs pos="100000">
                  <a:srgbClr val="FFFFFA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396" name="Splat 1396"/>
            <p:cNvSpPr>
              <a:spLocks noGrp="1"/>
            </p:cNvSpPr>
            <p:nvPr/>
          </p:nvSpPr>
          <p:spPr>
            <a:xfrm rot="2956748">
              <a:off x="1894437" y="1932385"/>
              <a:ext cx="418942" cy="75749"/>
            </a:xfrm>
            <a:prstGeom prst="ellipse">
              <a:avLst/>
            </a:prstGeom>
            <a:gradFill>
              <a:gsLst>
                <a:gs pos="0">
                  <a:srgbClr val="576599">
                    <a:alpha val="32968"/>
                  </a:srgbClr>
                </a:gs>
                <a:gs pos="14286">
                  <a:srgbClr val="576599">
                    <a:alpha val="30764"/>
                  </a:srgbClr>
                </a:gs>
                <a:gs pos="28571">
                  <a:srgbClr val="576599">
                    <a:alpha val="24833"/>
                  </a:srgbClr>
                </a:gs>
                <a:gs pos="42857">
                  <a:srgbClr val="576599">
                    <a:alpha val="17075"/>
                  </a:srgbClr>
                </a:gs>
                <a:gs pos="57143">
                  <a:srgbClr val="576599">
                    <a:alpha val="9855"/>
                  </a:srgbClr>
                </a:gs>
                <a:gs pos="71429">
                  <a:srgbClr val="576599">
                    <a:alpha val="4740"/>
                  </a:srgbClr>
                </a:gs>
                <a:gs pos="85714">
                  <a:srgbClr val="576599">
                    <a:alpha val="1902"/>
                  </a:srgbClr>
                </a:gs>
                <a:gs pos="100000">
                  <a:srgbClr val="576599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397" name="Splat 1397"/>
            <p:cNvSpPr>
              <a:spLocks noGrp="1"/>
            </p:cNvSpPr>
            <p:nvPr/>
          </p:nvSpPr>
          <p:spPr>
            <a:xfrm rot="6364984">
              <a:off x="2753356" y="2143411"/>
              <a:ext cx="375968" cy="197196"/>
            </a:xfrm>
            <a:prstGeom prst="ellipse">
              <a:avLst/>
            </a:prstGeom>
            <a:gradFill>
              <a:gsLst>
                <a:gs pos="0">
                  <a:srgbClr val="F7F7F4">
                    <a:alpha val="32968"/>
                  </a:srgbClr>
                </a:gs>
                <a:gs pos="14286">
                  <a:srgbClr val="F7F7F4">
                    <a:alpha val="30764"/>
                  </a:srgbClr>
                </a:gs>
                <a:gs pos="28571">
                  <a:srgbClr val="F7F7F4">
                    <a:alpha val="24833"/>
                  </a:srgbClr>
                </a:gs>
                <a:gs pos="42857">
                  <a:srgbClr val="F7F7F4">
                    <a:alpha val="17075"/>
                  </a:srgbClr>
                </a:gs>
                <a:gs pos="57143">
                  <a:srgbClr val="F7F7F4">
                    <a:alpha val="9855"/>
                  </a:srgbClr>
                </a:gs>
                <a:gs pos="71429">
                  <a:srgbClr val="F7F7F4">
                    <a:alpha val="4740"/>
                  </a:srgbClr>
                </a:gs>
                <a:gs pos="85714">
                  <a:srgbClr val="F7F7F4">
                    <a:alpha val="1902"/>
                  </a:srgbClr>
                </a:gs>
                <a:gs pos="100000">
                  <a:srgbClr val="F7F7F4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398" name="Splat 1398"/>
            <p:cNvSpPr>
              <a:spLocks noGrp="1"/>
            </p:cNvSpPr>
            <p:nvPr/>
          </p:nvSpPr>
          <p:spPr>
            <a:xfrm rot="9098668">
              <a:off x="3067595" y="2517996"/>
              <a:ext cx="345516" cy="87559"/>
            </a:xfrm>
            <a:prstGeom prst="ellipse">
              <a:avLst/>
            </a:prstGeom>
            <a:gradFill>
              <a:gsLst>
                <a:gs pos="0">
                  <a:srgbClr val="003F84">
                    <a:alpha val="15648"/>
                  </a:srgbClr>
                </a:gs>
                <a:gs pos="14286">
                  <a:srgbClr val="003F84">
                    <a:alpha val="14479"/>
                  </a:srgbClr>
                </a:gs>
                <a:gs pos="28571">
                  <a:srgbClr val="003F84">
                    <a:alpha val="11436"/>
                  </a:srgbClr>
                </a:gs>
                <a:gs pos="42857">
                  <a:srgbClr val="003F84">
                    <a:alpha val="7657"/>
                  </a:srgbClr>
                </a:gs>
                <a:gs pos="57143">
                  <a:srgbClr val="003F84">
                    <a:alpha val="4318"/>
                  </a:srgbClr>
                </a:gs>
                <a:gs pos="71429">
                  <a:srgbClr val="003F84">
                    <a:alpha val="2045"/>
                  </a:srgbClr>
                </a:gs>
                <a:gs pos="85714">
                  <a:srgbClr val="003F84">
                    <a:alpha val="814"/>
                  </a:srgbClr>
                </a:gs>
                <a:gs pos="100000">
                  <a:srgbClr val="003F84">
                    <a:alpha val="273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399" name="Splat 1399"/>
            <p:cNvSpPr>
              <a:spLocks noGrp="1"/>
            </p:cNvSpPr>
            <p:nvPr/>
          </p:nvSpPr>
          <p:spPr>
            <a:xfrm rot="3979755">
              <a:off x="1553939" y="3063543"/>
              <a:ext cx="643895" cy="53679"/>
            </a:xfrm>
            <a:prstGeom prst="ellipse">
              <a:avLst/>
            </a:prstGeom>
            <a:gradFill>
              <a:gsLst>
                <a:gs pos="0">
                  <a:srgbClr val="FFFFFA">
                    <a:alpha val="32968"/>
                  </a:srgbClr>
                </a:gs>
                <a:gs pos="14286">
                  <a:srgbClr val="FFFFFA">
                    <a:alpha val="30764"/>
                  </a:srgbClr>
                </a:gs>
                <a:gs pos="28571">
                  <a:srgbClr val="FFFFFA">
                    <a:alpha val="24833"/>
                  </a:srgbClr>
                </a:gs>
                <a:gs pos="42857">
                  <a:srgbClr val="FFFFFA">
                    <a:alpha val="17075"/>
                  </a:srgbClr>
                </a:gs>
                <a:gs pos="57143">
                  <a:srgbClr val="FFFFFA">
                    <a:alpha val="9855"/>
                  </a:srgbClr>
                </a:gs>
                <a:gs pos="71429">
                  <a:srgbClr val="FFFFFA">
                    <a:alpha val="4740"/>
                  </a:srgbClr>
                </a:gs>
                <a:gs pos="85714">
                  <a:srgbClr val="FFFFFA">
                    <a:alpha val="1902"/>
                  </a:srgbClr>
                </a:gs>
                <a:gs pos="100000">
                  <a:srgbClr val="FFFFFA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400" name="Splat 1400"/>
            <p:cNvSpPr>
              <a:spLocks noGrp="1"/>
            </p:cNvSpPr>
            <p:nvPr/>
          </p:nvSpPr>
          <p:spPr>
            <a:xfrm rot="4001548">
              <a:off x="640354" y="2289192"/>
              <a:ext cx="731053" cy="62370"/>
            </a:xfrm>
            <a:prstGeom prst="ellipse">
              <a:avLst/>
            </a:prstGeom>
            <a:gradFill>
              <a:gsLst>
                <a:gs pos="0">
                  <a:srgbClr val="F9FFFF">
                    <a:alpha val="27340"/>
                  </a:srgbClr>
                </a:gs>
                <a:gs pos="14286">
                  <a:srgbClr val="F9FFFF">
                    <a:alpha val="25439"/>
                  </a:srgbClr>
                </a:gs>
                <a:gs pos="28571">
                  <a:srgbClr val="F9FFFF">
                    <a:alpha val="20381"/>
                  </a:srgbClr>
                </a:gs>
                <a:gs pos="42857">
                  <a:srgbClr val="F9FFFF">
                    <a:alpha val="13886"/>
                  </a:srgbClr>
                </a:gs>
                <a:gs pos="57143">
                  <a:srgbClr val="F9FFFF">
                    <a:alpha val="7950"/>
                  </a:srgbClr>
                </a:gs>
                <a:gs pos="71429">
                  <a:srgbClr val="F9FFFF">
                    <a:alpha val="3803"/>
                  </a:srgbClr>
                </a:gs>
                <a:gs pos="85714">
                  <a:srgbClr val="F9FFFF">
                    <a:alpha val="1522"/>
                  </a:srgbClr>
                </a:gs>
                <a:gs pos="100000">
                  <a:srgbClr val="F9FFFF">
                    <a:alpha val="511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401" name="Splat 1401"/>
            <p:cNvSpPr>
              <a:spLocks noGrp="1"/>
            </p:cNvSpPr>
            <p:nvPr/>
          </p:nvSpPr>
          <p:spPr>
            <a:xfrm rot="3241757">
              <a:off x="872924" y="2947502"/>
              <a:ext cx="799459" cy="109698"/>
            </a:xfrm>
            <a:prstGeom prst="ellipse">
              <a:avLst/>
            </a:prstGeom>
            <a:gradFill>
              <a:gsLst>
                <a:gs pos="0">
                  <a:srgbClr val="FBFBF5">
                    <a:alpha val="32968"/>
                  </a:srgbClr>
                </a:gs>
                <a:gs pos="14286">
                  <a:srgbClr val="FBFBF5">
                    <a:alpha val="30764"/>
                  </a:srgbClr>
                </a:gs>
                <a:gs pos="28571">
                  <a:srgbClr val="FBFBF5">
                    <a:alpha val="24833"/>
                  </a:srgbClr>
                </a:gs>
                <a:gs pos="42857">
                  <a:srgbClr val="FBFBF5">
                    <a:alpha val="17075"/>
                  </a:srgbClr>
                </a:gs>
                <a:gs pos="57143">
                  <a:srgbClr val="FBFBF5">
                    <a:alpha val="9855"/>
                  </a:srgbClr>
                </a:gs>
                <a:gs pos="71429">
                  <a:srgbClr val="FBFBF5">
                    <a:alpha val="4740"/>
                  </a:srgbClr>
                </a:gs>
                <a:gs pos="85714">
                  <a:srgbClr val="FBFBF5">
                    <a:alpha val="1902"/>
                  </a:srgbClr>
                </a:gs>
                <a:gs pos="100000">
                  <a:srgbClr val="FBFBF5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402" name="Splat 1402"/>
            <p:cNvSpPr>
              <a:spLocks noGrp="1"/>
            </p:cNvSpPr>
            <p:nvPr/>
          </p:nvSpPr>
          <p:spPr>
            <a:xfrm rot="6546795">
              <a:off x="2414434" y="3489513"/>
              <a:ext cx="680570" cy="152105"/>
            </a:xfrm>
            <a:prstGeom prst="ellipse">
              <a:avLst/>
            </a:prstGeom>
            <a:gradFill>
              <a:gsLst>
                <a:gs pos="0">
                  <a:srgbClr val="F2FBF8">
                    <a:alpha val="32968"/>
                  </a:srgbClr>
                </a:gs>
                <a:gs pos="14286">
                  <a:srgbClr val="F2FBF8">
                    <a:alpha val="30764"/>
                  </a:srgbClr>
                </a:gs>
                <a:gs pos="28571">
                  <a:srgbClr val="F2FBF8">
                    <a:alpha val="24833"/>
                  </a:srgbClr>
                </a:gs>
                <a:gs pos="42857">
                  <a:srgbClr val="F2FBF8">
                    <a:alpha val="17075"/>
                  </a:srgbClr>
                </a:gs>
                <a:gs pos="57143">
                  <a:srgbClr val="F2FBF8">
                    <a:alpha val="9855"/>
                  </a:srgbClr>
                </a:gs>
                <a:gs pos="71429">
                  <a:srgbClr val="F2FBF8">
                    <a:alpha val="4740"/>
                  </a:srgbClr>
                </a:gs>
                <a:gs pos="85714">
                  <a:srgbClr val="F2FBF8">
                    <a:alpha val="1902"/>
                  </a:srgbClr>
                </a:gs>
                <a:gs pos="100000">
                  <a:srgbClr val="F2FBF8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403" name="Splat 1403"/>
            <p:cNvSpPr>
              <a:spLocks noGrp="1"/>
            </p:cNvSpPr>
            <p:nvPr/>
          </p:nvSpPr>
          <p:spPr>
            <a:xfrm rot="9910847">
              <a:off x="3390069" y="3077836"/>
              <a:ext cx="408381" cy="136366"/>
            </a:xfrm>
            <a:prstGeom prst="ellipse">
              <a:avLst/>
            </a:prstGeom>
            <a:gradFill>
              <a:gsLst>
                <a:gs pos="0">
                  <a:srgbClr val="E4E5D9">
                    <a:alpha val="32968"/>
                  </a:srgbClr>
                </a:gs>
                <a:gs pos="14286">
                  <a:srgbClr val="E4E5D9">
                    <a:alpha val="30764"/>
                  </a:srgbClr>
                </a:gs>
                <a:gs pos="28571">
                  <a:srgbClr val="E4E5D9">
                    <a:alpha val="24833"/>
                  </a:srgbClr>
                </a:gs>
                <a:gs pos="42857">
                  <a:srgbClr val="E4E5D9">
                    <a:alpha val="17075"/>
                  </a:srgbClr>
                </a:gs>
                <a:gs pos="57143">
                  <a:srgbClr val="E4E5D9">
                    <a:alpha val="9855"/>
                  </a:srgbClr>
                </a:gs>
                <a:gs pos="71429">
                  <a:srgbClr val="E4E5D9">
                    <a:alpha val="4740"/>
                  </a:srgbClr>
                </a:gs>
                <a:gs pos="85714">
                  <a:srgbClr val="E4E5D9">
                    <a:alpha val="1902"/>
                  </a:srgbClr>
                </a:gs>
                <a:gs pos="100000">
                  <a:srgbClr val="E4E5D9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404" name="Splat 1404"/>
            <p:cNvSpPr>
              <a:spLocks noGrp="1"/>
            </p:cNvSpPr>
            <p:nvPr/>
          </p:nvSpPr>
          <p:spPr>
            <a:xfrm rot="5792968">
              <a:off x="2757202" y="3022945"/>
              <a:ext cx="293785" cy="81929"/>
            </a:xfrm>
            <a:prstGeom prst="ellipse">
              <a:avLst/>
            </a:prstGeom>
            <a:gradFill>
              <a:gsLst>
                <a:gs pos="0">
                  <a:srgbClr val="00138E">
                    <a:alpha val="32968"/>
                  </a:srgbClr>
                </a:gs>
                <a:gs pos="14286">
                  <a:srgbClr val="00138E">
                    <a:alpha val="30764"/>
                  </a:srgbClr>
                </a:gs>
                <a:gs pos="28571">
                  <a:srgbClr val="00138E">
                    <a:alpha val="24833"/>
                  </a:srgbClr>
                </a:gs>
                <a:gs pos="42857">
                  <a:srgbClr val="00138E">
                    <a:alpha val="17075"/>
                  </a:srgbClr>
                </a:gs>
                <a:gs pos="57143">
                  <a:srgbClr val="00138E">
                    <a:alpha val="9855"/>
                  </a:srgbClr>
                </a:gs>
                <a:gs pos="71429">
                  <a:srgbClr val="00138E">
                    <a:alpha val="4740"/>
                  </a:srgbClr>
                </a:gs>
                <a:gs pos="85714">
                  <a:srgbClr val="00138E">
                    <a:alpha val="1902"/>
                  </a:srgbClr>
                </a:gs>
                <a:gs pos="100000">
                  <a:srgbClr val="00138E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405" name="Splat 1405"/>
            <p:cNvSpPr>
              <a:spLocks noGrp="1"/>
            </p:cNvSpPr>
            <p:nvPr/>
          </p:nvSpPr>
          <p:spPr>
            <a:xfrm rot="6610855">
              <a:off x="3306050" y="1991222"/>
              <a:ext cx="559190" cy="187091"/>
            </a:xfrm>
            <a:prstGeom prst="ellipse">
              <a:avLst/>
            </a:prstGeom>
            <a:gradFill>
              <a:gsLst>
                <a:gs pos="0">
                  <a:srgbClr val="FFFFEE">
                    <a:alpha val="32968"/>
                  </a:srgbClr>
                </a:gs>
                <a:gs pos="14286">
                  <a:srgbClr val="FFFFEE">
                    <a:alpha val="30764"/>
                  </a:srgbClr>
                </a:gs>
                <a:gs pos="28571">
                  <a:srgbClr val="FFFFEE">
                    <a:alpha val="24833"/>
                  </a:srgbClr>
                </a:gs>
                <a:gs pos="42857">
                  <a:srgbClr val="FFFFEE">
                    <a:alpha val="17075"/>
                  </a:srgbClr>
                </a:gs>
                <a:gs pos="57143">
                  <a:srgbClr val="FFFFEE">
                    <a:alpha val="9855"/>
                  </a:srgbClr>
                </a:gs>
                <a:gs pos="71429">
                  <a:srgbClr val="FFFFEE">
                    <a:alpha val="4740"/>
                  </a:srgbClr>
                </a:gs>
                <a:gs pos="85714">
                  <a:srgbClr val="FFFFEE">
                    <a:alpha val="1902"/>
                  </a:srgbClr>
                </a:gs>
                <a:gs pos="100000">
                  <a:srgbClr val="FFFFEE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406" name="Splat 1406"/>
            <p:cNvSpPr>
              <a:spLocks noGrp="1"/>
            </p:cNvSpPr>
            <p:nvPr/>
          </p:nvSpPr>
          <p:spPr>
            <a:xfrm rot="-8442008">
              <a:off x="2388526" y="2053861"/>
              <a:ext cx="313401" cy="63558"/>
            </a:xfrm>
            <a:prstGeom prst="ellipse">
              <a:avLst/>
            </a:prstGeom>
            <a:gradFill>
              <a:gsLst>
                <a:gs pos="0">
                  <a:srgbClr val="000082">
                    <a:alpha val="32968"/>
                  </a:srgbClr>
                </a:gs>
                <a:gs pos="14286">
                  <a:srgbClr val="000082">
                    <a:alpha val="30764"/>
                  </a:srgbClr>
                </a:gs>
                <a:gs pos="28571">
                  <a:srgbClr val="000082">
                    <a:alpha val="24833"/>
                  </a:srgbClr>
                </a:gs>
                <a:gs pos="42857">
                  <a:srgbClr val="000082">
                    <a:alpha val="17075"/>
                  </a:srgbClr>
                </a:gs>
                <a:gs pos="57143">
                  <a:srgbClr val="000082">
                    <a:alpha val="9855"/>
                  </a:srgbClr>
                </a:gs>
                <a:gs pos="71429">
                  <a:srgbClr val="000082">
                    <a:alpha val="4740"/>
                  </a:srgbClr>
                </a:gs>
                <a:gs pos="85714">
                  <a:srgbClr val="000082">
                    <a:alpha val="1902"/>
                  </a:srgbClr>
                </a:gs>
                <a:gs pos="100000">
                  <a:srgbClr val="000082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407" name="Splat 1407"/>
            <p:cNvSpPr>
              <a:spLocks noGrp="1"/>
            </p:cNvSpPr>
            <p:nvPr/>
          </p:nvSpPr>
          <p:spPr>
            <a:xfrm rot="8274008">
              <a:off x="2940654" y="1384111"/>
              <a:ext cx="707756" cy="94998"/>
            </a:xfrm>
            <a:prstGeom prst="ellipse">
              <a:avLst/>
            </a:prstGeom>
            <a:gradFill>
              <a:gsLst>
                <a:gs pos="0">
                  <a:srgbClr val="F4F1F1">
                    <a:alpha val="19823"/>
                  </a:srgbClr>
                </a:gs>
                <a:gs pos="14286">
                  <a:srgbClr val="F4F1F1">
                    <a:alpha val="18377"/>
                  </a:srgbClr>
                </a:gs>
                <a:gs pos="28571">
                  <a:srgbClr val="F4F1F1">
                    <a:alpha val="14587"/>
                  </a:srgbClr>
                </a:gs>
                <a:gs pos="42857">
                  <a:srgbClr val="F4F1F1">
                    <a:alpha val="9825"/>
                  </a:srgbClr>
                </a:gs>
                <a:gs pos="57143">
                  <a:srgbClr val="F4F1F1">
                    <a:alpha val="5569"/>
                  </a:srgbClr>
                </a:gs>
                <a:gs pos="71429">
                  <a:srgbClr val="F4F1F1">
                    <a:alpha val="2647"/>
                  </a:srgbClr>
                </a:gs>
                <a:gs pos="85714">
                  <a:srgbClr val="F4F1F1">
                    <a:alpha val="1055"/>
                  </a:srgbClr>
                </a:gs>
                <a:gs pos="100000">
                  <a:srgbClr val="F4F1F1">
                    <a:alpha val="354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408" name="Splat 1408"/>
            <p:cNvSpPr>
              <a:spLocks noGrp="1"/>
            </p:cNvSpPr>
            <p:nvPr/>
          </p:nvSpPr>
          <p:spPr>
            <a:xfrm rot="4714832">
              <a:off x="1105572" y="2554928"/>
              <a:ext cx="482390" cy="68723"/>
            </a:xfrm>
            <a:prstGeom prst="ellipse">
              <a:avLst/>
            </a:prstGeom>
            <a:gradFill>
              <a:gsLst>
                <a:gs pos="0">
                  <a:srgbClr val="00007C">
                    <a:alpha val="32968"/>
                  </a:srgbClr>
                </a:gs>
                <a:gs pos="14286">
                  <a:srgbClr val="00007C">
                    <a:alpha val="30764"/>
                  </a:srgbClr>
                </a:gs>
                <a:gs pos="28571">
                  <a:srgbClr val="00007C">
                    <a:alpha val="24833"/>
                  </a:srgbClr>
                </a:gs>
                <a:gs pos="42857">
                  <a:srgbClr val="00007C">
                    <a:alpha val="17075"/>
                  </a:srgbClr>
                </a:gs>
                <a:gs pos="57143">
                  <a:srgbClr val="00007C">
                    <a:alpha val="9855"/>
                  </a:srgbClr>
                </a:gs>
                <a:gs pos="71429">
                  <a:srgbClr val="00007C">
                    <a:alpha val="4740"/>
                  </a:srgbClr>
                </a:gs>
                <a:gs pos="85714">
                  <a:srgbClr val="00007C">
                    <a:alpha val="1902"/>
                  </a:srgbClr>
                </a:gs>
                <a:gs pos="100000">
                  <a:srgbClr val="00007C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409" name="Splat 1409"/>
            <p:cNvSpPr>
              <a:spLocks noGrp="1"/>
            </p:cNvSpPr>
            <p:nvPr/>
          </p:nvSpPr>
          <p:spPr>
            <a:xfrm rot="4361612">
              <a:off x="2936416" y="1932809"/>
              <a:ext cx="604004" cy="164142"/>
            </a:xfrm>
            <a:prstGeom prst="ellipse">
              <a:avLst/>
            </a:prstGeom>
            <a:gradFill>
              <a:gsLst>
                <a:gs pos="0">
                  <a:srgbClr val="F1F4F9">
                    <a:alpha val="32968"/>
                  </a:srgbClr>
                </a:gs>
                <a:gs pos="14286">
                  <a:srgbClr val="F1F4F9">
                    <a:alpha val="30764"/>
                  </a:srgbClr>
                </a:gs>
                <a:gs pos="28571">
                  <a:srgbClr val="F1F4F9">
                    <a:alpha val="24833"/>
                  </a:srgbClr>
                </a:gs>
                <a:gs pos="42857">
                  <a:srgbClr val="F1F4F9">
                    <a:alpha val="17075"/>
                  </a:srgbClr>
                </a:gs>
                <a:gs pos="57143">
                  <a:srgbClr val="F1F4F9">
                    <a:alpha val="9855"/>
                  </a:srgbClr>
                </a:gs>
                <a:gs pos="71429">
                  <a:srgbClr val="F1F4F9">
                    <a:alpha val="4740"/>
                  </a:srgbClr>
                </a:gs>
                <a:gs pos="85714">
                  <a:srgbClr val="F1F4F9">
                    <a:alpha val="1902"/>
                  </a:srgbClr>
                </a:gs>
                <a:gs pos="100000">
                  <a:srgbClr val="F1F4F9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410" name="Splat 1410"/>
            <p:cNvSpPr>
              <a:spLocks noGrp="1"/>
            </p:cNvSpPr>
            <p:nvPr/>
          </p:nvSpPr>
          <p:spPr>
            <a:xfrm rot="3967182">
              <a:off x="928096" y="2187176"/>
              <a:ext cx="714597" cy="153646"/>
            </a:xfrm>
            <a:prstGeom prst="ellipse">
              <a:avLst/>
            </a:prstGeom>
            <a:gradFill>
              <a:gsLst>
                <a:gs pos="0">
                  <a:srgbClr val="FBF6EC">
                    <a:alpha val="32968"/>
                  </a:srgbClr>
                </a:gs>
                <a:gs pos="14286">
                  <a:srgbClr val="FBF6EC">
                    <a:alpha val="30764"/>
                  </a:srgbClr>
                </a:gs>
                <a:gs pos="28571">
                  <a:srgbClr val="FBF6EC">
                    <a:alpha val="24833"/>
                  </a:srgbClr>
                </a:gs>
                <a:gs pos="42857">
                  <a:srgbClr val="FBF6EC">
                    <a:alpha val="17075"/>
                  </a:srgbClr>
                </a:gs>
                <a:gs pos="57143">
                  <a:srgbClr val="FBF6EC">
                    <a:alpha val="9855"/>
                  </a:srgbClr>
                </a:gs>
                <a:gs pos="71429">
                  <a:srgbClr val="FBF6EC">
                    <a:alpha val="4740"/>
                  </a:srgbClr>
                </a:gs>
                <a:gs pos="85714">
                  <a:srgbClr val="FBF6EC">
                    <a:alpha val="1902"/>
                  </a:srgbClr>
                </a:gs>
                <a:gs pos="100000">
                  <a:srgbClr val="FBF6EC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411" name="Splat 1411"/>
            <p:cNvSpPr>
              <a:spLocks noGrp="1"/>
            </p:cNvSpPr>
            <p:nvPr/>
          </p:nvSpPr>
          <p:spPr>
            <a:xfrm rot="5209017">
              <a:off x="3467883" y="-17719"/>
              <a:ext cx="272184" cy="119481"/>
            </a:xfrm>
            <a:prstGeom prst="ellipse">
              <a:avLst/>
            </a:prstGeom>
            <a:gradFill>
              <a:gsLst>
                <a:gs pos="0">
                  <a:srgbClr val="5270C4">
                    <a:alpha val="31809"/>
                  </a:srgbClr>
                </a:gs>
                <a:gs pos="14286">
                  <a:srgbClr val="5270C4">
                    <a:alpha val="29664"/>
                  </a:srgbClr>
                </a:gs>
                <a:gs pos="28571">
                  <a:srgbClr val="5270C4">
                    <a:alpha val="23907"/>
                  </a:srgbClr>
                </a:gs>
                <a:gs pos="42857">
                  <a:srgbClr val="5270C4">
                    <a:alpha val="16407"/>
                  </a:srgbClr>
                </a:gs>
                <a:gs pos="57143">
                  <a:srgbClr val="5270C4">
                    <a:alpha val="9453"/>
                  </a:srgbClr>
                </a:gs>
                <a:gs pos="71429">
                  <a:srgbClr val="5270C4">
                    <a:alpha val="4542"/>
                  </a:srgbClr>
                </a:gs>
                <a:gs pos="85714">
                  <a:srgbClr val="5270C4">
                    <a:alpha val="1821"/>
                  </a:srgbClr>
                </a:gs>
                <a:gs pos="100000">
                  <a:srgbClr val="5270C4">
                    <a:alpha val="612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412" name="Splat 1412"/>
            <p:cNvSpPr>
              <a:spLocks noGrp="1"/>
            </p:cNvSpPr>
            <p:nvPr/>
          </p:nvSpPr>
          <p:spPr>
            <a:xfrm rot="5180726">
              <a:off x="-14915" y="3576693"/>
              <a:ext cx="557185" cy="93045"/>
            </a:xfrm>
            <a:prstGeom prst="ellipse">
              <a:avLst/>
            </a:prstGeom>
            <a:gradFill>
              <a:gsLst>
                <a:gs pos="0">
                  <a:srgbClr val="FFFFFE">
                    <a:alpha val="32968"/>
                  </a:srgbClr>
                </a:gs>
                <a:gs pos="14286">
                  <a:srgbClr val="FFFFFE">
                    <a:alpha val="30764"/>
                  </a:srgbClr>
                </a:gs>
                <a:gs pos="28571">
                  <a:srgbClr val="FFFFFE">
                    <a:alpha val="24833"/>
                  </a:srgbClr>
                </a:gs>
                <a:gs pos="42857">
                  <a:srgbClr val="FFFFFE">
                    <a:alpha val="17075"/>
                  </a:srgbClr>
                </a:gs>
                <a:gs pos="57143">
                  <a:srgbClr val="FFFFFE">
                    <a:alpha val="9855"/>
                  </a:srgbClr>
                </a:gs>
                <a:gs pos="71429">
                  <a:srgbClr val="FFFFFE">
                    <a:alpha val="4740"/>
                  </a:srgbClr>
                </a:gs>
                <a:gs pos="85714">
                  <a:srgbClr val="FFFFFE">
                    <a:alpha val="1902"/>
                  </a:srgbClr>
                </a:gs>
                <a:gs pos="100000">
                  <a:srgbClr val="FFFFFE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413" name="Splat 1413"/>
            <p:cNvSpPr>
              <a:spLocks noGrp="1"/>
            </p:cNvSpPr>
            <p:nvPr/>
          </p:nvSpPr>
          <p:spPr>
            <a:xfrm rot="6471229">
              <a:off x="3041601" y="2067430"/>
              <a:ext cx="315445" cy="71076"/>
            </a:xfrm>
            <a:prstGeom prst="ellipse">
              <a:avLst/>
            </a:prstGeom>
            <a:gradFill>
              <a:gsLst>
                <a:gs pos="0">
                  <a:srgbClr val="00248B">
                    <a:alpha val="32968"/>
                  </a:srgbClr>
                </a:gs>
                <a:gs pos="14286">
                  <a:srgbClr val="00248B">
                    <a:alpha val="30764"/>
                  </a:srgbClr>
                </a:gs>
                <a:gs pos="28571">
                  <a:srgbClr val="00248B">
                    <a:alpha val="24833"/>
                  </a:srgbClr>
                </a:gs>
                <a:gs pos="42857">
                  <a:srgbClr val="00248B">
                    <a:alpha val="17075"/>
                  </a:srgbClr>
                </a:gs>
                <a:gs pos="57143">
                  <a:srgbClr val="00248B">
                    <a:alpha val="9855"/>
                  </a:srgbClr>
                </a:gs>
                <a:gs pos="71429">
                  <a:srgbClr val="00248B">
                    <a:alpha val="4740"/>
                  </a:srgbClr>
                </a:gs>
                <a:gs pos="85714">
                  <a:srgbClr val="00248B">
                    <a:alpha val="1902"/>
                  </a:srgbClr>
                </a:gs>
                <a:gs pos="100000">
                  <a:srgbClr val="00248B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414" name="Splat 1414"/>
            <p:cNvSpPr>
              <a:spLocks noGrp="1"/>
            </p:cNvSpPr>
            <p:nvPr/>
          </p:nvSpPr>
          <p:spPr>
            <a:xfrm rot="5189037">
              <a:off x="1043648" y="2498632"/>
              <a:ext cx="765806" cy="114925"/>
            </a:xfrm>
            <a:prstGeom prst="ellipse">
              <a:avLst/>
            </a:prstGeom>
            <a:gradFill>
              <a:gsLst>
                <a:gs pos="0">
                  <a:srgbClr val="FBFFF0">
                    <a:alpha val="32968"/>
                  </a:srgbClr>
                </a:gs>
                <a:gs pos="14286">
                  <a:srgbClr val="FBFFF0">
                    <a:alpha val="30764"/>
                  </a:srgbClr>
                </a:gs>
                <a:gs pos="28571">
                  <a:srgbClr val="FBFFF0">
                    <a:alpha val="24833"/>
                  </a:srgbClr>
                </a:gs>
                <a:gs pos="42857">
                  <a:srgbClr val="FBFFF0">
                    <a:alpha val="17075"/>
                  </a:srgbClr>
                </a:gs>
                <a:gs pos="57143">
                  <a:srgbClr val="FBFFF0">
                    <a:alpha val="9855"/>
                  </a:srgbClr>
                </a:gs>
                <a:gs pos="71429">
                  <a:srgbClr val="FBFFF0">
                    <a:alpha val="4740"/>
                  </a:srgbClr>
                </a:gs>
                <a:gs pos="85714">
                  <a:srgbClr val="FBFFF0">
                    <a:alpha val="1902"/>
                  </a:srgbClr>
                </a:gs>
                <a:gs pos="100000">
                  <a:srgbClr val="FBFFF0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415" name="Splat 1415"/>
            <p:cNvSpPr>
              <a:spLocks noGrp="1"/>
            </p:cNvSpPr>
            <p:nvPr/>
          </p:nvSpPr>
          <p:spPr>
            <a:xfrm rot="6207147">
              <a:off x="3064174" y="1269779"/>
              <a:ext cx="831511" cy="89408"/>
            </a:xfrm>
            <a:prstGeom prst="ellipse">
              <a:avLst/>
            </a:prstGeom>
            <a:gradFill>
              <a:gsLst>
                <a:gs pos="0">
                  <a:srgbClr val="F1F4F3">
                    <a:alpha val="32968"/>
                  </a:srgbClr>
                </a:gs>
                <a:gs pos="14286">
                  <a:srgbClr val="F1F4F3">
                    <a:alpha val="30764"/>
                  </a:srgbClr>
                </a:gs>
                <a:gs pos="28571">
                  <a:srgbClr val="F1F4F3">
                    <a:alpha val="24833"/>
                  </a:srgbClr>
                </a:gs>
                <a:gs pos="42857">
                  <a:srgbClr val="F1F4F3">
                    <a:alpha val="17075"/>
                  </a:srgbClr>
                </a:gs>
                <a:gs pos="57143">
                  <a:srgbClr val="F1F4F3">
                    <a:alpha val="9855"/>
                  </a:srgbClr>
                </a:gs>
                <a:gs pos="71429">
                  <a:srgbClr val="F1F4F3">
                    <a:alpha val="4740"/>
                  </a:srgbClr>
                </a:gs>
                <a:gs pos="85714">
                  <a:srgbClr val="F1F4F3">
                    <a:alpha val="1902"/>
                  </a:srgbClr>
                </a:gs>
                <a:gs pos="100000">
                  <a:srgbClr val="F1F4F3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416" name="Splat 1416"/>
            <p:cNvSpPr>
              <a:spLocks noGrp="1"/>
            </p:cNvSpPr>
            <p:nvPr/>
          </p:nvSpPr>
          <p:spPr>
            <a:xfrm rot="-10548481">
              <a:off x="3339462" y="2315112"/>
              <a:ext cx="529467" cy="157160"/>
            </a:xfrm>
            <a:prstGeom prst="ellipse">
              <a:avLst/>
            </a:prstGeom>
            <a:gradFill>
              <a:gsLst>
                <a:gs pos="0">
                  <a:srgbClr val="FEFBFB">
                    <a:alpha val="32968"/>
                  </a:srgbClr>
                </a:gs>
                <a:gs pos="14286">
                  <a:srgbClr val="FEFBFB">
                    <a:alpha val="30764"/>
                  </a:srgbClr>
                </a:gs>
                <a:gs pos="28571">
                  <a:srgbClr val="FEFBFB">
                    <a:alpha val="24833"/>
                  </a:srgbClr>
                </a:gs>
                <a:gs pos="42857">
                  <a:srgbClr val="FEFBFB">
                    <a:alpha val="17075"/>
                  </a:srgbClr>
                </a:gs>
                <a:gs pos="57143">
                  <a:srgbClr val="FEFBFB">
                    <a:alpha val="9855"/>
                  </a:srgbClr>
                </a:gs>
                <a:gs pos="71429">
                  <a:srgbClr val="FEFBFB">
                    <a:alpha val="4740"/>
                  </a:srgbClr>
                </a:gs>
                <a:gs pos="85714">
                  <a:srgbClr val="FEFBFB">
                    <a:alpha val="1902"/>
                  </a:srgbClr>
                </a:gs>
                <a:gs pos="100000">
                  <a:srgbClr val="FEFBFB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417" name="Splat 1417"/>
            <p:cNvSpPr>
              <a:spLocks noGrp="1"/>
            </p:cNvSpPr>
            <p:nvPr/>
          </p:nvSpPr>
          <p:spPr>
            <a:xfrm rot="3476217">
              <a:off x="1381627" y="3162718"/>
              <a:ext cx="449632" cy="45515"/>
            </a:xfrm>
            <a:prstGeom prst="ellipse">
              <a:avLst/>
            </a:prstGeom>
            <a:gradFill>
              <a:gsLst>
                <a:gs pos="0">
                  <a:srgbClr val="F2F8FB">
                    <a:alpha val="32825"/>
                  </a:srgbClr>
                </a:gs>
                <a:gs pos="14286">
                  <a:srgbClr val="F2F8FB">
                    <a:alpha val="30628"/>
                  </a:srgbClr>
                </a:gs>
                <a:gs pos="28571">
                  <a:srgbClr val="F2F8FB">
                    <a:alpha val="24719"/>
                  </a:srgbClr>
                </a:gs>
                <a:gs pos="42857">
                  <a:srgbClr val="F2F8FB">
                    <a:alpha val="16993"/>
                  </a:srgbClr>
                </a:gs>
                <a:gs pos="57143">
                  <a:srgbClr val="F2F8FB">
                    <a:alpha val="9805"/>
                  </a:srgbClr>
                </a:gs>
                <a:gs pos="71429">
                  <a:srgbClr val="F2F8FB">
                    <a:alpha val="4716"/>
                  </a:srgbClr>
                </a:gs>
                <a:gs pos="85714">
                  <a:srgbClr val="F2F8FB">
                    <a:alpha val="1892"/>
                  </a:srgbClr>
                </a:gs>
                <a:gs pos="100000">
                  <a:srgbClr val="F2F8FB">
                    <a:alpha val="636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418" name="Splat 1418"/>
            <p:cNvSpPr>
              <a:spLocks noGrp="1"/>
            </p:cNvSpPr>
            <p:nvPr/>
          </p:nvSpPr>
          <p:spPr>
            <a:xfrm rot="3895504">
              <a:off x="1014498" y="3283018"/>
              <a:ext cx="705678" cy="106305"/>
            </a:xfrm>
            <a:prstGeom prst="ellipse">
              <a:avLst/>
            </a:prstGeom>
            <a:gradFill>
              <a:gsLst>
                <a:gs pos="0">
                  <a:srgbClr val="FAF8EB">
                    <a:alpha val="32968"/>
                  </a:srgbClr>
                </a:gs>
                <a:gs pos="14286">
                  <a:srgbClr val="FAF8EB">
                    <a:alpha val="30764"/>
                  </a:srgbClr>
                </a:gs>
                <a:gs pos="28571">
                  <a:srgbClr val="FAF8EB">
                    <a:alpha val="24833"/>
                  </a:srgbClr>
                </a:gs>
                <a:gs pos="42857">
                  <a:srgbClr val="FAF8EB">
                    <a:alpha val="17075"/>
                  </a:srgbClr>
                </a:gs>
                <a:gs pos="57143">
                  <a:srgbClr val="FAF8EB">
                    <a:alpha val="9855"/>
                  </a:srgbClr>
                </a:gs>
                <a:gs pos="71429">
                  <a:srgbClr val="FAF8EB">
                    <a:alpha val="4740"/>
                  </a:srgbClr>
                </a:gs>
                <a:gs pos="85714">
                  <a:srgbClr val="FAF8EB">
                    <a:alpha val="1902"/>
                  </a:srgbClr>
                </a:gs>
                <a:gs pos="100000">
                  <a:srgbClr val="FAF8EB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419" name="Splat 1419"/>
            <p:cNvSpPr>
              <a:spLocks noGrp="1"/>
            </p:cNvSpPr>
            <p:nvPr/>
          </p:nvSpPr>
          <p:spPr>
            <a:xfrm rot="4532781">
              <a:off x="1789289" y="3500625"/>
              <a:ext cx="539806" cy="170126"/>
            </a:xfrm>
            <a:prstGeom prst="ellipse">
              <a:avLst/>
            </a:prstGeom>
            <a:gradFill>
              <a:gsLst>
                <a:gs pos="0">
                  <a:srgbClr val="E9F1EE">
                    <a:alpha val="32968"/>
                  </a:srgbClr>
                </a:gs>
                <a:gs pos="14286">
                  <a:srgbClr val="E9F1EE">
                    <a:alpha val="30764"/>
                  </a:srgbClr>
                </a:gs>
                <a:gs pos="28571">
                  <a:srgbClr val="E9F1EE">
                    <a:alpha val="24833"/>
                  </a:srgbClr>
                </a:gs>
                <a:gs pos="42857">
                  <a:srgbClr val="E9F1EE">
                    <a:alpha val="17075"/>
                  </a:srgbClr>
                </a:gs>
                <a:gs pos="57143">
                  <a:srgbClr val="E9F1EE">
                    <a:alpha val="9855"/>
                  </a:srgbClr>
                </a:gs>
                <a:gs pos="71429">
                  <a:srgbClr val="E9F1EE">
                    <a:alpha val="4740"/>
                  </a:srgbClr>
                </a:gs>
                <a:gs pos="85714">
                  <a:srgbClr val="E9F1EE">
                    <a:alpha val="1902"/>
                  </a:srgbClr>
                </a:gs>
                <a:gs pos="100000">
                  <a:srgbClr val="E9F1EE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420" name="Splat 1420"/>
            <p:cNvSpPr>
              <a:spLocks noGrp="1"/>
            </p:cNvSpPr>
            <p:nvPr/>
          </p:nvSpPr>
          <p:spPr>
            <a:xfrm rot="7962489">
              <a:off x="2475030" y="3501576"/>
              <a:ext cx="458951" cy="224259"/>
            </a:xfrm>
            <a:prstGeom prst="ellipse">
              <a:avLst/>
            </a:prstGeom>
            <a:gradFill>
              <a:gsLst>
                <a:gs pos="0">
                  <a:srgbClr val="7B4AD6">
                    <a:alpha val="5829"/>
                  </a:srgbClr>
                </a:gs>
                <a:gs pos="14286">
                  <a:srgbClr val="7B4AD6">
                    <a:alpha val="5371"/>
                  </a:srgbClr>
                </a:gs>
                <a:gs pos="28571">
                  <a:srgbClr val="7B4AD6">
                    <a:alpha val="4196"/>
                  </a:srgbClr>
                </a:gs>
                <a:gs pos="42857">
                  <a:srgbClr val="7B4AD6">
                    <a:alpha val="2772"/>
                  </a:srgbClr>
                </a:gs>
                <a:gs pos="57143">
                  <a:srgbClr val="7B4AD6">
                    <a:alpha val="1546"/>
                  </a:srgbClr>
                </a:gs>
                <a:gs pos="71429">
                  <a:srgbClr val="7B4AD6">
                    <a:alpha val="727"/>
                  </a:srgbClr>
                </a:gs>
                <a:gs pos="85714">
                  <a:srgbClr val="7B4AD6">
                    <a:alpha val="288"/>
                  </a:srgbClr>
                </a:gs>
                <a:gs pos="100000">
                  <a:srgbClr val="7B4AD6">
                    <a:alpha val="96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421" name="Splat 1421"/>
            <p:cNvSpPr>
              <a:spLocks noGrp="1"/>
            </p:cNvSpPr>
            <p:nvPr/>
          </p:nvSpPr>
          <p:spPr>
            <a:xfrm rot="7983120">
              <a:off x="2095343" y="3468285"/>
              <a:ext cx="822713" cy="207539"/>
            </a:xfrm>
            <a:prstGeom prst="ellipse">
              <a:avLst/>
            </a:prstGeom>
            <a:gradFill>
              <a:gsLst>
                <a:gs pos="0">
                  <a:srgbClr val="B08200">
                    <a:alpha val="28613"/>
                  </a:srgbClr>
                </a:gs>
                <a:gs pos="14286">
                  <a:srgbClr val="B08200">
                    <a:alpha val="26640"/>
                  </a:srgbClr>
                </a:gs>
                <a:gs pos="28571">
                  <a:srgbClr val="B08200">
                    <a:alpha val="21379"/>
                  </a:srgbClr>
                </a:gs>
                <a:gs pos="42857">
                  <a:srgbClr val="B08200">
                    <a:alpha val="14595"/>
                  </a:srgbClr>
                </a:gs>
                <a:gs pos="57143">
                  <a:srgbClr val="B08200">
                    <a:alpha val="8371"/>
                  </a:srgbClr>
                </a:gs>
                <a:gs pos="71429">
                  <a:srgbClr val="B08200">
                    <a:alpha val="4010"/>
                  </a:srgbClr>
                </a:gs>
                <a:gs pos="85714">
                  <a:srgbClr val="B08200">
                    <a:alpha val="1605"/>
                  </a:srgbClr>
                </a:gs>
                <a:gs pos="100000">
                  <a:srgbClr val="B08200">
                    <a:alpha val="5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422" name="Splat 1422"/>
            <p:cNvSpPr>
              <a:spLocks noGrp="1"/>
            </p:cNvSpPr>
            <p:nvPr/>
          </p:nvSpPr>
          <p:spPr>
            <a:xfrm rot="5165428">
              <a:off x="1978390" y="3345805"/>
              <a:ext cx="636924" cy="426660"/>
            </a:xfrm>
            <a:prstGeom prst="ellipse">
              <a:avLst/>
            </a:prstGeom>
            <a:gradFill>
              <a:gsLst>
                <a:gs pos="0">
                  <a:srgbClr val="720A00">
                    <a:alpha val="12164"/>
                  </a:srgbClr>
                </a:gs>
                <a:gs pos="14286">
                  <a:srgbClr val="720A00">
                    <a:alpha val="11237"/>
                  </a:srgbClr>
                </a:gs>
                <a:gs pos="28571">
                  <a:srgbClr val="720A00">
                    <a:alpha val="8840"/>
                  </a:srgbClr>
                </a:gs>
                <a:gs pos="42857">
                  <a:srgbClr val="720A00">
                    <a:alpha val="5890"/>
                  </a:srgbClr>
                </a:gs>
                <a:gs pos="57143">
                  <a:srgbClr val="720A00">
                    <a:alpha val="3308"/>
                  </a:srgbClr>
                </a:gs>
                <a:gs pos="71429">
                  <a:srgbClr val="720A00">
                    <a:alpha val="1562"/>
                  </a:srgbClr>
                </a:gs>
                <a:gs pos="85714">
                  <a:srgbClr val="720A00">
                    <a:alpha val="621"/>
                  </a:srgbClr>
                </a:gs>
                <a:gs pos="100000">
                  <a:srgbClr val="720A00">
                    <a:alpha val="208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423" name="Splat 1423"/>
            <p:cNvSpPr>
              <a:spLocks noGrp="1"/>
            </p:cNvSpPr>
            <p:nvPr/>
          </p:nvSpPr>
          <p:spPr>
            <a:xfrm rot="4432320">
              <a:off x="1665745" y="3267632"/>
              <a:ext cx="897013" cy="431698"/>
            </a:xfrm>
            <a:prstGeom prst="ellipse">
              <a:avLst/>
            </a:prstGeom>
            <a:gradFill>
              <a:gsLst>
                <a:gs pos="0">
                  <a:srgbClr val="FAC500">
                    <a:alpha val="10095"/>
                  </a:srgbClr>
                </a:gs>
                <a:gs pos="14286">
                  <a:srgbClr val="FAC500">
                    <a:alpha val="9318"/>
                  </a:srgbClr>
                </a:gs>
                <a:gs pos="28571">
                  <a:srgbClr val="FAC500">
                    <a:alpha val="7313"/>
                  </a:srgbClr>
                </a:gs>
                <a:gs pos="42857">
                  <a:srgbClr val="FAC500">
                    <a:alpha val="4859"/>
                  </a:srgbClr>
                </a:gs>
                <a:gs pos="57143">
                  <a:srgbClr val="FAC500">
                    <a:alpha val="2722"/>
                  </a:srgbClr>
                </a:gs>
                <a:gs pos="71429">
                  <a:srgbClr val="FAC500">
                    <a:alpha val="1284"/>
                  </a:srgbClr>
                </a:gs>
                <a:gs pos="85714">
                  <a:srgbClr val="FAC500">
                    <a:alpha val="510"/>
                  </a:srgbClr>
                </a:gs>
                <a:gs pos="100000">
                  <a:srgbClr val="FAC500">
                    <a:alpha val="171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424" name="Splat 1424"/>
            <p:cNvSpPr>
              <a:spLocks noGrp="1"/>
            </p:cNvSpPr>
            <p:nvPr/>
          </p:nvSpPr>
          <p:spPr>
            <a:xfrm rot="5779939">
              <a:off x="1614368" y="3463226"/>
              <a:ext cx="469495" cy="344051"/>
            </a:xfrm>
            <a:prstGeom prst="ellipse">
              <a:avLst/>
            </a:prstGeom>
            <a:gradFill>
              <a:gsLst>
                <a:gs pos="0">
                  <a:srgbClr val="FDFFF7">
                    <a:alpha val="32968"/>
                  </a:srgbClr>
                </a:gs>
                <a:gs pos="14286">
                  <a:srgbClr val="FDFFF7">
                    <a:alpha val="30764"/>
                  </a:srgbClr>
                </a:gs>
                <a:gs pos="28571">
                  <a:srgbClr val="FDFFF7">
                    <a:alpha val="24833"/>
                  </a:srgbClr>
                </a:gs>
                <a:gs pos="42857">
                  <a:srgbClr val="FDFFF7">
                    <a:alpha val="17075"/>
                  </a:srgbClr>
                </a:gs>
                <a:gs pos="57143">
                  <a:srgbClr val="FDFFF7">
                    <a:alpha val="9855"/>
                  </a:srgbClr>
                </a:gs>
                <a:gs pos="71429">
                  <a:srgbClr val="FDFFF7">
                    <a:alpha val="4740"/>
                  </a:srgbClr>
                </a:gs>
                <a:gs pos="85714">
                  <a:srgbClr val="FDFFF7">
                    <a:alpha val="1902"/>
                  </a:srgbClr>
                </a:gs>
                <a:gs pos="100000">
                  <a:srgbClr val="FDFFF7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425" name="Splat 1425"/>
            <p:cNvSpPr>
              <a:spLocks noGrp="1"/>
            </p:cNvSpPr>
            <p:nvPr/>
          </p:nvSpPr>
          <p:spPr>
            <a:xfrm rot="6397674">
              <a:off x="1255266" y="3503457"/>
              <a:ext cx="627103" cy="159063"/>
            </a:xfrm>
            <a:prstGeom prst="ellipse">
              <a:avLst/>
            </a:prstGeom>
            <a:gradFill>
              <a:gsLst>
                <a:gs pos="0">
                  <a:srgbClr val="E5E7E5">
                    <a:alpha val="32968"/>
                  </a:srgbClr>
                </a:gs>
                <a:gs pos="14286">
                  <a:srgbClr val="E5E7E5">
                    <a:alpha val="30764"/>
                  </a:srgbClr>
                </a:gs>
                <a:gs pos="28571">
                  <a:srgbClr val="E5E7E5">
                    <a:alpha val="24833"/>
                  </a:srgbClr>
                </a:gs>
                <a:gs pos="42857">
                  <a:srgbClr val="E5E7E5">
                    <a:alpha val="17075"/>
                  </a:srgbClr>
                </a:gs>
                <a:gs pos="57143">
                  <a:srgbClr val="E5E7E5">
                    <a:alpha val="9855"/>
                  </a:srgbClr>
                </a:gs>
                <a:gs pos="71429">
                  <a:srgbClr val="E5E7E5">
                    <a:alpha val="4740"/>
                  </a:srgbClr>
                </a:gs>
                <a:gs pos="85714">
                  <a:srgbClr val="E5E7E5">
                    <a:alpha val="1902"/>
                  </a:srgbClr>
                </a:gs>
                <a:gs pos="100000">
                  <a:srgbClr val="E5E7E5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426" name="Splat 1426"/>
            <p:cNvSpPr>
              <a:spLocks noGrp="1"/>
            </p:cNvSpPr>
            <p:nvPr/>
          </p:nvSpPr>
          <p:spPr>
            <a:xfrm rot="-8154545">
              <a:off x="1032541" y="3429047"/>
              <a:ext cx="581179" cy="309755"/>
            </a:xfrm>
            <a:prstGeom prst="ellipse">
              <a:avLst/>
            </a:prstGeom>
            <a:gradFill>
              <a:gsLst>
                <a:gs pos="0">
                  <a:srgbClr val="FFF7D5">
                    <a:alpha val="22113"/>
                  </a:srgbClr>
                </a:gs>
                <a:gs pos="14286">
                  <a:srgbClr val="FFF7D5">
                    <a:alpha val="20523"/>
                  </a:srgbClr>
                </a:gs>
                <a:gs pos="28571">
                  <a:srgbClr val="FFF7D5">
                    <a:alpha val="16335"/>
                  </a:srgbClr>
                </a:gs>
                <a:gs pos="42857">
                  <a:srgbClr val="FFF7D5">
                    <a:alpha val="11040"/>
                  </a:srgbClr>
                </a:gs>
                <a:gs pos="57143">
                  <a:srgbClr val="FFF7D5">
                    <a:alpha val="6276"/>
                  </a:srgbClr>
                </a:gs>
                <a:gs pos="71429">
                  <a:srgbClr val="FFF7D5">
                    <a:alpha val="2989"/>
                  </a:srgbClr>
                </a:gs>
                <a:gs pos="85714">
                  <a:srgbClr val="FFF7D5">
                    <a:alpha val="1193"/>
                  </a:srgbClr>
                </a:gs>
                <a:gs pos="100000">
                  <a:srgbClr val="FFF7D5">
                    <a:alpha val="400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427" name="Splat 1427"/>
            <p:cNvSpPr>
              <a:spLocks noGrp="1"/>
            </p:cNvSpPr>
            <p:nvPr/>
          </p:nvSpPr>
          <p:spPr>
            <a:xfrm rot="5045138">
              <a:off x="621218" y="3435362"/>
              <a:ext cx="818798" cy="293571"/>
            </a:xfrm>
            <a:prstGeom prst="ellipse">
              <a:avLst/>
            </a:prstGeom>
            <a:gradFill>
              <a:gsLst>
                <a:gs pos="0">
                  <a:srgbClr val="EAC800">
                    <a:alpha val="10268"/>
                  </a:srgbClr>
                </a:gs>
                <a:gs pos="14286">
                  <a:srgbClr val="EAC800">
                    <a:alpha val="9478"/>
                  </a:srgbClr>
                </a:gs>
                <a:gs pos="28571">
                  <a:srgbClr val="EAC800">
                    <a:alpha val="7440"/>
                  </a:srgbClr>
                </a:gs>
                <a:gs pos="42857">
                  <a:srgbClr val="EAC800">
                    <a:alpha val="4945"/>
                  </a:srgbClr>
                </a:gs>
                <a:gs pos="57143">
                  <a:srgbClr val="EAC800">
                    <a:alpha val="2771"/>
                  </a:srgbClr>
                </a:gs>
                <a:gs pos="71429">
                  <a:srgbClr val="EAC800">
                    <a:alpha val="1307"/>
                  </a:srgbClr>
                </a:gs>
                <a:gs pos="85714">
                  <a:srgbClr val="EAC800">
                    <a:alpha val="519"/>
                  </a:srgbClr>
                </a:gs>
                <a:gs pos="100000">
                  <a:srgbClr val="EAC800">
                    <a:alpha val="174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428" name="Splat 1428"/>
            <p:cNvSpPr>
              <a:spLocks noGrp="1"/>
            </p:cNvSpPr>
            <p:nvPr/>
          </p:nvSpPr>
          <p:spPr>
            <a:xfrm rot="3847965">
              <a:off x="480209" y="3388112"/>
              <a:ext cx="841562" cy="467201"/>
            </a:xfrm>
            <a:prstGeom prst="ellipse">
              <a:avLst/>
            </a:prstGeom>
            <a:gradFill>
              <a:gsLst>
                <a:gs pos="0">
                  <a:srgbClr val="7D5200">
                    <a:alpha val="32968"/>
                  </a:srgbClr>
                </a:gs>
                <a:gs pos="14286">
                  <a:srgbClr val="7D5200">
                    <a:alpha val="30764"/>
                  </a:srgbClr>
                </a:gs>
                <a:gs pos="28571">
                  <a:srgbClr val="7D5200">
                    <a:alpha val="24833"/>
                  </a:srgbClr>
                </a:gs>
                <a:gs pos="42857">
                  <a:srgbClr val="7D5200">
                    <a:alpha val="17075"/>
                  </a:srgbClr>
                </a:gs>
                <a:gs pos="57143">
                  <a:srgbClr val="7D5200">
                    <a:alpha val="9855"/>
                  </a:srgbClr>
                </a:gs>
                <a:gs pos="71429">
                  <a:srgbClr val="7D5200">
                    <a:alpha val="4740"/>
                  </a:srgbClr>
                </a:gs>
                <a:gs pos="85714">
                  <a:srgbClr val="7D5200">
                    <a:alpha val="1902"/>
                  </a:srgbClr>
                </a:gs>
                <a:gs pos="100000">
                  <a:srgbClr val="7D5200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429" name="Splat 1429"/>
            <p:cNvSpPr>
              <a:spLocks noGrp="1"/>
            </p:cNvSpPr>
            <p:nvPr/>
          </p:nvSpPr>
          <p:spPr>
            <a:xfrm rot="7764967">
              <a:off x="308580" y="3345352"/>
              <a:ext cx="736522" cy="444763"/>
            </a:xfrm>
            <a:prstGeom prst="ellipse">
              <a:avLst/>
            </a:prstGeom>
            <a:gradFill>
              <a:gsLst>
                <a:gs pos="0">
                  <a:srgbClr val="700000">
                    <a:alpha val="18716"/>
                  </a:srgbClr>
                </a:gs>
                <a:gs pos="14286">
                  <a:srgbClr val="700000">
                    <a:alpha val="17343"/>
                  </a:srgbClr>
                </a:gs>
                <a:gs pos="28571">
                  <a:srgbClr val="700000">
                    <a:alpha val="13747"/>
                  </a:srgbClr>
                </a:gs>
                <a:gs pos="42857">
                  <a:srgbClr val="700000">
                    <a:alpha val="9245"/>
                  </a:srgbClr>
                </a:gs>
                <a:gs pos="57143">
                  <a:srgbClr val="700000">
                    <a:alpha val="5233"/>
                  </a:srgbClr>
                </a:gs>
                <a:gs pos="71429">
                  <a:srgbClr val="700000">
                    <a:alpha val="2485"/>
                  </a:srgbClr>
                </a:gs>
                <a:gs pos="85714">
                  <a:srgbClr val="700000">
                    <a:alpha val="990"/>
                  </a:srgbClr>
                </a:gs>
                <a:gs pos="100000">
                  <a:srgbClr val="700000">
                    <a:alpha val="332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430" name="Splat 1430"/>
            <p:cNvSpPr>
              <a:spLocks noGrp="1"/>
            </p:cNvSpPr>
            <p:nvPr/>
          </p:nvSpPr>
          <p:spPr>
            <a:xfrm rot="4510374">
              <a:off x="-43068" y="3422705"/>
              <a:ext cx="713076" cy="275878"/>
            </a:xfrm>
            <a:prstGeom prst="ellipse">
              <a:avLst/>
            </a:prstGeom>
            <a:gradFill>
              <a:gsLst>
                <a:gs pos="0">
                  <a:srgbClr val="BC8700">
                    <a:alpha val="32499"/>
                  </a:srgbClr>
                </a:gs>
                <a:gs pos="14286">
                  <a:srgbClr val="BC8700">
                    <a:alpha val="30318"/>
                  </a:srgbClr>
                </a:gs>
                <a:gs pos="28571">
                  <a:srgbClr val="BC8700">
                    <a:alpha val="24458"/>
                  </a:srgbClr>
                </a:gs>
                <a:gs pos="42857">
                  <a:srgbClr val="BC8700">
                    <a:alpha val="16804"/>
                  </a:srgbClr>
                </a:gs>
                <a:gs pos="57143">
                  <a:srgbClr val="BC8700">
                    <a:alpha val="9692"/>
                  </a:srgbClr>
                </a:gs>
                <a:gs pos="71429">
                  <a:srgbClr val="BC8700">
                    <a:alpha val="4660"/>
                  </a:srgbClr>
                </a:gs>
                <a:gs pos="85714">
                  <a:srgbClr val="BC8700">
                    <a:alpha val="1869"/>
                  </a:srgbClr>
                </a:gs>
                <a:gs pos="100000">
                  <a:srgbClr val="BC8700">
                    <a:alpha val="628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431" name="Splat 1431"/>
            <p:cNvSpPr>
              <a:spLocks noGrp="1"/>
            </p:cNvSpPr>
            <p:nvPr/>
          </p:nvSpPr>
          <p:spPr>
            <a:xfrm rot="-9984420">
              <a:off x="-208566" y="3323621"/>
              <a:ext cx="563053" cy="538388"/>
            </a:xfrm>
            <a:prstGeom prst="ellipse">
              <a:avLst/>
            </a:prstGeom>
            <a:gradFill>
              <a:gsLst>
                <a:gs pos="0">
                  <a:srgbClr val="FFFEF0">
                    <a:alpha val="32968"/>
                  </a:srgbClr>
                </a:gs>
                <a:gs pos="14286">
                  <a:srgbClr val="FFFEF0">
                    <a:alpha val="30764"/>
                  </a:srgbClr>
                </a:gs>
                <a:gs pos="28571">
                  <a:srgbClr val="FFFEF0">
                    <a:alpha val="24833"/>
                  </a:srgbClr>
                </a:gs>
                <a:gs pos="42857">
                  <a:srgbClr val="FFFEF0">
                    <a:alpha val="17075"/>
                  </a:srgbClr>
                </a:gs>
                <a:gs pos="57143">
                  <a:srgbClr val="FFFEF0">
                    <a:alpha val="9855"/>
                  </a:srgbClr>
                </a:gs>
                <a:gs pos="71429">
                  <a:srgbClr val="FFFEF0">
                    <a:alpha val="4740"/>
                  </a:srgbClr>
                </a:gs>
                <a:gs pos="85714">
                  <a:srgbClr val="FFFEF0">
                    <a:alpha val="1902"/>
                  </a:srgbClr>
                </a:gs>
                <a:gs pos="100000">
                  <a:srgbClr val="FFFEF0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432" name="Splat 1432"/>
            <p:cNvSpPr>
              <a:spLocks noGrp="1"/>
            </p:cNvSpPr>
            <p:nvPr/>
          </p:nvSpPr>
          <p:spPr>
            <a:xfrm rot="5796391">
              <a:off x="2998641" y="3308685"/>
              <a:ext cx="914769" cy="187824"/>
            </a:xfrm>
            <a:prstGeom prst="ellipse">
              <a:avLst/>
            </a:prstGeom>
            <a:gradFill>
              <a:gsLst>
                <a:gs pos="0">
                  <a:srgbClr val="EBEAE3">
                    <a:alpha val="32968"/>
                  </a:srgbClr>
                </a:gs>
                <a:gs pos="14286">
                  <a:srgbClr val="EBEAE3">
                    <a:alpha val="30764"/>
                  </a:srgbClr>
                </a:gs>
                <a:gs pos="28571">
                  <a:srgbClr val="EBEAE3">
                    <a:alpha val="24833"/>
                  </a:srgbClr>
                </a:gs>
                <a:gs pos="42857">
                  <a:srgbClr val="EBEAE3">
                    <a:alpha val="17075"/>
                  </a:srgbClr>
                </a:gs>
                <a:gs pos="57143">
                  <a:srgbClr val="EBEAE3">
                    <a:alpha val="9855"/>
                  </a:srgbClr>
                </a:gs>
                <a:gs pos="71429">
                  <a:srgbClr val="EBEAE3">
                    <a:alpha val="4740"/>
                  </a:srgbClr>
                </a:gs>
                <a:gs pos="85714">
                  <a:srgbClr val="EBEAE3">
                    <a:alpha val="1902"/>
                  </a:srgbClr>
                </a:gs>
                <a:gs pos="100000">
                  <a:srgbClr val="EBEAE3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433" name="Splat 1433"/>
            <p:cNvSpPr>
              <a:spLocks noGrp="1"/>
            </p:cNvSpPr>
            <p:nvPr/>
          </p:nvSpPr>
          <p:spPr>
            <a:xfrm rot="-8169403">
              <a:off x="2937751" y="3168748"/>
              <a:ext cx="806815" cy="319092"/>
            </a:xfrm>
            <a:prstGeom prst="ellipse">
              <a:avLst/>
            </a:prstGeom>
            <a:gradFill>
              <a:gsLst>
                <a:gs pos="0">
                  <a:srgbClr val="FFFFFF">
                    <a:alpha val="9809"/>
                  </a:srgbClr>
                </a:gs>
                <a:gs pos="14286">
                  <a:srgbClr val="FFFFFF">
                    <a:alpha val="9053"/>
                  </a:srgbClr>
                </a:gs>
                <a:gs pos="28571">
                  <a:srgbClr val="FFFFFF">
                    <a:alpha val="7103"/>
                  </a:srgbClr>
                </a:gs>
                <a:gs pos="42857">
                  <a:srgbClr val="FFFFFF">
                    <a:alpha val="4718"/>
                  </a:srgbClr>
                </a:gs>
                <a:gs pos="57143">
                  <a:srgbClr val="FFFFFF">
                    <a:alpha val="2642"/>
                  </a:srgbClr>
                </a:gs>
                <a:gs pos="71429">
                  <a:srgbClr val="FFFFFF">
                    <a:alpha val="1246"/>
                  </a:srgbClr>
                </a:gs>
                <a:gs pos="85714">
                  <a:srgbClr val="FFFFFF">
                    <a:alpha val="494"/>
                  </a:srgbClr>
                </a:gs>
                <a:gs pos="100000">
                  <a:srgbClr val="FFFFFF">
                    <a:alpha val="165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434" name="Splat 1434"/>
            <p:cNvSpPr>
              <a:spLocks noGrp="1"/>
            </p:cNvSpPr>
            <p:nvPr/>
          </p:nvSpPr>
          <p:spPr>
            <a:xfrm rot="5629700">
              <a:off x="2832325" y="3132475"/>
              <a:ext cx="498971" cy="363508"/>
            </a:xfrm>
            <a:prstGeom prst="ellipse">
              <a:avLst/>
            </a:prstGeom>
            <a:gradFill>
              <a:gsLst>
                <a:gs pos="0">
                  <a:srgbClr val="FFFFF9">
                    <a:alpha val="30907"/>
                  </a:srgbClr>
                </a:gs>
                <a:gs pos="14286">
                  <a:srgbClr val="FFFFF9">
                    <a:alpha val="28809"/>
                  </a:srgbClr>
                </a:gs>
                <a:gs pos="28571">
                  <a:srgbClr val="FFFFF9">
                    <a:alpha val="23191"/>
                  </a:srgbClr>
                </a:gs>
                <a:gs pos="42857">
                  <a:srgbClr val="FFFFF9">
                    <a:alpha val="15891"/>
                  </a:srgbClr>
                </a:gs>
                <a:gs pos="57143">
                  <a:srgbClr val="FFFFF9">
                    <a:alpha val="9144"/>
                  </a:srgbClr>
                </a:gs>
                <a:gs pos="71429">
                  <a:srgbClr val="FFFFF9">
                    <a:alpha val="4389"/>
                  </a:srgbClr>
                </a:gs>
                <a:gs pos="85714">
                  <a:srgbClr val="FFFFF9">
                    <a:alpha val="1759"/>
                  </a:srgbClr>
                </a:gs>
                <a:gs pos="100000">
                  <a:srgbClr val="FFFFF9">
                    <a:alpha val="591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435" name="Splat 1435"/>
            <p:cNvSpPr>
              <a:spLocks noGrp="1"/>
            </p:cNvSpPr>
            <p:nvPr/>
          </p:nvSpPr>
          <p:spPr>
            <a:xfrm rot="-10789693">
              <a:off x="2642547" y="3156038"/>
              <a:ext cx="626195" cy="365312"/>
            </a:xfrm>
            <a:prstGeom prst="ellipse">
              <a:avLst/>
            </a:prstGeom>
            <a:gradFill>
              <a:gsLst>
                <a:gs pos="0">
                  <a:srgbClr val="FCFFFD">
                    <a:alpha val="18100"/>
                  </a:srgbClr>
                </a:gs>
                <a:gs pos="14286">
                  <a:srgbClr val="FCFFFD">
                    <a:alpha val="16766"/>
                  </a:srgbClr>
                </a:gs>
                <a:gs pos="28571">
                  <a:srgbClr val="FCFFFD">
                    <a:alpha val="13280"/>
                  </a:srgbClr>
                </a:gs>
                <a:gs pos="42857">
                  <a:srgbClr val="FCFFFD">
                    <a:alpha val="8923"/>
                  </a:srgbClr>
                </a:gs>
                <a:gs pos="57143">
                  <a:srgbClr val="FCFFFD">
                    <a:alpha val="5047"/>
                  </a:srgbClr>
                </a:gs>
                <a:gs pos="71429">
                  <a:srgbClr val="FCFFFD">
                    <a:alpha val="2395"/>
                  </a:srgbClr>
                </a:gs>
                <a:gs pos="85714">
                  <a:srgbClr val="FCFFFD">
                    <a:alpha val="954"/>
                  </a:srgbClr>
                </a:gs>
                <a:gs pos="100000">
                  <a:srgbClr val="FCFFFD">
                    <a:alpha val="320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436" name="Splat 1436"/>
            <p:cNvSpPr>
              <a:spLocks noGrp="1"/>
            </p:cNvSpPr>
            <p:nvPr/>
          </p:nvSpPr>
          <p:spPr>
            <a:xfrm rot="6470250">
              <a:off x="2435770" y="3213803"/>
              <a:ext cx="620678" cy="149414"/>
            </a:xfrm>
            <a:prstGeom prst="ellipse">
              <a:avLst/>
            </a:prstGeom>
            <a:gradFill>
              <a:gsLst>
                <a:gs pos="0">
                  <a:srgbClr val="FBFFFA">
                    <a:alpha val="32147"/>
                  </a:srgbClr>
                </a:gs>
                <a:gs pos="14286">
                  <a:srgbClr val="FBFFFA">
                    <a:alpha val="29985"/>
                  </a:srgbClr>
                </a:gs>
                <a:gs pos="28571">
                  <a:srgbClr val="FBFFFA">
                    <a:alpha val="24177"/>
                  </a:srgbClr>
                </a:gs>
                <a:gs pos="42857">
                  <a:srgbClr val="FBFFFA">
                    <a:alpha val="16602"/>
                  </a:srgbClr>
                </a:gs>
                <a:gs pos="57143">
                  <a:srgbClr val="FBFFFA">
                    <a:alpha val="9570"/>
                  </a:srgbClr>
                </a:gs>
                <a:gs pos="71429">
                  <a:srgbClr val="FBFFFA">
                    <a:alpha val="4600"/>
                  </a:srgbClr>
                </a:gs>
                <a:gs pos="85714">
                  <a:srgbClr val="FBFFFA">
                    <a:alpha val="1845"/>
                  </a:srgbClr>
                </a:gs>
                <a:gs pos="100000">
                  <a:srgbClr val="FBFFFA">
                    <a:alpha val="620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437" name="Splat 1437"/>
            <p:cNvSpPr>
              <a:spLocks noGrp="1"/>
            </p:cNvSpPr>
            <p:nvPr/>
          </p:nvSpPr>
          <p:spPr>
            <a:xfrm rot="6571331">
              <a:off x="1967981" y="3168121"/>
              <a:ext cx="714957" cy="368986"/>
            </a:xfrm>
            <a:prstGeom prst="ellipse">
              <a:avLst/>
            </a:prstGeom>
            <a:gradFill>
              <a:gsLst>
                <a:gs pos="0">
                  <a:srgbClr val="3A1A00">
                    <a:alpha val="16992"/>
                  </a:srgbClr>
                </a:gs>
                <a:gs pos="14286">
                  <a:srgbClr val="3A1A00">
                    <a:alpha val="15732"/>
                  </a:srgbClr>
                </a:gs>
                <a:gs pos="28571">
                  <a:srgbClr val="3A1A00">
                    <a:alpha val="12445"/>
                  </a:srgbClr>
                </a:gs>
                <a:gs pos="42857">
                  <a:srgbClr val="3A1A00">
                    <a:alpha val="8348"/>
                  </a:srgbClr>
                </a:gs>
                <a:gs pos="57143">
                  <a:srgbClr val="3A1A00">
                    <a:alpha val="4716"/>
                  </a:srgbClr>
                </a:gs>
                <a:gs pos="71429">
                  <a:srgbClr val="3A1A00">
                    <a:alpha val="2236"/>
                  </a:srgbClr>
                </a:gs>
                <a:gs pos="85714">
                  <a:srgbClr val="3A1A00">
                    <a:alpha val="890"/>
                  </a:srgbClr>
                </a:gs>
                <a:gs pos="100000">
                  <a:srgbClr val="3A1A00">
                    <a:alpha val="298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438" name="Splat 1438"/>
            <p:cNvSpPr>
              <a:spLocks noGrp="1"/>
            </p:cNvSpPr>
            <p:nvPr/>
          </p:nvSpPr>
          <p:spPr>
            <a:xfrm rot="-8476680">
              <a:off x="1819558" y="3205316"/>
              <a:ext cx="724395" cy="309381"/>
            </a:xfrm>
            <a:prstGeom prst="ellipse">
              <a:avLst/>
            </a:prstGeom>
            <a:gradFill>
              <a:gsLst>
                <a:gs pos="0">
                  <a:srgbClr val="595300">
                    <a:alpha val="18274"/>
                  </a:srgbClr>
                </a:gs>
                <a:gs pos="14286">
                  <a:srgbClr val="595300">
                    <a:alpha val="16929"/>
                  </a:srgbClr>
                </a:gs>
                <a:gs pos="28571">
                  <a:srgbClr val="595300">
                    <a:alpha val="13412"/>
                  </a:srgbClr>
                </a:gs>
                <a:gs pos="42857">
                  <a:srgbClr val="595300">
                    <a:alpha val="9013"/>
                  </a:srgbClr>
                </a:gs>
                <a:gs pos="57143">
                  <a:srgbClr val="595300">
                    <a:alpha val="5099"/>
                  </a:srgbClr>
                </a:gs>
                <a:gs pos="71429">
                  <a:srgbClr val="595300">
                    <a:alpha val="2420"/>
                  </a:srgbClr>
                </a:gs>
                <a:gs pos="85714">
                  <a:srgbClr val="595300">
                    <a:alpha val="964"/>
                  </a:srgbClr>
                </a:gs>
                <a:gs pos="100000">
                  <a:srgbClr val="595300">
                    <a:alpha val="323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439" name="Splat 1439"/>
            <p:cNvSpPr>
              <a:spLocks noGrp="1"/>
            </p:cNvSpPr>
            <p:nvPr/>
          </p:nvSpPr>
          <p:spPr>
            <a:xfrm rot="8377045">
              <a:off x="1240507" y="3284426"/>
              <a:ext cx="754126" cy="181827"/>
            </a:xfrm>
            <a:prstGeom prst="ellipse">
              <a:avLst/>
            </a:prstGeom>
            <a:gradFill>
              <a:gsLst>
                <a:gs pos="0">
                  <a:srgbClr val="F4F3EA">
                    <a:alpha val="32968"/>
                  </a:srgbClr>
                </a:gs>
                <a:gs pos="14286">
                  <a:srgbClr val="F4F3EA">
                    <a:alpha val="30764"/>
                  </a:srgbClr>
                </a:gs>
                <a:gs pos="28571">
                  <a:srgbClr val="F4F3EA">
                    <a:alpha val="24833"/>
                  </a:srgbClr>
                </a:gs>
                <a:gs pos="42857">
                  <a:srgbClr val="F4F3EA">
                    <a:alpha val="17075"/>
                  </a:srgbClr>
                </a:gs>
                <a:gs pos="57143">
                  <a:srgbClr val="F4F3EA">
                    <a:alpha val="9855"/>
                  </a:srgbClr>
                </a:gs>
                <a:gs pos="71429">
                  <a:srgbClr val="F4F3EA">
                    <a:alpha val="4740"/>
                  </a:srgbClr>
                </a:gs>
                <a:gs pos="85714">
                  <a:srgbClr val="F4F3EA">
                    <a:alpha val="1902"/>
                  </a:srgbClr>
                </a:gs>
                <a:gs pos="100000">
                  <a:srgbClr val="F4F3EA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440" name="Splat 1440"/>
            <p:cNvSpPr>
              <a:spLocks noGrp="1"/>
            </p:cNvSpPr>
            <p:nvPr/>
          </p:nvSpPr>
          <p:spPr>
            <a:xfrm rot="5775565">
              <a:off x="952110" y="3280458"/>
              <a:ext cx="453011" cy="173703"/>
            </a:xfrm>
            <a:prstGeom prst="ellipse">
              <a:avLst/>
            </a:prstGeom>
            <a:gradFill>
              <a:gsLst>
                <a:gs pos="0">
                  <a:srgbClr val="FFFFFE">
                    <a:alpha val="26838"/>
                  </a:srgbClr>
                </a:gs>
                <a:gs pos="14286">
                  <a:srgbClr val="FFFFFE">
                    <a:alpha val="24965"/>
                  </a:srgbClr>
                </a:gs>
                <a:gs pos="28571">
                  <a:srgbClr val="FFFFFE">
                    <a:alpha val="19989"/>
                  </a:srgbClr>
                </a:gs>
                <a:gs pos="42857">
                  <a:srgbClr val="FFFFFE">
                    <a:alpha val="13608"/>
                  </a:srgbClr>
                </a:gs>
                <a:gs pos="57143">
                  <a:srgbClr val="FFFFFE">
                    <a:alpha val="7785"/>
                  </a:srgbClr>
                </a:gs>
                <a:gs pos="71429">
                  <a:srgbClr val="FFFFFE">
                    <a:alpha val="3723"/>
                  </a:srgbClr>
                </a:gs>
                <a:gs pos="85714">
                  <a:srgbClr val="FFFFFE">
                    <a:alpha val="1489"/>
                  </a:srgbClr>
                </a:gs>
                <a:gs pos="100000">
                  <a:srgbClr val="FFFFFE">
                    <a:alpha val="500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441" name="Splat 1441"/>
            <p:cNvSpPr>
              <a:spLocks noGrp="1"/>
            </p:cNvSpPr>
            <p:nvPr/>
          </p:nvSpPr>
          <p:spPr>
            <a:xfrm rot="9273355">
              <a:off x="659044" y="3131511"/>
              <a:ext cx="589684" cy="416039"/>
            </a:xfrm>
            <a:prstGeom prst="ellipse">
              <a:avLst/>
            </a:prstGeom>
            <a:gradFill>
              <a:gsLst>
                <a:gs pos="0">
                  <a:srgbClr val="A76700">
                    <a:alpha val="11988"/>
                  </a:srgbClr>
                </a:gs>
                <a:gs pos="14286">
                  <a:srgbClr val="A76700">
                    <a:alpha val="11074"/>
                  </a:srgbClr>
                </a:gs>
                <a:gs pos="28571">
                  <a:srgbClr val="A76700">
                    <a:alpha val="8710"/>
                  </a:srgbClr>
                </a:gs>
                <a:gs pos="42857">
                  <a:srgbClr val="A76700">
                    <a:alpha val="5802"/>
                  </a:srgbClr>
                </a:gs>
                <a:gs pos="57143">
                  <a:srgbClr val="A76700">
                    <a:alpha val="3258"/>
                  </a:srgbClr>
                </a:gs>
                <a:gs pos="71429">
                  <a:srgbClr val="A76700">
                    <a:alpha val="1538"/>
                  </a:srgbClr>
                </a:gs>
                <a:gs pos="85714">
                  <a:srgbClr val="A76700">
                    <a:alpha val="611"/>
                  </a:srgbClr>
                </a:gs>
                <a:gs pos="100000">
                  <a:srgbClr val="A76700">
                    <a:alpha val="205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442" name="Splat 1442"/>
            <p:cNvSpPr>
              <a:spLocks noGrp="1"/>
            </p:cNvSpPr>
            <p:nvPr/>
          </p:nvSpPr>
          <p:spPr>
            <a:xfrm rot="7154978">
              <a:off x="111694" y="3161064"/>
              <a:ext cx="758495" cy="423383"/>
            </a:xfrm>
            <a:prstGeom prst="ellipse">
              <a:avLst/>
            </a:prstGeom>
            <a:gradFill>
              <a:gsLst>
                <a:gs pos="0">
                  <a:srgbClr val="FF0000">
                    <a:alpha val="5185"/>
                  </a:srgbClr>
                </a:gs>
                <a:gs pos="14286">
                  <a:srgbClr val="FF0000">
                    <a:alpha val="4776"/>
                  </a:srgbClr>
                </a:gs>
                <a:gs pos="28571">
                  <a:srgbClr val="FF0000">
                    <a:alpha val="3728"/>
                  </a:srgbClr>
                </a:gs>
                <a:gs pos="42857">
                  <a:srgbClr val="FF0000">
                    <a:alpha val="2462"/>
                  </a:srgbClr>
                </a:gs>
                <a:gs pos="57143">
                  <a:srgbClr val="FF0000">
                    <a:alpha val="1372"/>
                  </a:srgbClr>
                </a:gs>
                <a:gs pos="71429">
                  <a:srgbClr val="FF0000">
                    <a:alpha val="644"/>
                  </a:srgbClr>
                </a:gs>
                <a:gs pos="85714">
                  <a:srgbClr val="FF0000">
                    <a:alpha val="255"/>
                  </a:srgbClr>
                </a:gs>
                <a:gs pos="100000">
                  <a:srgbClr val="FF0000">
                    <a:alpha val="85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443" name="Splat 1443"/>
            <p:cNvSpPr>
              <a:spLocks noGrp="1"/>
            </p:cNvSpPr>
            <p:nvPr/>
          </p:nvSpPr>
          <p:spPr>
            <a:xfrm rot="8599393">
              <a:off x="-23191" y="3026555"/>
              <a:ext cx="687616" cy="598814"/>
            </a:xfrm>
            <a:prstGeom prst="ellipse">
              <a:avLst/>
            </a:prstGeom>
            <a:gradFill>
              <a:gsLst>
                <a:gs pos="0">
                  <a:srgbClr val="EE9F00">
                    <a:alpha val="4441"/>
                  </a:srgbClr>
                </a:gs>
                <a:gs pos="14286">
                  <a:srgbClr val="EE9F00">
                    <a:alpha val="4089"/>
                  </a:srgbClr>
                </a:gs>
                <a:gs pos="28571">
                  <a:srgbClr val="EE9F00">
                    <a:alpha val="3190"/>
                  </a:srgbClr>
                </a:gs>
                <a:gs pos="42857">
                  <a:srgbClr val="EE9F00">
                    <a:alpha val="2104"/>
                  </a:srgbClr>
                </a:gs>
                <a:gs pos="57143">
                  <a:srgbClr val="EE9F00">
                    <a:alpha val="1171"/>
                  </a:srgbClr>
                </a:gs>
                <a:gs pos="71429">
                  <a:srgbClr val="EE9F00">
                    <a:alpha val="550"/>
                  </a:srgbClr>
                </a:gs>
                <a:gs pos="85714">
                  <a:srgbClr val="EE9F00">
                    <a:alpha val="218"/>
                  </a:srgbClr>
                </a:gs>
                <a:gs pos="100000">
                  <a:srgbClr val="EE9F00">
                    <a:alpha val="73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444" name="Splat 1444"/>
            <p:cNvSpPr>
              <a:spLocks noGrp="1"/>
            </p:cNvSpPr>
            <p:nvPr/>
          </p:nvSpPr>
          <p:spPr>
            <a:xfrm rot="7406671">
              <a:off x="-271330" y="3082285"/>
              <a:ext cx="839070" cy="501108"/>
            </a:xfrm>
            <a:prstGeom prst="ellipse">
              <a:avLst/>
            </a:prstGeom>
            <a:gradFill>
              <a:gsLst>
                <a:gs pos="0">
                  <a:srgbClr val="FFD500">
                    <a:alpha val="8444"/>
                  </a:srgbClr>
                </a:gs>
                <a:gs pos="14286">
                  <a:srgbClr val="FFD500">
                    <a:alpha val="7789"/>
                  </a:srgbClr>
                </a:gs>
                <a:gs pos="28571">
                  <a:srgbClr val="FFD500">
                    <a:alpha val="6102"/>
                  </a:srgbClr>
                </a:gs>
                <a:gs pos="42857">
                  <a:srgbClr val="FFD500">
                    <a:alpha val="4046"/>
                  </a:srgbClr>
                </a:gs>
                <a:gs pos="57143">
                  <a:srgbClr val="FFD500">
                    <a:alpha val="2262"/>
                  </a:srgbClr>
                </a:gs>
                <a:gs pos="71429">
                  <a:srgbClr val="FFD500">
                    <a:alpha val="1065"/>
                  </a:srgbClr>
                </a:gs>
                <a:gs pos="85714">
                  <a:srgbClr val="FFD500">
                    <a:alpha val="423"/>
                  </a:srgbClr>
                </a:gs>
                <a:gs pos="100000">
                  <a:srgbClr val="FFD500">
                    <a:alpha val="141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445" name="Splat 1445"/>
            <p:cNvSpPr>
              <a:spLocks noGrp="1"/>
            </p:cNvSpPr>
            <p:nvPr/>
          </p:nvSpPr>
          <p:spPr>
            <a:xfrm rot="5416510">
              <a:off x="2933394" y="2935745"/>
              <a:ext cx="676195" cy="381112"/>
            </a:xfrm>
            <a:prstGeom prst="ellipse">
              <a:avLst/>
            </a:prstGeom>
            <a:gradFill>
              <a:gsLst>
                <a:gs pos="0">
                  <a:srgbClr val="FEFFFF">
                    <a:alpha val="28651"/>
                  </a:srgbClr>
                </a:gs>
                <a:gs pos="14286">
                  <a:srgbClr val="FEFFFF">
                    <a:alpha val="26676"/>
                  </a:srgbClr>
                </a:gs>
                <a:gs pos="28571">
                  <a:srgbClr val="FEFFFF">
                    <a:alpha val="21410"/>
                  </a:srgbClr>
                </a:gs>
                <a:gs pos="42857">
                  <a:srgbClr val="FEFFFF">
                    <a:alpha val="14617"/>
                  </a:srgbClr>
                </a:gs>
                <a:gs pos="57143">
                  <a:srgbClr val="FEFFFF">
                    <a:alpha val="8384"/>
                  </a:srgbClr>
                </a:gs>
                <a:gs pos="71429">
                  <a:srgbClr val="FEFFFF">
                    <a:alpha val="4016"/>
                  </a:srgbClr>
                </a:gs>
                <a:gs pos="85714">
                  <a:srgbClr val="FEFFFF">
                    <a:alpha val="1608"/>
                  </a:srgbClr>
                </a:gs>
                <a:gs pos="100000">
                  <a:srgbClr val="FEFFFF">
                    <a:alpha val="540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446" name="Splat 1446"/>
            <p:cNvSpPr>
              <a:spLocks noGrp="1"/>
            </p:cNvSpPr>
            <p:nvPr/>
          </p:nvSpPr>
          <p:spPr>
            <a:xfrm rot="7364608">
              <a:off x="2774122" y="2860298"/>
              <a:ext cx="720219" cy="476842"/>
            </a:xfrm>
            <a:prstGeom prst="ellipse">
              <a:avLst/>
            </a:prstGeom>
            <a:gradFill>
              <a:gsLst>
                <a:gs pos="0">
                  <a:srgbClr val="FDFFFA">
                    <a:alpha val="32690"/>
                  </a:srgbClr>
                </a:gs>
                <a:gs pos="14286">
                  <a:srgbClr val="FDFFFA">
                    <a:alpha val="30500"/>
                  </a:srgbClr>
                </a:gs>
                <a:gs pos="28571">
                  <a:srgbClr val="FDFFFA">
                    <a:alpha val="24611"/>
                  </a:srgbClr>
                </a:gs>
                <a:gs pos="42857">
                  <a:srgbClr val="FDFFFA">
                    <a:alpha val="16915"/>
                  </a:srgbClr>
                </a:gs>
                <a:gs pos="57143">
                  <a:srgbClr val="FDFFFA">
                    <a:alpha val="9758"/>
                  </a:srgbClr>
                </a:gs>
                <a:gs pos="71429">
                  <a:srgbClr val="FDFFFA">
                    <a:alpha val="4693"/>
                  </a:srgbClr>
                </a:gs>
                <a:gs pos="85714">
                  <a:srgbClr val="FDFFFA">
                    <a:alpha val="1883"/>
                  </a:srgbClr>
                </a:gs>
                <a:gs pos="100000">
                  <a:srgbClr val="FDFFFA">
                    <a:alpha val="633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447" name="Splat 1447"/>
            <p:cNvSpPr>
              <a:spLocks noGrp="1"/>
            </p:cNvSpPr>
            <p:nvPr/>
          </p:nvSpPr>
          <p:spPr>
            <a:xfrm rot="3861579">
              <a:off x="2108284" y="2960917"/>
              <a:ext cx="829483" cy="336581"/>
            </a:xfrm>
            <a:prstGeom prst="ellipse">
              <a:avLst/>
            </a:prstGeom>
            <a:gradFill>
              <a:gsLst>
                <a:gs pos="0">
                  <a:srgbClr val="4C0000">
                    <a:alpha val="18179"/>
                  </a:srgbClr>
                </a:gs>
                <a:gs pos="14286">
                  <a:srgbClr val="4C0000">
                    <a:alpha val="16840"/>
                  </a:srgbClr>
                </a:gs>
                <a:gs pos="28571">
                  <a:srgbClr val="4C0000">
                    <a:alpha val="13340"/>
                  </a:srgbClr>
                </a:gs>
                <a:gs pos="42857">
                  <a:srgbClr val="4C0000">
                    <a:alpha val="8964"/>
                  </a:srgbClr>
                </a:gs>
                <a:gs pos="57143">
                  <a:srgbClr val="4C0000">
                    <a:alpha val="5071"/>
                  </a:srgbClr>
                </a:gs>
                <a:gs pos="71429">
                  <a:srgbClr val="4C0000">
                    <a:alpha val="2406"/>
                  </a:srgbClr>
                </a:gs>
                <a:gs pos="85714">
                  <a:srgbClr val="4C0000">
                    <a:alpha val="959"/>
                  </a:srgbClr>
                </a:gs>
                <a:gs pos="100000">
                  <a:srgbClr val="4C0000">
                    <a:alpha val="321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448" name="Splat 1448"/>
            <p:cNvSpPr>
              <a:spLocks noGrp="1"/>
            </p:cNvSpPr>
            <p:nvPr/>
          </p:nvSpPr>
          <p:spPr>
            <a:xfrm rot="-8890288">
              <a:off x="1898351" y="2935320"/>
              <a:ext cx="755827" cy="399446"/>
            </a:xfrm>
            <a:prstGeom prst="ellipse">
              <a:avLst/>
            </a:prstGeom>
            <a:gradFill>
              <a:gsLst>
                <a:gs pos="0">
                  <a:srgbClr val="A96600">
                    <a:alpha val="28443"/>
                  </a:srgbClr>
                </a:gs>
                <a:gs pos="14286">
                  <a:srgbClr val="A96600">
                    <a:alpha val="26479"/>
                  </a:srgbClr>
                </a:gs>
                <a:gs pos="28571">
                  <a:srgbClr val="A96600">
                    <a:alpha val="21246"/>
                  </a:srgbClr>
                </a:gs>
                <a:gs pos="42857">
                  <a:srgbClr val="A96600">
                    <a:alpha val="14500"/>
                  </a:srgbClr>
                </a:gs>
                <a:gs pos="57143">
                  <a:srgbClr val="A96600">
                    <a:alpha val="8314"/>
                  </a:srgbClr>
                </a:gs>
                <a:gs pos="71429">
                  <a:srgbClr val="A96600">
                    <a:alpha val="3982"/>
                  </a:srgbClr>
                </a:gs>
                <a:gs pos="85714">
                  <a:srgbClr val="A96600">
                    <a:alpha val="1594"/>
                  </a:srgbClr>
                </a:gs>
                <a:gs pos="100000">
                  <a:srgbClr val="A96600">
                    <a:alpha val="535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449" name="Splat 1449"/>
            <p:cNvSpPr>
              <a:spLocks noGrp="1"/>
            </p:cNvSpPr>
            <p:nvPr/>
          </p:nvSpPr>
          <p:spPr>
            <a:xfrm rot="3417620">
              <a:off x="1801057" y="2931757"/>
              <a:ext cx="652536" cy="388804"/>
            </a:xfrm>
            <a:prstGeom prst="ellipse">
              <a:avLst/>
            </a:prstGeom>
            <a:gradFill>
              <a:gsLst>
                <a:gs pos="0">
                  <a:srgbClr val="2B1700">
                    <a:alpha val="32968"/>
                  </a:srgbClr>
                </a:gs>
                <a:gs pos="14286">
                  <a:srgbClr val="2B1700">
                    <a:alpha val="30764"/>
                  </a:srgbClr>
                </a:gs>
                <a:gs pos="28571">
                  <a:srgbClr val="2B1700">
                    <a:alpha val="24833"/>
                  </a:srgbClr>
                </a:gs>
                <a:gs pos="42857">
                  <a:srgbClr val="2B1700">
                    <a:alpha val="17075"/>
                  </a:srgbClr>
                </a:gs>
                <a:gs pos="57143">
                  <a:srgbClr val="2B1700">
                    <a:alpha val="9855"/>
                  </a:srgbClr>
                </a:gs>
                <a:gs pos="71429">
                  <a:srgbClr val="2B1700">
                    <a:alpha val="4740"/>
                  </a:srgbClr>
                </a:gs>
                <a:gs pos="85714">
                  <a:srgbClr val="2B1700">
                    <a:alpha val="1902"/>
                  </a:srgbClr>
                </a:gs>
                <a:gs pos="100000">
                  <a:srgbClr val="2B1700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450" name="Splat 1450"/>
            <p:cNvSpPr>
              <a:spLocks noGrp="1"/>
            </p:cNvSpPr>
            <p:nvPr/>
          </p:nvSpPr>
          <p:spPr>
            <a:xfrm rot="9826325">
              <a:off x="1723305" y="2936873"/>
              <a:ext cx="554596" cy="331571"/>
            </a:xfrm>
            <a:prstGeom prst="ellipse">
              <a:avLst/>
            </a:prstGeom>
            <a:gradFill>
              <a:gsLst>
                <a:gs pos="0">
                  <a:srgbClr val="001800">
                    <a:alpha val="9344"/>
                  </a:srgbClr>
                </a:gs>
                <a:gs pos="14286">
                  <a:srgbClr val="001800">
                    <a:alpha val="8622"/>
                  </a:srgbClr>
                </a:gs>
                <a:gs pos="28571">
                  <a:srgbClr val="001800">
                    <a:alpha val="6762"/>
                  </a:srgbClr>
                </a:gs>
                <a:gs pos="42857">
                  <a:srgbClr val="001800">
                    <a:alpha val="4488"/>
                  </a:srgbClr>
                </a:gs>
                <a:gs pos="57143">
                  <a:srgbClr val="001800">
                    <a:alpha val="2512"/>
                  </a:srgbClr>
                </a:gs>
                <a:gs pos="71429">
                  <a:srgbClr val="001800">
                    <a:alpha val="1184"/>
                  </a:srgbClr>
                </a:gs>
                <a:gs pos="85714">
                  <a:srgbClr val="001800">
                    <a:alpha val="470"/>
                  </a:srgbClr>
                </a:gs>
                <a:gs pos="100000">
                  <a:srgbClr val="001800">
                    <a:alpha val="157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451" name="Splat 1451"/>
            <p:cNvSpPr>
              <a:spLocks noGrp="1"/>
            </p:cNvSpPr>
            <p:nvPr/>
          </p:nvSpPr>
          <p:spPr>
            <a:xfrm rot="4341822">
              <a:off x="593093" y="3017160"/>
              <a:ext cx="673344" cy="363231"/>
            </a:xfrm>
            <a:prstGeom prst="ellipse">
              <a:avLst/>
            </a:prstGeom>
            <a:gradFill>
              <a:gsLst>
                <a:gs pos="0">
                  <a:srgbClr val="815A00">
                    <a:alpha val="31341"/>
                  </a:srgbClr>
                </a:gs>
                <a:gs pos="14286">
                  <a:srgbClr val="815A00">
                    <a:alpha val="29221"/>
                  </a:srgbClr>
                </a:gs>
                <a:gs pos="28571">
                  <a:srgbClr val="815A00">
                    <a:alpha val="23536"/>
                  </a:srgbClr>
                </a:gs>
                <a:gs pos="42857">
                  <a:srgbClr val="815A00">
                    <a:alpha val="16139"/>
                  </a:srgbClr>
                </a:gs>
                <a:gs pos="57143">
                  <a:srgbClr val="815A00">
                    <a:alpha val="9292"/>
                  </a:srgbClr>
                </a:gs>
                <a:gs pos="71429">
                  <a:srgbClr val="815A00">
                    <a:alpha val="4463"/>
                  </a:srgbClr>
                </a:gs>
                <a:gs pos="85714">
                  <a:srgbClr val="815A00">
                    <a:alpha val="1789"/>
                  </a:srgbClr>
                </a:gs>
                <a:gs pos="100000">
                  <a:srgbClr val="815A00">
                    <a:alpha val="601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452" name="Splat 1452"/>
            <p:cNvSpPr>
              <a:spLocks noGrp="1"/>
            </p:cNvSpPr>
            <p:nvPr/>
          </p:nvSpPr>
          <p:spPr>
            <a:xfrm rot="8722876">
              <a:off x="472430" y="3118613"/>
              <a:ext cx="469966" cy="226380"/>
            </a:xfrm>
            <a:prstGeom prst="ellipse">
              <a:avLst/>
            </a:prstGeom>
            <a:gradFill>
              <a:gsLst>
                <a:gs pos="0">
                  <a:srgbClr val="510000">
                    <a:alpha val="17285"/>
                  </a:srgbClr>
                </a:gs>
                <a:gs pos="14286">
                  <a:srgbClr val="510000">
                    <a:alpha val="16006"/>
                  </a:srgbClr>
                </a:gs>
                <a:gs pos="28571">
                  <a:srgbClr val="510000">
                    <a:alpha val="12666"/>
                  </a:srgbClr>
                </a:gs>
                <a:gs pos="42857">
                  <a:srgbClr val="510000">
                    <a:alpha val="8500"/>
                  </a:srgbClr>
                </a:gs>
                <a:gs pos="57143">
                  <a:srgbClr val="510000">
                    <a:alpha val="4803"/>
                  </a:srgbClr>
                </a:gs>
                <a:gs pos="71429">
                  <a:srgbClr val="510000">
                    <a:alpha val="2278"/>
                  </a:srgbClr>
                </a:gs>
                <a:gs pos="85714">
                  <a:srgbClr val="510000">
                    <a:alpha val="907"/>
                  </a:srgbClr>
                </a:gs>
                <a:gs pos="100000">
                  <a:srgbClr val="510000">
                    <a:alpha val="304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453" name="Splat 1453"/>
            <p:cNvSpPr>
              <a:spLocks noGrp="1"/>
            </p:cNvSpPr>
            <p:nvPr/>
          </p:nvSpPr>
          <p:spPr>
            <a:xfrm rot="5340729">
              <a:off x="131594" y="2838230"/>
              <a:ext cx="679950" cy="542563"/>
            </a:xfrm>
            <a:prstGeom prst="ellipse">
              <a:avLst/>
            </a:prstGeom>
            <a:gradFill>
              <a:gsLst>
                <a:gs pos="0">
                  <a:srgbClr val="B97300">
                    <a:alpha val="9160"/>
                  </a:srgbClr>
                </a:gs>
                <a:gs pos="14286">
                  <a:srgbClr val="B97300">
                    <a:alpha val="8452"/>
                  </a:srgbClr>
                </a:gs>
                <a:gs pos="28571">
                  <a:srgbClr val="B97300">
                    <a:alpha val="6626"/>
                  </a:srgbClr>
                </a:gs>
                <a:gs pos="42857">
                  <a:srgbClr val="B97300">
                    <a:alpha val="4398"/>
                  </a:srgbClr>
                </a:gs>
                <a:gs pos="57143">
                  <a:srgbClr val="B97300">
                    <a:alpha val="2461"/>
                  </a:srgbClr>
                </a:gs>
                <a:gs pos="71429">
                  <a:srgbClr val="B97300">
                    <a:alpha val="1160"/>
                  </a:srgbClr>
                </a:gs>
                <a:gs pos="85714">
                  <a:srgbClr val="B97300">
                    <a:alpha val="460"/>
                  </a:srgbClr>
                </a:gs>
                <a:gs pos="100000">
                  <a:srgbClr val="B97300">
                    <a:alpha val="154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454" name="Splat 1454"/>
            <p:cNvSpPr>
              <a:spLocks noGrp="1"/>
            </p:cNvSpPr>
            <p:nvPr/>
          </p:nvSpPr>
          <p:spPr>
            <a:xfrm rot="5284050">
              <a:off x="15203" y="3121935"/>
              <a:ext cx="629887" cy="201598"/>
            </a:xfrm>
            <a:prstGeom prst="ellipse">
              <a:avLst/>
            </a:prstGeom>
            <a:gradFill>
              <a:gsLst>
                <a:gs pos="0">
                  <a:srgbClr val="5D0000">
                    <a:alpha val="18564"/>
                  </a:srgbClr>
                </a:gs>
                <a:gs pos="14286">
                  <a:srgbClr val="5D0000">
                    <a:alpha val="17200"/>
                  </a:srgbClr>
                </a:gs>
                <a:gs pos="28571">
                  <a:srgbClr val="5D0000">
                    <a:alpha val="13632"/>
                  </a:srgbClr>
                </a:gs>
                <a:gs pos="42857">
                  <a:srgbClr val="5D0000">
                    <a:alpha val="9165"/>
                  </a:srgbClr>
                </a:gs>
                <a:gs pos="57143">
                  <a:srgbClr val="5D0000">
                    <a:alpha val="5187"/>
                  </a:srgbClr>
                </a:gs>
                <a:gs pos="71429">
                  <a:srgbClr val="5D0000">
                    <a:alpha val="2462"/>
                  </a:srgbClr>
                </a:gs>
                <a:gs pos="85714">
                  <a:srgbClr val="5D0000">
                    <a:alpha val="981"/>
                  </a:srgbClr>
                </a:gs>
                <a:gs pos="100000">
                  <a:srgbClr val="5D0000">
                    <a:alpha val="32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455" name="Splat 1455"/>
            <p:cNvSpPr>
              <a:spLocks noGrp="1"/>
            </p:cNvSpPr>
            <p:nvPr/>
          </p:nvSpPr>
          <p:spPr>
            <a:xfrm rot="6398371">
              <a:off x="-223804" y="2931455"/>
              <a:ext cx="806323" cy="345608"/>
            </a:xfrm>
            <a:prstGeom prst="ellipse">
              <a:avLst/>
            </a:prstGeom>
            <a:gradFill>
              <a:gsLst>
                <a:gs pos="0">
                  <a:srgbClr val="F9FFFF">
                    <a:alpha val="32968"/>
                  </a:srgbClr>
                </a:gs>
                <a:gs pos="14286">
                  <a:srgbClr val="F9FFFF">
                    <a:alpha val="30764"/>
                  </a:srgbClr>
                </a:gs>
                <a:gs pos="28571">
                  <a:srgbClr val="F9FFFF">
                    <a:alpha val="24833"/>
                  </a:srgbClr>
                </a:gs>
                <a:gs pos="42857">
                  <a:srgbClr val="F9FFFF">
                    <a:alpha val="17075"/>
                  </a:srgbClr>
                </a:gs>
                <a:gs pos="57143">
                  <a:srgbClr val="F9FFFF">
                    <a:alpha val="9855"/>
                  </a:srgbClr>
                </a:gs>
                <a:gs pos="71429">
                  <a:srgbClr val="F9FFFF">
                    <a:alpha val="4740"/>
                  </a:srgbClr>
                </a:gs>
                <a:gs pos="85714">
                  <a:srgbClr val="F9FFFF">
                    <a:alpha val="1902"/>
                  </a:srgbClr>
                </a:gs>
                <a:gs pos="100000">
                  <a:srgbClr val="F9FFFF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456" name="Splat 1456"/>
            <p:cNvSpPr>
              <a:spLocks noGrp="1"/>
            </p:cNvSpPr>
            <p:nvPr/>
          </p:nvSpPr>
          <p:spPr>
            <a:xfrm rot="-8952566">
              <a:off x="3014538" y="2754095"/>
              <a:ext cx="541126" cy="341712"/>
            </a:xfrm>
            <a:prstGeom prst="ellipse">
              <a:avLst/>
            </a:prstGeom>
            <a:gradFill>
              <a:gsLst>
                <a:gs pos="0">
                  <a:srgbClr val="FEFFF8">
                    <a:alpha val="24091"/>
                  </a:srgbClr>
                </a:gs>
                <a:gs pos="14286">
                  <a:srgbClr val="FEFFF8">
                    <a:alpha val="22380"/>
                  </a:srgbClr>
                </a:gs>
                <a:gs pos="28571">
                  <a:srgbClr val="FEFFF8">
                    <a:alpha val="17857"/>
                  </a:srgbClr>
                </a:gs>
                <a:gs pos="42857">
                  <a:srgbClr val="FEFFF8">
                    <a:alpha val="12105"/>
                  </a:srgbClr>
                </a:gs>
                <a:gs pos="57143">
                  <a:srgbClr val="FEFFF8">
                    <a:alpha val="6900"/>
                  </a:srgbClr>
                </a:gs>
                <a:gs pos="71429">
                  <a:srgbClr val="FEFFF8">
                    <a:alpha val="3291"/>
                  </a:srgbClr>
                </a:gs>
                <a:gs pos="85714">
                  <a:srgbClr val="FEFFF8">
                    <a:alpha val="1315"/>
                  </a:srgbClr>
                </a:gs>
                <a:gs pos="100000">
                  <a:srgbClr val="FEFFF8">
                    <a:alpha val="441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457" name="Splat 1457"/>
            <p:cNvSpPr>
              <a:spLocks noGrp="1"/>
            </p:cNvSpPr>
            <p:nvPr/>
          </p:nvSpPr>
          <p:spPr>
            <a:xfrm rot="7027537">
              <a:off x="2784641" y="2773880"/>
              <a:ext cx="723720" cy="242489"/>
            </a:xfrm>
            <a:prstGeom prst="ellipse">
              <a:avLst/>
            </a:prstGeom>
            <a:gradFill>
              <a:gsLst>
                <a:gs pos="0">
                  <a:srgbClr val="F9FCF6">
                    <a:alpha val="32508"/>
                  </a:srgbClr>
                </a:gs>
                <a:gs pos="14286">
                  <a:srgbClr val="F9FCF6">
                    <a:alpha val="30327"/>
                  </a:srgbClr>
                </a:gs>
                <a:gs pos="28571">
                  <a:srgbClr val="F9FCF6">
                    <a:alpha val="24465"/>
                  </a:srgbClr>
                </a:gs>
                <a:gs pos="42857">
                  <a:srgbClr val="F9FCF6">
                    <a:alpha val="16809"/>
                  </a:srgbClr>
                </a:gs>
                <a:gs pos="57143">
                  <a:srgbClr val="F9FCF6">
                    <a:alpha val="9695"/>
                  </a:srgbClr>
                </a:gs>
                <a:gs pos="71429">
                  <a:srgbClr val="F9FCF6">
                    <a:alpha val="4661"/>
                  </a:srgbClr>
                </a:gs>
                <a:gs pos="85714">
                  <a:srgbClr val="F9FCF6">
                    <a:alpha val="1870"/>
                  </a:srgbClr>
                </a:gs>
                <a:gs pos="100000">
                  <a:srgbClr val="F9FCF6">
                    <a:alpha val="62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458" name="Splat 1458"/>
            <p:cNvSpPr>
              <a:spLocks noGrp="1"/>
            </p:cNvSpPr>
            <p:nvPr/>
          </p:nvSpPr>
          <p:spPr>
            <a:xfrm rot="9205446">
              <a:off x="2193448" y="2730291"/>
              <a:ext cx="710214" cy="305546"/>
            </a:xfrm>
            <a:prstGeom prst="ellipse">
              <a:avLst/>
            </a:prstGeom>
            <a:gradFill>
              <a:gsLst>
                <a:gs pos="0">
                  <a:srgbClr val="876600">
                    <a:alpha val="21309"/>
                  </a:srgbClr>
                </a:gs>
                <a:gs pos="14286">
                  <a:srgbClr val="876600">
                    <a:alpha val="19769"/>
                  </a:srgbClr>
                </a:gs>
                <a:gs pos="28571">
                  <a:srgbClr val="876600">
                    <a:alpha val="15720"/>
                  </a:srgbClr>
                </a:gs>
                <a:gs pos="42857">
                  <a:srgbClr val="876600">
                    <a:alpha val="10611"/>
                  </a:srgbClr>
                </a:gs>
                <a:gs pos="57143">
                  <a:srgbClr val="876600">
                    <a:alpha val="6026"/>
                  </a:srgbClr>
                </a:gs>
                <a:gs pos="71429">
                  <a:srgbClr val="876600">
                    <a:alpha val="2868"/>
                  </a:srgbClr>
                </a:gs>
                <a:gs pos="85714">
                  <a:srgbClr val="876600">
                    <a:alpha val="1144"/>
                  </a:srgbClr>
                </a:gs>
                <a:gs pos="100000">
                  <a:srgbClr val="876600">
                    <a:alpha val="384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459" name="Splat 1459"/>
            <p:cNvSpPr>
              <a:spLocks noGrp="1"/>
            </p:cNvSpPr>
            <p:nvPr/>
          </p:nvSpPr>
          <p:spPr>
            <a:xfrm rot="-9988287">
              <a:off x="1956475" y="2815242"/>
              <a:ext cx="705364" cy="239167"/>
            </a:xfrm>
            <a:prstGeom prst="ellipse">
              <a:avLst/>
            </a:prstGeom>
            <a:gradFill>
              <a:gsLst>
                <a:gs pos="0">
                  <a:srgbClr val="FFC300">
                    <a:alpha val="11210"/>
                  </a:srgbClr>
                </a:gs>
                <a:gs pos="14286">
                  <a:srgbClr val="FFC300">
                    <a:alpha val="10352"/>
                  </a:srgbClr>
                </a:gs>
                <a:gs pos="28571">
                  <a:srgbClr val="FFC300">
                    <a:alpha val="8135"/>
                  </a:srgbClr>
                </a:gs>
                <a:gs pos="42857">
                  <a:srgbClr val="FFC300">
                    <a:alpha val="5413"/>
                  </a:srgbClr>
                </a:gs>
                <a:gs pos="57143">
                  <a:srgbClr val="FFC300">
                    <a:alpha val="3037"/>
                  </a:srgbClr>
                </a:gs>
                <a:gs pos="71429">
                  <a:srgbClr val="FFC300">
                    <a:alpha val="1433"/>
                  </a:srgbClr>
                </a:gs>
                <a:gs pos="85714">
                  <a:srgbClr val="FFC300">
                    <a:alpha val="569"/>
                  </a:srgbClr>
                </a:gs>
                <a:gs pos="100000">
                  <a:srgbClr val="FFC300">
                    <a:alpha val="191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460" name="Splat 1460"/>
            <p:cNvSpPr>
              <a:spLocks noGrp="1"/>
            </p:cNvSpPr>
            <p:nvPr/>
          </p:nvSpPr>
          <p:spPr>
            <a:xfrm rot="3366972">
              <a:off x="1670470" y="2774590"/>
              <a:ext cx="812609" cy="483869"/>
            </a:xfrm>
            <a:prstGeom prst="ellipse">
              <a:avLst/>
            </a:prstGeom>
            <a:gradFill>
              <a:gsLst>
                <a:gs pos="0">
                  <a:srgbClr val="C37B00">
                    <a:alpha val="18006"/>
                  </a:srgbClr>
                </a:gs>
                <a:gs pos="14286">
                  <a:srgbClr val="C37B00">
                    <a:alpha val="16679"/>
                  </a:srgbClr>
                </a:gs>
                <a:gs pos="28571">
                  <a:srgbClr val="C37B00">
                    <a:alpha val="13210"/>
                  </a:srgbClr>
                </a:gs>
                <a:gs pos="42857">
                  <a:srgbClr val="C37B00">
                    <a:alpha val="8874"/>
                  </a:srgbClr>
                </a:gs>
                <a:gs pos="57143">
                  <a:srgbClr val="C37B00">
                    <a:alpha val="5019"/>
                  </a:srgbClr>
                </a:gs>
                <a:gs pos="71429">
                  <a:srgbClr val="C37B00">
                    <a:alpha val="2381"/>
                  </a:srgbClr>
                </a:gs>
                <a:gs pos="85714">
                  <a:srgbClr val="C37B00">
                    <a:alpha val="949"/>
                  </a:srgbClr>
                </a:gs>
                <a:gs pos="100000">
                  <a:srgbClr val="C37B00">
                    <a:alpha val="318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461" name="Splat 1461"/>
            <p:cNvSpPr>
              <a:spLocks noGrp="1"/>
            </p:cNvSpPr>
            <p:nvPr/>
          </p:nvSpPr>
          <p:spPr>
            <a:xfrm rot="6303135">
              <a:off x="1638091" y="2722696"/>
              <a:ext cx="573423" cy="367432"/>
            </a:xfrm>
            <a:prstGeom prst="ellipse">
              <a:avLst/>
            </a:prstGeom>
            <a:gradFill>
              <a:gsLst>
                <a:gs pos="0">
                  <a:srgbClr val="856400">
                    <a:alpha val="31564"/>
                  </a:srgbClr>
                </a:gs>
                <a:gs pos="14286">
                  <a:srgbClr val="856400">
                    <a:alpha val="29432"/>
                  </a:srgbClr>
                </a:gs>
                <a:gs pos="28571">
                  <a:srgbClr val="856400">
                    <a:alpha val="23713"/>
                  </a:srgbClr>
                </a:gs>
                <a:gs pos="42857">
                  <a:srgbClr val="856400">
                    <a:alpha val="16267"/>
                  </a:srgbClr>
                </a:gs>
                <a:gs pos="57143">
                  <a:srgbClr val="856400">
                    <a:alpha val="9369"/>
                  </a:srgbClr>
                </a:gs>
                <a:gs pos="71429">
                  <a:srgbClr val="856400">
                    <a:alpha val="4500"/>
                  </a:srgbClr>
                </a:gs>
                <a:gs pos="85714">
                  <a:srgbClr val="856400">
                    <a:alpha val="1804"/>
                  </a:srgbClr>
                </a:gs>
                <a:gs pos="100000">
                  <a:srgbClr val="856400">
                    <a:alpha val="606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462" name="Splat 1462"/>
            <p:cNvSpPr>
              <a:spLocks noGrp="1"/>
            </p:cNvSpPr>
            <p:nvPr/>
          </p:nvSpPr>
          <p:spPr>
            <a:xfrm rot="6663477">
              <a:off x="925394" y="2848808"/>
              <a:ext cx="653942" cy="142227"/>
            </a:xfrm>
            <a:prstGeom prst="ellipse">
              <a:avLst/>
            </a:prstGeom>
            <a:gradFill>
              <a:gsLst>
                <a:gs pos="0">
                  <a:srgbClr val="007BFF">
                    <a:alpha val="2060"/>
                  </a:srgbClr>
                </a:gs>
                <a:gs pos="14286">
                  <a:srgbClr val="007BFF">
                    <a:alpha val="1895"/>
                  </a:srgbClr>
                </a:gs>
                <a:gs pos="28571">
                  <a:srgbClr val="007BFF">
                    <a:alpha val="1475"/>
                  </a:srgbClr>
                </a:gs>
                <a:gs pos="42857">
                  <a:srgbClr val="007BFF">
                    <a:alpha val="970"/>
                  </a:srgbClr>
                </a:gs>
                <a:gs pos="57143">
                  <a:srgbClr val="007BFF">
                    <a:alpha val="539"/>
                  </a:srgbClr>
                </a:gs>
                <a:gs pos="71429">
                  <a:srgbClr val="007BFF">
                    <a:alpha val="252"/>
                  </a:srgbClr>
                </a:gs>
                <a:gs pos="85714">
                  <a:srgbClr val="007BFF">
                    <a:alpha val="100"/>
                  </a:srgbClr>
                </a:gs>
                <a:gs pos="100000">
                  <a:srgbClr val="007BFF">
                    <a:alpha val="33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463" name="Splat 1463"/>
            <p:cNvSpPr>
              <a:spLocks noGrp="1"/>
            </p:cNvSpPr>
            <p:nvPr/>
          </p:nvSpPr>
          <p:spPr>
            <a:xfrm rot="4533567">
              <a:off x="792043" y="2839347"/>
              <a:ext cx="448302" cy="282756"/>
            </a:xfrm>
            <a:prstGeom prst="ellipse">
              <a:avLst/>
            </a:prstGeom>
            <a:gradFill>
              <a:gsLst>
                <a:gs pos="0">
                  <a:srgbClr val="5B3400">
                    <a:alpha val="29296"/>
                  </a:srgbClr>
                </a:gs>
                <a:gs pos="14286">
                  <a:srgbClr val="5B3400">
                    <a:alpha val="27286"/>
                  </a:srgbClr>
                </a:gs>
                <a:gs pos="28571">
                  <a:srgbClr val="5B3400">
                    <a:alpha val="21917"/>
                  </a:srgbClr>
                </a:gs>
                <a:gs pos="42857">
                  <a:srgbClr val="5B3400">
                    <a:alpha val="14979"/>
                  </a:srgbClr>
                </a:gs>
                <a:gs pos="57143">
                  <a:srgbClr val="5B3400">
                    <a:alpha val="8599"/>
                  </a:srgbClr>
                </a:gs>
                <a:gs pos="71429">
                  <a:srgbClr val="5B3400">
                    <a:alpha val="4122"/>
                  </a:srgbClr>
                </a:gs>
                <a:gs pos="85714">
                  <a:srgbClr val="5B3400">
                    <a:alpha val="1651"/>
                  </a:srgbClr>
                </a:gs>
                <a:gs pos="100000">
                  <a:srgbClr val="5B3400">
                    <a:alpha val="554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464" name="Splat 1464"/>
            <p:cNvSpPr>
              <a:spLocks noGrp="1"/>
            </p:cNvSpPr>
            <p:nvPr/>
          </p:nvSpPr>
          <p:spPr>
            <a:xfrm rot="-8878042">
              <a:off x="658383" y="2888936"/>
              <a:ext cx="610155" cy="156175"/>
            </a:xfrm>
            <a:prstGeom prst="ellipse">
              <a:avLst/>
            </a:prstGeom>
            <a:gradFill>
              <a:gsLst>
                <a:gs pos="0">
                  <a:srgbClr val="9B6B00">
                    <a:alpha val="32968"/>
                  </a:srgbClr>
                </a:gs>
                <a:gs pos="14286">
                  <a:srgbClr val="9B6B00">
                    <a:alpha val="30764"/>
                  </a:srgbClr>
                </a:gs>
                <a:gs pos="28571">
                  <a:srgbClr val="9B6B00">
                    <a:alpha val="24833"/>
                  </a:srgbClr>
                </a:gs>
                <a:gs pos="42857">
                  <a:srgbClr val="9B6B00">
                    <a:alpha val="17075"/>
                  </a:srgbClr>
                </a:gs>
                <a:gs pos="57143">
                  <a:srgbClr val="9B6B00">
                    <a:alpha val="9855"/>
                  </a:srgbClr>
                </a:gs>
                <a:gs pos="71429">
                  <a:srgbClr val="9B6B00">
                    <a:alpha val="4740"/>
                  </a:srgbClr>
                </a:gs>
                <a:gs pos="85714">
                  <a:srgbClr val="9B6B00">
                    <a:alpha val="1902"/>
                  </a:srgbClr>
                </a:gs>
                <a:gs pos="100000">
                  <a:srgbClr val="9B6B00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465" name="Splat 1465"/>
            <p:cNvSpPr>
              <a:spLocks noGrp="1"/>
            </p:cNvSpPr>
            <p:nvPr/>
          </p:nvSpPr>
          <p:spPr>
            <a:xfrm rot="3094087">
              <a:off x="145914" y="2815486"/>
              <a:ext cx="805312" cy="286155"/>
            </a:xfrm>
            <a:prstGeom prst="ellipse">
              <a:avLst/>
            </a:prstGeom>
            <a:gradFill>
              <a:gsLst>
                <a:gs pos="0">
                  <a:srgbClr val="945900">
                    <a:alpha val="23369"/>
                  </a:srgbClr>
                </a:gs>
                <a:gs pos="14286">
                  <a:srgbClr val="945900">
                    <a:alpha val="21701"/>
                  </a:srgbClr>
                </a:gs>
                <a:gs pos="28571">
                  <a:srgbClr val="945900">
                    <a:alpha val="17300"/>
                  </a:srgbClr>
                </a:gs>
                <a:gs pos="42857">
                  <a:srgbClr val="945900">
                    <a:alpha val="11714"/>
                  </a:srgbClr>
                </a:gs>
                <a:gs pos="57143">
                  <a:srgbClr val="945900">
                    <a:alpha val="6671"/>
                  </a:srgbClr>
                </a:gs>
                <a:gs pos="71429">
                  <a:srgbClr val="945900">
                    <a:alpha val="3180"/>
                  </a:srgbClr>
                </a:gs>
                <a:gs pos="85714">
                  <a:srgbClr val="945900">
                    <a:alpha val="1270"/>
                  </a:srgbClr>
                </a:gs>
                <a:gs pos="100000">
                  <a:srgbClr val="945900">
                    <a:alpha val="426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466" name="Splat 1466"/>
            <p:cNvSpPr>
              <a:spLocks noGrp="1"/>
            </p:cNvSpPr>
            <p:nvPr/>
          </p:nvSpPr>
          <p:spPr>
            <a:xfrm rot="7209563">
              <a:off x="-127550" y="2759816"/>
              <a:ext cx="873753" cy="595022"/>
            </a:xfrm>
            <a:prstGeom prst="ellipse">
              <a:avLst/>
            </a:prstGeom>
            <a:gradFill>
              <a:gsLst>
                <a:gs pos="0">
                  <a:srgbClr val="FFCB00">
                    <a:alpha val="9369"/>
                  </a:srgbClr>
                </a:gs>
                <a:gs pos="14286">
                  <a:srgbClr val="FFCB00">
                    <a:alpha val="8645"/>
                  </a:srgbClr>
                </a:gs>
                <a:gs pos="28571">
                  <a:srgbClr val="FFCB00">
                    <a:alpha val="6780"/>
                  </a:srgbClr>
                </a:gs>
                <a:gs pos="42857">
                  <a:srgbClr val="FFCB00">
                    <a:alpha val="4500"/>
                  </a:srgbClr>
                </a:gs>
                <a:gs pos="57143">
                  <a:srgbClr val="FFCB00">
                    <a:alpha val="2519"/>
                  </a:srgbClr>
                </a:gs>
                <a:gs pos="71429">
                  <a:srgbClr val="FFCB00">
                    <a:alpha val="1187"/>
                  </a:srgbClr>
                </a:gs>
                <a:gs pos="85714">
                  <a:srgbClr val="FFCB00">
                    <a:alpha val="471"/>
                  </a:srgbClr>
                </a:gs>
                <a:gs pos="100000">
                  <a:srgbClr val="FFCB00">
                    <a:alpha val="158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467" name="Splat 1467"/>
            <p:cNvSpPr>
              <a:spLocks noGrp="1"/>
            </p:cNvSpPr>
            <p:nvPr/>
          </p:nvSpPr>
          <p:spPr>
            <a:xfrm rot="8837254">
              <a:off x="-321104" y="2713337"/>
              <a:ext cx="666651" cy="547084"/>
            </a:xfrm>
            <a:prstGeom prst="ellipse">
              <a:avLst/>
            </a:prstGeom>
            <a:gradFill>
              <a:gsLst>
                <a:gs pos="0">
                  <a:srgbClr val="FFFFEB">
                    <a:alpha val="21253"/>
                  </a:srgbClr>
                </a:gs>
                <a:gs pos="14286">
                  <a:srgbClr val="FFFFEB">
                    <a:alpha val="19716"/>
                  </a:srgbClr>
                </a:gs>
                <a:gs pos="28571">
                  <a:srgbClr val="FFFFEB">
                    <a:alpha val="15677"/>
                  </a:srgbClr>
                </a:gs>
                <a:gs pos="42857">
                  <a:srgbClr val="FFFFEB">
                    <a:alpha val="10581"/>
                  </a:srgbClr>
                </a:gs>
                <a:gs pos="57143">
                  <a:srgbClr val="FFFFEB">
                    <a:alpha val="6009"/>
                  </a:srgbClr>
                </a:gs>
                <a:gs pos="71429">
                  <a:srgbClr val="FFFFEB">
                    <a:alpha val="2859"/>
                  </a:srgbClr>
                </a:gs>
                <a:gs pos="85714">
                  <a:srgbClr val="FFFFEB">
                    <a:alpha val="1141"/>
                  </a:srgbClr>
                </a:gs>
                <a:gs pos="100000">
                  <a:srgbClr val="FFFFEB">
                    <a:alpha val="382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468" name="Splat 1468"/>
            <p:cNvSpPr>
              <a:spLocks noGrp="1"/>
            </p:cNvSpPr>
            <p:nvPr/>
          </p:nvSpPr>
          <p:spPr>
            <a:xfrm rot="-8834242">
              <a:off x="3164444" y="2629386"/>
              <a:ext cx="785788" cy="328254"/>
            </a:xfrm>
            <a:prstGeom prst="ellipse">
              <a:avLst/>
            </a:prstGeom>
            <a:gradFill>
              <a:gsLst>
                <a:gs pos="0">
                  <a:srgbClr val="FEFFF9">
                    <a:alpha val="25871"/>
                  </a:srgbClr>
                </a:gs>
                <a:gs pos="14286">
                  <a:srgbClr val="FEFFF9">
                    <a:alpha val="24054"/>
                  </a:srgbClr>
                </a:gs>
                <a:gs pos="28571">
                  <a:srgbClr val="FEFFF9">
                    <a:alpha val="19236"/>
                  </a:srgbClr>
                </a:gs>
                <a:gs pos="42857">
                  <a:srgbClr val="FEFFF9">
                    <a:alpha val="13076"/>
                  </a:srgbClr>
                </a:gs>
                <a:gs pos="57143">
                  <a:srgbClr val="FEFFF9">
                    <a:alpha val="7471"/>
                  </a:srgbClr>
                </a:gs>
                <a:gs pos="71429">
                  <a:srgbClr val="FEFFF9">
                    <a:alpha val="3569"/>
                  </a:srgbClr>
                </a:gs>
                <a:gs pos="85714">
                  <a:srgbClr val="FEFFF9">
                    <a:alpha val="1427"/>
                  </a:srgbClr>
                </a:gs>
                <a:gs pos="100000">
                  <a:srgbClr val="FEFFF9">
                    <a:alpha val="47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469" name="Splat 1469"/>
            <p:cNvSpPr>
              <a:spLocks noGrp="1"/>
            </p:cNvSpPr>
            <p:nvPr/>
          </p:nvSpPr>
          <p:spPr>
            <a:xfrm rot="4030983">
              <a:off x="2395925" y="2615355"/>
              <a:ext cx="686460" cy="316518"/>
            </a:xfrm>
            <a:prstGeom prst="ellipse">
              <a:avLst/>
            </a:prstGeom>
            <a:gradFill>
              <a:gsLst>
                <a:gs pos="0">
                  <a:srgbClr val="FFED00">
                    <a:alpha val="3990"/>
                  </a:srgbClr>
                </a:gs>
                <a:gs pos="14286">
                  <a:srgbClr val="FFED00">
                    <a:alpha val="3673"/>
                  </a:srgbClr>
                </a:gs>
                <a:gs pos="28571">
                  <a:srgbClr val="FFED00">
                    <a:alpha val="2864"/>
                  </a:srgbClr>
                </a:gs>
                <a:gs pos="42857">
                  <a:srgbClr val="FFED00">
                    <a:alpha val="1888"/>
                  </a:srgbClr>
                </a:gs>
                <a:gs pos="57143">
                  <a:srgbClr val="FFED00">
                    <a:alpha val="1051"/>
                  </a:srgbClr>
                </a:gs>
                <a:gs pos="71429">
                  <a:srgbClr val="FFED00">
                    <a:alpha val="493"/>
                  </a:srgbClr>
                </a:gs>
                <a:gs pos="85714">
                  <a:srgbClr val="FFED00">
                    <a:alpha val="195"/>
                  </a:srgbClr>
                </a:gs>
                <a:gs pos="100000">
                  <a:srgbClr val="FFED00">
                    <a:alpha val="65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470" name="Splat 1470"/>
            <p:cNvSpPr>
              <a:spLocks noGrp="1"/>
            </p:cNvSpPr>
            <p:nvPr/>
          </p:nvSpPr>
          <p:spPr>
            <a:xfrm rot="-8910301">
              <a:off x="2330039" y="2627006"/>
              <a:ext cx="416449" cy="250017"/>
            </a:xfrm>
            <a:prstGeom prst="ellipse">
              <a:avLst/>
            </a:prstGeom>
            <a:gradFill>
              <a:gsLst>
                <a:gs pos="0">
                  <a:srgbClr val="652E00">
                    <a:alpha val="32968"/>
                  </a:srgbClr>
                </a:gs>
                <a:gs pos="14286">
                  <a:srgbClr val="652E00">
                    <a:alpha val="30764"/>
                  </a:srgbClr>
                </a:gs>
                <a:gs pos="28571">
                  <a:srgbClr val="652E00">
                    <a:alpha val="24833"/>
                  </a:srgbClr>
                </a:gs>
                <a:gs pos="42857">
                  <a:srgbClr val="652E00">
                    <a:alpha val="17075"/>
                  </a:srgbClr>
                </a:gs>
                <a:gs pos="57143">
                  <a:srgbClr val="652E00">
                    <a:alpha val="9855"/>
                  </a:srgbClr>
                </a:gs>
                <a:gs pos="71429">
                  <a:srgbClr val="652E00">
                    <a:alpha val="4740"/>
                  </a:srgbClr>
                </a:gs>
                <a:gs pos="85714">
                  <a:srgbClr val="652E00">
                    <a:alpha val="1902"/>
                  </a:srgbClr>
                </a:gs>
                <a:gs pos="100000">
                  <a:srgbClr val="652E00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471" name="Splat 1471"/>
            <p:cNvSpPr>
              <a:spLocks noGrp="1"/>
            </p:cNvSpPr>
            <p:nvPr/>
          </p:nvSpPr>
          <p:spPr>
            <a:xfrm rot="-9643695">
              <a:off x="1984159" y="2607661"/>
              <a:ext cx="753331" cy="207174"/>
            </a:xfrm>
            <a:prstGeom prst="ellipse">
              <a:avLst/>
            </a:prstGeom>
            <a:gradFill>
              <a:gsLst>
                <a:gs pos="0">
                  <a:srgbClr val="925F00">
                    <a:alpha val="25513"/>
                  </a:srgbClr>
                </a:gs>
                <a:gs pos="14286">
                  <a:srgbClr val="925F00">
                    <a:alpha val="23717"/>
                  </a:srgbClr>
                </a:gs>
                <a:gs pos="28571">
                  <a:srgbClr val="925F00">
                    <a:alpha val="18958"/>
                  </a:srgbClr>
                </a:gs>
                <a:gs pos="42857">
                  <a:srgbClr val="925F00">
                    <a:alpha val="12879"/>
                  </a:srgbClr>
                </a:gs>
                <a:gs pos="57143">
                  <a:srgbClr val="925F00">
                    <a:alpha val="7355"/>
                  </a:srgbClr>
                </a:gs>
                <a:gs pos="71429">
                  <a:srgbClr val="925F00">
                    <a:alpha val="3513"/>
                  </a:srgbClr>
                </a:gs>
                <a:gs pos="85714">
                  <a:srgbClr val="925F00">
                    <a:alpha val="1404"/>
                  </a:srgbClr>
                </a:gs>
                <a:gs pos="100000">
                  <a:srgbClr val="925F00">
                    <a:alpha val="471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472" name="Splat 1472"/>
            <p:cNvSpPr>
              <a:spLocks noGrp="1"/>
            </p:cNvSpPr>
            <p:nvPr/>
          </p:nvSpPr>
          <p:spPr>
            <a:xfrm rot="-9100145">
              <a:off x="1776797" y="2551990"/>
              <a:ext cx="709230" cy="433705"/>
            </a:xfrm>
            <a:prstGeom prst="ellipse">
              <a:avLst/>
            </a:prstGeom>
            <a:gradFill>
              <a:gsLst>
                <a:gs pos="0">
                  <a:srgbClr val="870000">
                    <a:alpha val="31945"/>
                  </a:srgbClr>
                </a:gs>
                <a:gs pos="14286">
                  <a:srgbClr val="870000">
                    <a:alpha val="29794"/>
                  </a:srgbClr>
                </a:gs>
                <a:gs pos="28571">
                  <a:srgbClr val="870000">
                    <a:alpha val="24016"/>
                  </a:srgbClr>
                </a:gs>
                <a:gs pos="42857">
                  <a:srgbClr val="870000">
                    <a:alpha val="16486"/>
                  </a:srgbClr>
                </a:gs>
                <a:gs pos="57143">
                  <a:srgbClr val="870000">
                    <a:alpha val="9500"/>
                  </a:srgbClr>
                </a:gs>
                <a:gs pos="71429">
                  <a:srgbClr val="870000">
                    <a:alpha val="4565"/>
                  </a:srgbClr>
                </a:gs>
                <a:gs pos="85714">
                  <a:srgbClr val="870000">
                    <a:alpha val="1831"/>
                  </a:srgbClr>
                </a:gs>
                <a:gs pos="100000">
                  <a:srgbClr val="870000">
                    <a:alpha val="615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473" name="Splat 1473"/>
            <p:cNvSpPr>
              <a:spLocks noGrp="1"/>
            </p:cNvSpPr>
            <p:nvPr/>
          </p:nvSpPr>
          <p:spPr>
            <a:xfrm rot="4332981">
              <a:off x="1502638" y="2598675"/>
              <a:ext cx="748087" cy="186995"/>
            </a:xfrm>
            <a:prstGeom prst="ellipse">
              <a:avLst/>
            </a:prstGeom>
            <a:gradFill>
              <a:gsLst>
                <a:gs pos="0">
                  <a:srgbClr val="835E00">
                    <a:alpha val="32968"/>
                  </a:srgbClr>
                </a:gs>
                <a:gs pos="14286">
                  <a:srgbClr val="835E00">
                    <a:alpha val="30764"/>
                  </a:srgbClr>
                </a:gs>
                <a:gs pos="28571">
                  <a:srgbClr val="835E00">
                    <a:alpha val="24833"/>
                  </a:srgbClr>
                </a:gs>
                <a:gs pos="42857">
                  <a:srgbClr val="835E00">
                    <a:alpha val="17075"/>
                  </a:srgbClr>
                </a:gs>
                <a:gs pos="57143">
                  <a:srgbClr val="835E00">
                    <a:alpha val="9855"/>
                  </a:srgbClr>
                </a:gs>
                <a:gs pos="71429">
                  <a:srgbClr val="835E00">
                    <a:alpha val="4740"/>
                  </a:srgbClr>
                </a:gs>
                <a:gs pos="85714">
                  <a:srgbClr val="835E00">
                    <a:alpha val="1902"/>
                  </a:srgbClr>
                </a:gs>
                <a:gs pos="100000">
                  <a:srgbClr val="835E00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474" name="Splat 1474"/>
            <p:cNvSpPr>
              <a:spLocks noGrp="1"/>
            </p:cNvSpPr>
            <p:nvPr/>
          </p:nvSpPr>
          <p:spPr>
            <a:xfrm rot="8571151">
              <a:off x="989367" y="2629859"/>
              <a:ext cx="519104" cy="184008"/>
            </a:xfrm>
            <a:prstGeom prst="ellipse">
              <a:avLst/>
            </a:prstGeom>
            <a:gradFill>
              <a:gsLst>
                <a:gs pos="0">
                  <a:srgbClr val="F4F1E3">
                    <a:alpha val="29296"/>
                  </a:srgbClr>
                </a:gs>
                <a:gs pos="14286">
                  <a:srgbClr val="F4F1E3">
                    <a:alpha val="27285"/>
                  </a:srgbClr>
                </a:gs>
                <a:gs pos="28571">
                  <a:srgbClr val="F4F1E3">
                    <a:alpha val="21917"/>
                  </a:srgbClr>
                </a:gs>
                <a:gs pos="42857">
                  <a:srgbClr val="F4F1E3">
                    <a:alpha val="14979"/>
                  </a:srgbClr>
                </a:gs>
                <a:gs pos="57143">
                  <a:srgbClr val="F4F1E3">
                    <a:alpha val="8599"/>
                  </a:srgbClr>
                </a:gs>
                <a:gs pos="71429">
                  <a:srgbClr val="F4F1E3">
                    <a:alpha val="4122"/>
                  </a:srgbClr>
                </a:gs>
                <a:gs pos="85714">
                  <a:srgbClr val="F4F1E3">
                    <a:alpha val="1651"/>
                  </a:srgbClr>
                </a:gs>
                <a:gs pos="100000">
                  <a:srgbClr val="F4F1E3">
                    <a:alpha val="554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475" name="Splat 1475"/>
            <p:cNvSpPr>
              <a:spLocks noGrp="1"/>
            </p:cNvSpPr>
            <p:nvPr/>
          </p:nvSpPr>
          <p:spPr>
            <a:xfrm rot="-9730209">
              <a:off x="570365" y="2485640"/>
              <a:ext cx="676708" cy="540191"/>
            </a:xfrm>
            <a:prstGeom prst="ellipse">
              <a:avLst/>
            </a:prstGeom>
            <a:gradFill>
              <a:gsLst>
                <a:gs pos="0">
                  <a:srgbClr val="000000">
                    <a:alpha val="18398"/>
                  </a:srgbClr>
                </a:gs>
                <a:gs pos="14286">
                  <a:srgbClr val="000000">
                    <a:alpha val="17045"/>
                  </a:srgbClr>
                </a:gs>
                <a:gs pos="28571">
                  <a:srgbClr val="000000">
                    <a:alpha val="13506"/>
                  </a:srgbClr>
                </a:gs>
                <a:gs pos="42857">
                  <a:srgbClr val="000000">
                    <a:alpha val="9078"/>
                  </a:srgbClr>
                </a:gs>
                <a:gs pos="57143">
                  <a:srgbClr val="000000">
                    <a:alpha val="5137"/>
                  </a:srgbClr>
                </a:gs>
                <a:gs pos="71429">
                  <a:srgbClr val="000000">
                    <a:alpha val="2438"/>
                  </a:srgbClr>
                </a:gs>
                <a:gs pos="85714">
                  <a:srgbClr val="000000">
                    <a:alpha val="971"/>
                  </a:srgbClr>
                </a:gs>
                <a:gs pos="100000">
                  <a:srgbClr val="000000">
                    <a:alpha val="326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476" name="Splat 1476"/>
            <p:cNvSpPr>
              <a:spLocks noGrp="1"/>
            </p:cNvSpPr>
            <p:nvPr/>
          </p:nvSpPr>
          <p:spPr>
            <a:xfrm rot="-10626225">
              <a:off x="188137" y="2704913"/>
              <a:ext cx="810978" cy="228149"/>
            </a:xfrm>
            <a:prstGeom prst="ellipse">
              <a:avLst/>
            </a:prstGeom>
            <a:gradFill>
              <a:gsLst>
                <a:gs pos="0">
                  <a:srgbClr val="B27C00">
                    <a:alpha val="31092"/>
                  </a:srgbClr>
                </a:gs>
                <a:gs pos="14286">
                  <a:srgbClr val="B27C00">
                    <a:alpha val="28985"/>
                  </a:srgbClr>
                </a:gs>
                <a:gs pos="28571">
                  <a:srgbClr val="B27C00">
                    <a:alpha val="23338"/>
                  </a:srgbClr>
                </a:gs>
                <a:gs pos="42857">
                  <a:srgbClr val="B27C00">
                    <a:alpha val="15997"/>
                  </a:srgbClr>
                </a:gs>
                <a:gs pos="57143">
                  <a:srgbClr val="B27C00">
                    <a:alpha val="9207"/>
                  </a:srgbClr>
                </a:gs>
                <a:gs pos="71429">
                  <a:srgbClr val="B27C00">
                    <a:alpha val="4421"/>
                  </a:srgbClr>
                </a:gs>
                <a:gs pos="85714">
                  <a:srgbClr val="B27C00">
                    <a:alpha val="1772"/>
                  </a:srgbClr>
                </a:gs>
                <a:gs pos="100000">
                  <a:srgbClr val="B27C00">
                    <a:alpha val="595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477" name="Splat 1477"/>
            <p:cNvSpPr>
              <a:spLocks noGrp="1"/>
            </p:cNvSpPr>
            <p:nvPr/>
          </p:nvSpPr>
          <p:spPr>
            <a:xfrm rot="7550741">
              <a:off x="217268" y="2590814"/>
              <a:ext cx="578144" cy="298385"/>
            </a:xfrm>
            <a:prstGeom prst="ellipse">
              <a:avLst/>
            </a:prstGeom>
            <a:gradFill>
              <a:gsLst>
                <a:gs pos="0">
                  <a:srgbClr val="7A3B00">
                    <a:alpha val="30549"/>
                  </a:srgbClr>
                </a:gs>
                <a:gs pos="14286">
                  <a:srgbClr val="7A3B00">
                    <a:alpha val="28471"/>
                  </a:srgbClr>
                </a:gs>
                <a:gs pos="28571">
                  <a:srgbClr val="7A3B00">
                    <a:alpha val="22907"/>
                  </a:srgbClr>
                </a:gs>
                <a:gs pos="42857">
                  <a:srgbClr val="7A3B00">
                    <a:alpha val="15688"/>
                  </a:srgbClr>
                </a:gs>
                <a:gs pos="57143">
                  <a:srgbClr val="7A3B00">
                    <a:alpha val="9022"/>
                  </a:srgbClr>
                </a:gs>
                <a:gs pos="71429">
                  <a:srgbClr val="7A3B00">
                    <a:alpha val="4330"/>
                  </a:srgbClr>
                </a:gs>
                <a:gs pos="85714">
                  <a:srgbClr val="7A3B00">
                    <a:alpha val="1735"/>
                  </a:srgbClr>
                </a:gs>
                <a:gs pos="100000">
                  <a:srgbClr val="7A3B00">
                    <a:alpha val="583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478" name="Splat 1478"/>
            <p:cNvSpPr>
              <a:spLocks noGrp="1"/>
            </p:cNvSpPr>
            <p:nvPr/>
          </p:nvSpPr>
          <p:spPr>
            <a:xfrm rot="-8481161">
              <a:off x="-126875" y="2437620"/>
              <a:ext cx="799924" cy="580269"/>
            </a:xfrm>
            <a:prstGeom prst="ellipse">
              <a:avLst/>
            </a:prstGeom>
            <a:gradFill>
              <a:gsLst>
                <a:gs pos="0">
                  <a:srgbClr val="FFFF00">
                    <a:alpha val="1730"/>
                  </a:srgbClr>
                </a:gs>
                <a:gs pos="14286">
                  <a:srgbClr val="FFFF00">
                    <a:alpha val="1591"/>
                  </a:srgbClr>
                </a:gs>
                <a:gs pos="28571">
                  <a:srgbClr val="FFFF00">
                    <a:alpha val="1238"/>
                  </a:srgbClr>
                </a:gs>
                <a:gs pos="42857">
                  <a:srgbClr val="FFFF00">
                    <a:alpha val="814"/>
                  </a:srgbClr>
                </a:gs>
                <a:gs pos="57143">
                  <a:srgbClr val="FFFF00">
                    <a:alpha val="452"/>
                  </a:srgbClr>
                </a:gs>
                <a:gs pos="71429">
                  <a:srgbClr val="FFFF00">
                    <a:alpha val="212"/>
                  </a:srgbClr>
                </a:gs>
                <a:gs pos="85714">
                  <a:srgbClr val="FFFF00">
                    <a:alpha val="84"/>
                  </a:srgbClr>
                </a:gs>
                <a:gs pos="100000">
                  <a:srgbClr val="FFFF00">
                    <a:alpha val="28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479" name="Splat 1479"/>
            <p:cNvSpPr>
              <a:spLocks noGrp="1"/>
            </p:cNvSpPr>
            <p:nvPr/>
          </p:nvSpPr>
          <p:spPr>
            <a:xfrm rot="10258204">
              <a:off x="-290506" y="2484864"/>
              <a:ext cx="733752" cy="441146"/>
            </a:xfrm>
            <a:prstGeom prst="ellipse">
              <a:avLst/>
            </a:prstGeom>
            <a:gradFill>
              <a:gsLst>
                <a:gs pos="0">
                  <a:srgbClr val="FDFFFF">
                    <a:alpha val="26958"/>
                  </a:srgbClr>
                </a:gs>
                <a:gs pos="14286">
                  <a:srgbClr val="FDFFFF">
                    <a:alpha val="25078"/>
                  </a:srgbClr>
                </a:gs>
                <a:gs pos="28571">
                  <a:srgbClr val="FDFFFF">
                    <a:alpha val="20083"/>
                  </a:srgbClr>
                </a:gs>
                <a:gs pos="42857">
                  <a:srgbClr val="FDFFFF">
                    <a:alpha val="13674"/>
                  </a:srgbClr>
                </a:gs>
                <a:gs pos="57143">
                  <a:srgbClr val="FDFFFF">
                    <a:alpha val="7825"/>
                  </a:srgbClr>
                </a:gs>
                <a:gs pos="71429">
                  <a:srgbClr val="FDFFFF">
                    <a:alpha val="3742"/>
                  </a:srgbClr>
                </a:gs>
                <a:gs pos="85714">
                  <a:srgbClr val="FDFFFF">
                    <a:alpha val="1497"/>
                  </a:srgbClr>
                </a:gs>
                <a:gs pos="100000">
                  <a:srgbClr val="FDFFFF">
                    <a:alpha val="503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480" name="Splat 1480"/>
            <p:cNvSpPr>
              <a:spLocks noGrp="1"/>
            </p:cNvSpPr>
            <p:nvPr/>
          </p:nvSpPr>
          <p:spPr>
            <a:xfrm rot="4445217">
              <a:off x="3148017" y="2370020"/>
              <a:ext cx="871622" cy="302080"/>
            </a:xfrm>
            <a:prstGeom prst="ellipse">
              <a:avLst/>
            </a:prstGeom>
            <a:gradFill>
              <a:gsLst>
                <a:gs pos="0">
                  <a:srgbClr val="00BCFF">
                    <a:alpha val="2859"/>
                  </a:srgbClr>
                </a:gs>
                <a:gs pos="14286">
                  <a:srgbClr val="00BCFF">
                    <a:alpha val="2631"/>
                  </a:srgbClr>
                </a:gs>
                <a:gs pos="28571">
                  <a:srgbClr val="00BCFF">
                    <a:alpha val="2049"/>
                  </a:srgbClr>
                </a:gs>
                <a:gs pos="42857">
                  <a:srgbClr val="00BCFF">
                    <a:alpha val="1349"/>
                  </a:srgbClr>
                </a:gs>
                <a:gs pos="57143">
                  <a:srgbClr val="00BCFF">
                    <a:alpha val="750"/>
                  </a:srgbClr>
                </a:gs>
                <a:gs pos="71429">
                  <a:srgbClr val="00BCFF">
                    <a:alpha val="352"/>
                  </a:srgbClr>
                </a:gs>
                <a:gs pos="85714">
                  <a:srgbClr val="00BCFF">
                    <a:alpha val="139"/>
                  </a:srgbClr>
                </a:gs>
                <a:gs pos="100000">
                  <a:srgbClr val="00BCFF">
                    <a:alpha val="47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481" name="Splat 1481"/>
            <p:cNvSpPr>
              <a:spLocks noGrp="1"/>
            </p:cNvSpPr>
            <p:nvPr/>
          </p:nvSpPr>
          <p:spPr>
            <a:xfrm rot="3555576">
              <a:off x="2214619" y="2466999"/>
              <a:ext cx="592896" cy="149629"/>
            </a:xfrm>
            <a:prstGeom prst="ellipse">
              <a:avLst/>
            </a:prstGeom>
            <a:gradFill>
              <a:gsLst>
                <a:gs pos="0">
                  <a:srgbClr val="2F0000">
                    <a:alpha val="32968"/>
                  </a:srgbClr>
                </a:gs>
                <a:gs pos="14286">
                  <a:srgbClr val="2F0000">
                    <a:alpha val="30764"/>
                  </a:srgbClr>
                </a:gs>
                <a:gs pos="28571">
                  <a:srgbClr val="2F0000">
                    <a:alpha val="24833"/>
                  </a:srgbClr>
                </a:gs>
                <a:gs pos="42857">
                  <a:srgbClr val="2F0000">
                    <a:alpha val="17075"/>
                  </a:srgbClr>
                </a:gs>
                <a:gs pos="57143">
                  <a:srgbClr val="2F0000">
                    <a:alpha val="9855"/>
                  </a:srgbClr>
                </a:gs>
                <a:gs pos="71429">
                  <a:srgbClr val="2F0000">
                    <a:alpha val="4740"/>
                  </a:srgbClr>
                </a:gs>
                <a:gs pos="85714">
                  <a:srgbClr val="2F0000">
                    <a:alpha val="1902"/>
                  </a:srgbClr>
                </a:gs>
                <a:gs pos="100000">
                  <a:srgbClr val="2F0000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482" name="Splat 1482"/>
            <p:cNvSpPr>
              <a:spLocks noGrp="1"/>
            </p:cNvSpPr>
            <p:nvPr/>
          </p:nvSpPr>
          <p:spPr>
            <a:xfrm rot="6717550">
              <a:off x="2137218" y="2212051"/>
              <a:ext cx="575049" cy="559674"/>
            </a:xfrm>
            <a:prstGeom prst="ellipse">
              <a:avLst/>
            </a:prstGeom>
            <a:gradFill>
              <a:gsLst>
                <a:gs pos="0">
                  <a:srgbClr val="4B0000">
                    <a:alpha val="21266"/>
                  </a:srgbClr>
                </a:gs>
                <a:gs pos="14286">
                  <a:srgbClr val="4B0000">
                    <a:alpha val="19729"/>
                  </a:srgbClr>
                </a:gs>
                <a:gs pos="28571">
                  <a:srgbClr val="4B0000">
                    <a:alpha val="15687"/>
                  </a:srgbClr>
                </a:gs>
                <a:gs pos="42857">
                  <a:srgbClr val="4B0000">
                    <a:alpha val="10588"/>
                  </a:srgbClr>
                </a:gs>
                <a:gs pos="57143">
                  <a:srgbClr val="4B0000">
                    <a:alpha val="6013"/>
                  </a:srgbClr>
                </a:gs>
                <a:gs pos="71429">
                  <a:srgbClr val="4B0000">
                    <a:alpha val="2861"/>
                  </a:srgbClr>
                </a:gs>
                <a:gs pos="85714">
                  <a:srgbClr val="4B0000">
                    <a:alpha val="1141"/>
                  </a:srgbClr>
                </a:gs>
                <a:gs pos="100000">
                  <a:srgbClr val="4B0000">
                    <a:alpha val="383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483" name="Splat 1483"/>
            <p:cNvSpPr>
              <a:spLocks noGrp="1"/>
            </p:cNvSpPr>
            <p:nvPr/>
          </p:nvSpPr>
          <p:spPr>
            <a:xfrm rot="7550459">
              <a:off x="1884221" y="2437532"/>
              <a:ext cx="516845" cy="226178"/>
            </a:xfrm>
            <a:prstGeom prst="ellipse">
              <a:avLst/>
            </a:prstGeom>
            <a:gradFill>
              <a:gsLst>
                <a:gs pos="0">
                  <a:srgbClr val="753400">
                    <a:alpha val="30400"/>
                  </a:srgbClr>
                </a:gs>
                <a:gs pos="14286">
                  <a:srgbClr val="753400">
                    <a:alpha val="28330"/>
                  </a:srgbClr>
                </a:gs>
                <a:gs pos="28571">
                  <a:srgbClr val="753400">
                    <a:alpha val="22789"/>
                  </a:srgbClr>
                </a:gs>
                <a:gs pos="42857">
                  <a:srgbClr val="753400">
                    <a:alpha val="15603"/>
                  </a:srgbClr>
                </a:gs>
                <a:gs pos="57143">
                  <a:srgbClr val="753400">
                    <a:alpha val="8972"/>
                  </a:srgbClr>
                </a:gs>
                <a:gs pos="71429">
                  <a:srgbClr val="753400">
                    <a:alpha val="4305"/>
                  </a:srgbClr>
                </a:gs>
                <a:gs pos="85714">
                  <a:srgbClr val="753400">
                    <a:alpha val="1725"/>
                  </a:srgbClr>
                </a:gs>
                <a:gs pos="100000">
                  <a:srgbClr val="753400">
                    <a:alpha val="580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484" name="Splat 1484"/>
            <p:cNvSpPr>
              <a:spLocks noGrp="1"/>
            </p:cNvSpPr>
            <p:nvPr/>
          </p:nvSpPr>
          <p:spPr>
            <a:xfrm rot="-9404720">
              <a:off x="1594493" y="2369473"/>
              <a:ext cx="647568" cy="439865"/>
            </a:xfrm>
            <a:prstGeom prst="ellipse">
              <a:avLst/>
            </a:prstGeom>
            <a:gradFill>
              <a:gsLst>
                <a:gs pos="0">
                  <a:srgbClr val="8C0000">
                    <a:alpha val="8698"/>
                  </a:srgbClr>
                </a:gs>
                <a:gs pos="14286">
                  <a:srgbClr val="8C0000">
                    <a:alpha val="8024"/>
                  </a:srgbClr>
                </a:gs>
                <a:gs pos="28571">
                  <a:srgbClr val="8C0000">
                    <a:alpha val="6288"/>
                  </a:srgbClr>
                </a:gs>
                <a:gs pos="42857">
                  <a:srgbClr val="8C0000">
                    <a:alpha val="4170"/>
                  </a:srgbClr>
                </a:gs>
                <a:gs pos="57143">
                  <a:srgbClr val="8C0000">
                    <a:alpha val="2333"/>
                  </a:srgbClr>
                </a:gs>
                <a:gs pos="71429">
                  <a:srgbClr val="8C0000">
                    <a:alpha val="1099"/>
                  </a:srgbClr>
                </a:gs>
                <a:gs pos="85714">
                  <a:srgbClr val="8C0000">
                    <a:alpha val="436"/>
                  </a:srgbClr>
                </a:gs>
                <a:gs pos="100000">
                  <a:srgbClr val="8C0000">
                    <a:alpha val="146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485" name="Splat 1485"/>
            <p:cNvSpPr>
              <a:spLocks noGrp="1"/>
            </p:cNvSpPr>
            <p:nvPr/>
          </p:nvSpPr>
          <p:spPr>
            <a:xfrm rot="5658205">
              <a:off x="772886" y="2430962"/>
              <a:ext cx="843592" cy="201935"/>
            </a:xfrm>
            <a:prstGeom prst="ellipse">
              <a:avLst/>
            </a:prstGeom>
            <a:gradFill>
              <a:gsLst>
                <a:gs pos="0">
                  <a:srgbClr val="E8E7E6">
                    <a:alpha val="32968"/>
                  </a:srgbClr>
                </a:gs>
                <a:gs pos="14286">
                  <a:srgbClr val="E8E7E6">
                    <a:alpha val="30764"/>
                  </a:srgbClr>
                </a:gs>
                <a:gs pos="28571">
                  <a:srgbClr val="E8E7E6">
                    <a:alpha val="24833"/>
                  </a:srgbClr>
                </a:gs>
                <a:gs pos="42857">
                  <a:srgbClr val="E8E7E6">
                    <a:alpha val="17075"/>
                  </a:srgbClr>
                </a:gs>
                <a:gs pos="57143">
                  <a:srgbClr val="E8E7E6">
                    <a:alpha val="9855"/>
                  </a:srgbClr>
                </a:gs>
                <a:gs pos="71429">
                  <a:srgbClr val="E8E7E6">
                    <a:alpha val="4740"/>
                  </a:srgbClr>
                </a:gs>
                <a:gs pos="85714">
                  <a:srgbClr val="E8E7E6">
                    <a:alpha val="1902"/>
                  </a:srgbClr>
                </a:gs>
                <a:gs pos="100000">
                  <a:srgbClr val="E8E7E6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486" name="Splat 1486"/>
            <p:cNvSpPr>
              <a:spLocks noGrp="1"/>
            </p:cNvSpPr>
            <p:nvPr/>
          </p:nvSpPr>
          <p:spPr>
            <a:xfrm rot="-8204527">
              <a:off x="622109" y="2327250"/>
              <a:ext cx="662750" cy="337834"/>
            </a:xfrm>
            <a:prstGeom prst="ellipse">
              <a:avLst/>
            </a:prstGeom>
            <a:gradFill>
              <a:gsLst>
                <a:gs pos="0">
                  <a:srgbClr val="2E0000">
                    <a:alpha val="25547"/>
                  </a:srgbClr>
                </a:gs>
                <a:gs pos="14286">
                  <a:srgbClr val="2E0000">
                    <a:alpha val="23750"/>
                  </a:srgbClr>
                </a:gs>
                <a:gs pos="28571">
                  <a:srgbClr val="2E0000">
                    <a:alpha val="18985"/>
                  </a:srgbClr>
                </a:gs>
                <a:gs pos="42857">
                  <a:srgbClr val="2E0000">
                    <a:alpha val="12898"/>
                  </a:srgbClr>
                </a:gs>
                <a:gs pos="57143">
                  <a:srgbClr val="2E0000">
                    <a:alpha val="7366"/>
                  </a:srgbClr>
                </a:gs>
                <a:gs pos="71429">
                  <a:srgbClr val="2E0000">
                    <a:alpha val="3518"/>
                  </a:srgbClr>
                </a:gs>
                <a:gs pos="85714">
                  <a:srgbClr val="2E0000">
                    <a:alpha val="1406"/>
                  </a:srgbClr>
                </a:gs>
                <a:gs pos="100000">
                  <a:srgbClr val="2E0000">
                    <a:alpha val="472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487" name="Splat 1487"/>
            <p:cNvSpPr>
              <a:spLocks noGrp="1"/>
            </p:cNvSpPr>
            <p:nvPr/>
          </p:nvSpPr>
          <p:spPr>
            <a:xfrm rot="10451689">
              <a:off x="384848" y="2290233"/>
              <a:ext cx="674764" cy="472289"/>
            </a:xfrm>
            <a:prstGeom prst="ellipse">
              <a:avLst/>
            </a:prstGeom>
            <a:gradFill>
              <a:gsLst>
                <a:gs pos="0">
                  <a:srgbClr val="A27D00">
                    <a:alpha val="28036"/>
                  </a:srgbClr>
                </a:gs>
                <a:gs pos="14286">
                  <a:srgbClr val="A27D00">
                    <a:alpha val="26095"/>
                  </a:srgbClr>
                </a:gs>
                <a:gs pos="28571">
                  <a:srgbClr val="A27D00">
                    <a:alpha val="20926"/>
                  </a:srgbClr>
                </a:gs>
                <a:gs pos="42857">
                  <a:srgbClr val="A27D00">
                    <a:alpha val="14273"/>
                  </a:srgbClr>
                </a:gs>
                <a:gs pos="57143">
                  <a:srgbClr val="A27D00">
                    <a:alpha val="8180"/>
                  </a:srgbClr>
                </a:gs>
                <a:gs pos="71429">
                  <a:srgbClr val="A27D00">
                    <a:alpha val="3916"/>
                  </a:srgbClr>
                </a:gs>
                <a:gs pos="85714">
                  <a:srgbClr val="A27D00">
                    <a:alpha val="1567"/>
                  </a:srgbClr>
                </a:gs>
                <a:gs pos="100000">
                  <a:srgbClr val="A27D00">
                    <a:alpha val="526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488" name="Splat 1488"/>
            <p:cNvSpPr>
              <a:spLocks noGrp="1"/>
            </p:cNvSpPr>
            <p:nvPr/>
          </p:nvSpPr>
          <p:spPr>
            <a:xfrm rot="4118981">
              <a:off x="202770" y="2432552"/>
              <a:ext cx="530146" cy="211965"/>
            </a:xfrm>
            <a:prstGeom prst="ellipse">
              <a:avLst/>
            </a:prstGeom>
            <a:gradFill>
              <a:gsLst>
                <a:gs pos="0">
                  <a:srgbClr val="B27B00">
                    <a:alpha val="28653"/>
                  </a:srgbClr>
                </a:gs>
                <a:gs pos="14286">
                  <a:srgbClr val="B27B00">
                    <a:alpha val="26677"/>
                  </a:srgbClr>
                </a:gs>
                <a:gs pos="28571">
                  <a:srgbClr val="B27B00">
                    <a:alpha val="21410"/>
                  </a:srgbClr>
                </a:gs>
                <a:gs pos="42857">
                  <a:srgbClr val="B27B00">
                    <a:alpha val="14618"/>
                  </a:srgbClr>
                </a:gs>
                <a:gs pos="57143">
                  <a:srgbClr val="B27B00">
                    <a:alpha val="8384"/>
                  </a:srgbClr>
                </a:gs>
                <a:gs pos="71429">
                  <a:srgbClr val="B27B00">
                    <a:alpha val="4016"/>
                  </a:srgbClr>
                </a:gs>
                <a:gs pos="85714">
                  <a:srgbClr val="B27B00">
                    <a:alpha val="1608"/>
                  </a:srgbClr>
                </a:gs>
                <a:gs pos="100000">
                  <a:srgbClr val="B27B00">
                    <a:alpha val="540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489" name="Splat 1489"/>
            <p:cNvSpPr>
              <a:spLocks noGrp="1"/>
            </p:cNvSpPr>
            <p:nvPr/>
          </p:nvSpPr>
          <p:spPr>
            <a:xfrm rot="-8259208">
              <a:off x="-287423" y="2266318"/>
              <a:ext cx="730241" cy="567212"/>
            </a:xfrm>
            <a:prstGeom prst="ellipse">
              <a:avLst/>
            </a:prstGeom>
            <a:gradFill>
              <a:gsLst>
                <a:gs pos="0">
                  <a:srgbClr val="FDFFFB">
                    <a:alpha val="32968"/>
                  </a:srgbClr>
                </a:gs>
                <a:gs pos="14286">
                  <a:srgbClr val="FDFFFB">
                    <a:alpha val="30764"/>
                  </a:srgbClr>
                </a:gs>
                <a:gs pos="28571">
                  <a:srgbClr val="FDFFFB">
                    <a:alpha val="24833"/>
                  </a:srgbClr>
                </a:gs>
                <a:gs pos="42857">
                  <a:srgbClr val="FDFFFB">
                    <a:alpha val="17075"/>
                  </a:srgbClr>
                </a:gs>
                <a:gs pos="57143">
                  <a:srgbClr val="FDFFFB">
                    <a:alpha val="9855"/>
                  </a:srgbClr>
                </a:gs>
                <a:gs pos="71429">
                  <a:srgbClr val="FDFFFB">
                    <a:alpha val="4740"/>
                  </a:srgbClr>
                </a:gs>
                <a:gs pos="85714">
                  <a:srgbClr val="FDFFFB">
                    <a:alpha val="1902"/>
                  </a:srgbClr>
                </a:gs>
                <a:gs pos="100000">
                  <a:srgbClr val="FDFFFB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490" name="Splat 1490"/>
            <p:cNvSpPr>
              <a:spLocks noGrp="1"/>
            </p:cNvSpPr>
            <p:nvPr/>
          </p:nvSpPr>
          <p:spPr>
            <a:xfrm rot="6281024">
              <a:off x="3262319" y="2141309"/>
              <a:ext cx="471376" cy="343023"/>
            </a:xfrm>
            <a:prstGeom prst="ellipse">
              <a:avLst/>
            </a:prstGeom>
            <a:gradFill>
              <a:gsLst>
                <a:gs pos="0">
                  <a:srgbClr val="E2E3E3">
                    <a:alpha val="32968"/>
                  </a:srgbClr>
                </a:gs>
                <a:gs pos="14286">
                  <a:srgbClr val="E2E3E3">
                    <a:alpha val="30764"/>
                  </a:srgbClr>
                </a:gs>
                <a:gs pos="28571">
                  <a:srgbClr val="E2E3E3">
                    <a:alpha val="24833"/>
                  </a:srgbClr>
                </a:gs>
                <a:gs pos="42857">
                  <a:srgbClr val="E2E3E3">
                    <a:alpha val="17075"/>
                  </a:srgbClr>
                </a:gs>
                <a:gs pos="57143">
                  <a:srgbClr val="E2E3E3">
                    <a:alpha val="9855"/>
                  </a:srgbClr>
                </a:gs>
                <a:gs pos="71429">
                  <a:srgbClr val="E2E3E3">
                    <a:alpha val="4740"/>
                  </a:srgbClr>
                </a:gs>
                <a:gs pos="85714">
                  <a:srgbClr val="E2E3E3">
                    <a:alpha val="1902"/>
                  </a:srgbClr>
                </a:gs>
                <a:gs pos="100000">
                  <a:srgbClr val="E2E3E3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491" name="Splat 1491"/>
            <p:cNvSpPr>
              <a:spLocks noGrp="1"/>
            </p:cNvSpPr>
            <p:nvPr/>
          </p:nvSpPr>
          <p:spPr>
            <a:xfrm rot="3404439">
              <a:off x="2520352" y="2229008"/>
              <a:ext cx="603736" cy="215459"/>
            </a:xfrm>
            <a:prstGeom prst="ellipse">
              <a:avLst/>
            </a:prstGeom>
            <a:gradFill>
              <a:gsLst>
                <a:gs pos="0">
                  <a:srgbClr val="F4FBFF">
                    <a:alpha val="26331"/>
                  </a:srgbClr>
                </a:gs>
                <a:gs pos="14286">
                  <a:srgbClr val="F4FBFF">
                    <a:alpha val="24487"/>
                  </a:srgbClr>
                </a:gs>
                <a:gs pos="28571">
                  <a:srgbClr val="F4FBFF">
                    <a:alpha val="19594"/>
                  </a:srgbClr>
                </a:gs>
                <a:gs pos="42857">
                  <a:srgbClr val="F4FBFF">
                    <a:alpha val="13328"/>
                  </a:srgbClr>
                </a:gs>
                <a:gs pos="57143">
                  <a:srgbClr val="F4FBFF">
                    <a:alpha val="7620"/>
                  </a:srgbClr>
                </a:gs>
                <a:gs pos="71429">
                  <a:srgbClr val="F4FBFF">
                    <a:alpha val="3642"/>
                  </a:srgbClr>
                </a:gs>
                <a:gs pos="85714">
                  <a:srgbClr val="F4FBFF">
                    <a:alpha val="1456"/>
                  </a:srgbClr>
                </a:gs>
                <a:gs pos="100000">
                  <a:srgbClr val="F4FBFF">
                    <a:alpha val="48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492" name="Splat 1492"/>
            <p:cNvSpPr>
              <a:spLocks noGrp="1"/>
            </p:cNvSpPr>
            <p:nvPr/>
          </p:nvSpPr>
          <p:spPr>
            <a:xfrm rot="6975242">
              <a:off x="2345824" y="2194599"/>
              <a:ext cx="498686" cy="208586"/>
            </a:xfrm>
            <a:prstGeom prst="ellipse">
              <a:avLst/>
            </a:prstGeom>
            <a:gradFill>
              <a:gsLst>
                <a:gs pos="0">
                  <a:srgbClr val="FAEFCE">
                    <a:alpha val="32968"/>
                  </a:srgbClr>
                </a:gs>
                <a:gs pos="14286">
                  <a:srgbClr val="FAEFCE">
                    <a:alpha val="30764"/>
                  </a:srgbClr>
                </a:gs>
                <a:gs pos="28571">
                  <a:srgbClr val="FAEFCE">
                    <a:alpha val="24833"/>
                  </a:srgbClr>
                </a:gs>
                <a:gs pos="42857">
                  <a:srgbClr val="FAEFCE">
                    <a:alpha val="17075"/>
                  </a:srgbClr>
                </a:gs>
                <a:gs pos="57143">
                  <a:srgbClr val="FAEFCE">
                    <a:alpha val="9855"/>
                  </a:srgbClr>
                </a:gs>
                <a:gs pos="71429">
                  <a:srgbClr val="FAEFCE">
                    <a:alpha val="4740"/>
                  </a:srgbClr>
                </a:gs>
                <a:gs pos="85714">
                  <a:srgbClr val="FAEFCE">
                    <a:alpha val="1902"/>
                  </a:srgbClr>
                </a:gs>
                <a:gs pos="100000">
                  <a:srgbClr val="FAEFCE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493" name="Splat 1493"/>
            <p:cNvSpPr>
              <a:spLocks noGrp="1"/>
            </p:cNvSpPr>
            <p:nvPr/>
          </p:nvSpPr>
          <p:spPr>
            <a:xfrm rot="-9244057">
              <a:off x="1879005" y="2337544"/>
              <a:ext cx="952494" cy="83405"/>
            </a:xfrm>
            <a:prstGeom prst="ellipse">
              <a:avLst/>
            </a:prstGeom>
            <a:gradFill>
              <a:gsLst>
                <a:gs pos="0">
                  <a:srgbClr val="580000">
                    <a:alpha val="32968"/>
                  </a:srgbClr>
                </a:gs>
                <a:gs pos="14286">
                  <a:srgbClr val="580000">
                    <a:alpha val="30764"/>
                  </a:srgbClr>
                </a:gs>
                <a:gs pos="28571">
                  <a:srgbClr val="580000">
                    <a:alpha val="24833"/>
                  </a:srgbClr>
                </a:gs>
                <a:gs pos="42857">
                  <a:srgbClr val="580000">
                    <a:alpha val="17075"/>
                  </a:srgbClr>
                </a:gs>
                <a:gs pos="57143">
                  <a:srgbClr val="580000">
                    <a:alpha val="9855"/>
                  </a:srgbClr>
                </a:gs>
                <a:gs pos="71429">
                  <a:srgbClr val="580000">
                    <a:alpha val="4740"/>
                  </a:srgbClr>
                </a:gs>
                <a:gs pos="85714">
                  <a:srgbClr val="580000">
                    <a:alpha val="1902"/>
                  </a:srgbClr>
                </a:gs>
                <a:gs pos="100000">
                  <a:srgbClr val="580000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494" name="Splat 1494"/>
            <p:cNvSpPr>
              <a:spLocks noGrp="1"/>
            </p:cNvSpPr>
            <p:nvPr/>
          </p:nvSpPr>
          <p:spPr>
            <a:xfrm rot="10180521">
              <a:off x="1886456" y="2220573"/>
              <a:ext cx="555635" cy="230245"/>
            </a:xfrm>
            <a:prstGeom prst="ellipse">
              <a:avLst/>
            </a:prstGeom>
            <a:gradFill>
              <a:gsLst>
                <a:gs pos="0">
                  <a:srgbClr val="A36200">
                    <a:alpha val="32968"/>
                  </a:srgbClr>
                </a:gs>
                <a:gs pos="14286">
                  <a:srgbClr val="A36200">
                    <a:alpha val="30764"/>
                  </a:srgbClr>
                </a:gs>
                <a:gs pos="28571">
                  <a:srgbClr val="A36200">
                    <a:alpha val="24833"/>
                  </a:srgbClr>
                </a:gs>
                <a:gs pos="42857">
                  <a:srgbClr val="A36200">
                    <a:alpha val="17075"/>
                  </a:srgbClr>
                </a:gs>
                <a:gs pos="57143">
                  <a:srgbClr val="A36200">
                    <a:alpha val="9855"/>
                  </a:srgbClr>
                </a:gs>
                <a:gs pos="71429">
                  <a:srgbClr val="A36200">
                    <a:alpha val="4740"/>
                  </a:srgbClr>
                </a:gs>
                <a:gs pos="85714">
                  <a:srgbClr val="A36200">
                    <a:alpha val="1902"/>
                  </a:srgbClr>
                </a:gs>
                <a:gs pos="100000">
                  <a:srgbClr val="A36200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495" name="Splat 1495"/>
            <p:cNvSpPr>
              <a:spLocks noGrp="1"/>
            </p:cNvSpPr>
            <p:nvPr/>
          </p:nvSpPr>
          <p:spPr>
            <a:xfrm rot="9188257">
              <a:off x="1657489" y="2290774"/>
              <a:ext cx="798980" cy="153070"/>
            </a:xfrm>
            <a:prstGeom prst="ellipse">
              <a:avLst/>
            </a:prstGeom>
            <a:gradFill>
              <a:gsLst>
                <a:gs pos="0">
                  <a:srgbClr val="260000">
                    <a:alpha val="10361"/>
                  </a:srgbClr>
                </a:gs>
                <a:gs pos="14286">
                  <a:srgbClr val="260000">
                    <a:alpha val="9564"/>
                  </a:srgbClr>
                </a:gs>
                <a:gs pos="28571">
                  <a:srgbClr val="260000">
                    <a:alpha val="7509"/>
                  </a:srgbClr>
                </a:gs>
                <a:gs pos="42857">
                  <a:srgbClr val="260000">
                    <a:alpha val="4991"/>
                  </a:srgbClr>
                </a:gs>
                <a:gs pos="57143">
                  <a:srgbClr val="260000">
                    <a:alpha val="2797"/>
                  </a:srgbClr>
                </a:gs>
                <a:gs pos="71429">
                  <a:srgbClr val="260000">
                    <a:alpha val="1319"/>
                  </a:srgbClr>
                </a:gs>
                <a:gs pos="85714">
                  <a:srgbClr val="260000">
                    <a:alpha val="524"/>
                  </a:srgbClr>
                </a:gs>
                <a:gs pos="100000">
                  <a:srgbClr val="260000">
                    <a:alpha val="175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496" name="Splat 1496"/>
            <p:cNvSpPr>
              <a:spLocks noGrp="1"/>
            </p:cNvSpPr>
            <p:nvPr/>
          </p:nvSpPr>
          <p:spPr>
            <a:xfrm rot="7296112">
              <a:off x="1676220" y="2204635"/>
              <a:ext cx="355565" cy="225403"/>
            </a:xfrm>
            <a:prstGeom prst="ellipse">
              <a:avLst/>
            </a:prstGeom>
            <a:gradFill>
              <a:gsLst>
                <a:gs pos="0">
                  <a:srgbClr val="FFF5CD">
                    <a:alpha val="26677"/>
                  </a:srgbClr>
                </a:gs>
                <a:gs pos="14286">
                  <a:srgbClr val="FFF5CD">
                    <a:alpha val="24813"/>
                  </a:srgbClr>
                </a:gs>
                <a:gs pos="28571">
                  <a:srgbClr val="FFF5CD">
                    <a:alpha val="19863"/>
                  </a:srgbClr>
                </a:gs>
                <a:gs pos="42857">
                  <a:srgbClr val="FFF5CD">
                    <a:alpha val="13519"/>
                  </a:srgbClr>
                </a:gs>
                <a:gs pos="57143">
                  <a:srgbClr val="FFF5CD">
                    <a:alpha val="7733"/>
                  </a:srgbClr>
                </a:gs>
                <a:gs pos="71429">
                  <a:srgbClr val="FFF5CD">
                    <a:alpha val="3697"/>
                  </a:srgbClr>
                </a:gs>
                <a:gs pos="85714">
                  <a:srgbClr val="FFF5CD">
                    <a:alpha val="1479"/>
                  </a:srgbClr>
                </a:gs>
                <a:gs pos="100000">
                  <a:srgbClr val="FFF5CD">
                    <a:alpha val="496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497" name="Splat 1497"/>
            <p:cNvSpPr>
              <a:spLocks noGrp="1"/>
            </p:cNvSpPr>
            <p:nvPr/>
          </p:nvSpPr>
          <p:spPr>
            <a:xfrm rot="2972393">
              <a:off x="1200559" y="2184673"/>
              <a:ext cx="654054" cy="224409"/>
            </a:xfrm>
            <a:prstGeom prst="ellipse">
              <a:avLst/>
            </a:prstGeom>
            <a:gradFill>
              <a:gsLst>
                <a:gs pos="0">
                  <a:srgbClr val="E8E6DB">
                    <a:alpha val="32968"/>
                  </a:srgbClr>
                </a:gs>
                <a:gs pos="14286">
                  <a:srgbClr val="E8E6DB">
                    <a:alpha val="30764"/>
                  </a:srgbClr>
                </a:gs>
                <a:gs pos="28571">
                  <a:srgbClr val="E8E6DB">
                    <a:alpha val="24833"/>
                  </a:srgbClr>
                </a:gs>
                <a:gs pos="42857">
                  <a:srgbClr val="E8E6DB">
                    <a:alpha val="17075"/>
                  </a:srgbClr>
                </a:gs>
                <a:gs pos="57143">
                  <a:srgbClr val="E8E6DB">
                    <a:alpha val="9855"/>
                  </a:srgbClr>
                </a:gs>
                <a:gs pos="71429">
                  <a:srgbClr val="E8E6DB">
                    <a:alpha val="4740"/>
                  </a:srgbClr>
                </a:gs>
                <a:gs pos="85714">
                  <a:srgbClr val="E8E6DB">
                    <a:alpha val="1902"/>
                  </a:srgbClr>
                </a:gs>
                <a:gs pos="100000">
                  <a:srgbClr val="E8E6DB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498" name="Splat 1498"/>
            <p:cNvSpPr>
              <a:spLocks noGrp="1"/>
            </p:cNvSpPr>
            <p:nvPr/>
          </p:nvSpPr>
          <p:spPr>
            <a:xfrm rot="4425568">
              <a:off x="625053" y="2343120"/>
              <a:ext cx="909433" cy="158002"/>
            </a:xfrm>
            <a:prstGeom prst="ellipse">
              <a:avLst/>
            </a:prstGeom>
            <a:gradFill>
              <a:gsLst>
                <a:gs pos="0">
                  <a:srgbClr val="F7FDFF">
                    <a:alpha val="32968"/>
                  </a:srgbClr>
                </a:gs>
                <a:gs pos="14286">
                  <a:srgbClr val="F7FDFF">
                    <a:alpha val="30764"/>
                  </a:srgbClr>
                </a:gs>
                <a:gs pos="28571">
                  <a:srgbClr val="F7FDFF">
                    <a:alpha val="24833"/>
                  </a:srgbClr>
                </a:gs>
                <a:gs pos="42857">
                  <a:srgbClr val="F7FDFF">
                    <a:alpha val="17075"/>
                  </a:srgbClr>
                </a:gs>
                <a:gs pos="57143">
                  <a:srgbClr val="F7FDFF">
                    <a:alpha val="9855"/>
                  </a:srgbClr>
                </a:gs>
                <a:gs pos="71429">
                  <a:srgbClr val="F7FDFF">
                    <a:alpha val="4740"/>
                  </a:srgbClr>
                </a:gs>
                <a:gs pos="85714">
                  <a:srgbClr val="F7FDFF">
                    <a:alpha val="1902"/>
                  </a:srgbClr>
                </a:gs>
                <a:gs pos="100000">
                  <a:srgbClr val="F7FDFF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499" name="Splat 1499"/>
            <p:cNvSpPr>
              <a:spLocks noGrp="1"/>
            </p:cNvSpPr>
            <p:nvPr/>
          </p:nvSpPr>
          <p:spPr>
            <a:xfrm rot="-10363076">
              <a:off x="488067" y="2243435"/>
              <a:ext cx="728428" cy="345330"/>
            </a:xfrm>
            <a:prstGeom prst="ellipse">
              <a:avLst/>
            </a:prstGeom>
            <a:gradFill>
              <a:gsLst>
                <a:gs pos="0">
                  <a:srgbClr val="E7AE00">
                    <a:alpha val="19385"/>
                  </a:srgbClr>
                </a:gs>
                <a:gs pos="14286">
                  <a:srgbClr val="E7AE00">
                    <a:alpha val="17968"/>
                  </a:srgbClr>
                </a:gs>
                <a:gs pos="28571">
                  <a:srgbClr val="E7AE00">
                    <a:alpha val="14254"/>
                  </a:srgbClr>
                </a:gs>
                <a:gs pos="42857">
                  <a:srgbClr val="E7AE00">
                    <a:alpha val="9595"/>
                  </a:srgbClr>
                </a:gs>
                <a:gs pos="57143">
                  <a:srgbClr val="E7AE00">
                    <a:alpha val="5436"/>
                  </a:srgbClr>
                </a:gs>
                <a:gs pos="71429">
                  <a:srgbClr val="E7AE00">
                    <a:alpha val="2582"/>
                  </a:srgbClr>
                </a:gs>
                <a:gs pos="85714">
                  <a:srgbClr val="E7AE00">
                    <a:alpha val="1029"/>
                  </a:srgbClr>
                </a:gs>
                <a:gs pos="100000">
                  <a:srgbClr val="E7AE00">
                    <a:alpha val="345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500" name="Splat 1500"/>
            <p:cNvSpPr>
              <a:spLocks noGrp="1"/>
            </p:cNvSpPr>
            <p:nvPr/>
          </p:nvSpPr>
          <p:spPr>
            <a:xfrm rot="-10018475">
              <a:off x="274499" y="2163020"/>
              <a:ext cx="714941" cy="245577"/>
            </a:xfrm>
            <a:prstGeom prst="ellipse">
              <a:avLst/>
            </a:prstGeom>
            <a:gradFill>
              <a:gsLst>
                <a:gs pos="0">
                  <a:srgbClr val="740000">
                    <a:alpha val="19033"/>
                  </a:srgbClr>
                </a:gs>
                <a:gs pos="14286">
                  <a:srgbClr val="740000">
                    <a:alpha val="17639"/>
                  </a:srgbClr>
                </a:gs>
                <a:gs pos="28571">
                  <a:srgbClr val="740000">
                    <a:alpha val="13987"/>
                  </a:srgbClr>
                </a:gs>
                <a:gs pos="42857">
                  <a:srgbClr val="740000">
                    <a:alpha val="9410"/>
                  </a:srgbClr>
                </a:gs>
                <a:gs pos="57143">
                  <a:srgbClr val="740000">
                    <a:alpha val="5329"/>
                  </a:srgbClr>
                </a:gs>
                <a:gs pos="71429">
                  <a:srgbClr val="740000">
                    <a:alpha val="2531"/>
                  </a:srgbClr>
                </a:gs>
                <a:gs pos="85714">
                  <a:srgbClr val="740000">
                    <a:alpha val="1009"/>
                  </a:srgbClr>
                </a:gs>
                <a:gs pos="100000">
                  <a:srgbClr val="740000">
                    <a:alpha val="338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501" name="Splat 1501"/>
            <p:cNvSpPr>
              <a:spLocks noGrp="1"/>
            </p:cNvSpPr>
            <p:nvPr/>
          </p:nvSpPr>
          <p:spPr>
            <a:xfrm rot="3559716">
              <a:off x="192700" y="2197568"/>
              <a:ext cx="500963" cy="326493"/>
            </a:xfrm>
            <a:prstGeom prst="ellipse">
              <a:avLst/>
            </a:prstGeom>
            <a:gradFill>
              <a:gsLst>
                <a:gs pos="0">
                  <a:srgbClr val="B37900">
                    <a:alpha val="18856"/>
                  </a:srgbClr>
                </a:gs>
                <a:gs pos="14286">
                  <a:srgbClr val="B37900">
                    <a:alpha val="17473"/>
                  </a:srgbClr>
                </a:gs>
                <a:gs pos="28571">
                  <a:srgbClr val="B37900">
                    <a:alpha val="13853"/>
                  </a:srgbClr>
                </a:gs>
                <a:gs pos="42857">
                  <a:srgbClr val="B37900">
                    <a:alpha val="9317"/>
                  </a:srgbClr>
                </a:gs>
                <a:gs pos="57143">
                  <a:srgbClr val="B37900">
                    <a:alpha val="5275"/>
                  </a:srgbClr>
                </a:gs>
                <a:gs pos="71429">
                  <a:srgbClr val="B37900">
                    <a:alpha val="2505"/>
                  </a:srgbClr>
                </a:gs>
                <a:gs pos="85714">
                  <a:srgbClr val="B37900">
                    <a:alpha val="998"/>
                  </a:srgbClr>
                </a:gs>
                <a:gs pos="100000">
                  <a:srgbClr val="B37900">
                    <a:alpha val="335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502" name="Splat 1502"/>
            <p:cNvSpPr>
              <a:spLocks noGrp="1"/>
            </p:cNvSpPr>
            <p:nvPr/>
          </p:nvSpPr>
          <p:spPr>
            <a:xfrm rot="3291993">
              <a:off x="-358053" y="2098177"/>
              <a:ext cx="877077" cy="251244"/>
            </a:xfrm>
            <a:prstGeom prst="ellipse">
              <a:avLst/>
            </a:prstGeom>
            <a:gradFill>
              <a:gsLst>
                <a:gs pos="0">
                  <a:srgbClr val="FBFDFA">
                    <a:alpha val="32968"/>
                  </a:srgbClr>
                </a:gs>
                <a:gs pos="14286">
                  <a:srgbClr val="FBFDFA">
                    <a:alpha val="30764"/>
                  </a:srgbClr>
                </a:gs>
                <a:gs pos="28571">
                  <a:srgbClr val="FBFDFA">
                    <a:alpha val="24833"/>
                  </a:srgbClr>
                </a:gs>
                <a:gs pos="42857">
                  <a:srgbClr val="FBFDFA">
                    <a:alpha val="17075"/>
                  </a:srgbClr>
                </a:gs>
                <a:gs pos="57143">
                  <a:srgbClr val="FBFDFA">
                    <a:alpha val="9855"/>
                  </a:srgbClr>
                </a:gs>
                <a:gs pos="71429">
                  <a:srgbClr val="FBFDFA">
                    <a:alpha val="4740"/>
                  </a:srgbClr>
                </a:gs>
                <a:gs pos="85714">
                  <a:srgbClr val="FBFDFA">
                    <a:alpha val="1902"/>
                  </a:srgbClr>
                </a:gs>
                <a:gs pos="100000">
                  <a:srgbClr val="FBFDFA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503" name="Splat 1503"/>
            <p:cNvSpPr>
              <a:spLocks noGrp="1"/>
            </p:cNvSpPr>
            <p:nvPr/>
          </p:nvSpPr>
          <p:spPr>
            <a:xfrm rot="6516523">
              <a:off x="3248585" y="1852172"/>
              <a:ext cx="771120" cy="394752"/>
            </a:xfrm>
            <a:prstGeom prst="ellipse">
              <a:avLst/>
            </a:prstGeom>
            <a:gradFill>
              <a:gsLst>
                <a:gs pos="0">
                  <a:srgbClr val="80A9FF">
                    <a:alpha val="6193"/>
                  </a:srgbClr>
                </a:gs>
                <a:gs pos="14286">
                  <a:srgbClr val="80A9FF">
                    <a:alpha val="5707"/>
                  </a:srgbClr>
                </a:gs>
                <a:gs pos="28571">
                  <a:srgbClr val="80A9FF">
                    <a:alpha val="4460"/>
                  </a:srgbClr>
                </a:gs>
                <a:gs pos="42857">
                  <a:srgbClr val="80A9FF">
                    <a:alpha val="2948"/>
                  </a:srgbClr>
                </a:gs>
                <a:gs pos="57143">
                  <a:srgbClr val="80A9FF">
                    <a:alpha val="1645"/>
                  </a:srgbClr>
                </a:gs>
                <a:gs pos="71429">
                  <a:srgbClr val="80A9FF">
                    <a:alpha val="773"/>
                  </a:srgbClr>
                </a:gs>
                <a:gs pos="85714">
                  <a:srgbClr val="80A9FF">
                    <a:alpha val="306"/>
                  </a:srgbClr>
                </a:gs>
                <a:gs pos="100000">
                  <a:srgbClr val="80A9FF">
                    <a:alpha val="102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504" name="Splat 1504"/>
            <p:cNvSpPr>
              <a:spLocks noGrp="1"/>
            </p:cNvSpPr>
            <p:nvPr/>
          </p:nvSpPr>
          <p:spPr>
            <a:xfrm rot="-10782013">
              <a:off x="3053121" y="2002590"/>
              <a:ext cx="636681" cy="446053"/>
            </a:xfrm>
            <a:prstGeom prst="ellipse">
              <a:avLst/>
            </a:prstGeom>
            <a:gradFill>
              <a:gsLst>
                <a:gs pos="0">
                  <a:srgbClr val="F9FDF3">
                    <a:alpha val="17663"/>
                  </a:srgbClr>
                </a:gs>
                <a:gs pos="14286">
                  <a:srgbClr val="F9FDF3">
                    <a:alpha val="16358"/>
                  </a:srgbClr>
                </a:gs>
                <a:gs pos="28571">
                  <a:srgbClr val="F9FDF3">
                    <a:alpha val="12950"/>
                  </a:srgbClr>
                </a:gs>
                <a:gs pos="42857">
                  <a:srgbClr val="F9FDF3">
                    <a:alpha val="8696"/>
                  </a:srgbClr>
                </a:gs>
                <a:gs pos="57143">
                  <a:srgbClr val="F9FDF3">
                    <a:alpha val="4916"/>
                  </a:srgbClr>
                </a:gs>
                <a:gs pos="71429">
                  <a:srgbClr val="F9FDF3">
                    <a:alpha val="2332"/>
                  </a:srgbClr>
                </a:gs>
                <a:gs pos="85714">
                  <a:srgbClr val="F9FDF3">
                    <a:alpha val="929"/>
                  </a:srgbClr>
                </a:gs>
                <a:gs pos="100000">
                  <a:srgbClr val="F9FDF3">
                    <a:alpha val="311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505" name="Splat 1505"/>
            <p:cNvSpPr>
              <a:spLocks noGrp="1"/>
            </p:cNvSpPr>
            <p:nvPr/>
          </p:nvSpPr>
          <p:spPr>
            <a:xfrm rot="6447934">
              <a:off x="2656720" y="1930441"/>
              <a:ext cx="575439" cy="338416"/>
            </a:xfrm>
            <a:prstGeom prst="ellipse">
              <a:avLst/>
            </a:prstGeom>
            <a:gradFill>
              <a:gsLst>
                <a:gs pos="0">
                  <a:srgbClr val="FFFF00">
                    <a:alpha val="2500"/>
                  </a:srgbClr>
                </a:gs>
                <a:gs pos="14286">
                  <a:srgbClr val="FFFF00">
                    <a:alpha val="2300"/>
                  </a:srgbClr>
                </a:gs>
                <a:gs pos="28571">
                  <a:srgbClr val="FFFF00">
                    <a:alpha val="1790"/>
                  </a:srgbClr>
                </a:gs>
                <a:gs pos="42857">
                  <a:srgbClr val="FFFF00">
                    <a:alpha val="1178"/>
                  </a:srgbClr>
                </a:gs>
                <a:gs pos="57143">
                  <a:srgbClr val="FFFF00">
                    <a:alpha val="654"/>
                  </a:srgbClr>
                </a:gs>
                <a:gs pos="71429">
                  <a:srgbClr val="FFFF00">
                    <a:alpha val="307"/>
                  </a:srgbClr>
                </a:gs>
                <a:gs pos="85714">
                  <a:srgbClr val="FFFF00">
                    <a:alpha val="121"/>
                  </a:srgbClr>
                </a:gs>
                <a:gs pos="100000">
                  <a:srgbClr val="FFFF00">
                    <a:alpha val="41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506" name="Splat 1506"/>
            <p:cNvSpPr>
              <a:spLocks noGrp="1"/>
            </p:cNvSpPr>
            <p:nvPr/>
          </p:nvSpPr>
          <p:spPr>
            <a:xfrm rot="7251187">
              <a:off x="2469306" y="2007518"/>
              <a:ext cx="427632" cy="252721"/>
            </a:xfrm>
            <a:prstGeom prst="ellipse">
              <a:avLst/>
            </a:prstGeom>
            <a:gradFill>
              <a:gsLst>
                <a:gs pos="0">
                  <a:srgbClr val="E5EAED">
                    <a:alpha val="32968"/>
                  </a:srgbClr>
                </a:gs>
                <a:gs pos="14286">
                  <a:srgbClr val="E5EAED">
                    <a:alpha val="30764"/>
                  </a:srgbClr>
                </a:gs>
                <a:gs pos="28571">
                  <a:srgbClr val="E5EAED">
                    <a:alpha val="24833"/>
                  </a:srgbClr>
                </a:gs>
                <a:gs pos="42857">
                  <a:srgbClr val="E5EAED">
                    <a:alpha val="17075"/>
                  </a:srgbClr>
                </a:gs>
                <a:gs pos="57143">
                  <a:srgbClr val="E5EAED">
                    <a:alpha val="9855"/>
                  </a:srgbClr>
                </a:gs>
                <a:gs pos="71429">
                  <a:srgbClr val="E5EAED">
                    <a:alpha val="4740"/>
                  </a:srgbClr>
                </a:gs>
                <a:gs pos="85714">
                  <a:srgbClr val="E5EAED">
                    <a:alpha val="1902"/>
                  </a:srgbClr>
                </a:gs>
                <a:gs pos="100000">
                  <a:srgbClr val="E5EAED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507" name="Splat 1507"/>
            <p:cNvSpPr>
              <a:spLocks noGrp="1"/>
            </p:cNvSpPr>
            <p:nvPr/>
          </p:nvSpPr>
          <p:spPr>
            <a:xfrm rot="4287024">
              <a:off x="2114187" y="2054446"/>
              <a:ext cx="449963" cy="123646"/>
            </a:xfrm>
            <a:prstGeom prst="ellipse">
              <a:avLst/>
            </a:prstGeom>
            <a:gradFill>
              <a:gsLst>
                <a:gs pos="0">
                  <a:srgbClr val="F7FEFB">
                    <a:alpha val="32968"/>
                  </a:srgbClr>
                </a:gs>
                <a:gs pos="14286">
                  <a:srgbClr val="F7FEFB">
                    <a:alpha val="30764"/>
                  </a:srgbClr>
                </a:gs>
                <a:gs pos="28571">
                  <a:srgbClr val="F7FEFB">
                    <a:alpha val="24833"/>
                  </a:srgbClr>
                </a:gs>
                <a:gs pos="42857">
                  <a:srgbClr val="F7FEFB">
                    <a:alpha val="17075"/>
                  </a:srgbClr>
                </a:gs>
                <a:gs pos="57143">
                  <a:srgbClr val="F7FEFB">
                    <a:alpha val="9855"/>
                  </a:srgbClr>
                </a:gs>
                <a:gs pos="71429">
                  <a:srgbClr val="F7FEFB">
                    <a:alpha val="4740"/>
                  </a:srgbClr>
                </a:gs>
                <a:gs pos="85714">
                  <a:srgbClr val="F7FEFB">
                    <a:alpha val="1902"/>
                  </a:srgbClr>
                </a:gs>
                <a:gs pos="100000">
                  <a:srgbClr val="F7FEFB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508" name="Splat 1508"/>
            <p:cNvSpPr>
              <a:spLocks noGrp="1"/>
            </p:cNvSpPr>
            <p:nvPr/>
          </p:nvSpPr>
          <p:spPr>
            <a:xfrm rot="7393406">
              <a:off x="1611431" y="2022243"/>
              <a:ext cx="550360" cy="272461"/>
            </a:xfrm>
            <a:prstGeom prst="ellipse">
              <a:avLst/>
            </a:prstGeom>
            <a:gradFill>
              <a:gsLst>
                <a:gs pos="0">
                  <a:srgbClr val="F1EFED">
                    <a:alpha val="32968"/>
                  </a:srgbClr>
                </a:gs>
                <a:gs pos="14286">
                  <a:srgbClr val="F1EFED">
                    <a:alpha val="30764"/>
                  </a:srgbClr>
                </a:gs>
                <a:gs pos="28571">
                  <a:srgbClr val="F1EFED">
                    <a:alpha val="24833"/>
                  </a:srgbClr>
                </a:gs>
                <a:gs pos="42857">
                  <a:srgbClr val="F1EFED">
                    <a:alpha val="17075"/>
                  </a:srgbClr>
                </a:gs>
                <a:gs pos="57143">
                  <a:srgbClr val="F1EFED">
                    <a:alpha val="9855"/>
                  </a:srgbClr>
                </a:gs>
                <a:gs pos="71429">
                  <a:srgbClr val="F1EFED">
                    <a:alpha val="4740"/>
                  </a:srgbClr>
                </a:gs>
                <a:gs pos="85714">
                  <a:srgbClr val="F1EFED">
                    <a:alpha val="1902"/>
                  </a:srgbClr>
                </a:gs>
                <a:gs pos="100000">
                  <a:srgbClr val="F1EFED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509" name="Splat 1509"/>
            <p:cNvSpPr>
              <a:spLocks noGrp="1"/>
            </p:cNvSpPr>
            <p:nvPr/>
          </p:nvSpPr>
          <p:spPr>
            <a:xfrm rot="3892490">
              <a:off x="1554043" y="2104451"/>
              <a:ext cx="384749" cy="190368"/>
            </a:xfrm>
            <a:prstGeom prst="ellipse">
              <a:avLst/>
            </a:prstGeom>
            <a:gradFill>
              <a:gsLst>
                <a:gs pos="0">
                  <a:srgbClr val="F9FAF2">
                    <a:alpha val="32968"/>
                  </a:srgbClr>
                </a:gs>
                <a:gs pos="14286">
                  <a:srgbClr val="F9FAF2">
                    <a:alpha val="30764"/>
                  </a:srgbClr>
                </a:gs>
                <a:gs pos="28571">
                  <a:srgbClr val="F9FAF2">
                    <a:alpha val="24833"/>
                  </a:srgbClr>
                </a:gs>
                <a:gs pos="42857">
                  <a:srgbClr val="F9FAF2">
                    <a:alpha val="17075"/>
                  </a:srgbClr>
                </a:gs>
                <a:gs pos="57143">
                  <a:srgbClr val="F9FAF2">
                    <a:alpha val="9855"/>
                  </a:srgbClr>
                </a:gs>
                <a:gs pos="71429">
                  <a:srgbClr val="F9FAF2">
                    <a:alpha val="4740"/>
                  </a:srgbClr>
                </a:gs>
                <a:gs pos="85714">
                  <a:srgbClr val="F9FAF2">
                    <a:alpha val="1902"/>
                  </a:srgbClr>
                </a:gs>
                <a:gs pos="100000">
                  <a:srgbClr val="F9FAF2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510" name="Splat 1510"/>
            <p:cNvSpPr>
              <a:spLocks noGrp="1"/>
            </p:cNvSpPr>
            <p:nvPr/>
          </p:nvSpPr>
          <p:spPr>
            <a:xfrm rot="7971684">
              <a:off x="1103369" y="2010457"/>
              <a:ext cx="466863" cy="347504"/>
            </a:xfrm>
            <a:prstGeom prst="ellipse">
              <a:avLst/>
            </a:prstGeom>
            <a:gradFill>
              <a:gsLst>
                <a:gs pos="0">
                  <a:srgbClr val="EFF1EC">
                    <a:alpha val="32968"/>
                  </a:srgbClr>
                </a:gs>
                <a:gs pos="14286">
                  <a:srgbClr val="EFF1EC">
                    <a:alpha val="30764"/>
                  </a:srgbClr>
                </a:gs>
                <a:gs pos="28571">
                  <a:srgbClr val="EFF1EC">
                    <a:alpha val="24833"/>
                  </a:srgbClr>
                </a:gs>
                <a:gs pos="42857">
                  <a:srgbClr val="EFF1EC">
                    <a:alpha val="17075"/>
                  </a:srgbClr>
                </a:gs>
                <a:gs pos="57143">
                  <a:srgbClr val="EFF1EC">
                    <a:alpha val="9855"/>
                  </a:srgbClr>
                </a:gs>
                <a:gs pos="71429">
                  <a:srgbClr val="EFF1EC">
                    <a:alpha val="4740"/>
                  </a:srgbClr>
                </a:gs>
                <a:gs pos="85714">
                  <a:srgbClr val="EFF1EC">
                    <a:alpha val="1902"/>
                  </a:srgbClr>
                </a:gs>
                <a:gs pos="100000">
                  <a:srgbClr val="EFF1EC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511" name="Splat 1511"/>
            <p:cNvSpPr>
              <a:spLocks noGrp="1"/>
            </p:cNvSpPr>
            <p:nvPr/>
          </p:nvSpPr>
          <p:spPr>
            <a:xfrm rot="4030821">
              <a:off x="833233" y="1923530"/>
              <a:ext cx="614864" cy="393689"/>
            </a:xfrm>
            <a:prstGeom prst="ellipse">
              <a:avLst/>
            </a:prstGeom>
            <a:gradFill>
              <a:gsLst>
                <a:gs pos="0">
                  <a:srgbClr val="FFFFC4">
                    <a:alpha val="10653"/>
                  </a:srgbClr>
                </a:gs>
                <a:gs pos="14286">
                  <a:srgbClr val="FFFFC4">
                    <a:alpha val="9835"/>
                  </a:srgbClr>
                </a:gs>
                <a:gs pos="28571">
                  <a:srgbClr val="FFFFC4">
                    <a:alpha val="7724"/>
                  </a:srgbClr>
                </a:gs>
                <a:gs pos="42857">
                  <a:srgbClr val="FFFFC4">
                    <a:alpha val="5136"/>
                  </a:srgbClr>
                </a:gs>
                <a:gs pos="57143">
                  <a:srgbClr val="FFFFC4">
                    <a:alpha val="2879"/>
                  </a:srgbClr>
                </a:gs>
                <a:gs pos="71429">
                  <a:srgbClr val="FFFFC4">
                    <a:alpha val="1358"/>
                  </a:srgbClr>
                </a:gs>
                <a:gs pos="85714">
                  <a:srgbClr val="FFFFC4">
                    <a:alpha val="539"/>
                  </a:srgbClr>
                </a:gs>
                <a:gs pos="100000">
                  <a:srgbClr val="FFFFC4">
                    <a:alpha val="180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512" name="Splat 1512"/>
            <p:cNvSpPr>
              <a:spLocks noGrp="1"/>
            </p:cNvSpPr>
            <p:nvPr/>
          </p:nvSpPr>
          <p:spPr>
            <a:xfrm rot="5963348">
              <a:off x="373564" y="1961470"/>
              <a:ext cx="702709" cy="210966"/>
            </a:xfrm>
            <a:prstGeom prst="ellipse">
              <a:avLst/>
            </a:prstGeom>
            <a:gradFill>
              <a:gsLst>
                <a:gs pos="0">
                  <a:srgbClr val="5A3700">
                    <a:alpha val="16208"/>
                  </a:srgbClr>
                </a:gs>
                <a:gs pos="14286">
                  <a:srgbClr val="5A3700">
                    <a:alpha val="15001"/>
                  </a:srgbClr>
                </a:gs>
                <a:gs pos="28571">
                  <a:srgbClr val="5A3700">
                    <a:alpha val="11856"/>
                  </a:srgbClr>
                </a:gs>
                <a:gs pos="42857">
                  <a:srgbClr val="5A3700">
                    <a:alpha val="7944"/>
                  </a:srgbClr>
                </a:gs>
                <a:gs pos="57143">
                  <a:srgbClr val="5A3700">
                    <a:alpha val="4483"/>
                  </a:srgbClr>
                </a:gs>
                <a:gs pos="71429">
                  <a:srgbClr val="5A3700">
                    <a:alpha val="2124"/>
                  </a:srgbClr>
                </a:gs>
                <a:gs pos="85714">
                  <a:srgbClr val="5A3700">
                    <a:alpha val="845"/>
                  </a:srgbClr>
                </a:gs>
                <a:gs pos="100000">
                  <a:srgbClr val="5A3700">
                    <a:alpha val="283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513" name="Splat 1513"/>
            <p:cNvSpPr>
              <a:spLocks noGrp="1"/>
            </p:cNvSpPr>
            <p:nvPr/>
          </p:nvSpPr>
          <p:spPr>
            <a:xfrm rot="-8581411">
              <a:off x="177887" y="1848284"/>
              <a:ext cx="674861" cy="542857"/>
            </a:xfrm>
            <a:prstGeom prst="ellipse">
              <a:avLst/>
            </a:prstGeom>
            <a:gradFill>
              <a:gsLst>
                <a:gs pos="0">
                  <a:srgbClr val="B88700">
                    <a:alpha val="31223"/>
                  </a:srgbClr>
                </a:gs>
                <a:gs pos="14286">
                  <a:srgbClr val="B88700">
                    <a:alpha val="29109"/>
                  </a:srgbClr>
                </a:gs>
                <a:gs pos="28571">
                  <a:srgbClr val="B88700">
                    <a:alpha val="23442"/>
                  </a:srgbClr>
                </a:gs>
                <a:gs pos="42857">
                  <a:srgbClr val="B88700">
                    <a:alpha val="16072"/>
                  </a:srgbClr>
                </a:gs>
                <a:gs pos="57143">
                  <a:srgbClr val="B88700">
                    <a:alpha val="9252"/>
                  </a:srgbClr>
                </a:gs>
                <a:gs pos="71429">
                  <a:srgbClr val="B88700">
                    <a:alpha val="4443"/>
                  </a:srgbClr>
                </a:gs>
                <a:gs pos="85714">
                  <a:srgbClr val="B88700">
                    <a:alpha val="1781"/>
                  </a:srgbClr>
                </a:gs>
                <a:gs pos="100000">
                  <a:srgbClr val="B88700">
                    <a:alpha val="59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514" name="Splat 1514"/>
            <p:cNvSpPr>
              <a:spLocks noGrp="1"/>
            </p:cNvSpPr>
            <p:nvPr/>
          </p:nvSpPr>
          <p:spPr>
            <a:xfrm rot="3374388">
              <a:off x="-87682" y="1981336"/>
              <a:ext cx="858997" cy="342309"/>
            </a:xfrm>
            <a:prstGeom prst="ellipse">
              <a:avLst/>
            </a:prstGeom>
            <a:gradFill>
              <a:gsLst>
                <a:gs pos="0">
                  <a:srgbClr val="FFC800">
                    <a:alpha val="7679"/>
                  </a:srgbClr>
                </a:gs>
                <a:gs pos="14286">
                  <a:srgbClr val="FFC800">
                    <a:alpha val="7081"/>
                  </a:srgbClr>
                </a:gs>
                <a:gs pos="28571">
                  <a:srgbClr val="FFC800">
                    <a:alpha val="5543"/>
                  </a:srgbClr>
                </a:gs>
                <a:gs pos="42857">
                  <a:srgbClr val="FFC800">
                    <a:alpha val="3671"/>
                  </a:srgbClr>
                </a:gs>
                <a:gs pos="57143">
                  <a:srgbClr val="FFC800">
                    <a:alpha val="2051"/>
                  </a:srgbClr>
                </a:gs>
                <a:gs pos="71429">
                  <a:srgbClr val="FFC800">
                    <a:alpha val="965"/>
                  </a:srgbClr>
                </a:gs>
                <a:gs pos="85714">
                  <a:srgbClr val="FFC800">
                    <a:alpha val="383"/>
                  </a:srgbClr>
                </a:gs>
                <a:gs pos="100000">
                  <a:srgbClr val="FFC800">
                    <a:alpha val="128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515" name="Splat 1515"/>
            <p:cNvSpPr>
              <a:spLocks noGrp="1"/>
            </p:cNvSpPr>
            <p:nvPr/>
          </p:nvSpPr>
          <p:spPr>
            <a:xfrm rot="4192484">
              <a:off x="3391108" y="1749200"/>
              <a:ext cx="418022" cy="283811"/>
            </a:xfrm>
            <a:prstGeom prst="ellipse">
              <a:avLst/>
            </a:prstGeom>
            <a:gradFill>
              <a:gsLst>
                <a:gs pos="0">
                  <a:srgbClr val="FDFFF4">
                    <a:alpha val="32961"/>
                  </a:srgbClr>
                </a:gs>
                <a:gs pos="14286">
                  <a:srgbClr val="FDFFF4">
                    <a:alpha val="30757"/>
                  </a:srgbClr>
                </a:gs>
                <a:gs pos="28571">
                  <a:srgbClr val="FDFFF4">
                    <a:alpha val="24828"/>
                  </a:srgbClr>
                </a:gs>
                <a:gs pos="42857">
                  <a:srgbClr val="FDFFF4">
                    <a:alpha val="17071"/>
                  </a:srgbClr>
                </a:gs>
                <a:gs pos="57143">
                  <a:srgbClr val="FDFFF4">
                    <a:alpha val="9852"/>
                  </a:srgbClr>
                </a:gs>
                <a:gs pos="71429">
                  <a:srgbClr val="FDFFF4">
                    <a:alpha val="4739"/>
                  </a:srgbClr>
                </a:gs>
                <a:gs pos="85714">
                  <a:srgbClr val="FDFFF4">
                    <a:alpha val="1902"/>
                  </a:srgbClr>
                </a:gs>
                <a:gs pos="100000">
                  <a:srgbClr val="FDFFF4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516" name="Splat 1516"/>
            <p:cNvSpPr>
              <a:spLocks noGrp="1"/>
            </p:cNvSpPr>
            <p:nvPr/>
          </p:nvSpPr>
          <p:spPr>
            <a:xfrm rot="4269426">
              <a:off x="2725313" y="1666827"/>
              <a:ext cx="734431" cy="476326"/>
            </a:xfrm>
            <a:prstGeom prst="ellipse">
              <a:avLst/>
            </a:prstGeom>
            <a:gradFill>
              <a:gsLst>
                <a:gs pos="0">
                  <a:srgbClr val="E3FF00">
                    <a:alpha val="2639"/>
                  </a:srgbClr>
                </a:gs>
                <a:gs pos="14286">
                  <a:srgbClr val="E3FF00">
                    <a:alpha val="2428"/>
                  </a:srgbClr>
                </a:gs>
                <a:gs pos="28571">
                  <a:srgbClr val="E3FF00">
                    <a:alpha val="1891"/>
                  </a:srgbClr>
                </a:gs>
                <a:gs pos="42857">
                  <a:srgbClr val="E3FF00">
                    <a:alpha val="1244"/>
                  </a:srgbClr>
                </a:gs>
                <a:gs pos="57143">
                  <a:srgbClr val="E3FF00">
                    <a:alpha val="691"/>
                  </a:srgbClr>
                </a:gs>
                <a:gs pos="71429">
                  <a:srgbClr val="E3FF00">
                    <a:alpha val="324"/>
                  </a:srgbClr>
                </a:gs>
                <a:gs pos="85714">
                  <a:srgbClr val="E3FF00">
                    <a:alpha val="128"/>
                  </a:srgbClr>
                </a:gs>
                <a:gs pos="100000">
                  <a:srgbClr val="E3FF00">
                    <a:alpha val="43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517" name="Splat 1517"/>
            <p:cNvSpPr>
              <a:spLocks noGrp="1"/>
            </p:cNvSpPr>
            <p:nvPr/>
          </p:nvSpPr>
          <p:spPr>
            <a:xfrm rot="8081272">
              <a:off x="2717666" y="1710802"/>
              <a:ext cx="488606" cy="392735"/>
            </a:xfrm>
            <a:prstGeom prst="ellipse">
              <a:avLst/>
            </a:prstGeom>
            <a:gradFill>
              <a:gsLst>
                <a:gs pos="0">
                  <a:srgbClr val="540100">
                    <a:alpha val="29577"/>
                  </a:srgbClr>
                </a:gs>
                <a:gs pos="14286">
                  <a:srgbClr val="540100">
                    <a:alpha val="27551"/>
                  </a:srgbClr>
                </a:gs>
                <a:gs pos="28571">
                  <a:srgbClr val="540100">
                    <a:alpha val="22139"/>
                  </a:srgbClr>
                </a:gs>
                <a:gs pos="42857">
                  <a:srgbClr val="540100">
                    <a:alpha val="15138"/>
                  </a:srgbClr>
                </a:gs>
                <a:gs pos="57143">
                  <a:srgbClr val="540100">
                    <a:alpha val="8694"/>
                  </a:srgbClr>
                </a:gs>
                <a:gs pos="71429">
                  <a:srgbClr val="540100">
                    <a:alpha val="4168"/>
                  </a:srgbClr>
                </a:gs>
                <a:gs pos="85714">
                  <a:srgbClr val="540100">
                    <a:alpha val="1669"/>
                  </a:srgbClr>
                </a:gs>
                <a:gs pos="100000">
                  <a:srgbClr val="540100">
                    <a:alpha val="561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518" name="Splat 1518"/>
            <p:cNvSpPr>
              <a:spLocks noGrp="1"/>
            </p:cNvSpPr>
            <p:nvPr/>
          </p:nvSpPr>
          <p:spPr>
            <a:xfrm rot="-9611372">
              <a:off x="2389744" y="1670413"/>
              <a:ext cx="738292" cy="431186"/>
            </a:xfrm>
            <a:prstGeom prst="ellipse">
              <a:avLst/>
            </a:prstGeom>
            <a:gradFill>
              <a:gsLst>
                <a:gs pos="0">
                  <a:srgbClr val="011F00">
                    <a:alpha val="22197"/>
                  </a:srgbClr>
                </a:gs>
                <a:gs pos="14286">
                  <a:srgbClr val="011F00">
                    <a:alpha val="20601"/>
                  </a:srgbClr>
                </a:gs>
                <a:gs pos="28571">
                  <a:srgbClr val="011F00">
                    <a:alpha val="16399"/>
                  </a:srgbClr>
                </a:gs>
                <a:gs pos="42857">
                  <a:srgbClr val="011F00">
                    <a:alpha val="11085"/>
                  </a:srgbClr>
                </a:gs>
                <a:gs pos="57143">
                  <a:srgbClr val="011F00">
                    <a:alpha val="6303"/>
                  </a:srgbClr>
                </a:gs>
                <a:gs pos="71429">
                  <a:srgbClr val="011F00">
                    <a:alpha val="3001"/>
                  </a:srgbClr>
                </a:gs>
                <a:gs pos="85714">
                  <a:srgbClr val="011F00">
                    <a:alpha val="1198"/>
                  </a:srgbClr>
                </a:gs>
                <a:gs pos="100000">
                  <a:srgbClr val="011F00">
                    <a:alpha val="402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519" name="Splat 1519"/>
            <p:cNvSpPr>
              <a:spLocks noGrp="1"/>
            </p:cNvSpPr>
            <p:nvPr/>
          </p:nvSpPr>
          <p:spPr>
            <a:xfrm rot="9592175">
              <a:off x="1187162" y="1832503"/>
              <a:ext cx="738800" cy="152131"/>
            </a:xfrm>
            <a:prstGeom prst="ellipse">
              <a:avLst/>
            </a:prstGeom>
            <a:gradFill>
              <a:gsLst>
                <a:gs pos="0">
                  <a:srgbClr val="E9EAEB">
                    <a:alpha val="32968"/>
                  </a:srgbClr>
                </a:gs>
                <a:gs pos="14286">
                  <a:srgbClr val="E9EAEB">
                    <a:alpha val="30764"/>
                  </a:srgbClr>
                </a:gs>
                <a:gs pos="28571">
                  <a:srgbClr val="E9EAEB">
                    <a:alpha val="24833"/>
                  </a:srgbClr>
                </a:gs>
                <a:gs pos="42857">
                  <a:srgbClr val="E9EAEB">
                    <a:alpha val="17075"/>
                  </a:srgbClr>
                </a:gs>
                <a:gs pos="57143">
                  <a:srgbClr val="E9EAEB">
                    <a:alpha val="9855"/>
                  </a:srgbClr>
                </a:gs>
                <a:gs pos="71429">
                  <a:srgbClr val="E9EAEB">
                    <a:alpha val="4740"/>
                  </a:srgbClr>
                </a:gs>
                <a:gs pos="85714">
                  <a:srgbClr val="E9EAEB">
                    <a:alpha val="1902"/>
                  </a:srgbClr>
                </a:gs>
                <a:gs pos="100000">
                  <a:srgbClr val="E9EAEB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520" name="Splat 1520"/>
            <p:cNvSpPr>
              <a:spLocks noGrp="1"/>
            </p:cNvSpPr>
            <p:nvPr/>
          </p:nvSpPr>
          <p:spPr>
            <a:xfrm rot="-10332392">
              <a:off x="812735" y="1848282"/>
              <a:ext cx="521548" cy="334010"/>
            </a:xfrm>
            <a:prstGeom prst="ellipse">
              <a:avLst/>
            </a:prstGeom>
            <a:gradFill>
              <a:gsLst>
                <a:gs pos="0">
                  <a:srgbClr val="D7D8E3">
                    <a:alpha val="32968"/>
                  </a:srgbClr>
                </a:gs>
                <a:gs pos="14286">
                  <a:srgbClr val="D7D8E3">
                    <a:alpha val="30764"/>
                  </a:srgbClr>
                </a:gs>
                <a:gs pos="28571">
                  <a:srgbClr val="D7D8E3">
                    <a:alpha val="24833"/>
                  </a:srgbClr>
                </a:gs>
                <a:gs pos="42857">
                  <a:srgbClr val="D7D8E3">
                    <a:alpha val="17075"/>
                  </a:srgbClr>
                </a:gs>
                <a:gs pos="57143">
                  <a:srgbClr val="D7D8E3">
                    <a:alpha val="9855"/>
                  </a:srgbClr>
                </a:gs>
                <a:gs pos="71429">
                  <a:srgbClr val="D7D8E3">
                    <a:alpha val="4740"/>
                  </a:srgbClr>
                </a:gs>
                <a:gs pos="85714">
                  <a:srgbClr val="D7D8E3">
                    <a:alpha val="1902"/>
                  </a:srgbClr>
                </a:gs>
                <a:gs pos="100000">
                  <a:srgbClr val="D7D8E3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521" name="Splat 1521"/>
            <p:cNvSpPr>
              <a:spLocks noGrp="1"/>
            </p:cNvSpPr>
            <p:nvPr/>
          </p:nvSpPr>
          <p:spPr>
            <a:xfrm rot="8565391">
              <a:off x="167679" y="1718073"/>
              <a:ext cx="672630" cy="358014"/>
            </a:xfrm>
            <a:prstGeom prst="ellipse">
              <a:avLst/>
            </a:prstGeom>
            <a:gradFill>
              <a:gsLst>
                <a:gs pos="0">
                  <a:srgbClr val="000000">
                    <a:alpha val="8138"/>
                  </a:srgbClr>
                </a:gs>
                <a:gs pos="14286">
                  <a:srgbClr val="000000">
                    <a:alpha val="7505"/>
                  </a:srgbClr>
                </a:gs>
                <a:gs pos="28571">
                  <a:srgbClr val="000000">
                    <a:alpha val="5878"/>
                  </a:srgbClr>
                </a:gs>
                <a:gs pos="42857">
                  <a:srgbClr val="000000">
                    <a:alpha val="3895"/>
                  </a:srgbClr>
                </a:gs>
                <a:gs pos="57143">
                  <a:srgbClr val="000000">
                    <a:alpha val="2178"/>
                  </a:srgbClr>
                </a:gs>
                <a:gs pos="71429">
                  <a:srgbClr val="000000">
                    <a:alpha val="1025"/>
                  </a:srgbClr>
                </a:gs>
                <a:gs pos="85714">
                  <a:srgbClr val="000000">
                    <a:alpha val="407"/>
                  </a:srgbClr>
                </a:gs>
                <a:gs pos="100000">
                  <a:srgbClr val="000000">
                    <a:alpha val="136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522" name="Splat 1522"/>
            <p:cNvSpPr>
              <a:spLocks noGrp="1"/>
            </p:cNvSpPr>
            <p:nvPr/>
          </p:nvSpPr>
          <p:spPr>
            <a:xfrm rot="3355289">
              <a:off x="-137523" y="1760697"/>
              <a:ext cx="842777" cy="290206"/>
            </a:xfrm>
            <a:prstGeom prst="ellipse">
              <a:avLst/>
            </a:prstGeom>
            <a:gradFill>
              <a:gsLst>
                <a:gs pos="0">
                  <a:srgbClr val="BD8700">
                    <a:alpha val="25031"/>
                  </a:srgbClr>
                </a:gs>
                <a:gs pos="14286">
                  <a:srgbClr val="BD8700">
                    <a:alpha val="23264"/>
                  </a:srgbClr>
                </a:gs>
                <a:gs pos="28571">
                  <a:srgbClr val="BD8700">
                    <a:alpha val="18584"/>
                  </a:srgbClr>
                </a:gs>
                <a:gs pos="42857">
                  <a:srgbClr val="BD8700">
                    <a:alpha val="12616"/>
                  </a:srgbClr>
                </a:gs>
                <a:gs pos="57143">
                  <a:srgbClr val="BD8700">
                    <a:alpha val="7200"/>
                  </a:srgbClr>
                </a:gs>
                <a:gs pos="71429">
                  <a:srgbClr val="BD8700">
                    <a:alpha val="3437"/>
                  </a:srgbClr>
                </a:gs>
                <a:gs pos="85714">
                  <a:srgbClr val="BD8700">
                    <a:alpha val="1374"/>
                  </a:srgbClr>
                </a:gs>
                <a:gs pos="100000">
                  <a:srgbClr val="BD8700">
                    <a:alpha val="461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523" name="Splat 1523"/>
            <p:cNvSpPr>
              <a:spLocks noGrp="1"/>
            </p:cNvSpPr>
            <p:nvPr/>
          </p:nvSpPr>
          <p:spPr>
            <a:xfrm rot="2956968">
              <a:off x="-372770" y="1746223"/>
              <a:ext cx="993287" cy="195075"/>
            </a:xfrm>
            <a:prstGeom prst="ellipse">
              <a:avLst/>
            </a:prstGeom>
            <a:gradFill>
              <a:gsLst>
                <a:gs pos="0">
                  <a:srgbClr val="A26E00">
                    <a:alpha val="31405"/>
                  </a:srgbClr>
                </a:gs>
                <a:gs pos="14286">
                  <a:srgbClr val="A26E00">
                    <a:alpha val="29281"/>
                  </a:srgbClr>
                </a:gs>
                <a:gs pos="28571">
                  <a:srgbClr val="A26E00">
                    <a:alpha val="23586"/>
                  </a:srgbClr>
                </a:gs>
                <a:gs pos="42857">
                  <a:srgbClr val="A26E00">
                    <a:alpha val="16176"/>
                  </a:srgbClr>
                </a:gs>
                <a:gs pos="57143">
                  <a:srgbClr val="A26E00">
                    <a:alpha val="9314"/>
                  </a:srgbClr>
                </a:gs>
                <a:gs pos="71429">
                  <a:srgbClr val="A26E00">
                    <a:alpha val="4473"/>
                  </a:srgbClr>
                </a:gs>
                <a:gs pos="85714">
                  <a:srgbClr val="A26E00">
                    <a:alpha val="1793"/>
                  </a:srgbClr>
                </a:gs>
                <a:gs pos="100000">
                  <a:srgbClr val="A26E00">
                    <a:alpha val="603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524" name="Splat 1524"/>
            <p:cNvSpPr>
              <a:spLocks noGrp="1"/>
            </p:cNvSpPr>
            <p:nvPr/>
          </p:nvSpPr>
          <p:spPr>
            <a:xfrm rot="8776863">
              <a:off x="3342565" y="1600316"/>
              <a:ext cx="610173" cy="211692"/>
            </a:xfrm>
            <a:prstGeom prst="ellipse">
              <a:avLst/>
            </a:prstGeom>
            <a:gradFill>
              <a:gsLst>
                <a:gs pos="0">
                  <a:srgbClr val="ABB6C8">
                    <a:alpha val="32714"/>
                  </a:srgbClr>
                </a:gs>
                <a:gs pos="14286">
                  <a:srgbClr val="ABB6C8">
                    <a:alpha val="30522"/>
                  </a:srgbClr>
                </a:gs>
                <a:gs pos="28571">
                  <a:srgbClr val="ABB6C8">
                    <a:alpha val="24629"/>
                  </a:srgbClr>
                </a:gs>
                <a:gs pos="42857">
                  <a:srgbClr val="ABB6C8">
                    <a:alpha val="16928"/>
                  </a:srgbClr>
                </a:gs>
                <a:gs pos="57143">
                  <a:srgbClr val="ABB6C8">
                    <a:alpha val="9766"/>
                  </a:srgbClr>
                </a:gs>
                <a:gs pos="71429">
                  <a:srgbClr val="ABB6C8">
                    <a:alpha val="4697"/>
                  </a:srgbClr>
                </a:gs>
                <a:gs pos="85714">
                  <a:srgbClr val="ABB6C8">
                    <a:alpha val="1884"/>
                  </a:srgbClr>
                </a:gs>
                <a:gs pos="100000">
                  <a:srgbClr val="ABB6C8">
                    <a:alpha val="633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525" name="Splat 1525"/>
            <p:cNvSpPr>
              <a:spLocks noGrp="1"/>
            </p:cNvSpPr>
            <p:nvPr/>
          </p:nvSpPr>
          <p:spPr>
            <a:xfrm rot="6497585">
              <a:off x="2596362" y="1453255"/>
              <a:ext cx="855248" cy="467609"/>
            </a:xfrm>
            <a:prstGeom prst="ellipse">
              <a:avLst/>
            </a:prstGeom>
            <a:gradFill>
              <a:gsLst>
                <a:gs pos="0">
                  <a:srgbClr val="876B00">
                    <a:alpha val="31407"/>
                  </a:srgbClr>
                </a:gs>
                <a:gs pos="14286">
                  <a:srgbClr val="876B00">
                    <a:alpha val="29283"/>
                  </a:srgbClr>
                </a:gs>
                <a:gs pos="28571">
                  <a:srgbClr val="876B00">
                    <a:alpha val="23588"/>
                  </a:srgbClr>
                </a:gs>
                <a:gs pos="42857">
                  <a:srgbClr val="876B00">
                    <a:alpha val="16177"/>
                  </a:srgbClr>
                </a:gs>
                <a:gs pos="57143">
                  <a:srgbClr val="876B00">
                    <a:alpha val="9315"/>
                  </a:srgbClr>
                </a:gs>
                <a:gs pos="71429">
                  <a:srgbClr val="876B00">
                    <a:alpha val="4474"/>
                  </a:srgbClr>
                </a:gs>
                <a:gs pos="85714">
                  <a:srgbClr val="876B00">
                    <a:alpha val="1794"/>
                  </a:srgbClr>
                </a:gs>
                <a:gs pos="100000">
                  <a:srgbClr val="876B00">
                    <a:alpha val="603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526" name="Splat 1526"/>
            <p:cNvSpPr>
              <a:spLocks noGrp="1"/>
            </p:cNvSpPr>
            <p:nvPr/>
          </p:nvSpPr>
          <p:spPr>
            <a:xfrm rot="5014250">
              <a:off x="2445586" y="1410494"/>
              <a:ext cx="696725" cy="512523"/>
            </a:xfrm>
            <a:prstGeom prst="ellipse">
              <a:avLst/>
            </a:prstGeom>
            <a:gradFill>
              <a:gsLst>
                <a:gs pos="0">
                  <a:srgbClr val="631B00">
                    <a:alpha val="32968"/>
                  </a:srgbClr>
                </a:gs>
                <a:gs pos="14286">
                  <a:srgbClr val="631B00">
                    <a:alpha val="30764"/>
                  </a:srgbClr>
                </a:gs>
                <a:gs pos="28571">
                  <a:srgbClr val="631B00">
                    <a:alpha val="24833"/>
                  </a:srgbClr>
                </a:gs>
                <a:gs pos="42857">
                  <a:srgbClr val="631B00">
                    <a:alpha val="17075"/>
                  </a:srgbClr>
                </a:gs>
                <a:gs pos="57143">
                  <a:srgbClr val="631B00">
                    <a:alpha val="9855"/>
                  </a:srgbClr>
                </a:gs>
                <a:gs pos="71429">
                  <a:srgbClr val="631B00">
                    <a:alpha val="4740"/>
                  </a:srgbClr>
                </a:gs>
                <a:gs pos="85714">
                  <a:srgbClr val="631B00">
                    <a:alpha val="1902"/>
                  </a:srgbClr>
                </a:gs>
                <a:gs pos="100000">
                  <a:srgbClr val="631B00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527" name="Splat 1527"/>
            <p:cNvSpPr>
              <a:spLocks noGrp="1"/>
            </p:cNvSpPr>
            <p:nvPr/>
          </p:nvSpPr>
          <p:spPr>
            <a:xfrm rot="3243577">
              <a:off x="2134236" y="1475876"/>
              <a:ext cx="806500" cy="470696"/>
            </a:xfrm>
            <a:prstGeom prst="ellipse">
              <a:avLst/>
            </a:prstGeom>
            <a:gradFill>
              <a:gsLst>
                <a:gs pos="0">
                  <a:srgbClr val="906800">
                    <a:alpha val="24840"/>
                  </a:srgbClr>
                </a:gs>
                <a:gs pos="14286">
                  <a:srgbClr val="906800">
                    <a:alpha val="23084"/>
                  </a:srgbClr>
                </a:gs>
                <a:gs pos="28571">
                  <a:srgbClr val="906800">
                    <a:alpha val="18436"/>
                  </a:srgbClr>
                </a:gs>
                <a:gs pos="42857">
                  <a:srgbClr val="906800">
                    <a:alpha val="12511"/>
                  </a:srgbClr>
                </a:gs>
                <a:gs pos="57143">
                  <a:srgbClr val="906800">
                    <a:alpha val="7139"/>
                  </a:srgbClr>
                </a:gs>
                <a:gs pos="71429">
                  <a:srgbClr val="906800">
                    <a:alpha val="3407"/>
                  </a:srgbClr>
                </a:gs>
                <a:gs pos="85714">
                  <a:srgbClr val="906800">
                    <a:alpha val="1362"/>
                  </a:srgbClr>
                </a:gs>
                <a:gs pos="100000">
                  <a:srgbClr val="906800">
                    <a:alpha val="457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528" name="Splat 1528"/>
            <p:cNvSpPr>
              <a:spLocks noGrp="1"/>
            </p:cNvSpPr>
            <p:nvPr/>
          </p:nvSpPr>
          <p:spPr>
            <a:xfrm rot="9491753">
              <a:off x="1219717" y="1611180"/>
              <a:ext cx="554660" cy="274366"/>
            </a:xfrm>
            <a:prstGeom prst="ellipse">
              <a:avLst/>
            </a:prstGeom>
            <a:gradFill>
              <a:gsLst>
                <a:gs pos="0">
                  <a:srgbClr val="632900">
                    <a:alpha val="7432"/>
                  </a:srgbClr>
                </a:gs>
                <a:gs pos="14286">
                  <a:srgbClr val="632900">
                    <a:alpha val="6852"/>
                  </a:srgbClr>
                </a:gs>
                <a:gs pos="28571">
                  <a:srgbClr val="632900">
                    <a:alpha val="5362"/>
                  </a:srgbClr>
                </a:gs>
                <a:gs pos="42857">
                  <a:srgbClr val="632900">
                    <a:alpha val="3550"/>
                  </a:srgbClr>
                </a:gs>
                <a:gs pos="57143">
                  <a:srgbClr val="632900">
                    <a:alpha val="1983"/>
                  </a:srgbClr>
                </a:gs>
                <a:gs pos="71429">
                  <a:srgbClr val="632900">
                    <a:alpha val="933"/>
                  </a:srgbClr>
                </a:gs>
                <a:gs pos="85714">
                  <a:srgbClr val="632900">
                    <a:alpha val="370"/>
                  </a:srgbClr>
                </a:gs>
                <a:gs pos="100000">
                  <a:srgbClr val="632900">
                    <a:alpha val="124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529" name="Splat 1529"/>
            <p:cNvSpPr>
              <a:spLocks noGrp="1"/>
            </p:cNvSpPr>
            <p:nvPr/>
          </p:nvSpPr>
          <p:spPr>
            <a:xfrm rot="9425260">
              <a:off x="834226" y="1626958"/>
              <a:ext cx="668290" cy="266988"/>
            </a:xfrm>
            <a:prstGeom prst="ellipse">
              <a:avLst/>
            </a:prstGeom>
            <a:gradFill>
              <a:gsLst>
                <a:gs pos="0">
                  <a:srgbClr val="000000">
                    <a:alpha val="6838"/>
                  </a:srgbClr>
                </a:gs>
                <a:gs pos="14286">
                  <a:srgbClr val="000000">
                    <a:alpha val="6303"/>
                  </a:srgbClr>
                </a:gs>
                <a:gs pos="28571">
                  <a:srgbClr val="000000">
                    <a:alpha val="4929"/>
                  </a:srgbClr>
                </a:gs>
                <a:gs pos="42857">
                  <a:srgbClr val="000000">
                    <a:alpha val="3261"/>
                  </a:srgbClr>
                </a:gs>
                <a:gs pos="57143">
                  <a:srgbClr val="000000">
                    <a:alpha val="1820"/>
                  </a:srgbClr>
                </a:gs>
                <a:gs pos="71429">
                  <a:srgbClr val="000000">
                    <a:alpha val="856"/>
                  </a:srgbClr>
                </a:gs>
                <a:gs pos="85714">
                  <a:srgbClr val="000000">
                    <a:alpha val="339"/>
                  </a:srgbClr>
                </a:gs>
                <a:gs pos="100000">
                  <a:srgbClr val="000000">
                    <a:alpha val="114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530" name="Splat 1530"/>
            <p:cNvSpPr>
              <a:spLocks noGrp="1"/>
            </p:cNvSpPr>
            <p:nvPr/>
          </p:nvSpPr>
          <p:spPr>
            <a:xfrm rot="-9477704">
              <a:off x="-371356" y="1513415"/>
              <a:ext cx="807080" cy="368742"/>
            </a:xfrm>
            <a:prstGeom prst="ellipse">
              <a:avLst/>
            </a:prstGeom>
            <a:gradFill>
              <a:gsLst>
                <a:gs pos="0">
                  <a:srgbClr val="916400">
                    <a:alpha val="32968"/>
                  </a:srgbClr>
                </a:gs>
                <a:gs pos="14286">
                  <a:srgbClr val="916400">
                    <a:alpha val="30764"/>
                  </a:srgbClr>
                </a:gs>
                <a:gs pos="28571">
                  <a:srgbClr val="916400">
                    <a:alpha val="24833"/>
                  </a:srgbClr>
                </a:gs>
                <a:gs pos="42857">
                  <a:srgbClr val="916400">
                    <a:alpha val="17075"/>
                  </a:srgbClr>
                </a:gs>
                <a:gs pos="57143">
                  <a:srgbClr val="916400">
                    <a:alpha val="9855"/>
                  </a:srgbClr>
                </a:gs>
                <a:gs pos="71429">
                  <a:srgbClr val="916400">
                    <a:alpha val="4740"/>
                  </a:srgbClr>
                </a:gs>
                <a:gs pos="85714">
                  <a:srgbClr val="916400">
                    <a:alpha val="1902"/>
                  </a:srgbClr>
                </a:gs>
                <a:gs pos="100000">
                  <a:srgbClr val="916400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531" name="Splat 1531"/>
            <p:cNvSpPr>
              <a:spLocks noGrp="1"/>
            </p:cNvSpPr>
            <p:nvPr/>
          </p:nvSpPr>
          <p:spPr>
            <a:xfrm rot="3064828">
              <a:off x="2624869" y="1385342"/>
              <a:ext cx="744148" cy="310589"/>
            </a:xfrm>
            <a:prstGeom prst="ellipse">
              <a:avLst/>
            </a:prstGeom>
            <a:gradFill>
              <a:gsLst>
                <a:gs pos="0">
                  <a:srgbClr val="743C00">
                    <a:alpha val="32968"/>
                  </a:srgbClr>
                </a:gs>
                <a:gs pos="14286">
                  <a:srgbClr val="743C00">
                    <a:alpha val="30764"/>
                  </a:srgbClr>
                </a:gs>
                <a:gs pos="28571">
                  <a:srgbClr val="743C00">
                    <a:alpha val="24833"/>
                  </a:srgbClr>
                </a:gs>
                <a:gs pos="42857">
                  <a:srgbClr val="743C00">
                    <a:alpha val="17075"/>
                  </a:srgbClr>
                </a:gs>
                <a:gs pos="57143">
                  <a:srgbClr val="743C00">
                    <a:alpha val="9855"/>
                  </a:srgbClr>
                </a:gs>
                <a:gs pos="71429">
                  <a:srgbClr val="743C00">
                    <a:alpha val="4740"/>
                  </a:srgbClr>
                </a:gs>
                <a:gs pos="85714">
                  <a:srgbClr val="743C00">
                    <a:alpha val="1902"/>
                  </a:srgbClr>
                </a:gs>
                <a:gs pos="100000">
                  <a:srgbClr val="743C00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532" name="Splat 1532"/>
            <p:cNvSpPr>
              <a:spLocks noGrp="1"/>
            </p:cNvSpPr>
            <p:nvPr/>
          </p:nvSpPr>
          <p:spPr>
            <a:xfrm rot="7544521">
              <a:off x="2498209" y="1383234"/>
              <a:ext cx="778814" cy="380826"/>
            </a:xfrm>
            <a:prstGeom prst="ellipse">
              <a:avLst/>
            </a:prstGeom>
            <a:gradFill>
              <a:gsLst>
                <a:gs pos="0">
                  <a:srgbClr val="C79000">
                    <a:alpha val="15828"/>
                  </a:srgbClr>
                </a:gs>
                <a:gs pos="14286">
                  <a:srgbClr val="C79000">
                    <a:alpha val="14646"/>
                  </a:srgbClr>
                </a:gs>
                <a:gs pos="28571">
                  <a:srgbClr val="C79000">
                    <a:alpha val="11570"/>
                  </a:srgbClr>
                </a:gs>
                <a:gs pos="42857">
                  <a:srgbClr val="C79000">
                    <a:alpha val="7749"/>
                  </a:srgbClr>
                </a:gs>
                <a:gs pos="57143">
                  <a:srgbClr val="C79000">
                    <a:alpha val="4371"/>
                  </a:srgbClr>
                </a:gs>
                <a:gs pos="71429">
                  <a:srgbClr val="C79000">
                    <a:alpha val="2070"/>
                  </a:srgbClr>
                </a:gs>
                <a:gs pos="85714">
                  <a:srgbClr val="C79000">
                    <a:alpha val="824"/>
                  </a:srgbClr>
                </a:gs>
                <a:gs pos="100000">
                  <a:srgbClr val="C79000">
                    <a:alpha val="276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533" name="Splat 1533"/>
            <p:cNvSpPr>
              <a:spLocks noGrp="1"/>
            </p:cNvSpPr>
            <p:nvPr/>
          </p:nvSpPr>
          <p:spPr>
            <a:xfrm rot="2973378">
              <a:off x="2174627" y="1336964"/>
              <a:ext cx="683976" cy="411438"/>
            </a:xfrm>
            <a:prstGeom prst="ellipse">
              <a:avLst/>
            </a:prstGeom>
            <a:gradFill>
              <a:gsLst>
                <a:gs pos="0">
                  <a:srgbClr val="A97A00">
                    <a:alpha val="32471"/>
                  </a:srgbClr>
                </a:gs>
                <a:gs pos="14286">
                  <a:srgbClr val="A97A00">
                    <a:alpha val="30293"/>
                  </a:srgbClr>
                </a:gs>
                <a:gs pos="28571">
                  <a:srgbClr val="A97A00">
                    <a:alpha val="24436"/>
                  </a:srgbClr>
                </a:gs>
                <a:gs pos="42857">
                  <a:srgbClr val="A97A00">
                    <a:alpha val="16788"/>
                  </a:srgbClr>
                </a:gs>
                <a:gs pos="57143">
                  <a:srgbClr val="A97A00">
                    <a:alpha val="9682"/>
                  </a:srgbClr>
                </a:gs>
                <a:gs pos="71429">
                  <a:srgbClr val="A97A00">
                    <a:alpha val="4655"/>
                  </a:srgbClr>
                </a:gs>
                <a:gs pos="85714">
                  <a:srgbClr val="A97A00">
                    <a:alpha val="1867"/>
                  </a:srgbClr>
                </a:gs>
                <a:gs pos="100000">
                  <a:srgbClr val="A97A00">
                    <a:alpha val="628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534" name="Splat 1534"/>
            <p:cNvSpPr>
              <a:spLocks noGrp="1"/>
            </p:cNvSpPr>
            <p:nvPr/>
          </p:nvSpPr>
          <p:spPr>
            <a:xfrm rot="-8638673">
              <a:off x="2043311" y="1450335"/>
              <a:ext cx="678837" cy="280301"/>
            </a:xfrm>
            <a:prstGeom prst="ellipse">
              <a:avLst/>
            </a:prstGeom>
            <a:gradFill>
              <a:gsLst>
                <a:gs pos="0">
                  <a:srgbClr val="6E4E00">
                    <a:alpha val="26929"/>
                  </a:srgbClr>
                </a:gs>
                <a:gs pos="14286">
                  <a:srgbClr val="6E4E00">
                    <a:alpha val="25051"/>
                  </a:srgbClr>
                </a:gs>
                <a:gs pos="28571">
                  <a:srgbClr val="6E4E00">
                    <a:alpha val="20060"/>
                  </a:srgbClr>
                </a:gs>
                <a:gs pos="42857">
                  <a:srgbClr val="6E4E00">
                    <a:alpha val="13658"/>
                  </a:srgbClr>
                </a:gs>
                <a:gs pos="57143">
                  <a:srgbClr val="6E4E00">
                    <a:alpha val="7815"/>
                  </a:srgbClr>
                </a:gs>
                <a:gs pos="71429">
                  <a:srgbClr val="6E4E00">
                    <a:alpha val="3737"/>
                  </a:srgbClr>
                </a:gs>
                <a:gs pos="85714">
                  <a:srgbClr val="6E4E00">
                    <a:alpha val="1495"/>
                  </a:srgbClr>
                </a:gs>
                <a:gs pos="100000">
                  <a:srgbClr val="6E4E00">
                    <a:alpha val="502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535" name="Splat 1535"/>
            <p:cNvSpPr>
              <a:spLocks noGrp="1"/>
            </p:cNvSpPr>
            <p:nvPr/>
          </p:nvSpPr>
          <p:spPr>
            <a:xfrm rot="7501262">
              <a:off x="1346426" y="1314420"/>
              <a:ext cx="785089" cy="328160"/>
            </a:xfrm>
            <a:prstGeom prst="ellipse">
              <a:avLst/>
            </a:prstGeom>
            <a:gradFill>
              <a:gsLst>
                <a:gs pos="0">
                  <a:srgbClr val="8E7500">
                    <a:alpha val="15964"/>
                  </a:srgbClr>
                </a:gs>
                <a:gs pos="14286">
                  <a:srgbClr val="8E7500">
                    <a:alpha val="14774"/>
                  </a:srgbClr>
                </a:gs>
                <a:gs pos="28571">
                  <a:srgbClr val="8E7500">
                    <a:alpha val="11673"/>
                  </a:srgbClr>
                </a:gs>
                <a:gs pos="42857">
                  <a:srgbClr val="8E7500">
                    <a:alpha val="7819"/>
                  </a:srgbClr>
                </a:gs>
                <a:gs pos="57143">
                  <a:srgbClr val="8E7500">
                    <a:alpha val="4411"/>
                  </a:srgbClr>
                </a:gs>
                <a:gs pos="71429">
                  <a:srgbClr val="8E7500">
                    <a:alpha val="2090"/>
                  </a:srgbClr>
                </a:gs>
                <a:gs pos="85714">
                  <a:srgbClr val="8E7500">
                    <a:alpha val="832"/>
                  </a:srgbClr>
                </a:gs>
                <a:gs pos="100000">
                  <a:srgbClr val="8E7500">
                    <a:alpha val="27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536" name="Splat 1536"/>
            <p:cNvSpPr>
              <a:spLocks noGrp="1"/>
            </p:cNvSpPr>
            <p:nvPr/>
          </p:nvSpPr>
          <p:spPr>
            <a:xfrm rot="7788091">
              <a:off x="1200881" y="1228253"/>
              <a:ext cx="745405" cy="564500"/>
            </a:xfrm>
            <a:prstGeom prst="ellipse">
              <a:avLst/>
            </a:prstGeom>
            <a:gradFill>
              <a:gsLst>
                <a:gs pos="0">
                  <a:srgbClr val="7A5F00">
                    <a:alpha val="31629"/>
                  </a:srgbClr>
                </a:gs>
                <a:gs pos="14286">
                  <a:srgbClr val="7A5F00">
                    <a:alpha val="29493"/>
                  </a:srgbClr>
                </a:gs>
                <a:gs pos="28571">
                  <a:srgbClr val="7A5F00">
                    <a:alpha val="23764"/>
                  </a:srgbClr>
                </a:gs>
                <a:gs pos="42857">
                  <a:srgbClr val="7A5F00">
                    <a:alpha val="16304"/>
                  </a:srgbClr>
                </a:gs>
                <a:gs pos="57143">
                  <a:srgbClr val="7A5F00">
                    <a:alpha val="9391"/>
                  </a:srgbClr>
                </a:gs>
                <a:gs pos="71429">
                  <a:srgbClr val="7A5F00">
                    <a:alpha val="4511"/>
                  </a:srgbClr>
                </a:gs>
                <a:gs pos="85714">
                  <a:srgbClr val="7A5F00">
                    <a:alpha val="1809"/>
                  </a:srgbClr>
                </a:gs>
                <a:gs pos="100000">
                  <a:srgbClr val="7A5F00">
                    <a:alpha val="608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537" name="Splat 1537"/>
            <p:cNvSpPr>
              <a:spLocks noGrp="1"/>
            </p:cNvSpPr>
            <p:nvPr/>
          </p:nvSpPr>
          <p:spPr>
            <a:xfrm rot="6259907">
              <a:off x="1005764" y="1271516"/>
              <a:ext cx="676019" cy="552858"/>
            </a:xfrm>
            <a:prstGeom prst="ellipse">
              <a:avLst/>
            </a:prstGeom>
            <a:gradFill>
              <a:gsLst>
                <a:gs pos="0">
                  <a:srgbClr val="624000">
                    <a:alpha val="31025"/>
                  </a:srgbClr>
                </a:gs>
                <a:gs pos="14286">
                  <a:srgbClr val="624000">
                    <a:alpha val="28921"/>
                  </a:srgbClr>
                </a:gs>
                <a:gs pos="28571">
                  <a:srgbClr val="624000">
                    <a:alpha val="23284"/>
                  </a:srgbClr>
                </a:gs>
                <a:gs pos="42857">
                  <a:srgbClr val="624000">
                    <a:alpha val="15959"/>
                  </a:srgbClr>
                </a:gs>
                <a:gs pos="57143">
                  <a:srgbClr val="624000">
                    <a:alpha val="9184"/>
                  </a:srgbClr>
                </a:gs>
                <a:gs pos="71429">
                  <a:srgbClr val="624000">
                    <a:alpha val="4409"/>
                  </a:srgbClr>
                </a:gs>
                <a:gs pos="85714">
                  <a:srgbClr val="624000">
                    <a:alpha val="1767"/>
                  </a:srgbClr>
                </a:gs>
                <a:gs pos="100000">
                  <a:srgbClr val="624000">
                    <a:alpha val="594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538" name="Splat 1538"/>
            <p:cNvSpPr>
              <a:spLocks noGrp="1"/>
            </p:cNvSpPr>
            <p:nvPr/>
          </p:nvSpPr>
          <p:spPr>
            <a:xfrm rot="8624621">
              <a:off x="775267" y="1265803"/>
              <a:ext cx="677769" cy="559011"/>
            </a:xfrm>
            <a:prstGeom prst="ellipse">
              <a:avLst/>
            </a:prstGeom>
            <a:gradFill>
              <a:gsLst>
                <a:gs pos="0">
                  <a:srgbClr val="644F00">
                    <a:alpha val="30413"/>
                  </a:srgbClr>
                </a:gs>
                <a:gs pos="14286">
                  <a:srgbClr val="644F00">
                    <a:alpha val="28342"/>
                  </a:srgbClr>
                </a:gs>
                <a:gs pos="28571">
                  <a:srgbClr val="644F00">
                    <a:alpha val="22799"/>
                  </a:srgbClr>
                </a:gs>
                <a:gs pos="42857">
                  <a:srgbClr val="644F00">
                    <a:alpha val="15610"/>
                  </a:srgbClr>
                </a:gs>
                <a:gs pos="57143">
                  <a:srgbClr val="644F00">
                    <a:alpha val="8976"/>
                  </a:srgbClr>
                </a:gs>
                <a:gs pos="71429">
                  <a:srgbClr val="644F00">
                    <a:alpha val="4307"/>
                  </a:srgbClr>
                </a:gs>
                <a:gs pos="85714">
                  <a:srgbClr val="644F00">
                    <a:alpha val="1726"/>
                  </a:srgbClr>
                </a:gs>
                <a:gs pos="100000">
                  <a:srgbClr val="644F00">
                    <a:alpha val="580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539" name="Splat 1539"/>
            <p:cNvSpPr>
              <a:spLocks noGrp="1"/>
            </p:cNvSpPr>
            <p:nvPr/>
          </p:nvSpPr>
          <p:spPr>
            <a:xfrm rot="-8972731">
              <a:off x="470389" y="1347700"/>
              <a:ext cx="863638" cy="340718"/>
            </a:xfrm>
            <a:prstGeom prst="ellipse">
              <a:avLst/>
            </a:prstGeom>
            <a:gradFill>
              <a:gsLst>
                <a:gs pos="0">
                  <a:srgbClr val="663C00">
                    <a:alpha val="32968"/>
                  </a:srgbClr>
                </a:gs>
                <a:gs pos="14286">
                  <a:srgbClr val="663C00">
                    <a:alpha val="30764"/>
                  </a:srgbClr>
                </a:gs>
                <a:gs pos="28571">
                  <a:srgbClr val="663C00">
                    <a:alpha val="24833"/>
                  </a:srgbClr>
                </a:gs>
                <a:gs pos="42857">
                  <a:srgbClr val="663C00">
                    <a:alpha val="17075"/>
                  </a:srgbClr>
                </a:gs>
                <a:gs pos="57143">
                  <a:srgbClr val="663C00">
                    <a:alpha val="9855"/>
                  </a:srgbClr>
                </a:gs>
                <a:gs pos="71429">
                  <a:srgbClr val="663C00">
                    <a:alpha val="4740"/>
                  </a:srgbClr>
                </a:gs>
                <a:gs pos="85714">
                  <a:srgbClr val="663C00">
                    <a:alpha val="1902"/>
                  </a:srgbClr>
                </a:gs>
                <a:gs pos="100000">
                  <a:srgbClr val="663C00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540" name="Splat 1540"/>
            <p:cNvSpPr>
              <a:spLocks noGrp="1"/>
            </p:cNvSpPr>
            <p:nvPr/>
          </p:nvSpPr>
          <p:spPr>
            <a:xfrm rot="2833601">
              <a:off x="464464" y="1485693"/>
              <a:ext cx="559765" cy="112350"/>
            </a:xfrm>
            <a:prstGeom prst="ellipse">
              <a:avLst/>
            </a:prstGeom>
            <a:gradFill>
              <a:gsLst>
                <a:gs pos="0">
                  <a:srgbClr val="4C0000">
                    <a:alpha val="32968"/>
                  </a:srgbClr>
                </a:gs>
                <a:gs pos="14286">
                  <a:srgbClr val="4C0000">
                    <a:alpha val="30764"/>
                  </a:srgbClr>
                </a:gs>
                <a:gs pos="28571">
                  <a:srgbClr val="4C0000">
                    <a:alpha val="24833"/>
                  </a:srgbClr>
                </a:gs>
                <a:gs pos="42857">
                  <a:srgbClr val="4C0000">
                    <a:alpha val="17075"/>
                  </a:srgbClr>
                </a:gs>
                <a:gs pos="57143">
                  <a:srgbClr val="4C0000">
                    <a:alpha val="9855"/>
                  </a:srgbClr>
                </a:gs>
                <a:gs pos="71429">
                  <a:srgbClr val="4C0000">
                    <a:alpha val="4740"/>
                  </a:srgbClr>
                </a:gs>
                <a:gs pos="85714">
                  <a:srgbClr val="4C0000">
                    <a:alpha val="1902"/>
                  </a:srgbClr>
                </a:gs>
                <a:gs pos="100000">
                  <a:srgbClr val="4C0000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541" name="Splat 1541"/>
            <p:cNvSpPr>
              <a:spLocks noGrp="1"/>
            </p:cNvSpPr>
            <p:nvPr/>
          </p:nvSpPr>
          <p:spPr>
            <a:xfrm rot="-10594016">
              <a:off x="293150" y="1321962"/>
              <a:ext cx="642951" cy="264529"/>
            </a:xfrm>
            <a:prstGeom prst="ellipse">
              <a:avLst/>
            </a:prstGeom>
            <a:gradFill>
              <a:gsLst>
                <a:gs pos="0">
                  <a:srgbClr val="AE7700">
                    <a:alpha val="32968"/>
                  </a:srgbClr>
                </a:gs>
                <a:gs pos="14286">
                  <a:srgbClr val="AE7700">
                    <a:alpha val="30764"/>
                  </a:srgbClr>
                </a:gs>
                <a:gs pos="28571">
                  <a:srgbClr val="AE7700">
                    <a:alpha val="24833"/>
                  </a:srgbClr>
                </a:gs>
                <a:gs pos="42857">
                  <a:srgbClr val="AE7700">
                    <a:alpha val="17075"/>
                  </a:srgbClr>
                </a:gs>
                <a:gs pos="57143">
                  <a:srgbClr val="AE7700">
                    <a:alpha val="9855"/>
                  </a:srgbClr>
                </a:gs>
                <a:gs pos="71429">
                  <a:srgbClr val="AE7700">
                    <a:alpha val="4740"/>
                  </a:srgbClr>
                </a:gs>
                <a:gs pos="85714">
                  <a:srgbClr val="AE7700">
                    <a:alpha val="1902"/>
                  </a:srgbClr>
                </a:gs>
                <a:gs pos="100000">
                  <a:srgbClr val="AE7700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542" name="Splat 1542"/>
            <p:cNvSpPr>
              <a:spLocks noGrp="1"/>
            </p:cNvSpPr>
            <p:nvPr/>
          </p:nvSpPr>
          <p:spPr>
            <a:xfrm rot="7139347">
              <a:off x="-379586" y="1412057"/>
              <a:ext cx="938164" cy="302551"/>
            </a:xfrm>
            <a:prstGeom prst="ellipse">
              <a:avLst/>
            </a:prstGeom>
            <a:gradFill>
              <a:gsLst>
                <a:gs pos="0">
                  <a:srgbClr val="9F6E00">
                    <a:alpha val="32968"/>
                  </a:srgbClr>
                </a:gs>
                <a:gs pos="14286">
                  <a:srgbClr val="9F6E00">
                    <a:alpha val="30764"/>
                  </a:srgbClr>
                </a:gs>
                <a:gs pos="28571">
                  <a:srgbClr val="9F6E00">
                    <a:alpha val="24833"/>
                  </a:srgbClr>
                </a:gs>
                <a:gs pos="42857">
                  <a:srgbClr val="9F6E00">
                    <a:alpha val="17075"/>
                  </a:srgbClr>
                </a:gs>
                <a:gs pos="57143">
                  <a:srgbClr val="9F6E00">
                    <a:alpha val="9855"/>
                  </a:srgbClr>
                </a:gs>
                <a:gs pos="71429">
                  <a:srgbClr val="9F6E00">
                    <a:alpha val="4740"/>
                  </a:srgbClr>
                </a:gs>
                <a:gs pos="85714">
                  <a:srgbClr val="9F6E00">
                    <a:alpha val="1902"/>
                  </a:srgbClr>
                </a:gs>
                <a:gs pos="100000">
                  <a:srgbClr val="9F6E00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543" name="Splat 1543"/>
            <p:cNvSpPr>
              <a:spLocks noGrp="1"/>
            </p:cNvSpPr>
            <p:nvPr/>
          </p:nvSpPr>
          <p:spPr>
            <a:xfrm rot="-9910897">
              <a:off x="2851970" y="1227153"/>
              <a:ext cx="520568" cy="215981"/>
            </a:xfrm>
            <a:prstGeom prst="ellipse">
              <a:avLst/>
            </a:prstGeom>
            <a:gradFill>
              <a:gsLst>
                <a:gs pos="0">
                  <a:srgbClr val="350000">
                    <a:alpha val="32968"/>
                  </a:srgbClr>
                </a:gs>
                <a:gs pos="14286">
                  <a:srgbClr val="350000">
                    <a:alpha val="30764"/>
                  </a:srgbClr>
                </a:gs>
                <a:gs pos="28571">
                  <a:srgbClr val="350000">
                    <a:alpha val="24833"/>
                  </a:srgbClr>
                </a:gs>
                <a:gs pos="42857">
                  <a:srgbClr val="350000">
                    <a:alpha val="17075"/>
                  </a:srgbClr>
                </a:gs>
                <a:gs pos="57143">
                  <a:srgbClr val="350000">
                    <a:alpha val="9855"/>
                  </a:srgbClr>
                </a:gs>
                <a:gs pos="71429">
                  <a:srgbClr val="350000">
                    <a:alpha val="4740"/>
                  </a:srgbClr>
                </a:gs>
                <a:gs pos="85714">
                  <a:srgbClr val="350000">
                    <a:alpha val="1902"/>
                  </a:srgbClr>
                </a:gs>
                <a:gs pos="100000">
                  <a:srgbClr val="350000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544" name="Splat 1544"/>
            <p:cNvSpPr>
              <a:spLocks noGrp="1"/>
            </p:cNvSpPr>
            <p:nvPr/>
          </p:nvSpPr>
          <p:spPr>
            <a:xfrm rot="-8139975">
              <a:off x="2630031" y="1031870"/>
              <a:ext cx="595476" cy="458894"/>
            </a:xfrm>
            <a:prstGeom prst="ellipse">
              <a:avLst/>
            </a:prstGeom>
            <a:gradFill>
              <a:gsLst>
                <a:gs pos="0">
                  <a:srgbClr val="E1B600">
                    <a:alpha val="28347"/>
                  </a:srgbClr>
                </a:gs>
                <a:gs pos="14286">
                  <a:srgbClr val="E1B600">
                    <a:alpha val="26389"/>
                  </a:srgbClr>
                </a:gs>
                <a:gs pos="28571">
                  <a:srgbClr val="E1B600">
                    <a:alpha val="21171"/>
                  </a:srgbClr>
                </a:gs>
                <a:gs pos="42857">
                  <a:srgbClr val="E1B600">
                    <a:alpha val="14447"/>
                  </a:srgbClr>
                </a:gs>
                <a:gs pos="57143">
                  <a:srgbClr val="E1B600">
                    <a:alpha val="8283"/>
                  </a:srgbClr>
                </a:gs>
                <a:gs pos="71429">
                  <a:srgbClr val="E1B600">
                    <a:alpha val="3966"/>
                  </a:srgbClr>
                </a:gs>
                <a:gs pos="85714">
                  <a:srgbClr val="E1B600">
                    <a:alpha val="1588"/>
                  </a:srgbClr>
                </a:gs>
                <a:gs pos="100000">
                  <a:srgbClr val="E1B600">
                    <a:alpha val="533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545" name="Splat 1545"/>
            <p:cNvSpPr>
              <a:spLocks noGrp="1"/>
            </p:cNvSpPr>
            <p:nvPr/>
          </p:nvSpPr>
          <p:spPr>
            <a:xfrm rot="3887366">
              <a:off x="2492660" y="1150400"/>
              <a:ext cx="643018" cy="240003"/>
            </a:xfrm>
            <a:prstGeom prst="ellipse">
              <a:avLst/>
            </a:prstGeom>
            <a:gradFill>
              <a:gsLst>
                <a:gs pos="0">
                  <a:srgbClr val="AD7A00">
                    <a:alpha val="32888"/>
                  </a:srgbClr>
                </a:gs>
                <a:gs pos="14286">
                  <a:srgbClr val="AD7A00">
                    <a:alpha val="30688"/>
                  </a:srgbClr>
                </a:gs>
                <a:gs pos="28571">
                  <a:srgbClr val="AD7A00">
                    <a:alpha val="24769"/>
                  </a:srgbClr>
                </a:gs>
                <a:gs pos="42857">
                  <a:srgbClr val="AD7A00">
                    <a:alpha val="17029"/>
                  </a:srgbClr>
                </a:gs>
                <a:gs pos="57143">
                  <a:srgbClr val="AD7A00">
                    <a:alpha val="9827"/>
                  </a:srgbClr>
                </a:gs>
                <a:gs pos="71429">
                  <a:srgbClr val="AD7A00">
                    <a:alpha val="4727"/>
                  </a:srgbClr>
                </a:gs>
                <a:gs pos="85714">
                  <a:srgbClr val="AD7A00">
                    <a:alpha val="1896"/>
                  </a:srgbClr>
                </a:gs>
                <a:gs pos="100000">
                  <a:srgbClr val="AD7A00">
                    <a:alpha val="638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546" name="Splat 1546"/>
            <p:cNvSpPr>
              <a:spLocks noGrp="1"/>
            </p:cNvSpPr>
            <p:nvPr/>
          </p:nvSpPr>
          <p:spPr>
            <a:xfrm rot="-8769030">
              <a:off x="2006736" y="1251640"/>
              <a:ext cx="876994" cy="341180"/>
            </a:xfrm>
            <a:prstGeom prst="ellipse">
              <a:avLst/>
            </a:prstGeom>
            <a:gradFill>
              <a:gsLst>
                <a:gs pos="0">
                  <a:srgbClr val="A76900">
                    <a:alpha val="32968"/>
                  </a:srgbClr>
                </a:gs>
                <a:gs pos="14286">
                  <a:srgbClr val="A76900">
                    <a:alpha val="30764"/>
                  </a:srgbClr>
                </a:gs>
                <a:gs pos="28571">
                  <a:srgbClr val="A76900">
                    <a:alpha val="24833"/>
                  </a:srgbClr>
                </a:gs>
                <a:gs pos="42857">
                  <a:srgbClr val="A76900">
                    <a:alpha val="17075"/>
                  </a:srgbClr>
                </a:gs>
                <a:gs pos="57143">
                  <a:srgbClr val="A76900">
                    <a:alpha val="9855"/>
                  </a:srgbClr>
                </a:gs>
                <a:gs pos="71429">
                  <a:srgbClr val="A76900">
                    <a:alpha val="4740"/>
                  </a:srgbClr>
                </a:gs>
                <a:gs pos="85714">
                  <a:srgbClr val="A76900">
                    <a:alpha val="1902"/>
                  </a:srgbClr>
                </a:gs>
                <a:gs pos="100000">
                  <a:srgbClr val="A76900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547" name="Splat 1547"/>
            <p:cNvSpPr>
              <a:spLocks noGrp="1"/>
            </p:cNvSpPr>
            <p:nvPr/>
          </p:nvSpPr>
          <p:spPr>
            <a:xfrm rot="-9181231">
              <a:off x="1905309" y="1100106"/>
              <a:ext cx="752776" cy="507007"/>
            </a:xfrm>
            <a:prstGeom prst="ellipse">
              <a:avLst/>
            </a:prstGeom>
            <a:gradFill>
              <a:gsLst>
                <a:gs pos="0">
                  <a:srgbClr val="866300">
                    <a:alpha val="31996"/>
                  </a:srgbClr>
                </a:gs>
                <a:gs pos="14286">
                  <a:srgbClr val="866300">
                    <a:alpha val="29842"/>
                  </a:srgbClr>
                </a:gs>
                <a:gs pos="28571">
                  <a:srgbClr val="866300">
                    <a:alpha val="24057"/>
                  </a:srgbClr>
                </a:gs>
                <a:gs pos="42857">
                  <a:srgbClr val="866300">
                    <a:alpha val="16515"/>
                  </a:srgbClr>
                </a:gs>
                <a:gs pos="57143">
                  <a:srgbClr val="866300">
                    <a:alpha val="9518"/>
                  </a:srgbClr>
                </a:gs>
                <a:gs pos="71429">
                  <a:srgbClr val="866300">
                    <a:alpha val="4574"/>
                  </a:srgbClr>
                </a:gs>
                <a:gs pos="85714">
                  <a:srgbClr val="866300">
                    <a:alpha val="1834"/>
                  </a:srgbClr>
                </a:gs>
                <a:gs pos="100000">
                  <a:srgbClr val="866300">
                    <a:alpha val="617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548" name="Splat 1548"/>
            <p:cNvSpPr>
              <a:spLocks noGrp="1"/>
            </p:cNvSpPr>
            <p:nvPr/>
          </p:nvSpPr>
          <p:spPr>
            <a:xfrm rot="4195055">
              <a:off x="1693344" y="1202092"/>
              <a:ext cx="904110" cy="200585"/>
            </a:xfrm>
            <a:prstGeom prst="ellipse">
              <a:avLst/>
            </a:prstGeom>
            <a:gradFill>
              <a:gsLst>
                <a:gs pos="0">
                  <a:srgbClr val="754C00">
                    <a:alpha val="32968"/>
                  </a:srgbClr>
                </a:gs>
                <a:gs pos="14286">
                  <a:srgbClr val="754C00">
                    <a:alpha val="30764"/>
                  </a:srgbClr>
                </a:gs>
                <a:gs pos="28571">
                  <a:srgbClr val="754C00">
                    <a:alpha val="24833"/>
                  </a:srgbClr>
                </a:gs>
                <a:gs pos="42857">
                  <a:srgbClr val="754C00">
                    <a:alpha val="17075"/>
                  </a:srgbClr>
                </a:gs>
                <a:gs pos="57143">
                  <a:srgbClr val="754C00">
                    <a:alpha val="9855"/>
                  </a:srgbClr>
                </a:gs>
                <a:gs pos="71429">
                  <a:srgbClr val="754C00">
                    <a:alpha val="4740"/>
                  </a:srgbClr>
                </a:gs>
                <a:gs pos="85714">
                  <a:srgbClr val="754C00">
                    <a:alpha val="1902"/>
                  </a:srgbClr>
                </a:gs>
                <a:gs pos="100000">
                  <a:srgbClr val="754C00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549" name="Splat 1549"/>
            <p:cNvSpPr>
              <a:spLocks noGrp="1"/>
            </p:cNvSpPr>
            <p:nvPr/>
          </p:nvSpPr>
          <p:spPr>
            <a:xfrm rot="4789559">
              <a:off x="1500976" y="1122280"/>
              <a:ext cx="535591" cy="389463"/>
            </a:xfrm>
            <a:prstGeom prst="ellipse">
              <a:avLst/>
            </a:prstGeom>
            <a:gradFill>
              <a:gsLst>
                <a:gs pos="0">
                  <a:srgbClr val="805400">
                    <a:alpha val="32968"/>
                  </a:srgbClr>
                </a:gs>
                <a:gs pos="14286">
                  <a:srgbClr val="805400">
                    <a:alpha val="30764"/>
                  </a:srgbClr>
                </a:gs>
                <a:gs pos="28571">
                  <a:srgbClr val="805400">
                    <a:alpha val="24833"/>
                  </a:srgbClr>
                </a:gs>
                <a:gs pos="42857">
                  <a:srgbClr val="805400">
                    <a:alpha val="17075"/>
                  </a:srgbClr>
                </a:gs>
                <a:gs pos="57143">
                  <a:srgbClr val="805400">
                    <a:alpha val="9855"/>
                  </a:srgbClr>
                </a:gs>
                <a:gs pos="71429">
                  <a:srgbClr val="805400">
                    <a:alpha val="4740"/>
                  </a:srgbClr>
                </a:gs>
                <a:gs pos="85714">
                  <a:srgbClr val="805400">
                    <a:alpha val="1902"/>
                  </a:srgbClr>
                </a:gs>
                <a:gs pos="100000">
                  <a:srgbClr val="805400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550" name="Splat 1550"/>
            <p:cNvSpPr>
              <a:spLocks noGrp="1"/>
            </p:cNvSpPr>
            <p:nvPr/>
          </p:nvSpPr>
          <p:spPr>
            <a:xfrm rot="4210690">
              <a:off x="1233390" y="1173288"/>
              <a:ext cx="709886" cy="315806"/>
            </a:xfrm>
            <a:prstGeom prst="ellipse">
              <a:avLst/>
            </a:prstGeom>
            <a:gradFill>
              <a:gsLst>
                <a:gs pos="0">
                  <a:srgbClr val="824C00">
                    <a:alpha val="31369"/>
                  </a:srgbClr>
                </a:gs>
                <a:gs pos="14286">
                  <a:srgbClr val="824C00">
                    <a:alpha val="29248"/>
                  </a:srgbClr>
                </a:gs>
                <a:gs pos="28571">
                  <a:srgbClr val="824C00">
                    <a:alpha val="23558"/>
                  </a:srgbClr>
                </a:gs>
                <a:gs pos="42857">
                  <a:srgbClr val="824C00">
                    <a:alpha val="16155"/>
                  </a:srgbClr>
                </a:gs>
                <a:gs pos="57143">
                  <a:srgbClr val="824C00">
                    <a:alpha val="9302"/>
                  </a:srgbClr>
                </a:gs>
                <a:gs pos="71429">
                  <a:srgbClr val="824C00">
                    <a:alpha val="4467"/>
                  </a:srgbClr>
                </a:gs>
                <a:gs pos="85714">
                  <a:srgbClr val="824C00">
                    <a:alpha val="1791"/>
                  </a:srgbClr>
                </a:gs>
                <a:gs pos="100000">
                  <a:srgbClr val="824C00">
                    <a:alpha val="602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551" name="Splat 1551"/>
            <p:cNvSpPr>
              <a:spLocks noGrp="1"/>
            </p:cNvSpPr>
            <p:nvPr/>
          </p:nvSpPr>
          <p:spPr>
            <a:xfrm rot="3818032">
              <a:off x="944482" y="1071858"/>
              <a:ext cx="861570" cy="383071"/>
            </a:xfrm>
            <a:prstGeom prst="ellipse">
              <a:avLst/>
            </a:prstGeom>
            <a:gradFill>
              <a:gsLst>
                <a:gs pos="0">
                  <a:srgbClr val="9D7100">
                    <a:alpha val="32968"/>
                  </a:srgbClr>
                </a:gs>
                <a:gs pos="14286">
                  <a:srgbClr val="9D7100">
                    <a:alpha val="30764"/>
                  </a:srgbClr>
                </a:gs>
                <a:gs pos="28571">
                  <a:srgbClr val="9D7100">
                    <a:alpha val="24833"/>
                  </a:srgbClr>
                </a:gs>
                <a:gs pos="42857">
                  <a:srgbClr val="9D7100">
                    <a:alpha val="17075"/>
                  </a:srgbClr>
                </a:gs>
                <a:gs pos="57143">
                  <a:srgbClr val="9D7100">
                    <a:alpha val="9855"/>
                  </a:srgbClr>
                </a:gs>
                <a:gs pos="71429">
                  <a:srgbClr val="9D7100">
                    <a:alpha val="4740"/>
                  </a:srgbClr>
                </a:gs>
                <a:gs pos="85714">
                  <a:srgbClr val="9D7100">
                    <a:alpha val="1902"/>
                  </a:srgbClr>
                </a:gs>
                <a:gs pos="100000">
                  <a:srgbClr val="9D7100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552" name="Splat 1552"/>
            <p:cNvSpPr>
              <a:spLocks noGrp="1"/>
            </p:cNvSpPr>
            <p:nvPr/>
          </p:nvSpPr>
          <p:spPr>
            <a:xfrm rot="9585505">
              <a:off x="870531" y="1075701"/>
              <a:ext cx="550484" cy="419072"/>
            </a:xfrm>
            <a:prstGeom prst="ellipse">
              <a:avLst/>
            </a:prstGeom>
            <a:gradFill>
              <a:gsLst>
                <a:gs pos="0">
                  <a:srgbClr val="E5A600">
                    <a:alpha val="14196"/>
                  </a:srgbClr>
                </a:gs>
                <a:gs pos="14286">
                  <a:srgbClr val="E5A600">
                    <a:alpha val="13127"/>
                  </a:srgbClr>
                </a:gs>
                <a:gs pos="28571">
                  <a:srgbClr val="E5A600">
                    <a:alpha val="10351"/>
                  </a:srgbClr>
                </a:gs>
                <a:gs pos="42857">
                  <a:srgbClr val="E5A600">
                    <a:alpha val="6916"/>
                  </a:srgbClr>
                </a:gs>
                <a:gs pos="57143">
                  <a:srgbClr val="E5A600">
                    <a:alpha val="3893"/>
                  </a:srgbClr>
                </a:gs>
                <a:gs pos="71429">
                  <a:srgbClr val="E5A600">
                    <a:alpha val="1842"/>
                  </a:srgbClr>
                </a:gs>
                <a:gs pos="85714">
                  <a:srgbClr val="E5A600">
                    <a:alpha val="732"/>
                  </a:srgbClr>
                </a:gs>
                <a:gs pos="100000">
                  <a:srgbClr val="E5A600">
                    <a:alpha val="245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553" name="Splat 1553"/>
            <p:cNvSpPr>
              <a:spLocks noGrp="1"/>
            </p:cNvSpPr>
            <p:nvPr/>
          </p:nvSpPr>
          <p:spPr>
            <a:xfrm rot="7624335">
              <a:off x="540539" y="1058479"/>
              <a:ext cx="789031" cy="511556"/>
            </a:xfrm>
            <a:prstGeom prst="ellipse">
              <a:avLst/>
            </a:prstGeom>
            <a:gradFill>
              <a:gsLst>
                <a:gs pos="0">
                  <a:srgbClr val="5E3F00">
                    <a:alpha val="32968"/>
                  </a:srgbClr>
                </a:gs>
                <a:gs pos="14286">
                  <a:srgbClr val="5E3F00">
                    <a:alpha val="30764"/>
                  </a:srgbClr>
                </a:gs>
                <a:gs pos="28571">
                  <a:srgbClr val="5E3F00">
                    <a:alpha val="24833"/>
                  </a:srgbClr>
                </a:gs>
                <a:gs pos="42857">
                  <a:srgbClr val="5E3F00">
                    <a:alpha val="17075"/>
                  </a:srgbClr>
                </a:gs>
                <a:gs pos="57143">
                  <a:srgbClr val="5E3F00">
                    <a:alpha val="9855"/>
                  </a:srgbClr>
                </a:gs>
                <a:gs pos="71429">
                  <a:srgbClr val="5E3F00">
                    <a:alpha val="4740"/>
                  </a:srgbClr>
                </a:gs>
                <a:gs pos="85714">
                  <a:srgbClr val="5E3F00">
                    <a:alpha val="1902"/>
                  </a:srgbClr>
                </a:gs>
                <a:gs pos="100000">
                  <a:srgbClr val="5E3F00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554" name="Splat 1554"/>
            <p:cNvSpPr>
              <a:spLocks noGrp="1"/>
            </p:cNvSpPr>
            <p:nvPr/>
          </p:nvSpPr>
          <p:spPr>
            <a:xfrm rot="-10196934">
              <a:off x="333342" y="996717"/>
              <a:ext cx="741207" cy="625833"/>
            </a:xfrm>
            <a:prstGeom prst="ellipse">
              <a:avLst/>
            </a:prstGeom>
            <a:gradFill>
              <a:gsLst>
                <a:gs pos="0">
                  <a:srgbClr val="7C5800">
                    <a:alpha val="27646"/>
                  </a:srgbClr>
                </a:gs>
                <a:gs pos="14286">
                  <a:srgbClr val="7C5800">
                    <a:alpha val="25727"/>
                  </a:srgbClr>
                </a:gs>
                <a:gs pos="28571">
                  <a:srgbClr val="7C5800">
                    <a:alpha val="20620"/>
                  </a:srgbClr>
                </a:gs>
                <a:gs pos="42857">
                  <a:srgbClr val="7C5800">
                    <a:alpha val="14056"/>
                  </a:srgbClr>
                </a:gs>
                <a:gs pos="57143">
                  <a:srgbClr val="7C5800">
                    <a:alpha val="8051"/>
                  </a:srgbClr>
                </a:gs>
                <a:gs pos="71429">
                  <a:srgbClr val="7C5800">
                    <a:alpha val="3853"/>
                  </a:srgbClr>
                </a:gs>
                <a:gs pos="85714">
                  <a:srgbClr val="7C5800">
                    <a:alpha val="1542"/>
                  </a:srgbClr>
                </a:gs>
                <a:gs pos="100000">
                  <a:srgbClr val="7C5800">
                    <a:alpha val="518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555" name="Splat 1555"/>
            <p:cNvSpPr>
              <a:spLocks noGrp="1"/>
            </p:cNvSpPr>
            <p:nvPr/>
          </p:nvSpPr>
          <p:spPr>
            <a:xfrm rot="4291237">
              <a:off x="185938" y="1078253"/>
              <a:ext cx="711577" cy="447048"/>
            </a:xfrm>
            <a:prstGeom prst="ellipse">
              <a:avLst/>
            </a:prstGeom>
            <a:gradFill>
              <a:gsLst>
                <a:gs pos="0">
                  <a:srgbClr val="4C3300">
                    <a:alpha val="29970"/>
                  </a:srgbClr>
                </a:gs>
                <a:gs pos="14286">
                  <a:srgbClr val="4C3300">
                    <a:alpha val="27923"/>
                  </a:srgbClr>
                </a:gs>
                <a:gs pos="28571">
                  <a:srgbClr val="4C3300">
                    <a:alpha val="22449"/>
                  </a:srgbClr>
                </a:gs>
                <a:gs pos="42857">
                  <a:srgbClr val="4C3300">
                    <a:alpha val="15359"/>
                  </a:srgbClr>
                </a:gs>
                <a:gs pos="57143">
                  <a:srgbClr val="4C3300">
                    <a:alpha val="8826"/>
                  </a:srgbClr>
                </a:gs>
                <a:gs pos="71429">
                  <a:srgbClr val="4C3300">
                    <a:alpha val="4233"/>
                  </a:srgbClr>
                </a:gs>
                <a:gs pos="85714">
                  <a:srgbClr val="4C3300">
                    <a:alpha val="1696"/>
                  </a:srgbClr>
                </a:gs>
                <a:gs pos="100000">
                  <a:srgbClr val="4C3300">
                    <a:alpha val="570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556" name="Splat 1556"/>
            <p:cNvSpPr>
              <a:spLocks noGrp="1"/>
            </p:cNvSpPr>
            <p:nvPr/>
          </p:nvSpPr>
          <p:spPr>
            <a:xfrm rot="-9314808">
              <a:off x="-9308" y="1186058"/>
              <a:ext cx="759987" cy="287335"/>
            </a:xfrm>
            <a:prstGeom prst="ellipse">
              <a:avLst/>
            </a:prstGeom>
            <a:gradFill>
              <a:gsLst>
                <a:gs pos="0">
                  <a:srgbClr val="752500">
                    <a:alpha val="29302"/>
                  </a:srgbClr>
                </a:gs>
                <a:gs pos="14286">
                  <a:srgbClr val="752500">
                    <a:alpha val="27291"/>
                  </a:srgbClr>
                </a:gs>
                <a:gs pos="28571">
                  <a:srgbClr val="752500">
                    <a:alpha val="21922"/>
                  </a:srgbClr>
                </a:gs>
                <a:gs pos="42857">
                  <a:srgbClr val="752500">
                    <a:alpha val="14982"/>
                  </a:srgbClr>
                </a:gs>
                <a:gs pos="57143">
                  <a:srgbClr val="752500">
                    <a:alpha val="8601"/>
                  </a:srgbClr>
                </a:gs>
                <a:gs pos="71429">
                  <a:srgbClr val="752500">
                    <a:alpha val="4123"/>
                  </a:srgbClr>
                </a:gs>
                <a:gs pos="85714">
                  <a:srgbClr val="752500">
                    <a:alpha val="1651"/>
                  </a:srgbClr>
                </a:gs>
                <a:gs pos="100000">
                  <a:srgbClr val="752500">
                    <a:alpha val="555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557" name="Splat 1557"/>
            <p:cNvSpPr>
              <a:spLocks noGrp="1"/>
            </p:cNvSpPr>
            <p:nvPr/>
          </p:nvSpPr>
          <p:spPr>
            <a:xfrm rot="4668221">
              <a:off x="-183531" y="985328"/>
              <a:ext cx="699952" cy="470191"/>
            </a:xfrm>
            <a:prstGeom prst="ellipse">
              <a:avLst/>
            </a:prstGeom>
            <a:gradFill>
              <a:gsLst>
                <a:gs pos="0">
                  <a:srgbClr val="FFC700">
                    <a:alpha val="4143"/>
                  </a:srgbClr>
                </a:gs>
                <a:gs pos="14286">
                  <a:srgbClr val="FFC700">
                    <a:alpha val="3814"/>
                  </a:srgbClr>
                </a:gs>
                <a:gs pos="28571">
                  <a:srgbClr val="FFC700">
                    <a:alpha val="2974"/>
                  </a:srgbClr>
                </a:gs>
                <a:gs pos="42857">
                  <a:srgbClr val="FFC700">
                    <a:alpha val="1961"/>
                  </a:srgbClr>
                </a:gs>
                <a:gs pos="57143">
                  <a:srgbClr val="FFC700">
                    <a:alpha val="1091"/>
                  </a:srgbClr>
                </a:gs>
                <a:gs pos="71429">
                  <a:srgbClr val="FFC700">
                    <a:alpha val="512"/>
                  </a:srgbClr>
                </a:gs>
                <a:gs pos="85714">
                  <a:srgbClr val="FFC700">
                    <a:alpha val="203"/>
                  </a:srgbClr>
                </a:gs>
                <a:gs pos="100000">
                  <a:srgbClr val="FFC700">
                    <a:alpha val="68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558" name="Splat 1558"/>
            <p:cNvSpPr>
              <a:spLocks noGrp="1"/>
            </p:cNvSpPr>
            <p:nvPr/>
          </p:nvSpPr>
          <p:spPr>
            <a:xfrm rot="-8137145">
              <a:off x="3200962" y="958647"/>
              <a:ext cx="612312" cy="364072"/>
            </a:xfrm>
            <a:prstGeom prst="ellipse">
              <a:avLst/>
            </a:prstGeom>
            <a:gradFill>
              <a:gsLst>
                <a:gs pos="0">
                  <a:srgbClr val="E0FF1C">
                    <a:alpha val="1253"/>
                  </a:srgbClr>
                </a:gs>
                <a:gs pos="14286">
                  <a:srgbClr val="E0FF1C">
                    <a:alpha val="1152"/>
                  </a:srgbClr>
                </a:gs>
                <a:gs pos="28571">
                  <a:srgbClr val="E0FF1C">
                    <a:alpha val="896"/>
                  </a:srgbClr>
                </a:gs>
                <a:gs pos="42857">
                  <a:srgbClr val="E0FF1C">
                    <a:alpha val="589"/>
                  </a:srgbClr>
                </a:gs>
                <a:gs pos="57143">
                  <a:srgbClr val="E0FF1C">
                    <a:alpha val="327"/>
                  </a:srgbClr>
                </a:gs>
                <a:gs pos="71429">
                  <a:srgbClr val="E0FF1C">
                    <a:alpha val="153"/>
                  </a:srgbClr>
                </a:gs>
                <a:gs pos="85714">
                  <a:srgbClr val="E0FF1C">
                    <a:alpha val="61"/>
                  </a:srgbClr>
                </a:gs>
                <a:gs pos="100000">
                  <a:srgbClr val="E0FF1C">
                    <a:alpha val="20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559" name="Splat 1559"/>
            <p:cNvSpPr>
              <a:spLocks noGrp="1"/>
            </p:cNvSpPr>
            <p:nvPr/>
          </p:nvSpPr>
          <p:spPr>
            <a:xfrm rot="3419274">
              <a:off x="2711891" y="908898"/>
              <a:ext cx="759206" cy="424140"/>
            </a:xfrm>
            <a:prstGeom prst="ellipse">
              <a:avLst/>
            </a:prstGeom>
            <a:gradFill>
              <a:gsLst>
                <a:gs pos="0">
                  <a:srgbClr val="003700">
                    <a:alpha val="8390"/>
                  </a:srgbClr>
                </a:gs>
                <a:gs pos="14286">
                  <a:srgbClr val="003700">
                    <a:alpha val="7738"/>
                  </a:srgbClr>
                </a:gs>
                <a:gs pos="28571">
                  <a:srgbClr val="003700">
                    <a:alpha val="6062"/>
                  </a:srgbClr>
                </a:gs>
                <a:gs pos="42857">
                  <a:srgbClr val="003700">
                    <a:alpha val="4019"/>
                  </a:srgbClr>
                </a:gs>
                <a:gs pos="57143">
                  <a:srgbClr val="003700">
                    <a:alpha val="2247"/>
                  </a:srgbClr>
                </a:gs>
                <a:gs pos="71429">
                  <a:srgbClr val="003700">
                    <a:alpha val="1058"/>
                  </a:srgbClr>
                </a:gs>
                <a:gs pos="85714">
                  <a:srgbClr val="003700">
                    <a:alpha val="420"/>
                  </a:srgbClr>
                </a:gs>
                <a:gs pos="100000">
                  <a:srgbClr val="003700">
                    <a:alpha val="140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560" name="Splat 1560"/>
            <p:cNvSpPr>
              <a:spLocks noGrp="1"/>
            </p:cNvSpPr>
            <p:nvPr/>
          </p:nvSpPr>
          <p:spPr>
            <a:xfrm rot="6989846">
              <a:off x="2673168" y="988625"/>
              <a:ext cx="528220" cy="491982"/>
            </a:xfrm>
            <a:prstGeom prst="ellipse">
              <a:avLst/>
            </a:prstGeom>
            <a:gradFill>
              <a:gsLst>
                <a:gs pos="0">
                  <a:srgbClr val="803800">
                    <a:alpha val="32968"/>
                  </a:srgbClr>
                </a:gs>
                <a:gs pos="14286">
                  <a:srgbClr val="803800">
                    <a:alpha val="30764"/>
                  </a:srgbClr>
                </a:gs>
                <a:gs pos="28571">
                  <a:srgbClr val="803800">
                    <a:alpha val="24833"/>
                  </a:srgbClr>
                </a:gs>
                <a:gs pos="42857">
                  <a:srgbClr val="803800">
                    <a:alpha val="17075"/>
                  </a:srgbClr>
                </a:gs>
                <a:gs pos="57143">
                  <a:srgbClr val="803800">
                    <a:alpha val="9855"/>
                  </a:srgbClr>
                </a:gs>
                <a:gs pos="71429">
                  <a:srgbClr val="803800">
                    <a:alpha val="4740"/>
                  </a:srgbClr>
                </a:gs>
                <a:gs pos="85714">
                  <a:srgbClr val="803800">
                    <a:alpha val="1902"/>
                  </a:srgbClr>
                </a:gs>
                <a:gs pos="100000">
                  <a:srgbClr val="803800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561" name="Splat 1561"/>
            <p:cNvSpPr>
              <a:spLocks noGrp="1"/>
            </p:cNvSpPr>
            <p:nvPr/>
          </p:nvSpPr>
          <p:spPr>
            <a:xfrm rot="7544216">
              <a:off x="2469845" y="801900"/>
              <a:ext cx="646468" cy="369366"/>
            </a:xfrm>
            <a:prstGeom prst="ellipse">
              <a:avLst/>
            </a:prstGeom>
            <a:gradFill>
              <a:gsLst>
                <a:gs pos="0">
                  <a:srgbClr val="E28E00">
                    <a:alpha val="25910"/>
                  </a:srgbClr>
                </a:gs>
                <a:gs pos="14286">
                  <a:srgbClr val="E28E00">
                    <a:alpha val="24091"/>
                  </a:srgbClr>
                </a:gs>
                <a:gs pos="28571">
                  <a:srgbClr val="E28E00">
                    <a:alpha val="19267"/>
                  </a:srgbClr>
                </a:gs>
                <a:gs pos="42857">
                  <a:srgbClr val="E28E00">
                    <a:alpha val="13097"/>
                  </a:srgbClr>
                </a:gs>
                <a:gs pos="57143">
                  <a:srgbClr val="E28E00">
                    <a:alpha val="7484"/>
                  </a:srgbClr>
                </a:gs>
                <a:gs pos="71429">
                  <a:srgbClr val="E28E00">
                    <a:alpha val="3576"/>
                  </a:srgbClr>
                </a:gs>
                <a:gs pos="85714">
                  <a:srgbClr val="E28E00">
                    <a:alpha val="1429"/>
                  </a:srgbClr>
                </a:gs>
                <a:gs pos="100000">
                  <a:srgbClr val="E28E00">
                    <a:alpha val="480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562" name="Splat 1562"/>
            <p:cNvSpPr>
              <a:spLocks noGrp="1"/>
            </p:cNvSpPr>
            <p:nvPr/>
          </p:nvSpPr>
          <p:spPr>
            <a:xfrm rot="6420421">
              <a:off x="2207994" y="888994"/>
              <a:ext cx="592886" cy="439094"/>
            </a:xfrm>
            <a:prstGeom prst="ellipse">
              <a:avLst/>
            </a:prstGeom>
            <a:gradFill>
              <a:gsLst>
                <a:gs pos="0">
                  <a:srgbClr val="FFCD00">
                    <a:alpha val="6403"/>
                  </a:srgbClr>
                </a:gs>
                <a:gs pos="14286">
                  <a:srgbClr val="FFCD00">
                    <a:alpha val="5901"/>
                  </a:srgbClr>
                </a:gs>
                <a:gs pos="28571">
                  <a:srgbClr val="FFCD00">
                    <a:alpha val="4613"/>
                  </a:srgbClr>
                </a:gs>
                <a:gs pos="42857">
                  <a:srgbClr val="FFCD00">
                    <a:alpha val="3050"/>
                  </a:srgbClr>
                </a:gs>
                <a:gs pos="57143">
                  <a:srgbClr val="FFCD00">
                    <a:alpha val="1702"/>
                  </a:srgbClr>
                </a:gs>
                <a:gs pos="71429">
                  <a:srgbClr val="FFCD00">
                    <a:alpha val="800"/>
                  </a:srgbClr>
                </a:gs>
                <a:gs pos="85714">
                  <a:srgbClr val="FFCD00">
                    <a:alpha val="317"/>
                  </a:srgbClr>
                </a:gs>
                <a:gs pos="100000">
                  <a:srgbClr val="FFCD00">
                    <a:alpha val="106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563" name="Splat 1563"/>
            <p:cNvSpPr>
              <a:spLocks noGrp="1"/>
            </p:cNvSpPr>
            <p:nvPr/>
          </p:nvSpPr>
          <p:spPr>
            <a:xfrm rot="3760222">
              <a:off x="1995200" y="986370"/>
              <a:ext cx="719946" cy="283590"/>
            </a:xfrm>
            <a:prstGeom prst="ellipse">
              <a:avLst/>
            </a:prstGeom>
            <a:gradFill>
              <a:gsLst>
                <a:gs pos="0">
                  <a:srgbClr val="924D00">
                    <a:alpha val="25055"/>
                  </a:srgbClr>
                </a:gs>
                <a:gs pos="14286">
                  <a:srgbClr val="924D00">
                    <a:alpha val="23286"/>
                  </a:srgbClr>
                </a:gs>
                <a:gs pos="28571">
                  <a:srgbClr val="924D00">
                    <a:alpha val="18602"/>
                  </a:srgbClr>
                </a:gs>
                <a:gs pos="42857">
                  <a:srgbClr val="924D00">
                    <a:alpha val="12629"/>
                  </a:srgbClr>
                </a:gs>
                <a:gs pos="57143">
                  <a:srgbClr val="924D00">
                    <a:alpha val="7208"/>
                  </a:srgbClr>
                </a:gs>
                <a:gs pos="71429">
                  <a:srgbClr val="924D00">
                    <a:alpha val="3441"/>
                  </a:srgbClr>
                </a:gs>
                <a:gs pos="85714">
                  <a:srgbClr val="924D00">
                    <a:alpha val="1375"/>
                  </a:srgbClr>
                </a:gs>
                <a:gs pos="100000">
                  <a:srgbClr val="924D00">
                    <a:alpha val="461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564" name="Splat 1564"/>
            <p:cNvSpPr>
              <a:spLocks noGrp="1"/>
            </p:cNvSpPr>
            <p:nvPr/>
          </p:nvSpPr>
          <p:spPr>
            <a:xfrm rot="-8349412">
              <a:off x="1816797" y="1001856"/>
              <a:ext cx="618189" cy="219191"/>
            </a:xfrm>
            <a:prstGeom prst="ellipse">
              <a:avLst/>
            </a:prstGeom>
            <a:gradFill>
              <a:gsLst>
                <a:gs pos="0">
                  <a:srgbClr val="794800">
                    <a:alpha val="32968"/>
                  </a:srgbClr>
                </a:gs>
                <a:gs pos="14286">
                  <a:srgbClr val="794800">
                    <a:alpha val="30764"/>
                  </a:srgbClr>
                </a:gs>
                <a:gs pos="28571">
                  <a:srgbClr val="794800">
                    <a:alpha val="24833"/>
                  </a:srgbClr>
                </a:gs>
                <a:gs pos="42857">
                  <a:srgbClr val="794800">
                    <a:alpha val="17075"/>
                  </a:srgbClr>
                </a:gs>
                <a:gs pos="57143">
                  <a:srgbClr val="794800">
                    <a:alpha val="9855"/>
                  </a:srgbClr>
                </a:gs>
                <a:gs pos="71429">
                  <a:srgbClr val="794800">
                    <a:alpha val="4740"/>
                  </a:srgbClr>
                </a:gs>
                <a:gs pos="85714">
                  <a:srgbClr val="794800">
                    <a:alpha val="1902"/>
                  </a:srgbClr>
                </a:gs>
                <a:gs pos="100000">
                  <a:srgbClr val="794800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565" name="Splat 1565"/>
            <p:cNvSpPr>
              <a:spLocks noGrp="1"/>
            </p:cNvSpPr>
            <p:nvPr/>
          </p:nvSpPr>
          <p:spPr>
            <a:xfrm rot="7414919">
              <a:off x="1394400" y="968790"/>
              <a:ext cx="629675" cy="438212"/>
            </a:xfrm>
            <a:prstGeom prst="ellipse">
              <a:avLst/>
            </a:prstGeom>
            <a:gradFill>
              <a:gsLst>
                <a:gs pos="0">
                  <a:srgbClr val="4C3900">
                    <a:alpha val="22749"/>
                  </a:srgbClr>
                </a:gs>
                <a:gs pos="14286">
                  <a:srgbClr val="4C3900">
                    <a:alpha val="21119"/>
                  </a:srgbClr>
                </a:gs>
                <a:gs pos="28571">
                  <a:srgbClr val="4C3900">
                    <a:alpha val="16823"/>
                  </a:srgbClr>
                </a:gs>
                <a:gs pos="42857">
                  <a:srgbClr val="4C3900">
                    <a:alpha val="11380"/>
                  </a:srgbClr>
                </a:gs>
                <a:gs pos="57143">
                  <a:srgbClr val="4C3900">
                    <a:alpha val="6475"/>
                  </a:srgbClr>
                </a:gs>
                <a:gs pos="71429">
                  <a:srgbClr val="4C3900">
                    <a:alpha val="3085"/>
                  </a:srgbClr>
                </a:gs>
                <a:gs pos="85714">
                  <a:srgbClr val="4C3900">
                    <a:alpha val="1232"/>
                  </a:srgbClr>
                </a:gs>
                <a:gs pos="100000">
                  <a:srgbClr val="4C3900">
                    <a:alpha val="413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566" name="Splat 1566"/>
            <p:cNvSpPr>
              <a:spLocks noGrp="1"/>
            </p:cNvSpPr>
            <p:nvPr/>
          </p:nvSpPr>
          <p:spPr>
            <a:xfrm rot="-10420004">
              <a:off x="1116786" y="912296"/>
              <a:ext cx="815598" cy="324304"/>
            </a:xfrm>
            <a:prstGeom prst="ellipse">
              <a:avLst/>
            </a:prstGeom>
            <a:gradFill>
              <a:gsLst>
                <a:gs pos="0">
                  <a:srgbClr val="B38300">
                    <a:alpha val="23658"/>
                  </a:srgbClr>
                </a:gs>
                <a:gs pos="14286">
                  <a:srgbClr val="B38300">
                    <a:alpha val="21973"/>
                  </a:srgbClr>
                </a:gs>
                <a:gs pos="28571">
                  <a:srgbClr val="B38300">
                    <a:alpha val="17523"/>
                  </a:srgbClr>
                </a:gs>
                <a:gs pos="42857">
                  <a:srgbClr val="B38300">
                    <a:alpha val="11870"/>
                  </a:srgbClr>
                </a:gs>
                <a:gs pos="57143">
                  <a:srgbClr val="B38300">
                    <a:alpha val="6762"/>
                  </a:srgbClr>
                </a:gs>
                <a:gs pos="71429">
                  <a:srgbClr val="B38300">
                    <a:alpha val="3224"/>
                  </a:srgbClr>
                </a:gs>
                <a:gs pos="85714">
                  <a:srgbClr val="B38300">
                    <a:alpha val="1288"/>
                  </a:srgbClr>
                </a:gs>
                <a:gs pos="100000">
                  <a:srgbClr val="B38300">
                    <a:alpha val="432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567" name="Splat 1567"/>
            <p:cNvSpPr>
              <a:spLocks noGrp="1"/>
            </p:cNvSpPr>
            <p:nvPr/>
          </p:nvSpPr>
          <p:spPr>
            <a:xfrm rot="10418394">
              <a:off x="954866" y="897559"/>
              <a:ext cx="680707" cy="470720"/>
            </a:xfrm>
            <a:prstGeom prst="ellipse">
              <a:avLst/>
            </a:prstGeom>
            <a:gradFill>
              <a:gsLst>
                <a:gs pos="0">
                  <a:srgbClr val="1F0000">
                    <a:alpha val="32968"/>
                  </a:srgbClr>
                </a:gs>
                <a:gs pos="14286">
                  <a:srgbClr val="1F0000">
                    <a:alpha val="30764"/>
                  </a:srgbClr>
                </a:gs>
                <a:gs pos="28571">
                  <a:srgbClr val="1F0000">
                    <a:alpha val="24833"/>
                  </a:srgbClr>
                </a:gs>
                <a:gs pos="42857">
                  <a:srgbClr val="1F0000">
                    <a:alpha val="17075"/>
                  </a:srgbClr>
                </a:gs>
                <a:gs pos="57143">
                  <a:srgbClr val="1F0000">
                    <a:alpha val="9855"/>
                  </a:srgbClr>
                </a:gs>
                <a:gs pos="71429">
                  <a:srgbClr val="1F0000">
                    <a:alpha val="4740"/>
                  </a:srgbClr>
                </a:gs>
                <a:gs pos="85714">
                  <a:srgbClr val="1F0000">
                    <a:alpha val="1902"/>
                  </a:srgbClr>
                </a:gs>
                <a:gs pos="100000">
                  <a:srgbClr val="1F0000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568" name="Splat 1568"/>
            <p:cNvSpPr>
              <a:spLocks noGrp="1"/>
            </p:cNvSpPr>
            <p:nvPr/>
          </p:nvSpPr>
          <p:spPr>
            <a:xfrm rot="9018262">
              <a:off x="695216" y="874203"/>
              <a:ext cx="871498" cy="387916"/>
            </a:xfrm>
            <a:prstGeom prst="ellipse">
              <a:avLst/>
            </a:prstGeom>
            <a:gradFill>
              <a:gsLst>
                <a:gs pos="0">
                  <a:srgbClr val="C58400">
                    <a:alpha val="16771"/>
                  </a:srgbClr>
                </a:gs>
                <a:gs pos="14286">
                  <a:srgbClr val="C58400">
                    <a:alpha val="15526"/>
                  </a:srgbClr>
                </a:gs>
                <a:gs pos="28571">
                  <a:srgbClr val="C58400">
                    <a:alpha val="12279"/>
                  </a:srgbClr>
                </a:gs>
                <a:gs pos="42857">
                  <a:srgbClr val="C58400">
                    <a:alpha val="8234"/>
                  </a:srgbClr>
                </a:gs>
                <a:gs pos="57143">
                  <a:srgbClr val="C58400">
                    <a:alpha val="4650"/>
                  </a:srgbClr>
                </a:gs>
                <a:gs pos="71429">
                  <a:srgbClr val="C58400">
                    <a:alpha val="2204"/>
                  </a:srgbClr>
                </a:gs>
                <a:gs pos="85714">
                  <a:srgbClr val="C58400">
                    <a:alpha val="877"/>
                  </a:srgbClr>
                </a:gs>
                <a:gs pos="100000">
                  <a:srgbClr val="C58400">
                    <a:alpha val="294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569" name="Splat 1569"/>
            <p:cNvSpPr>
              <a:spLocks noGrp="1"/>
            </p:cNvSpPr>
            <p:nvPr/>
          </p:nvSpPr>
          <p:spPr>
            <a:xfrm rot="2765704">
              <a:off x="572241" y="820000"/>
              <a:ext cx="691006" cy="616856"/>
            </a:xfrm>
            <a:prstGeom prst="ellipse">
              <a:avLst/>
            </a:prstGeom>
            <a:gradFill>
              <a:gsLst>
                <a:gs pos="0">
                  <a:srgbClr val="5A3600">
                    <a:alpha val="26780"/>
                  </a:srgbClr>
                </a:gs>
                <a:gs pos="14286">
                  <a:srgbClr val="5A3600">
                    <a:alpha val="24911"/>
                  </a:srgbClr>
                </a:gs>
                <a:gs pos="28571">
                  <a:srgbClr val="5A3600">
                    <a:alpha val="19944"/>
                  </a:srgbClr>
                </a:gs>
                <a:gs pos="42857">
                  <a:srgbClr val="5A3600">
                    <a:alpha val="13576"/>
                  </a:srgbClr>
                </a:gs>
                <a:gs pos="57143">
                  <a:srgbClr val="5A3600">
                    <a:alpha val="7767"/>
                  </a:srgbClr>
                </a:gs>
                <a:gs pos="71429">
                  <a:srgbClr val="5A3600">
                    <a:alpha val="3714"/>
                  </a:srgbClr>
                </a:gs>
                <a:gs pos="85714">
                  <a:srgbClr val="5A3600">
                    <a:alpha val="1485"/>
                  </a:srgbClr>
                </a:gs>
                <a:gs pos="100000">
                  <a:srgbClr val="5A3600">
                    <a:alpha val="49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570" name="Splat 1570"/>
            <p:cNvSpPr>
              <a:spLocks noGrp="1"/>
            </p:cNvSpPr>
            <p:nvPr/>
          </p:nvSpPr>
          <p:spPr>
            <a:xfrm rot="4340517">
              <a:off x="361396" y="926787"/>
              <a:ext cx="756621" cy="539678"/>
            </a:xfrm>
            <a:prstGeom prst="ellipse">
              <a:avLst/>
            </a:prstGeom>
            <a:gradFill>
              <a:gsLst>
                <a:gs pos="0">
                  <a:srgbClr val="5D2700">
                    <a:alpha val="32884"/>
                  </a:srgbClr>
                </a:gs>
                <a:gs pos="14286">
                  <a:srgbClr val="5D2700">
                    <a:alpha val="30684"/>
                  </a:srgbClr>
                </a:gs>
                <a:gs pos="28571">
                  <a:srgbClr val="5D2700">
                    <a:alpha val="24765"/>
                  </a:srgbClr>
                </a:gs>
                <a:gs pos="42857">
                  <a:srgbClr val="5D2700">
                    <a:alpha val="17026"/>
                  </a:srgbClr>
                </a:gs>
                <a:gs pos="57143">
                  <a:srgbClr val="5D2700">
                    <a:alpha val="9825"/>
                  </a:srgbClr>
                </a:gs>
                <a:gs pos="71429">
                  <a:srgbClr val="5D2700">
                    <a:alpha val="4726"/>
                  </a:srgbClr>
                </a:gs>
                <a:gs pos="85714">
                  <a:srgbClr val="5D2700">
                    <a:alpha val="1896"/>
                  </a:srgbClr>
                </a:gs>
                <a:gs pos="100000">
                  <a:srgbClr val="5D2700">
                    <a:alpha val="637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571" name="Splat 1571"/>
            <p:cNvSpPr>
              <a:spLocks noGrp="1"/>
            </p:cNvSpPr>
            <p:nvPr/>
          </p:nvSpPr>
          <p:spPr>
            <a:xfrm rot="8850606">
              <a:off x="107959" y="794211"/>
              <a:ext cx="790976" cy="614488"/>
            </a:xfrm>
            <a:prstGeom prst="ellipse">
              <a:avLst/>
            </a:prstGeom>
            <a:gradFill>
              <a:gsLst>
                <a:gs pos="0">
                  <a:srgbClr val="634200">
                    <a:alpha val="25230"/>
                  </a:srgbClr>
                </a:gs>
                <a:gs pos="14286">
                  <a:srgbClr val="634200">
                    <a:alpha val="23450"/>
                  </a:srgbClr>
                </a:gs>
                <a:gs pos="28571">
                  <a:srgbClr val="634200">
                    <a:alpha val="18738"/>
                  </a:srgbClr>
                </a:gs>
                <a:gs pos="42857">
                  <a:srgbClr val="634200">
                    <a:alpha val="12724"/>
                  </a:srgbClr>
                </a:gs>
                <a:gs pos="57143">
                  <a:srgbClr val="634200">
                    <a:alpha val="7264"/>
                  </a:srgbClr>
                </a:gs>
                <a:gs pos="71429">
                  <a:srgbClr val="634200">
                    <a:alpha val="3468"/>
                  </a:srgbClr>
                </a:gs>
                <a:gs pos="85714">
                  <a:srgbClr val="634200">
                    <a:alpha val="1386"/>
                  </a:srgbClr>
                </a:gs>
                <a:gs pos="100000">
                  <a:srgbClr val="634200">
                    <a:alpha val="465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572" name="Splat 1572"/>
            <p:cNvSpPr>
              <a:spLocks noGrp="1"/>
            </p:cNvSpPr>
            <p:nvPr/>
          </p:nvSpPr>
          <p:spPr>
            <a:xfrm rot="-10007631">
              <a:off x="-110969" y="928052"/>
              <a:ext cx="765774" cy="426510"/>
            </a:xfrm>
            <a:prstGeom prst="ellipse">
              <a:avLst/>
            </a:prstGeom>
            <a:gradFill>
              <a:gsLst>
                <a:gs pos="0">
                  <a:srgbClr val="6C2D00">
                    <a:alpha val="32968"/>
                  </a:srgbClr>
                </a:gs>
                <a:gs pos="14286">
                  <a:srgbClr val="6C2D00">
                    <a:alpha val="30764"/>
                  </a:srgbClr>
                </a:gs>
                <a:gs pos="28571">
                  <a:srgbClr val="6C2D00">
                    <a:alpha val="24833"/>
                  </a:srgbClr>
                </a:gs>
                <a:gs pos="42857">
                  <a:srgbClr val="6C2D00">
                    <a:alpha val="17075"/>
                  </a:srgbClr>
                </a:gs>
                <a:gs pos="57143">
                  <a:srgbClr val="6C2D00">
                    <a:alpha val="9855"/>
                  </a:srgbClr>
                </a:gs>
                <a:gs pos="71429">
                  <a:srgbClr val="6C2D00">
                    <a:alpha val="4740"/>
                  </a:srgbClr>
                </a:gs>
                <a:gs pos="85714">
                  <a:srgbClr val="6C2D00">
                    <a:alpha val="1902"/>
                  </a:srgbClr>
                </a:gs>
                <a:gs pos="100000">
                  <a:srgbClr val="6C2D00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573" name="Splat 1573"/>
            <p:cNvSpPr>
              <a:spLocks noGrp="1"/>
            </p:cNvSpPr>
            <p:nvPr/>
          </p:nvSpPr>
          <p:spPr>
            <a:xfrm rot="6686250">
              <a:off x="-143189" y="970892"/>
              <a:ext cx="584043" cy="245382"/>
            </a:xfrm>
            <a:prstGeom prst="ellipse">
              <a:avLst/>
            </a:prstGeom>
            <a:gradFill>
              <a:gsLst>
                <a:gs pos="0">
                  <a:srgbClr val="732700">
                    <a:alpha val="32968"/>
                  </a:srgbClr>
                </a:gs>
                <a:gs pos="14286">
                  <a:srgbClr val="732700">
                    <a:alpha val="30764"/>
                  </a:srgbClr>
                </a:gs>
                <a:gs pos="28571">
                  <a:srgbClr val="732700">
                    <a:alpha val="24833"/>
                  </a:srgbClr>
                </a:gs>
                <a:gs pos="42857">
                  <a:srgbClr val="732700">
                    <a:alpha val="17075"/>
                  </a:srgbClr>
                </a:gs>
                <a:gs pos="57143">
                  <a:srgbClr val="732700">
                    <a:alpha val="9855"/>
                  </a:srgbClr>
                </a:gs>
                <a:gs pos="71429">
                  <a:srgbClr val="732700">
                    <a:alpha val="4740"/>
                  </a:srgbClr>
                </a:gs>
                <a:gs pos="85714">
                  <a:srgbClr val="732700">
                    <a:alpha val="1902"/>
                  </a:srgbClr>
                </a:gs>
                <a:gs pos="100000">
                  <a:srgbClr val="732700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574" name="Splat 1574"/>
            <p:cNvSpPr>
              <a:spLocks noGrp="1"/>
            </p:cNvSpPr>
            <p:nvPr/>
          </p:nvSpPr>
          <p:spPr>
            <a:xfrm rot="5338347">
              <a:off x="3056041" y="776801"/>
              <a:ext cx="602417" cy="229459"/>
            </a:xfrm>
            <a:prstGeom prst="ellipse">
              <a:avLst/>
            </a:prstGeom>
            <a:gradFill>
              <a:gsLst>
                <a:gs pos="0">
                  <a:srgbClr val="F0F0F3">
                    <a:alpha val="31882"/>
                  </a:srgbClr>
                </a:gs>
                <a:gs pos="14286">
                  <a:srgbClr val="F0F0F3">
                    <a:alpha val="29733"/>
                  </a:srgbClr>
                </a:gs>
                <a:gs pos="28571">
                  <a:srgbClr val="F0F0F3">
                    <a:alpha val="23966"/>
                  </a:srgbClr>
                </a:gs>
                <a:gs pos="42857">
                  <a:srgbClr val="F0F0F3">
                    <a:alpha val="16449"/>
                  </a:srgbClr>
                </a:gs>
                <a:gs pos="57143">
                  <a:srgbClr val="F0F0F3">
                    <a:alpha val="9478"/>
                  </a:srgbClr>
                </a:gs>
                <a:gs pos="71429">
                  <a:srgbClr val="F0F0F3">
                    <a:alpha val="4554"/>
                  </a:srgbClr>
                </a:gs>
                <a:gs pos="85714">
                  <a:srgbClr val="F0F0F3">
                    <a:alpha val="1826"/>
                  </a:srgbClr>
                </a:gs>
                <a:gs pos="100000">
                  <a:srgbClr val="F0F0F3">
                    <a:alpha val="614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575" name="Splat 1575"/>
            <p:cNvSpPr>
              <a:spLocks noGrp="1"/>
            </p:cNvSpPr>
            <p:nvPr/>
          </p:nvSpPr>
          <p:spPr>
            <a:xfrm rot="5023213">
              <a:off x="2745167" y="807234"/>
              <a:ext cx="790923" cy="339418"/>
            </a:xfrm>
            <a:prstGeom prst="ellipse">
              <a:avLst/>
            </a:prstGeom>
            <a:gradFill>
              <a:gsLst>
                <a:gs pos="0">
                  <a:srgbClr val="370000">
                    <a:alpha val="18789"/>
                  </a:srgbClr>
                </a:gs>
                <a:gs pos="14286">
                  <a:srgbClr val="370000">
                    <a:alpha val="17410"/>
                  </a:srgbClr>
                </a:gs>
                <a:gs pos="28571">
                  <a:srgbClr val="370000">
                    <a:alpha val="13802"/>
                  </a:srgbClr>
                </a:gs>
                <a:gs pos="42857">
                  <a:srgbClr val="370000">
                    <a:alpha val="9282"/>
                  </a:srgbClr>
                </a:gs>
                <a:gs pos="57143">
                  <a:srgbClr val="370000">
                    <a:alpha val="5255"/>
                  </a:srgbClr>
                </a:gs>
                <a:gs pos="71429">
                  <a:srgbClr val="370000">
                    <a:alpha val="2495"/>
                  </a:srgbClr>
                </a:gs>
                <a:gs pos="85714">
                  <a:srgbClr val="370000">
                    <a:alpha val="994"/>
                  </a:srgbClr>
                </a:gs>
                <a:gs pos="100000">
                  <a:srgbClr val="370000">
                    <a:alpha val="333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576" name="Splat 1576"/>
            <p:cNvSpPr>
              <a:spLocks noGrp="1"/>
            </p:cNvSpPr>
            <p:nvPr/>
          </p:nvSpPr>
          <p:spPr>
            <a:xfrm rot="3788225">
              <a:off x="2500002" y="705496"/>
              <a:ext cx="801446" cy="405888"/>
            </a:xfrm>
            <a:prstGeom prst="ellipse">
              <a:avLst/>
            </a:prstGeom>
            <a:gradFill>
              <a:gsLst>
                <a:gs pos="0">
                  <a:srgbClr val="865B00">
                    <a:alpha val="32968"/>
                  </a:srgbClr>
                </a:gs>
                <a:gs pos="14286">
                  <a:srgbClr val="865B00">
                    <a:alpha val="30764"/>
                  </a:srgbClr>
                </a:gs>
                <a:gs pos="28571">
                  <a:srgbClr val="865B00">
                    <a:alpha val="24833"/>
                  </a:srgbClr>
                </a:gs>
                <a:gs pos="42857">
                  <a:srgbClr val="865B00">
                    <a:alpha val="17075"/>
                  </a:srgbClr>
                </a:gs>
                <a:gs pos="57143">
                  <a:srgbClr val="865B00">
                    <a:alpha val="9855"/>
                  </a:srgbClr>
                </a:gs>
                <a:gs pos="71429">
                  <a:srgbClr val="865B00">
                    <a:alpha val="4740"/>
                  </a:srgbClr>
                </a:gs>
                <a:gs pos="85714">
                  <a:srgbClr val="865B00">
                    <a:alpha val="1902"/>
                  </a:srgbClr>
                </a:gs>
                <a:gs pos="100000">
                  <a:srgbClr val="865B00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577" name="Splat 1577"/>
            <p:cNvSpPr>
              <a:spLocks noGrp="1"/>
            </p:cNvSpPr>
            <p:nvPr/>
          </p:nvSpPr>
          <p:spPr>
            <a:xfrm rot="-8308683">
              <a:off x="2426946" y="724921"/>
              <a:ext cx="573650" cy="393973"/>
            </a:xfrm>
            <a:prstGeom prst="ellipse">
              <a:avLst/>
            </a:prstGeom>
            <a:gradFill>
              <a:gsLst>
                <a:gs pos="0">
                  <a:srgbClr val="000000">
                    <a:alpha val="32968"/>
                  </a:srgbClr>
                </a:gs>
                <a:gs pos="14286">
                  <a:srgbClr val="000000">
                    <a:alpha val="30764"/>
                  </a:srgbClr>
                </a:gs>
                <a:gs pos="28571">
                  <a:srgbClr val="000000">
                    <a:alpha val="24833"/>
                  </a:srgbClr>
                </a:gs>
                <a:gs pos="42857">
                  <a:srgbClr val="000000">
                    <a:alpha val="17075"/>
                  </a:srgbClr>
                </a:gs>
                <a:gs pos="57143">
                  <a:srgbClr val="000000">
                    <a:alpha val="9855"/>
                  </a:srgbClr>
                </a:gs>
                <a:gs pos="71429">
                  <a:srgbClr val="000000">
                    <a:alpha val="4740"/>
                  </a:srgbClr>
                </a:gs>
                <a:gs pos="85714">
                  <a:srgbClr val="000000">
                    <a:alpha val="1902"/>
                  </a:srgbClr>
                </a:gs>
                <a:gs pos="100000">
                  <a:srgbClr val="000000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578" name="Splat 1578"/>
            <p:cNvSpPr>
              <a:spLocks noGrp="1"/>
            </p:cNvSpPr>
            <p:nvPr/>
          </p:nvSpPr>
          <p:spPr>
            <a:xfrm rot="5096461">
              <a:off x="1947098" y="791077"/>
              <a:ext cx="746958" cy="372580"/>
            </a:xfrm>
            <a:prstGeom prst="ellipse">
              <a:avLst/>
            </a:prstGeom>
            <a:gradFill>
              <a:gsLst>
                <a:gs pos="0">
                  <a:srgbClr val="FFEA00">
                    <a:alpha val="5498"/>
                  </a:srgbClr>
                </a:gs>
                <a:gs pos="14286">
                  <a:srgbClr val="FFEA00">
                    <a:alpha val="5065"/>
                  </a:srgbClr>
                </a:gs>
                <a:gs pos="28571">
                  <a:srgbClr val="FFEA00">
                    <a:alpha val="3955"/>
                  </a:srgbClr>
                </a:gs>
                <a:gs pos="42857">
                  <a:srgbClr val="FFEA00">
                    <a:alpha val="2612"/>
                  </a:srgbClr>
                </a:gs>
                <a:gs pos="57143">
                  <a:srgbClr val="FFEA00">
                    <a:alpha val="1456"/>
                  </a:srgbClr>
                </a:gs>
                <a:gs pos="71429">
                  <a:srgbClr val="FFEA00">
                    <a:alpha val="684"/>
                  </a:srgbClr>
                </a:gs>
                <a:gs pos="85714">
                  <a:srgbClr val="FFEA00">
                    <a:alpha val="271"/>
                  </a:srgbClr>
                </a:gs>
                <a:gs pos="100000">
                  <a:srgbClr val="FFEA00">
                    <a:alpha val="91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579" name="Splat 1579"/>
            <p:cNvSpPr>
              <a:spLocks noGrp="1"/>
            </p:cNvSpPr>
            <p:nvPr/>
          </p:nvSpPr>
          <p:spPr>
            <a:xfrm rot="5427974">
              <a:off x="1711275" y="766099"/>
              <a:ext cx="902232" cy="347763"/>
            </a:xfrm>
            <a:prstGeom prst="ellipse">
              <a:avLst/>
            </a:prstGeom>
            <a:gradFill>
              <a:gsLst>
                <a:gs pos="0">
                  <a:srgbClr val="8F6900">
                    <a:alpha val="32968"/>
                  </a:srgbClr>
                </a:gs>
                <a:gs pos="14286">
                  <a:srgbClr val="8F6900">
                    <a:alpha val="30764"/>
                  </a:srgbClr>
                </a:gs>
                <a:gs pos="28571">
                  <a:srgbClr val="8F6900">
                    <a:alpha val="24833"/>
                  </a:srgbClr>
                </a:gs>
                <a:gs pos="42857">
                  <a:srgbClr val="8F6900">
                    <a:alpha val="17075"/>
                  </a:srgbClr>
                </a:gs>
                <a:gs pos="57143">
                  <a:srgbClr val="8F6900">
                    <a:alpha val="9855"/>
                  </a:srgbClr>
                </a:gs>
                <a:gs pos="71429">
                  <a:srgbClr val="8F6900">
                    <a:alpha val="4740"/>
                  </a:srgbClr>
                </a:gs>
                <a:gs pos="85714">
                  <a:srgbClr val="8F6900">
                    <a:alpha val="1902"/>
                  </a:srgbClr>
                </a:gs>
                <a:gs pos="100000">
                  <a:srgbClr val="8F6900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580" name="Splat 1580"/>
            <p:cNvSpPr>
              <a:spLocks noGrp="1"/>
            </p:cNvSpPr>
            <p:nvPr/>
          </p:nvSpPr>
          <p:spPr>
            <a:xfrm rot="6697447">
              <a:off x="1571899" y="799611"/>
              <a:ext cx="637698" cy="291446"/>
            </a:xfrm>
            <a:prstGeom prst="ellipse">
              <a:avLst/>
            </a:prstGeom>
            <a:gradFill>
              <a:gsLst>
                <a:gs pos="0">
                  <a:srgbClr val="9B6400">
                    <a:alpha val="32968"/>
                  </a:srgbClr>
                </a:gs>
                <a:gs pos="14286">
                  <a:srgbClr val="9B6400">
                    <a:alpha val="30764"/>
                  </a:srgbClr>
                </a:gs>
                <a:gs pos="28571">
                  <a:srgbClr val="9B6400">
                    <a:alpha val="24833"/>
                  </a:srgbClr>
                </a:gs>
                <a:gs pos="42857">
                  <a:srgbClr val="9B6400">
                    <a:alpha val="17075"/>
                  </a:srgbClr>
                </a:gs>
                <a:gs pos="57143">
                  <a:srgbClr val="9B6400">
                    <a:alpha val="9855"/>
                  </a:srgbClr>
                </a:gs>
                <a:gs pos="71429">
                  <a:srgbClr val="9B6400">
                    <a:alpha val="4740"/>
                  </a:srgbClr>
                </a:gs>
                <a:gs pos="85714">
                  <a:srgbClr val="9B6400">
                    <a:alpha val="1902"/>
                  </a:srgbClr>
                </a:gs>
                <a:gs pos="100000">
                  <a:srgbClr val="9B6400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581" name="Splat 1581"/>
            <p:cNvSpPr>
              <a:spLocks noGrp="1"/>
            </p:cNvSpPr>
            <p:nvPr/>
          </p:nvSpPr>
          <p:spPr>
            <a:xfrm rot="10620396">
              <a:off x="1367575" y="621345"/>
              <a:ext cx="830390" cy="504789"/>
            </a:xfrm>
            <a:prstGeom prst="ellipse">
              <a:avLst/>
            </a:prstGeom>
            <a:gradFill>
              <a:gsLst>
                <a:gs pos="0">
                  <a:srgbClr val="000000">
                    <a:alpha val="22758"/>
                  </a:srgbClr>
                </a:gs>
                <a:gs pos="14286">
                  <a:srgbClr val="000000">
                    <a:alpha val="21128"/>
                  </a:srgbClr>
                </a:gs>
                <a:gs pos="28571">
                  <a:srgbClr val="000000">
                    <a:alpha val="16830"/>
                  </a:srgbClr>
                </a:gs>
                <a:gs pos="42857">
                  <a:srgbClr val="000000">
                    <a:alpha val="11386"/>
                  </a:srgbClr>
                </a:gs>
                <a:gs pos="57143">
                  <a:srgbClr val="000000">
                    <a:alpha val="6478"/>
                  </a:srgbClr>
                </a:gs>
                <a:gs pos="71429">
                  <a:srgbClr val="000000">
                    <a:alpha val="3087"/>
                  </a:srgbClr>
                </a:gs>
                <a:gs pos="85714">
                  <a:srgbClr val="000000">
                    <a:alpha val="1232"/>
                  </a:srgbClr>
                </a:gs>
                <a:gs pos="100000">
                  <a:srgbClr val="000000">
                    <a:alpha val="413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582" name="Splat 1582"/>
            <p:cNvSpPr>
              <a:spLocks noGrp="1"/>
            </p:cNvSpPr>
            <p:nvPr/>
          </p:nvSpPr>
          <p:spPr>
            <a:xfrm rot="7584862">
              <a:off x="1129831" y="671779"/>
              <a:ext cx="726529" cy="466946"/>
            </a:xfrm>
            <a:prstGeom prst="ellipse">
              <a:avLst/>
            </a:prstGeom>
            <a:gradFill>
              <a:gsLst>
                <a:gs pos="0">
                  <a:srgbClr val="FCAE00">
                    <a:alpha val="16989"/>
                  </a:srgbClr>
                </a:gs>
                <a:gs pos="14286">
                  <a:srgbClr val="FCAE00">
                    <a:alpha val="15729"/>
                  </a:srgbClr>
                </a:gs>
                <a:gs pos="28571">
                  <a:srgbClr val="FCAE00">
                    <a:alpha val="12443"/>
                  </a:srgbClr>
                </a:gs>
                <a:gs pos="42857">
                  <a:srgbClr val="FCAE00">
                    <a:alpha val="8347"/>
                  </a:srgbClr>
                </a:gs>
                <a:gs pos="57143">
                  <a:srgbClr val="FCAE00">
                    <a:alpha val="4715"/>
                  </a:srgbClr>
                </a:gs>
                <a:gs pos="71429">
                  <a:srgbClr val="FCAE00">
                    <a:alpha val="2235"/>
                  </a:srgbClr>
                </a:gs>
                <a:gs pos="85714">
                  <a:srgbClr val="FCAE00">
                    <a:alpha val="890"/>
                  </a:srgbClr>
                </a:gs>
                <a:gs pos="100000">
                  <a:srgbClr val="FCAE00">
                    <a:alpha val="298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583" name="Splat 1583"/>
            <p:cNvSpPr>
              <a:spLocks noGrp="1"/>
            </p:cNvSpPr>
            <p:nvPr/>
          </p:nvSpPr>
          <p:spPr>
            <a:xfrm rot="5450556">
              <a:off x="1096571" y="678117"/>
              <a:ext cx="664998" cy="458914"/>
            </a:xfrm>
            <a:prstGeom prst="ellipse">
              <a:avLst/>
            </a:prstGeom>
            <a:gradFill>
              <a:gsLst>
                <a:gs pos="0">
                  <a:srgbClr val="353500">
                    <a:alpha val="32634"/>
                  </a:srgbClr>
                </a:gs>
                <a:gs pos="14286">
                  <a:srgbClr val="353500">
                    <a:alpha val="30447"/>
                  </a:srgbClr>
                </a:gs>
                <a:gs pos="28571">
                  <a:srgbClr val="353500">
                    <a:alpha val="24566"/>
                  </a:srgbClr>
                </a:gs>
                <a:gs pos="42857">
                  <a:srgbClr val="353500">
                    <a:alpha val="16882"/>
                  </a:srgbClr>
                </a:gs>
                <a:gs pos="57143">
                  <a:srgbClr val="353500">
                    <a:alpha val="9739"/>
                  </a:srgbClr>
                </a:gs>
                <a:gs pos="71429">
                  <a:srgbClr val="353500">
                    <a:alpha val="4683"/>
                  </a:srgbClr>
                </a:gs>
                <a:gs pos="85714">
                  <a:srgbClr val="353500">
                    <a:alpha val="1879"/>
                  </a:srgbClr>
                </a:gs>
                <a:gs pos="100000">
                  <a:srgbClr val="353500">
                    <a:alpha val="632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584" name="Splat 1584"/>
            <p:cNvSpPr>
              <a:spLocks noGrp="1"/>
            </p:cNvSpPr>
            <p:nvPr/>
          </p:nvSpPr>
          <p:spPr>
            <a:xfrm rot="-9208432">
              <a:off x="777113" y="618121"/>
              <a:ext cx="652077" cy="576024"/>
            </a:xfrm>
            <a:prstGeom prst="ellipse">
              <a:avLst/>
            </a:prstGeom>
            <a:gradFill>
              <a:gsLst>
                <a:gs pos="0">
                  <a:srgbClr val="000000">
                    <a:alpha val="32968"/>
                  </a:srgbClr>
                </a:gs>
                <a:gs pos="14286">
                  <a:srgbClr val="000000">
                    <a:alpha val="30764"/>
                  </a:srgbClr>
                </a:gs>
                <a:gs pos="28571">
                  <a:srgbClr val="000000">
                    <a:alpha val="24833"/>
                  </a:srgbClr>
                </a:gs>
                <a:gs pos="42857">
                  <a:srgbClr val="000000">
                    <a:alpha val="17075"/>
                  </a:srgbClr>
                </a:gs>
                <a:gs pos="57143">
                  <a:srgbClr val="000000">
                    <a:alpha val="9855"/>
                  </a:srgbClr>
                </a:gs>
                <a:gs pos="71429">
                  <a:srgbClr val="000000">
                    <a:alpha val="4740"/>
                  </a:srgbClr>
                </a:gs>
                <a:gs pos="85714">
                  <a:srgbClr val="000000">
                    <a:alpha val="1902"/>
                  </a:srgbClr>
                </a:gs>
                <a:gs pos="100000">
                  <a:srgbClr val="000000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585" name="Splat 1585"/>
            <p:cNvSpPr>
              <a:spLocks noGrp="1"/>
            </p:cNvSpPr>
            <p:nvPr/>
          </p:nvSpPr>
          <p:spPr>
            <a:xfrm rot="3770889">
              <a:off x="493673" y="622456"/>
              <a:ext cx="683991" cy="542897"/>
            </a:xfrm>
            <a:prstGeom prst="ellipse">
              <a:avLst/>
            </a:prstGeom>
            <a:gradFill>
              <a:gsLst>
                <a:gs pos="0">
                  <a:srgbClr val="000000">
                    <a:alpha val="32968"/>
                  </a:srgbClr>
                </a:gs>
                <a:gs pos="14286">
                  <a:srgbClr val="000000">
                    <a:alpha val="30764"/>
                  </a:srgbClr>
                </a:gs>
                <a:gs pos="28571">
                  <a:srgbClr val="000000">
                    <a:alpha val="24833"/>
                  </a:srgbClr>
                </a:gs>
                <a:gs pos="42857">
                  <a:srgbClr val="000000">
                    <a:alpha val="17075"/>
                  </a:srgbClr>
                </a:gs>
                <a:gs pos="57143">
                  <a:srgbClr val="000000">
                    <a:alpha val="9855"/>
                  </a:srgbClr>
                </a:gs>
                <a:gs pos="71429">
                  <a:srgbClr val="000000">
                    <a:alpha val="4740"/>
                  </a:srgbClr>
                </a:gs>
                <a:gs pos="85714">
                  <a:srgbClr val="000000">
                    <a:alpha val="1902"/>
                  </a:srgbClr>
                </a:gs>
                <a:gs pos="100000">
                  <a:srgbClr val="000000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586" name="Splat 1586"/>
            <p:cNvSpPr>
              <a:spLocks noGrp="1"/>
            </p:cNvSpPr>
            <p:nvPr/>
          </p:nvSpPr>
          <p:spPr>
            <a:xfrm rot="-9397853">
              <a:off x="369575" y="709090"/>
              <a:ext cx="656094" cy="368443"/>
            </a:xfrm>
            <a:prstGeom prst="ellipse">
              <a:avLst/>
            </a:prstGeom>
            <a:gradFill>
              <a:gsLst>
                <a:gs pos="0">
                  <a:srgbClr val="A86E00">
                    <a:alpha val="15227"/>
                  </a:srgbClr>
                </a:gs>
                <a:gs pos="14286">
                  <a:srgbClr val="A86E00">
                    <a:alpha val="14087"/>
                  </a:srgbClr>
                </a:gs>
                <a:gs pos="28571">
                  <a:srgbClr val="A86E00">
                    <a:alpha val="11121"/>
                  </a:srgbClr>
                </a:gs>
                <a:gs pos="42857">
                  <a:srgbClr val="A86E00">
                    <a:alpha val="7441"/>
                  </a:srgbClr>
                </a:gs>
                <a:gs pos="57143">
                  <a:srgbClr val="A86E00">
                    <a:alpha val="4194"/>
                  </a:srgbClr>
                </a:gs>
                <a:gs pos="71429">
                  <a:srgbClr val="A86E00">
                    <a:alpha val="1986"/>
                  </a:srgbClr>
                </a:gs>
                <a:gs pos="85714">
                  <a:srgbClr val="A86E00">
                    <a:alpha val="790"/>
                  </a:srgbClr>
                </a:gs>
                <a:gs pos="100000">
                  <a:srgbClr val="A86E00">
                    <a:alpha val="265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587" name="Splat 1587"/>
            <p:cNvSpPr>
              <a:spLocks noGrp="1"/>
            </p:cNvSpPr>
            <p:nvPr/>
          </p:nvSpPr>
          <p:spPr>
            <a:xfrm rot="-8170380">
              <a:off x="71725" y="588466"/>
              <a:ext cx="781397" cy="652660"/>
            </a:xfrm>
            <a:prstGeom prst="ellipse">
              <a:avLst/>
            </a:prstGeom>
            <a:gradFill>
              <a:gsLst>
                <a:gs pos="0">
                  <a:srgbClr val="725200">
                    <a:alpha val="25735"/>
                  </a:srgbClr>
                </a:gs>
                <a:gs pos="14286">
                  <a:srgbClr val="725200">
                    <a:alpha val="23926"/>
                  </a:srgbClr>
                </a:gs>
                <a:gs pos="28571">
                  <a:srgbClr val="725200">
                    <a:alpha val="19130"/>
                  </a:srgbClr>
                </a:gs>
                <a:gs pos="42857">
                  <a:srgbClr val="725200">
                    <a:alpha val="13001"/>
                  </a:srgbClr>
                </a:gs>
                <a:gs pos="57143">
                  <a:srgbClr val="725200">
                    <a:alpha val="7427"/>
                  </a:srgbClr>
                </a:gs>
                <a:gs pos="71429">
                  <a:srgbClr val="725200">
                    <a:alpha val="3548"/>
                  </a:srgbClr>
                </a:gs>
                <a:gs pos="85714">
                  <a:srgbClr val="725200">
                    <a:alpha val="1418"/>
                  </a:srgbClr>
                </a:gs>
                <a:gs pos="100000">
                  <a:srgbClr val="725200">
                    <a:alpha val="476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588" name="Splat 1588"/>
            <p:cNvSpPr>
              <a:spLocks noGrp="1"/>
            </p:cNvSpPr>
            <p:nvPr/>
          </p:nvSpPr>
          <p:spPr>
            <a:xfrm rot="7164150">
              <a:off x="-136309" y="609393"/>
              <a:ext cx="806763" cy="627727"/>
            </a:xfrm>
            <a:prstGeom prst="ellipse">
              <a:avLst/>
            </a:prstGeom>
            <a:gradFill>
              <a:gsLst>
                <a:gs pos="0">
                  <a:srgbClr val="775900">
                    <a:alpha val="24765"/>
                  </a:srgbClr>
                </a:gs>
                <a:gs pos="14286">
                  <a:srgbClr val="775900">
                    <a:alpha val="23013"/>
                  </a:srgbClr>
                </a:gs>
                <a:gs pos="28571">
                  <a:srgbClr val="775900">
                    <a:alpha val="18378"/>
                  </a:srgbClr>
                </a:gs>
                <a:gs pos="42857">
                  <a:srgbClr val="775900">
                    <a:alpha val="12471"/>
                  </a:srgbClr>
                </a:gs>
                <a:gs pos="57143">
                  <a:srgbClr val="775900">
                    <a:alpha val="7115"/>
                  </a:srgbClr>
                </a:gs>
                <a:gs pos="71429">
                  <a:srgbClr val="775900">
                    <a:alpha val="3396"/>
                  </a:srgbClr>
                </a:gs>
                <a:gs pos="85714">
                  <a:srgbClr val="775900">
                    <a:alpha val="1357"/>
                  </a:srgbClr>
                </a:gs>
                <a:gs pos="100000">
                  <a:srgbClr val="775900">
                    <a:alpha val="455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589" name="Splat 1589"/>
            <p:cNvSpPr>
              <a:spLocks noGrp="1"/>
            </p:cNvSpPr>
            <p:nvPr/>
          </p:nvSpPr>
          <p:spPr>
            <a:xfrm rot="7054833">
              <a:off x="-245466" y="645161"/>
              <a:ext cx="716192" cy="567700"/>
            </a:xfrm>
            <a:prstGeom prst="ellipse">
              <a:avLst/>
            </a:prstGeom>
            <a:gradFill>
              <a:gsLst>
                <a:gs pos="0">
                  <a:srgbClr val="720000">
                    <a:alpha val="15769"/>
                  </a:srgbClr>
                </a:gs>
                <a:gs pos="14286">
                  <a:srgbClr val="720000">
                    <a:alpha val="14592"/>
                  </a:srgbClr>
                </a:gs>
                <a:gs pos="28571">
                  <a:srgbClr val="720000">
                    <a:alpha val="11526"/>
                  </a:srgbClr>
                </a:gs>
                <a:gs pos="42857">
                  <a:srgbClr val="720000">
                    <a:alpha val="7719"/>
                  </a:srgbClr>
                </a:gs>
                <a:gs pos="57143">
                  <a:srgbClr val="720000">
                    <a:alpha val="4353"/>
                  </a:srgbClr>
                </a:gs>
                <a:gs pos="71429">
                  <a:srgbClr val="720000">
                    <a:alpha val="2062"/>
                  </a:srgbClr>
                </a:gs>
                <a:gs pos="85714">
                  <a:srgbClr val="720000">
                    <a:alpha val="820"/>
                  </a:srgbClr>
                </a:gs>
                <a:gs pos="100000">
                  <a:srgbClr val="720000">
                    <a:alpha val="275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590" name="Splat 1590"/>
            <p:cNvSpPr>
              <a:spLocks noGrp="1"/>
            </p:cNvSpPr>
            <p:nvPr/>
          </p:nvSpPr>
          <p:spPr>
            <a:xfrm rot="9856118">
              <a:off x="3342433" y="556501"/>
              <a:ext cx="585645" cy="207008"/>
            </a:xfrm>
            <a:prstGeom prst="ellipse">
              <a:avLst/>
            </a:prstGeom>
            <a:gradFill>
              <a:gsLst>
                <a:gs pos="0">
                  <a:srgbClr val="F6F4E6">
                    <a:alpha val="20955"/>
                  </a:srgbClr>
                </a:gs>
                <a:gs pos="14286">
                  <a:srgbClr val="F6F4E6">
                    <a:alpha val="19438"/>
                  </a:srgbClr>
                </a:gs>
                <a:gs pos="28571">
                  <a:srgbClr val="F6F4E6">
                    <a:alpha val="15449"/>
                  </a:srgbClr>
                </a:gs>
                <a:gs pos="42857">
                  <a:srgbClr val="F6F4E6">
                    <a:alpha val="10423"/>
                  </a:srgbClr>
                </a:gs>
                <a:gs pos="57143">
                  <a:srgbClr val="F6F4E6">
                    <a:alpha val="5917"/>
                  </a:srgbClr>
                </a:gs>
                <a:gs pos="71429">
                  <a:srgbClr val="F6F4E6">
                    <a:alpha val="2815"/>
                  </a:srgbClr>
                </a:gs>
                <a:gs pos="85714">
                  <a:srgbClr val="F6F4E6">
                    <a:alpha val="1123"/>
                  </a:srgbClr>
                </a:gs>
                <a:gs pos="100000">
                  <a:srgbClr val="F6F4E6">
                    <a:alpha val="376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591" name="Splat 1591"/>
            <p:cNvSpPr>
              <a:spLocks noGrp="1"/>
            </p:cNvSpPr>
            <p:nvPr/>
          </p:nvSpPr>
          <p:spPr>
            <a:xfrm rot="8587069">
              <a:off x="2991685" y="573795"/>
              <a:ext cx="753420" cy="429482"/>
            </a:xfrm>
            <a:prstGeom prst="ellipse">
              <a:avLst/>
            </a:prstGeom>
            <a:gradFill>
              <a:gsLst>
                <a:gs pos="0">
                  <a:srgbClr val="F4FF00">
                    <a:alpha val="2363"/>
                  </a:srgbClr>
                </a:gs>
                <a:gs pos="14286">
                  <a:srgbClr val="F4FF00">
                    <a:alpha val="2174"/>
                  </a:srgbClr>
                </a:gs>
                <a:gs pos="28571">
                  <a:srgbClr val="F4FF00">
                    <a:alpha val="1692"/>
                  </a:srgbClr>
                </a:gs>
                <a:gs pos="42857">
                  <a:srgbClr val="F4FF00">
                    <a:alpha val="1113"/>
                  </a:srgbClr>
                </a:gs>
                <a:gs pos="57143">
                  <a:srgbClr val="F4FF00">
                    <a:alpha val="618"/>
                  </a:srgbClr>
                </a:gs>
                <a:gs pos="71429">
                  <a:srgbClr val="F4FF00">
                    <a:alpha val="290"/>
                  </a:srgbClr>
                </a:gs>
                <a:gs pos="85714">
                  <a:srgbClr val="F4FF00">
                    <a:alpha val="115"/>
                  </a:srgbClr>
                </a:gs>
                <a:gs pos="100000">
                  <a:srgbClr val="F4FF00">
                    <a:alpha val="38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592" name="Splat 1592"/>
            <p:cNvSpPr>
              <a:spLocks noGrp="1"/>
            </p:cNvSpPr>
            <p:nvPr/>
          </p:nvSpPr>
          <p:spPr>
            <a:xfrm rot="3008200">
              <a:off x="2634402" y="389300"/>
              <a:ext cx="697120" cy="684161"/>
            </a:xfrm>
            <a:prstGeom prst="ellipse">
              <a:avLst/>
            </a:prstGeom>
            <a:gradFill>
              <a:gsLst>
                <a:gs pos="0">
                  <a:srgbClr val="3A1800">
                    <a:alpha val="22390"/>
                  </a:srgbClr>
                </a:gs>
                <a:gs pos="14286">
                  <a:srgbClr val="3A1800">
                    <a:alpha val="20782"/>
                  </a:srgbClr>
                </a:gs>
                <a:gs pos="28571">
                  <a:srgbClr val="3A1800">
                    <a:alpha val="16547"/>
                  </a:srgbClr>
                </a:gs>
                <a:gs pos="42857">
                  <a:srgbClr val="3A1800">
                    <a:alpha val="11188"/>
                  </a:srgbClr>
                </a:gs>
                <a:gs pos="57143">
                  <a:srgbClr val="3A1800">
                    <a:alpha val="6363"/>
                  </a:srgbClr>
                </a:gs>
                <a:gs pos="71429">
                  <a:srgbClr val="3A1800">
                    <a:alpha val="3031"/>
                  </a:srgbClr>
                </a:gs>
                <a:gs pos="85714">
                  <a:srgbClr val="3A1800">
                    <a:alpha val="1210"/>
                  </a:srgbClr>
                </a:gs>
                <a:gs pos="100000">
                  <a:srgbClr val="3A1800">
                    <a:alpha val="406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593" name="Splat 1593"/>
            <p:cNvSpPr>
              <a:spLocks noGrp="1"/>
            </p:cNvSpPr>
            <p:nvPr/>
          </p:nvSpPr>
          <p:spPr>
            <a:xfrm rot="-9915082">
              <a:off x="2375579" y="573951"/>
              <a:ext cx="520217" cy="298872"/>
            </a:xfrm>
            <a:prstGeom prst="ellipse">
              <a:avLst/>
            </a:prstGeom>
            <a:gradFill>
              <a:gsLst>
                <a:gs pos="0">
                  <a:srgbClr val="8A7900">
                    <a:alpha val="32968"/>
                  </a:srgbClr>
                </a:gs>
                <a:gs pos="14286">
                  <a:srgbClr val="8A7900">
                    <a:alpha val="30764"/>
                  </a:srgbClr>
                </a:gs>
                <a:gs pos="28571">
                  <a:srgbClr val="8A7900">
                    <a:alpha val="24833"/>
                  </a:srgbClr>
                </a:gs>
                <a:gs pos="42857">
                  <a:srgbClr val="8A7900">
                    <a:alpha val="17075"/>
                  </a:srgbClr>
                </a:gs>
                <a:gs pos="57143">
                  <a:srgbClr val="8A7900">
                    <a:alpha val="9855"/>
                  </a:srgbClr>
                </a:gs>
                <a:gs pos="71429">
                  <a:srgbClr val="8A7900">
                    <a:alpha val="4740"/>
                  </a:srgbClr>
                </a:gs>
                <a:gs pos="85714">
                  <a:srgbClr val="8A7900">
                    <a:alpha val="1902"/>
                  </a:srgbClr>
                </a:gs>
                <a:gs pos="100000">
                  <a:srgbClr val="8A7900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594" name="Splat 1594"/>
            <p:cNvSpPr>
              <a:spLocks noGrp="1"/>
            </p:cNvSpPr>
            <p:nvPr/>
          </p:nvSpPr>
          <p:spPr>
            <a:xfrm rot="4364335">
              <a:off x="2267136" y="528399"/>
              <a:ext cx="631962" cy="350110"/>
            </a:xfrm>
            <a:prstGeom prst="ellipse">
              <a:avLst/>
            </a:prstGeom>
            <a:gradFill>
              <a:gsLst>
                <a:gs pos="0">
                  <a:srgbClr val="CC4E00">
                    <a:alpha val="9421"/>
                  </a:srgbClr>
                </a:gs>
                <a:gs pos="14286">
                  <a:srgbClr val="CC4E00">
                    <a:alpha val="8693"/>
                  </a:srgbClr>
                </a:gs>
                <a:gs pos="28571">
                  <a:srgbClr val="CC4E00">
                    <a:alpha val="6818"/>
                  </a:srgbClr>
                </a:gs>
                <a:gs pos="42857">
                  <a:srgbClr val="CC4E00">
                    <a:alpha val="4526"/>
                  </a:srgbClr>
                </a:gs>
                <a:gs pos="57143">
                  <a:srgbClr val="CC4E00">
                    <a:alpha val="2534"/>
                  </a:srgbClr>
                </a:gs>
                <a:gs pos="71429">
                  <a:srgbClr val="CC4E00">
                    <a:alpha val="1194"/>
                  </a:srgbClr>
                </a:gs>
                <a:gs pos="85714">
                  <a:srgbClr val="CC4E00">
                    <a:alpha val="474"/>
                  </a:srgbClr>
                </a:gs>
                <a:gs pos="100000">
                  <a:srgbClr val="CC4E00">
                    <a:alpha val="15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595" name="Splat 1595"/>
            <p:cNvSpPr>
              <a:spLocks noGrp="1"/>
            </p:cNvSpPr>
            <p:nvPr/>
          </p:nvSpPr>
          <p:spPr>
            <a:xfrm rot="3910740">
              <a:off x="1920301" y="715073"/>
              <a:ext cx="871635" cy="171772"/>
            </a:xfrm>
            <a:prstGeom prst="ellipse">
              <a:avLst/>
            </a:prstGeom>
            <a:gradFill>
              <a:gsLst>
                <a:gs pos="0">
                  <a:srgbClr val="F9FFFC">
                    <a:alpha val="27576"/>
                  </a:srgbClr>
                </a:gs>
                <a:gs pos="14286">
                  <a:srgbClr val="F9FFFC">
                    <a:alpha val="25661"/>
                  </a:srgbClr>
                </a:gs>
                <a:gs pos="28571">
                  <a:srgbClr val="F9FFFC">
                    <a:alpha val="20566"/>
                  </a:srgbClr>
                </a:gs>
                <a:gs pos="42857">
                  <a:srgbClr val="F9FFFC">
                    <a:alpha val="14017"/>
                  </a:srgbClr>
                </a:gs>
                <a:gs pos="57143">
                  <a:srgbClr val="F9FFFC">
                    <a:alpha val="8028"/>
                  </a:srgbClr>
                </a:gs>
                <a:gs pos="71429">
                  <a:srgbClr val="F9FFFC">
                    <a:alpha val="3841"/>
                  </a:srgbClr>
                </a:gs>
                <a:gs pos="85714">
                  <a:srgbClr val="F9FFFC">
                    <a:alpha val="1537"/>
                  </a:srgbClr>
                </a:gs>
                <a:gs pos="100000">
                  <a:srgbClr val="F9FFFC">
                    <a:alpha val="516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596" name="Splat 1596"/>
            <p:cNvSpPr>
              <a:spLocks noGrp="1"/>
            </p:cNvSpPr>
            <p:nvPr/>
          </p:nvSpPr>
          <p:spPr>
            <a:xfrm rot="8215542">
              <a:off x="1901522" y="608464"/>
              <a:ext cx="398596" cy="240715"/>
            </a:xfrm>
            <a:prstGeom prst="ellipse">
              <a:avLst/>
            </a:prstGeom>
            <a:gradFill>
              <a:gsLst>
                <a:gs pos="0">
                  <a:srgbClr val="804B00">
                    <a:alpha val="32968"/>
                  </a:srgbClr>
                </a:gs>
                <a:gs pos="14286">
                  <a:srgbClr val="804B00">
                    <a:alpha val="30764"/>
                  </a:srgbClr>
                </a:gs>
                <a:gs pos="28571">
                  <a:srgbClr val="804B00">
                    <a:alpha val="24833"/>
                  </a:srgbClr>
                </a:gs>
                <a:gs pos="42857">
                  <a:srgbClr val="804B00">
                    <a:alpha val="17075"/>
                  </a:srgbClr>
                </a:gs>
                <a:gs pos="57143">
                  <a:srgbClr val="804B00">
                    <a:alpha val="9855"/>
                  </a:srgbClr>
                </a:gs>
                <a:gs pos="71429">
                  <a:srgbClr val="804B00">
                    <a:alpha val="4740"/>
                  </a:srgbClr>
                </a:gs>
                <a:gs pos="85714">
                  <a:srgbClr val="804B00">
                    <a:alpha val="1902"/>
                  </a:srgbClr>
                </a:gs>
                <a:gs pos="100000">
                  <a:srgbClr val="804B00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597" name="Splat 1597"/>
            <p:cNvSpPr>
              <a:spLocks noGrp="1"/>
            </p:cNvSpPr>
            <p:nvPr/>
          </p:nvSpPr>
          <p:spPr>
            <a:xfrm rot="4129931">
              <a:off x="1553883" y="496880"/>
              <a:ext cx="729171" cy="507945"/>
            </a:xfrm>
            <a:prstGeom prst="ellipse">
              <a:avLst/>
            </a:prstGeom>
            <a:gradFill>
              <a:gsLst>
                <a:gs pos="0">
                  <a:srgbClr val="290000">
                    <a:alpha val="32968"/>
                  </a:srgbClr>
                </a:gs>
                <a:gs pos="14286">
                  <a:srgbClr val="290000">
                    <a:alpha val="30764"/>
                  </a:srgbClr>
                </a:gs>
                <a:gs pos="28571">
                  <a:srgbClr val="290000">
                    <a:alpha val="24833"/>
                  </a:srgbClr>
                </a:gs>
                <a:gs pos="42857">
                  <a:srgbClr val="290000">
                    <a:alpha val="17075"/>
                  </a:srgbClr>
                </a:gs>
                <a:gs pos="57143">
                  <a:srgbClr val="290000">
                    <a:alpha val="9855"/>
                  </a:srgbClr>
                </a:gs>
                <a:gs pos="71429">
                  <a:srgbClr val="290000">
                    <a:alpha val="4740"/>
                  </a:srgbClr>
                </a:gs>
                <a:gs pos="85714">
                  <a:srgbClr val="290000">
                    <a:alpha val="1902"/>
                  </a:srgbClr>
                </a:gs>
                <a:gs pos="100000">
                  <a:srgbClr val="290000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598" name="Splat 1598"/>
            <p:cNvSpPr>
              <a:spLocks noGrp="1"/>
            </p:cNvSpPr>
            <p:nvPr/>
          </p:nvSpPr>
          <p:spPr>
            <a:xfrm rot="-9107705">
              <a:off x="1272197" y="374534"/>
              <a:ext cx="833494" cy="468023"/>
            </a:xfrm>
            <a:prstGeom prst="ellipse">
              <a:avLst/>
            </a:prstGeom>
            <a:gradFill>
              <a:gsLst>
                <a:gs pos="0">
                  <a:srgbClr val="600000">
                    <a:alpha val="19033"/>
                  </a:srgbClr>
                </a:gs>
                <a:gs pos="14286">
                  <a:srgbClr val="600000">
                    <a:alpha val="17638"/>
                  </a:srgbClr>
                </a:gs>
                <a:gs pos="28571">
                  <a:srgbClr val="600000">
                    <a:alpha val="13987"/>
                  </a:srgbClr>
                </a:gs>
                <a:gs pos="42857">
                  <a:srgbClr val="600000">
                    <a:alpha val="9410"/>
                  </a:srgbClr>
                </a:gs>
                <a:gs pos="57143">
                  <a:srgbClr val="600000">
                    <a:alpha val="5329"/>
                  </a:srgbClr>
                </a:gs>
                <a:gs pos="71429">
                  <a:srgbClr val="600000">
                    <a:alpha val="2531"/>
                  </a:srgbClr>
                </a:gs>
                <a:gs pos="85714">
                  <a:srgbClr val="600000">
                    <a:alpha val="1008"/>
                  </a:srgbClr>
                </a:gs>
                <a:gs pos="100000">
                  <a:srgbClr val="600000">
                    <a:alpha val="338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599" name="Splat 1599"/>
            <p:cNvSpPr>
              <a:spLocks noGrp="1"/>
            </p:cNvSpPr>
            <p:nvPr/>
          </p:nvSpPr>
          <p:spPr>
            <a:xfrm rot="5275077">
              <a:off x="1227052" y="464717"/>
              <a:ext cx="746279" cy="376777"/>
            </a:xfrm>
            <a:prstGeom prst="ellipse">
              <a:avLst/>
            </a:prstGeom>
            <a:gradFill>
              <a:gsLst>
                <a:gs pos="0">
                  <a:srgbClr val="000000">
                    <a:alpha val="15935"/>
                  </a:srgbClr>
                </a:gs>
                <a:gs pos="14286">
                  <a:srgbClr val="000000">
                    <a:alpha val="14747"/>
                  </a:srgbClr>
                </a:gs>
                <a:gs pos="28571">
                  <a:srgbClr val="000000">
                    <a:alpha val="11651"/>
                  </a:srgbClr>
                </a:gs>
                <a:gs pos="42857">
                  <a:srgbClr val="000000">
                    <a:alpha val="7804"/>
                  </a:srgbClr>
                </a:gs>
                <a:gs pos="57143">
                  <a:srgbClr val="000000">
                    <a:alpha val="4402"/>
                  </a:srgbClr>
                </a:gs>
                <a:gs pos="71429">
                  <a:srgbClr val="000000">
                    <a:alpha val="2085"/>
                  </a:srgbClr>
                </a:gs>
                <a:gs pos="85714">
                  <a:srgbClr val="000000">
                    <a:alpha val="830"/>
                  </a:srgbClr>
                </a:gs>
                <a:gs pos="100000">
                  <a:srgbClr val="000000">
                    <a:alpha val="278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600" name="Splat 1600"/>
            <p:cNvSpPr>
              <a:spLocks noGrp="1"/>
            </p:cNvSpPr>
            <p:nvPr/>
          </p:nvSpPr>
          <p:spPr>
            <a:xfrm rot="5731874">
              <a:off x="952700" y="383943"/>
              <a:ext cx="805520" cy="609809"/>
            </a:xfrm>
            <a:prstGeom prst="ellipse">
              <a:avLst/>
            </a:prstGeom>
            <a:gradFill>
              <a:gsLst>
                <a:gs pos="0">
                  <a:srgbClr val="FE0000">
                    <a:alpha val="4368"/>
                  </a:srgbClr>
                </a:gs>
                <a:gs pos="14286">
                  <a:srgbClr val="FE0000">
                    <a:alpha val="4022"/>
                  </a:srgbClr>
                </a:gs>
                <a:gs pos="28571">
                  <a:srgbClr val="FE0000">
                    <a:alpha val="3137"/>
                  </a:srgbClr>
                </a:gs>
                <a:gs pos="42857">
                  <a:srgbClr val="FE0000">
                    <a:alpha val="2069"/>
                  </a:srgbClr>
                </a:gs>
                <a:gs pos="57143">
                  <a:srgbClr val="FE0000">
                    <a:alpha val="1152"/>
                  </a:srgbClr>
                </a:gs>
                <a:gs pos="71429">
                  <a:srgbClr val="FE0000">
                    <a:alpha val="541"/>
                  </a:srgbClr>
                </a:gs>
                <a:gs pos="85714">
                  <a:srgbClr val="FE0000">
                    <a:alpha val="214"/>
                  </a:srgbClr>
                </a:gs>
                <a:gs pos="100000">
                  <a:srgbClr val="FE0000">
                    <a:alpha val="72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601" name="Splat 1601"/>
            <p:cNvSpPr>
              <a:spLocks noGrp="1"/>
            </p:cNvSpPr>
            <p:nvPr/>
          </p:nvSpPr>
          <p:spPr>
            <a:xfrm rot="4957519">
              <a:off x="692178" y="503792"/>
              <a:ext cx="865030" cy="445448"/>
            </a:xfrm>
            <a:prstGeom prst="ellipse">
              <a:avLst/>
            </a:prstGeom>
            <a:gradFill>
              <a:gsLst>
                <a:gs pos="0">
                  <a:srgbClr val="540000">
                    <a:alpha val="32968"/>
                  </a:srgbClr>
                </a:gs>
                <a:gs pos="14286">
                  <a:srgbClr val="540000">
                    <a:alpha val="30764"/>
                  </a:srgbClr>
                </a:gs>
                <a:gs pos="28571">
                  <a:srgbClr val="540000">
                    <a:alpha val="24833"/>
                  </a:srgbClr>
                </a:gs>
                <a:gs pos="42857">
                  <a:srgbClr val="540000">
                    <a:alpha val="17075"/>
                  </a:srgbClr>
                </a:gs>
                <a:gs pos="57143">
                  <a:srgbClr val="540000">
                    <a:alpha val="9855"/>
                  </a:srgbClr>
                </a:gs>
                <a:gs pos="71429">
                  <a:srgbClr val="540000">
                    <a:alpha val="4740"/>
                  </a:srgbClr>
                </a:gs>
                <a:gs pos="85714">
                  <a:srgbClr val="540000">
                    <a:alpha val="1902"/>
                  </a:srgbClr>
                </a:gs>
                <a:gs pos="100000">
                  <a:srgbClr val="540000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602" name="Splat 1602"/>
            <p:cNvSpPr>
              <a:spLocks noGrp="1"/>
            </p:cNvSpPr>
            <p:nvPr/>
          </p:nvSpPr>
          <p:spPr>
            <a:xfrm rot="-9166283">
              <a:off x="607970" y="399664"/>
              <a:ext cx="701178" cy="584783"/>
            </a:xfrm>
            <a:prstGeom prst="ellipse">
              <a:avLst/>
            </a:prstGeom>
            <a:gradFill>
              <a:gsLst>
                <a:gs pos="0">
                  <a:srgbClr val="956600">
                    <a:alpha val="32968"/>
                  </a:srgbClr>
                </a:gs>
                <a:gs pos="14286">
                  <a:srgbClr val="956600">
                    <a:alpha val="30764"/>
                  </a:srgbClr>
                </a:gs>
                <a:gs pos="28571">
                  <a:srgbClr val="956600">
                    <a:alpha val="24833"/>
                  </a:srgbClr>
                </a:gs>
                <a:gs pos="42857">
                  <a:srgbClr val="956600">
                    <a:alpha val="17075"/>
                  </a:srgbClr>
                </a:gs>
                <a:gs pos="57143">
                  <a:srgbClr val="956600">
                    <a:alpha val="9855"/>
                  </a:srgbClr>
                </a:gs>
                <a:gs pos="71429">
                  <a:srgbClr val="956600">
                    <a:alpha val="4740"/>
                  </a:srgbClr>
                </a:gs>
                <a:gs pos="85714">
                  <a:srgbClr val="956600">
                    <a:alpha val="1902"/>
                  </a:srgbClr>
                </a:gs>
                <a:gs pos="100000">
                  <a:srgbClr val="956600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603" name="Splat 1603"/>
            <p:cNvSpPr>
              <a:spLocks noGrp="1"/>
            </p:cNvSpPr>
            <p:nvPr/>
          </p:nvSpPr>
          <p:spPr>
            <a:xfrm rot="5583281">
              <a:off x="459408" y="407065"/>
              <a:ext cx="642366" cy="517862"/>
            </a:xfrm>
            <a:prstGeom prst="ellipse">
              <a:avLst/>
            </a:prstGeom>
            <a:gradFill>
              <a:gsLst>
                <a:gs pos="0">
                  <a:srgbClr val="4E0000">
                    <a:alpha val="24592"/>
                  </a:srgbClr>
                </a:gs>
                <a:gs pos="14286">
                  <a:srgbClr val="4E0000">
                    <a:alpha val="22851"/>
                  </a:srgbClr>
                </a:gs>
                <a:gs pos="28571">
                  <a:srgbClr val="4E0000">
                    <a:alpha val="18244"/>
                  </a:srgbClr>
                </a:gs>
                <a:gs pos="42857">
                  <a:srgbClr val="4E0000">
                    <a:alpha val="12377"/>
                  </a:srgbClr>
                </a:gs>
                <a:gs pos="57143">
                  <a:srgbClr val="4E0000">
                    <a:alpha val="7059"/>
                  </a:srgbClr>
                </a:gs>
                <a:gs pos="71429">
                  <a:srgbClr val="4E0000">
                    <a:alpha val="3369"/>
                  </a:srgbClr>
                </a:gs>
                <a:gs pos="85714">
                  <a:srgbClr val="4E0000">
                    <a:alpha val="1346"/>
                  </a:srgbClr>
                </a:gs>
                <a:gs pos="100000">
                  <a:srgbClr val="4E0000">
                    <a:alpha val="452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604" name="Splat 1604"/>
            <p:cNvSpPr>
              <a:spLocks noGrp="1"/>
            </p:cNvSpPr>
            <p:nvPr/>
          </p:nvSpPr>
          <p:spPr>
            <a:xfrm rot="9817186">
              <a:off x="72483" y="513117"/>
              <a:ext cx="849417" cy="337085"/>
            </a:xfrm>
            <a:prstGeom prst="ellipse">
              <a:avLst/>
            </a:prstGeom>
            <a:gradFill>
              <a:gsLst>
                <a:gs pos="0">
                  <a:srgbClr val="B57C00">
                    <a:alpha val="32527"/>
                  </a:srgbClr>
                </a:gs>
                <a:gs pos="14286">
                  <a:srgbClr val="B57C00">
                    <a:alpha val="30345"/>
                  </a:srgbClr>
                </a:gs>
                <a:gs pos="28571">
                  <a:srgbClr val="B57C00">
                    <a:alpha val="24480"/>
                  </a:srgbClr>
                </a:gs>
                <a:gs pos="42857">
                  <a:srgbClr val="B57C00">
                    <a:alpha val="16820"/>
                  </a:srgbClr>
                </a:gs>
                <a:gs pos="57143">
                  <a:srgbClr val="B57C00">
                    <a:alpha val="9701"/>
                  </a:srgbClr>
                </a:gs>
                <a:gs pos="71429">
                  <a:srgbClr val="B57C00">
                    <a:alpha val="4664"/>
                  </a:srgbClr>
                </a:gs>
                <a:gs pos="85714">
                  <a:srgbClr val="B57C00">
                    <a:alpha val="1871"/>
                  </a:srgbClr>
                </a:gs>
                <a:gs pos="100000">
                  <a:srgbClr val="B57C00">
                    <a:alpha val="62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605" name="Splat 1605"/>
            <p:cNvSpPr>
              <a:spLocks noGrp="1"/>
            </p:cNvSpPr>
            <p:nvPr/>
          </p:nvSpPr>
          <p:spPr>
            <a:xfrm rot="8503598">
              <a:off x="-34539" y="375018"/>
              <a:ext cx="656790" cy="576084"/>
            </a:xfrm>
            <a:prstGeom prst="ellipse">
              <a:avLst/>
            </a:prstGeom>
            <a:gradFill>
              <a:gsLst>
                <a:gs pos="0">
                  <a:srgbClr val="633400">
                    <a:alpha val="32452"/>
                  </a:srgbClr>
                </a:gs>
                <a:gs pos="14286">
                  <a:srgbClr val="633400">
                    <a:alpha val="30274"/>
                  </a:srgbClr>
                </a:gs>
                <a:gs pos="28571">
                  <a:srgbClr val="633400">
                    <a:alpha val="24421"/>
                  </a:srgbClr>
                </a:gs>
                <a:gs pos="42857">
                  <a:srgbClr val="633400">
                    <a:alpha val="16777"/>
                  </a:srgbClr>
                </a:gs>
                <a:gs pos="57143">
                  <a:srgbClr val="633400">
                    <a:alpha val="9676"/>
                  </a:srgbClr>
                </a:gs>
                <a:gs pos="71429">
                  <a:srgbClr val="633400">
                    <a:alpha val="4652"/>
                  </a:srgbClr>
                </a:gs>
                <a:gs pos="85714">
                  <a:srgbClr val="633400">
                    <a:alpha val="1866"/>
                  </a:srgbClr>
                </a:gs>
                <a:gs pos="100000">
                  <a:srgbClr val="633400">
                    <a:alpha val="627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606" name="Splat 1606"/>
            <p:cNvSpPr>
              <a:spLocks noGrp="1"/>
            </p:cNvSpPr>
            <p:nvPr/>
          </p:nvSpPr>
          <p:spPr>
            <a:xfrm rot="3111813">
              <a:off x="-408741" y="611566"/>
              <a:ext cx="817483" cy="385718"/>
            </a:xfrm>
            <a:prstGeom prst="ellipse">
              <a:avLst/>
            </a:prstGeom>
            <a:gradFill>
              <a:gsLst>
                <a:gs pos="0">
                  <a:srgbClr val="7B5800">
                    <a:alpha val="32968"/>
                  </a:srgbClr>
                </a:gs>
                <a:gs pos="14286">
                  <a:srgbClr val="7B5800">
                    <a:alpha val="30764"/>
                  </a:srgbClr>
                </a:gs>
                <a:gs pos="28571">
                  <a:srgbClr val="7B5800">
                    <a:alpha val="24833"/>
                  </a:srgbClr>
                </a:gs>
                <a:gs pos="42857">
                  <a:srgbClr val="7B5800">
                    <a:alpha val="17075"/>
                  </a:srgbClr>
                </a:gs>
                <a:gs pos="57143">
                  <a:srgbClr val="7B5800">
                    <a:alpha val="9855"/>
                  </a:srgbClr>
                </a:gs>
                <a:gs pos="71429">
                  <a:srgbClr val="7B5800">
                    <a:alpha val="4740"/>
                  </a:srgbClr>
                </a:gs>
                <a:gs pos="85714">
                  <a:srgbClr val="7B5800">
                    <a:alpha val="1902"/>
                  </a:srgbClr>
                </a:gs>
                <a:gs pos="100000">
                  <a:srgbClr val="7B5800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607" name="Splat 1607"/>
            <p:cNvSpPr>
              <a:spLocks noGrp="1"/>
            </p:cNvSpPr>
            <p:nvPr/>
          </p:nvSpPr>
          <p:spPr>
            <a:xfrm rot="5250316">
              <a:off x="3062318" y="326126"/>
              <a:ext cx="583426" cy="311890"/>
            </a:xfrm>
            <a:prstGeom prst="ellipse">
              <a:avLst/>
            </a:prstGeom>
            <a:gradFill>
              <a:gsLst>
                <a:gs pos="0">
                  <a:srgbClr val="FFFFFF">
                    <a:alpha val="13208"/>
                  </a:srgbClr>
                </a:gs>
                <a:gs pos="14286">
                  <a:srgbClr val="FFFFFF">
                    <a:alpha val="12208"/>
                  </a:srgbClr>
                </a:gs>
                <a:gs pos="28571">
                  <a:srgbClr val="FFFFFF">
                    <a:alpha val="9615"/>
                  </a:srgbClr>
                </a:gs>
                <a:gs pos="42857">
                  <a:srgbClr val="FFFFFF">
                    <a:alpha val="6416"/>
                  </a:srgbClr>
                </a:gs>
                <a:gs pos="57143">
                  <a:srgbClr val="FFFFFF">
                    <a:alpha val="3607"/>
                  </a:srgbClr>
                </a:gs>
                <a:gs pos="71429">
                  <a:srgbClr val="FFFFFF">
                    <a:alpha val="1705"/>
                  </a:srgbClr>
                </a:gs>
                <a:gs pos="85714">
                  <a:srgbClr val="FFFFFF">
                    <a:alpha val="678"/>
                  </a:srgbClr>
                </a:gs>
                <a:gs pos="100000">
                  <a:srgbClr val="FFFFFF">
                    <a:alpha val="227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608" name="Splat 1608"/>
            <p:cNvSpPr>
              <a:spLocks noGrp="1"/>
            </p:cNvSpPr>
            <p:nvPr/>
          </p:nvSpPr>
          <p:spPr>
            <a:xfrm rot="6009266">
              <a:off x="2727303" y="196408"/>
              <a:ext cx="552641" cy="390732"/>
            </a:xfrm>
            <a:prstGeom prst="ellipse">
              <a:avLst/>
            </a:prstGeom>
            <a:gradFill>
              <a:gsLst>
                <a:gs pos="0">
                  <a:srgbClr val="FFC400">
                    <a:alpha val="17481"/>
                  </a:srgbClr>
                </a:gs>
                <a:gs pos="14286">
                  <a:srgbClr val="FFC400">
                    <a:alpha val="16188"/>
                  </a:srgbClr>
                </a:gs>
                <a:gs pos="28571">
                  <a:srgbClr val="FFC400">
                    <a:alpha val="12813"/>
                  </a:srgbClr>
                </a:gs>
                <a:gs pos="42857">
                  <a:srgbClr val="FFC400">
                    <a:alpha val="8601"/>
                  </a:srgbClr>
                </a:gs>
                <a:gs pos="57143">
                  <a:srgbClr val="FFC400">
                    <a:alpha val="4861"/>
                  </a:srgbClr>
                </a:gs>
                <a:gs pos="71429">
                  <a:srgbClr val="FFC400">
                    <a:alpha val="2306"/>
                  </a:srgbClr>
                </a:gs>
                <a:gs pos="85714">
                  <a:srgbClr val="FFC400">
                    <a:alpha val="918"/>
                  </a:srgbClr>
                </a:gs>
                <a:gs pos="100000">
                  <a:srgbClr val="FFC400">
                    <a:alpha val="308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609" name="Splat 1609"/>
            <p:cNvSpPr>
              <a:spLocks noGrp="1"/>
            </p:cNvSpPr>
            <p:nvPr/>
          </p:nvSpPr>
          <p:spPr>
            <a:xfrm rot="9980587">
              <a:off x="2424268" y="251476"/>
              <a:ext cx="723024" cy="538878"/>
            </a:xfrm>
            <a:prstGeom prst="ellipse">
              <a:avLst/>
            </a:prstGeom>
            <a:gradFill>
              <a:gsLst>
                <a:gs pos="0">
                  <a:srgbClr val="613400">
                    <a:alpha val="23666"/>
                  </a:srgbClr>
                </a:gs>
                <a:gs pos="14286">
                  <a:srgbClr val="613400">
                    <a:alpha val="21981"/>
                  </a:srgbClr>
                </a:gs>
                <a:gs pos="28571">
                  <a:srgbClr val="613400">
                    <a:alpha val="17529"/>
                  </a:srgbClr>
                </a:gs>
                <a:gs pos="42857">
                  <a:srgbClr val="613400">
                    <a:alpha val="11875"/>
                  </a:srgbClr>
                </a:gs>
                <a:gs pos="57143">
                  <a:srgbClr val="613400">
                    <a:alpha val="6765"/>
                  </a:srgbClr>
                </a:gs>
                <a:gs pos="71429">
                  <a:srgbClr val="613400">
                    <a:alpha val="3226"/>
                  </a:srgbClr>
                </a:gs>
                <a:gs pos="85714">
                  <a:srgbClr val="613400">
                    <a:alpha val="1288"/>
                  </a:srgbClr>
                </a:gs>
                <a:gs pos="100000">
                  <a:srgbClr val="613400">
                    <a:alpha val="432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610" name="Splat 1610"/>
            <p:cNvSpPr>
              <a:spLocks noGrp="1"/>
            </p:cNvSpPr>
            <p:nvPr/>
          </p:nvSpPr>
          <p:spPr>
            <a:xfrm rot="6669984">
              <a:off x="2196341" y="331257"/>
              <a:ext cx="628856" cy="348141"/>
            </a:xfrm>
            <a:prstGeom prst="ellipse">
              <a:avLst/>
            </a:prstGeom>
            <a:gradFill>
              <a:gsLst>
                <a:gs pos="0">
                  <a:srgbClr val="1F0000">
                    <a:alpha val="31690"/>
                  </a:srgbClr>
                </a:gs>
                <a:gs pos="14286">
                  <a:srgbClr val="1F0000">
                    <a:alpha val="29551"/>
                  </a:srgbClr>
                </a:gs>
                <a:gs pos="28571">
                  <a:srgbClr val="1F0000">
                    <a:alpha val="23813"/>
                  </a:srgbClr>
                </a:gs>
                <a:gs pos="42857">
                  <a:srgbClr val="1F0000">
                    <a:alpha val="16339"/>
                  </a:srgbClr>
                </a:gs>
                <a:gs pos="57143">
                  <a:srgbClr val="1F0000">
                    <a:alpha val="9412"/>
                  </a:srgbClr>
                </a:gs>
                <a:gs pos="71429">
                  <a:srgbClr val="1F0000">
                    <a:alpha val="4522"/>
                  </a:srgbClr>
                </a:gs>
                <a:gs pos="85714">
                  <a:srgbClr val="1F0000">
                    <a:alpha val="1813"/>
                  </a:srgbClr>
                </a:gs>
                <a:gs pos="100000">
                  <a:srgbClr val="1F0000">
                    <a:alpha val="60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611" name="Splat 1611"/>
            <p:cNvSpPr>
              <a:spLocks noGrp="1"/>
            </p:cNvSpPr>
            <p:nvPr/>
          </p:nvSpPr>
          <p:spPr>
            <a:xfrm rot="4802715">
              <a:off x="1978307" y="252519"/>
              <a:ext cx="828684" cy="540180"/>
            </a:xfrm>
            <a:prstGeom prst="ellipse">
              <a:avLst/>
            </a:prstGeom>
            <a:gradFill>
              <a:gsLst>
                <a:gs pos="0">
                  <a:srgbClr val="FFC400">
                    <a:alpha val="2257"/>
                  </a:srgbClr>
                </a:gs>
                <a:gs pos="14286">
                  <a:srgbClr val="FFC400">
                    <a:alpha val="2076"/>
                  </a:srgbClr>
                </a:gs>
                <a:gs pos="28571">
                  <a:srgbClr val="FFC400">
                    <a:alpha val="1616"/>
                  </a:srgbClr>
                </a:gs>
                <a:gs pos="42857">
                  <a:srgbClr val="FFC400">
                    <a:alpha val="1063"/>
                  </a:srgbClr>
                </a:gs>
                <a:gs pos="57143">
                  <a:srgbClr val="FFC400">
                    <a:alpha val="590"/>
                  </a:srgbClr>
                </a:gs>
                <a:gs pos="71429">
                  <a:srgbClr val="FFC400">
                    <a:alpha val="277"/>
                  </a:srgbClr>
                </a:gs>
                <a:gs pos="85714">
                  <a:srgbClr val="FFC400">
                    <a:alpha val="110"/>
                  </a:srgbClr>
                </a:gs>
                <a:gs pos="100000">
                  <a:srgbClr val="FFC400">
                    <a:alpha val="37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612" name="Splat 1612"/>
            <p:cNvSpPr>
              <a:spLocks noGrp="1"/>
            </p:cNvSpPr>
            <p:nvPr/>
          </p:nvSpPr>
          <p:spPr>
            <a:xfrm rot="5379303">
              <a:off x="1702422" y="428375"/>
              <a:ext cx="668326" cy="303088"/>
            </a:xfrm>
            <a:prstGeom prst="ellipse">
              <a:avLst/>
            </a:prstGeom>
            <a:gradFill>
              <a:gsLst>
                <a:gs pos="0">
                  <a:srgbClr val="A27800">
                    <a:alpha val="29150"/>
                  </a:srgbClr>
                </a:gs>
                <a:gs pos="14286">
                  <a:srgbClr val="A27800">
                    <a:alpha val="27148"/>
                  </a:srgbClr>
                </a:gs>
                <a:gs pos="28571">
                  <a:srgbClr val="A27800">
                    <a:alpha val="21802"/>
                  </a:srgbClr>
                </a:gs>
                <a:gs pos="42857">
                  <a:srgbClr val="A27800">
                    <a:alpha val="14897"/>
                  </a:srgbClr>
                </a:gs>
                <a:gs pos="57143">
                  <a:srgbClr val="A27800">
                    <a:alpha val="8550"/>
                  </a:srgbClr>
                </a:gs>
                <a:gs pos="71429">
                  <a:srgbClr val="A27800">
                    <a:alpha val="4098"/>
                  </a:srgbClr>
                </a:gs>
                <a:gs pos="85714">
                  <a:srgbClr val="A27800">
                    <a:alpha val="1641"/>
                  </a:srgbClr>
                </a:gs>
                <a:gs pos="100000">
                  <a:srgbClr val="A27800">
                    <a:alpha val="551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613" name="Splat 1613"/>
            <p:cNvSpPr>
              <a:spLocks noGrp="1"/>
            </p:cNvSpPr>
            <p:nvPr/>
          </p:nvSpPr>
          <p:spPr>
            <a:xfrm rot="10162240">
              <a:off x="1779142" y="426583"/>
              <a:ext cx="455712" cy="280939"/>
            </a:xfrm>
            <a:prstGeom prst="ellipse">
              <a:avLst/>
            </a:prstGeom>
            <a:gradFill>
              <a:gsLst>
                <a:gs pos="0">
                  <a:srgbClr val="521D00">
                    <a:alpha val="32968"/>
                  </a:srgbClr>
                </a:gs>
                <a:gs pos="14286">
                  <a:srgbClr val="521D00">
                    <a:alpha val="30764"/>
                  </a:srgbClr>
                </a:gs>
                <a:gs pos="28571">
                  <a:srgbClr val="521D00">
                    <a:alpha val="24833"/>
                  </a:srgbClr>
                </a:gs>
                <a:gs pos="42857">
                  <a:srgbClr val="521D00">
                    <a:alpha val="17075"/>
                  </a:srgbClr>
                </a:gs>
                <a:gs pos="57143">
                  <a:srgbClr val="521D00">
                    <a:alpha val="9855"/>
                  </a:srgbClr>
                </a:gs>
                <a:gs pos="71429">
                  <a:srgbClr val="521D00">
                    <a:alpha val="4740"/>
                  </a:srgbClr>
                </a:gs>
                <a:gs pos="85714">
                  <a:srgbClr val="521D00">
                    <a:alpha val="1902"/>
                  </a:srgbClr>
                </a:gs>
                <a:gs pos="100000">
                  <a:srgbClr val="521D00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614" name="Splat 1614"/>
            <p:cNvSpPr>
              <a:spLocks noGrp="1"/>
            </p:cNvSpPr>
            <p:nvPr/>
          </p:nvSpPr>
          <p:spPr>
            <a:xfrm rot="2914509">
              <a:off x="1300970" y="270856"/>
              <a:ext cx="663049" cy="499933"/>
            </a:xfrm>
            <a:prstGeom prst="ellipse">
              <a:avLst/>
            </a:prstGeom>
            <a:gradFill>
              <a:gsLst>
                <a:gs pos="0">
                  <a:srgbClr val="640000">
                    <a:alpha val="32968"/>
                  </a:srgbClr>
                </a:gs>
                <a:gs pos="14286">
                  <a:srgbClr val="640000">
                    <a:alpha val="30764"/>
                  </a:srgbClr>
                </a:gs>
                <a:gs pos="28571">
                  <a:srgbClr val="640000">
                    <a:alpha val="24833"/>
                  </a:srgbClr>
                </a:gs>
                <a:gs pos="42857">
                  <a:srgbClr val="640000">
                    <a:alpha val="17075"/>
                  </a:srgbClr>
                </a:gs>
                <a:gs pos="57143">
                  <a:srgbClr val="640000">
                    <a:alpha val="9855"/>
                  </a:srgbClr>
                </a:gs>
                <a:gs pos="71429">
                  <a:srgbClr val="640000">
                    <a:alpha val="4740"/>
                  </a:srgbClr>
                </a:gs>
                <a:gs pos="85714">
                  <a:srgbClr val="640000">
                    <a:alpha val="1902"/>
                  </a:srgbClr>
                </a:gs>
                <a:gs pos="100000">
                  <a:srgbClr val="640000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615" name="Splat 1615"/>
            <p:cNvSpPr>
              <a:spLocks noGrp="1"/>
            </p:cNvSpPr>
            <p:nvPr/>
          </p:nvSpPr>
          <p:spPr>
            <a:xfrm rot="8616834">
              <a:off x="1111812" y="263412"/>
              <a:ext cx="696316" cy="460935"/>
            </a:xfrm>
            <a:prstGeom prst="ellipse">
              <a:avLst/>
            </a:prstGeom>
            <a:gradFill>
              <a:gsLst>
                <a:gs pos="0">
                  <a:srgbClr val="B57900">
                    <a:alpha val="19517"/>
                  </a:srgbClr>
                </a:gs>
                <a:gs pos="14286">
                  <a:srgbClr val="B57900">
                    <a:alpha val="18091"/>
                  </a:srgbClr>
                </a:gs>
                <a:gs pos="28571">
                  <a:srgbClr val="B57900">
                    <a:alpha val="14354"/>
                  </a:srgbClr>
                </a:gs>
                <a:gs pos="42857">
                  <a:srgbClr val="B57900">
                    <a:alpha val="9664"/>
                  </a:srgbClr>
                </a:gs>
                <a:gs pos="57143">
                  <a:srgbClr val="B57900">
                    <a:alpha val="5476"/>
                  </a:srgbClr>
                </a:gs>
                <a:gs pos="71429">
                  <a:srgbClr val="B57900">
                    <a:alpha val="2602"/>
                  </a:srgbClr>
                </a:gs>
                <a:gs pos="85714">
                  <a:srgbClr val="B57900">
                    <a:alpha val="1037"/>
                  </a:srgbClr>
                </a:gs>
                <a:gs pos="100000">
                  <a:srgbClr val="B57900">
                    <a:alpha val="348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616" name="Splat 1616"/>
            <p:cNvSpPr>
              <a:spLocks noGrp="1"/>
            </p:cNvSpPr>
            <p:nvPr/>
          </p:nvSpPr>
          <p:spPr>
            <a:xfrm rot="2738123">
              <a:off x="1023436" y="438348"/>
              <a:ext cx="600361" cy="316825"/>
            </a:xfrm>
            <a:prstGeom prst="ellipse">
              <a:avLst/>
            </a:prstGeom>
            <a:gradFill>
              <a:gsLst>
                <a:gs pos="0">
                  <a:srgbClr val="210000">
                    <a:alpha val="32968"/>
                  </a:srgbClr>
                </a:gs>
                <a:gs pos="14286">
                  <a:srgbClr val="210000">
                    <a:alpha val="30764"/>
                  </a:srgbClr>
                </a:gs>
                <a:gs pos="28571">
                  <a:srgbClr val="210000">
                    <a:alpha val="24833"/>
                  </a:srgbClr>
                </a:gs>
                <a:gs pos="42857">
                  <a:srgbClr val="210000">
                    <a:alpha val="17075"/>
                  </a:srgbClr>
                </a:gs>
                <a:gs pos="57143">
                  <a:srgbClr val="210000">
                    <a:alpha val="9855"/>
                  </a:srgbClr>
                </a:gs>
                <a:gs pos="71429">
                  <a:srgbClr val="210000">
                    <a:alpha val="4740"/>
                  </a:srgbClr>
                </a:gs>
                <a:gs pos="85714">
                  <a:srgbClr val="210000">
                    <a:alpha val="1902"/>
                  </a:srgbClr>
                </a:gs>
                <a:gs pos="100000">
                  <a:srgbClr val="210000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617" name="Splat 1617"/>
            <p:cNvSpPr>
              <a:spLocks noGrp="1"/>
            </p:cNvSpPr>
            <p:nvPr/>
          </p:nvSpPr>
          <p:spPr>
            <a:xfrm rot="6743641">
              <a:off x="901873" y="509300"/>
              <a:ext cx="559678" cy="179246"/>
            </a:xfrm>
            <a:prstGeom prst="ellipse">
              <a:avLst/>
            </a:prstGeom>
            <a:gradFill>
              <a:gsLst>
                <a:gs pos="0">
                  <a:srgbClr val="FFC219">
                    <a:alpha val="8828"/>
                  </a:srgbClr>
                </a:gs>
                <a:gs pos="14286">
                  <a:srgbClr val="FFC219">
                    <a:alpha val="8144"/>
                  </a:srgbClr>
                </a:gs>
                <a:gs pos="28571">
                  <a:srgbClr val="FFC219">
                    <a:alpha val="6383"/>
                  </a:srgbClr>
                </a:gs>
                <a:gs pos="42857">
                  <a:srgbClr val="FFC219">
                    <a:alpha val="4234"/>
                  </a:srgbClr>
                </a:gs>
                <a:gs pos="57143">
                  <a:srgbClr val="FFC219">
                    <a:alpha val="2369"/>
                  </a:srgbClr>
                </a:gs>
                <a:gs pos="71429">
                  <a:srgbClr val="FFC219">
                    <a:alpha val="1116"/>
                  </a:srgbClr>
                </a:gs>
                <a:gs pos="85714">
                  <a:srgbClr val="FFC219">
                    <a:alpha val="443"/>
                  </a:srgbClr>
                </a:gs>
                <a:gs pos="100000">
                  <a:srgbClr val="FFC219">
                    <a:alpha val="148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618" name="Splat 1618"/>
            <p:cNvSpPr>
              <a:spLocks noGrp="1"/>
            </p:cNvSpPr>
            <p:nvPr/>
          </p:nvSpPr>
          <p:spPr>
            <a:xfrm rot="9459866">
              <a:off x="610452" y="186748"/>
              <a:ext cx="643038" cy="559153"/>
            </a:xfrm>
            <a:prstGeom prst="ellipse">
              <a:avLst/>
            </a:prstGeom>
            <a:gradFill>
              <a:gsLst>
                <a:gs pos="0">
                  <a:srgbClr val="FFB200">
                    <a:alpha val="10177"/>
                  </a:srgbClr>
                </a:gs>
                <a:gs pos="14286">
                  <a:srgbClr val="FFB200">
                    <a:alpha val="9394"/>
                  </a:srgbClr>
                </a:gs>
                <a:gs pos="28571">
                  <a:srgbClr val="FFB200">
                    <a:alpha val="7373"/>
                  </a:srgbClr>
                </a:gs>
                <a:gs pos="42857">
                  <a:srgbClr val="FFB200">
                    <a:alpha val="4900"/>
                  </a:srgbClr>
                </a:gs>
                <a:gs pos="57143">
                  <a:srgbClr val="FFB200">
                    <a:alpha val="2745"/>
                  </a:srgbClr>
                </a:gs>
                <a:gs pos="71429">
                  <a:srgbClr val="FFB200">
                    <a:alpha val="1295"/>
                  </a:srgbClr>
                </a:gs>
                <a:gs pos="85714">
                  <a:srgbClr val="FFB200">
                    <a:alpha val="514"/>
                  </a:srgbClr>
                </a:gs>
                <a:gs pos="100000">
                  <a:srgbClr val="FFB200">
                    <a:alpha val="172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619" name="Splat 1619"/>
            <p:cNvSpPr>
              <a:spLocks noGrp="1"/>
            </p:cNvSpPr>
            <p:nvPr/>
          </p:nvSpPr>
          <p:spPr>
            <a:xfrm rot="2913023">
              <a:off x="424383" y="313442"/>
              <a:ext cx="792714" cy="401365"/>
            </a:xfrm>
            <a:prstGeom prst="ellipse">
              <a:avLst/>
            </a:prstGeom>
            <a:gradFill>
              <a:gsLst>
                <a:gs pos="0">
                  <a:srgbClr val="280000">
                    <a:alpha val="29191"/>
                  </a:srgbClr>
                </a:gs>
                <a:gs pos="14286">
                  <a:srgbClr val="280000">
                    <a:alpha val="27187"/>
                  </a:srgbClr>
                </a:gs>
                <a:gs pos="28571">
                  <a:srgbClr val="280000">
                    <a:alpha val="21835"/>
                  </a:srgbClr>
                </a:gs>
                <a:gs pos="42857">
                  <a:srgbClr val="280000">
                    <a:alpha val="14920"/>
                  </a:srgbClr>
                </a:gs>
                <a:gs pos="57143">
                  <a:srgbClr val="280000">
                    <a:alpha val="8564"/>
                  </a:srgbClr>
                </a:gs>
                <a:gs pos="71429">
                  <a:srgbClr val="280000">
                    <a:alpha val="4104"/>
                  </a:srgbClr>
                </a:gs>
                <a:gs pos="85714">
                  <a:srgbClr val="280000">
                    <a:alpha val="1644"/>
                  </a:srgbClr>
                </a:gs>
                <a:gs pos="100000">
                  <a:srgbClr val="280000">
                    <a:alpha val="552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620" name="Splat 1620"/>
            <p:cNvSpPr>
              <a:spLocks noGrp="1"/>
            </p:cNvSpPr>
            <p:nvPr/>
          </p:nvSpPr>
          <p:spPr>
            <a:xfrm rot="6288074">
              <a:off x="195455" y="409788"/>
              <a:ext cx="771848" cy="436546"/>
            </a:xfrm>
            <a:prstGeom prst="ellipse">
              <a:avLst/>
            </a:prstGeom>
            <a:gradFill>
              <a:gsLst>
                <a:gs pos="0">
                  <a:srgbClr val="5C0000">
                    <a:alpha val="27484"/>
                  </a:srgbClr>
                </a:gs>
                <a:gs pos="14286">
                  <a:srgbClr val="5C0000">
                    <a:alpha val="25575"/>
                  </a:srgbClr>
                </a:gs>
                <a:gs pos="28571">
                  <a:srgbClr val="5C0000">
                    <a:alpha val="20494"/>
                  </a:srgbClr>
                </a:gs>
                <a:gs pos="42857">
                  <a:srgbClr val="5C0000">
                    <a:alpha val="13966"/>
                  </a:srgbClr>
                </a:gs>
                <a:gs pos="57143">
                  <a:srgbClr val="5C0000">
                    <a:alpha val="7997"/>
                  </a:srgbClr>
                </a:gs>
                <a:gs pos="71429">
                  <a:srgbClr val="5C0000">
                    <a:alpha val="3827"/>
                  </a:srgbClr>
                </a:gs>
                <a:gs pos="85714">
                  <a:srgbClr val="5C0000">
                    <a:alpha val="1531"/>
                  </a:srgbClr>
                </a:gs>
                <a:gs pos="100000">
                  <a:srgbClr val="5C0000">
                    <a:alpha val="514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621" name="Splat 1621"/>
            <p:cNvSpPr>
              <a:spLocks noGrp="1"/>
            </p:cNvSpPr>
            <p:nvPr/>
          </p:nvSpPr>
          <p:spPr>
            <a:xfrm rot="7354930">
              <a:off x="-19656" y="328903"/>
              <a:ext cx="722477" cy="323110"/>
            </a:xfrm>
            <a:prstGeom prst="ellipse">
              <a:avLst/>
            </a:prstGeom>
            <a:gradFill>
              <a:gsLst>
                <a:gs pos="0">
                  <a:srgbClr val="BB7B00">
                    <a:alpha val="28782"/>
                  </a:srgbClr>
                </a:gs>
                <a:gs pos="14286">
                  <a:srgbClr val="BB7B00">
                    <a:alpha val="26800"/>
                  </a:srgbClr>
                </a:gs>
                <a:gs pos="28571">
                  <a:srgbClr val="BB7B00">
                    <a:alpha val="21513"/>
                  </a:srgbClr>
                </a:gs>
                <a:gs pos="42857">
                  <a:srgbClr val="BB7B00">
                    <a:alpha val="14691"/>
                  </a:srgbClr>
                </a:gs>
                <a:gs pos="57143">
                  <a:srgbClr val="BB7B00">
                    <a:alpha val="8427"/>
                  </a:srgbClr>
                </a:gs>
                <a:gs pos="71429">
                  <a:srgbClr val="BB7B00">
                    <a:alpha val="4037"/>
                  </a:srgbClr>
                </a:gs>
                <a:gs pos="85714">
                  <a:srgbClr val="BB7B00">
                    <a:alpha val="1616"/>
                  </a:srgbClr>
                </a:gs>
                <a:gs pos="100000">
                  <a:srgbClr val="BB7B00">
                    <a:alpha val="543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622" name="Splat 1622"/>
            <p:cNvSpPr>
              <a:spLocks noGrp="1"/>
            </p:cNvSpPr>
            <p:nvPr/>
          </p:nvSpPr>
          <p:spPr>
            <a:xfrm rot="9697328">
              <a:off x="-381071" y="190079"/>
              <a:ext cx="831387" cy="676350"/>
            </a:xfrm>
            <a:prstGeom prst="ellipse">
              <a:avLst/>
            </a:prstGeom>
            <a:gradFill>
              <a:gsLst>
                <a:gs pos="0">
                  <a:srgbClr val="370000">
                    <a:alpha val="32968"/>
                  </a:srgbClr>
                </a:gs>
                <a:gs pos="14286">
                  <a:srgbClr val="370000">
                    <a:alpha val="30764"/>
                  </a:srgbClr>
                </a:gs>
                <a:gs pos="28571">
                  <a:srgbClr val="370000">
                    <a:alpha val="24833"/>
                  </a:srgbClr>
                </a:gs>
                <a:gs pos="42857">
                  <a:srgbClr val="370000">
                    <a:alpha val="17075"/>
                  </a:srgbClr>
                </a:gs>
                <a:gs pos="57143">
                  <a:srgbClr val="370000">
                    <a:alpha val="9855"/>
                  </a:srgbClr>
                </a:gs>
                <a:gs pos="71429">
                  <a:srgbClr val="370000">
                    <a:alpha val="4740"/>
                  </a:srgbClr>
                </a:gs>
                <a:gs pos="85714">
                  <a:srgbClr val="370000">
                    <a:alpha val="1902"/>
                  </a:srgbClr>
                </a:gs>
                <a:gs pos="100000">
                  <a:srgbClr val="370000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623" name="Splat 1623"/>
            <p:cNvSpPr>
              <a:spLocks noGrp="1"/>
            </p:cNvSpPr>
            <p:nvPr/>
          </p:nvSpPr>
          <p:spPr>
            <a:xfrm rot="7021046">
              <a:off x="3124737" y="233235"/>
              <a:ext cx="911110" cy="178260"/>
            </a:xfrm>
            <a:prstGeom prst="ellipse">
              <a:avLst/>
            </a:prstGeom>
            <a:gradFill>
              <a:gsLst>
                <a:gs pos="0">
                  <a:srgbClr val="F6F6F4">
                    <a:alpha val="32968"/>
                  </a:srgbClr>
                </a:gs>
                <a:gs pos="14286">
                  <a:srgbClr val="F6F6F4">
                    <a:alpha val="30764"/>
                  </a:srgbClr>
                </a:gs>
                <a:gs pos="28571">
                  <a:srgbClr val="F6F6F4">
                    <a:alpha val="24833"/>
                  </a:srgbClr>
                </a:gs>
                <a:gs pos="42857">
                  <a:srgbClr val="F6F6F4">
                    <a:alpha val="17075"/>
                  </a:srgbClr>
                </a:gs>
                <a:gs pos="57143">
                  <a:srgbClr val="F6F6F4">
                    <a:alpha val="9855"/>
                  </a:srgbClr>
                </a:gs>
                <a:gs pos="71429">
                  <a:srgbClr val="F6F6F4">
                    <a:alpha val="4740"/>
                  </a:srgbClr>
                </a:gs>
                <a:gs pos="85714">
                  <a:srgbClr val="F6F6F4">
                    <a:alpha val="1902"/>
                  </a:srgbClr>
                </a:gs>
                <a:gs pos="100000">
                  <a:srgbClr val="F6F6F4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624" name="Splat 1624"/>
            <p:cNvSpPr>
              <a:spLocks noGrp="1"/>
            </p:cNvSpPr>
            <p:nvPr/>
          </p:nvSpPr>
          <p:spPr>
            <a:xfrm rot="7724852">
              <a:off x="3014021" y="179113"/>
              <a:ext cx="597722" cy="169151"/>
            </a:xfrm>
            <a:prstGeom prst="ellipse">
              <a:avLst/>
            </a:prstGeom>
            <a:gradFill>
              <a:gsLst>
                <a:gs pos="0">
                  <a:srgbClr val="FFFFFF">
                    <a:alpha val="17341"/>
                  </a:srgbClr>
                </a:gs>
                <a:gs pos="14286">
                  <a:srgbClr val="FFFFFF">
                    <a:alpha val="16058"/>
                  </a:srgbClr>
                </a:gs>
                <a:gs pos="28571">
                  <a:srgbClr val="FFFFFF">
                    <a:alpha val="12708"/>
                  </a:srgbClr>
                </a:gs>
                <a:gs pos="42857">
                  <a:srgbClr val="FFFFFF">
                    <a:alpha val="8529"/>
                  </a:srgbClr>
                </a:gs>
                <a:gs pos="57143">
                  <a:srgbClr val="FFFFFF">
                    <a:alpha val="4820"/>
                  </a:srgbClr>
                </a:gs>
                <a:gs pos="71429">
                  <a:srgbClr val="FFFFFF">
                    <a:alpha val="2286"/>
                  </a:srgbClr>
                </a:gs>
                <a:gs pos="85714">
                  <a:srgbClr val="FFFFFF">
                    <a:alpha val="910"/>
                  </a:srgbClr>
                </a:gs>
                <a:gs pos="100000">
                  <a:srgbClr val="FFFFFF">
                    <a:alpha val="305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625" name="Splat 1625"/>
            <p:cNvSpPr>
              <a:spLocks noGrp="1"/>
            </p:cNvSpPr>
            <p:nvPr/>
          </p:nvSpPr>
          <p:spPr>
            <a:xfrm rot="7538308">
              <a:off x="2859045" y="257653"/>
              <a:ext cx="420308" cy="267625"/>
            </a:xfrm>
            <a:prstGeom prst="ellipse">
              <a:avLst/>
            </a:prstGeom>
            <a:gradFill>
              <a:gsLst>
                <a:gs pos="0">
                  <a:srgbClr val="550000">
                    <a:alpha val="28004"/>
                  </a:srgbClr>
                </a:gs>
                <a:gs pos="14286">
                  <a:srgbClr val="550000">
                    <a:alpha val="26065"/>
                  </a:srgbClr>
                </a:gs>
                <a:gs pos="28571">
                  <a:srgbClr val="550000">
                    <a:alpha val="20901"/>
                  </a:srgbClr>
                </a:gs>
                <a:gs pos="42857">
                  <a:srgbClr val="550000">
                    <a:alpha val="14255"/>
                  </a:srgbClr>
                </a:gs>
                <a:gs pos="57143">
                  <a:srgbClr val="550000">
                    <a:alpha val="8169"/>
                  </a:srgbClr>
                </a:gs>
                <a:gs pos="71429">
                  <a:srgbClr val="550000">
                    <a:alpha val="3910"/>
                  </a:srgbClr>
                </a:gs>
                <a:gs pos="85714">
                  <a:srgbClr val="550000">
                    <a:alpha val="1565"/>
                  </a:srgbClr>
                </a:gs>
                <a:gs pos="100000">
                  <a:srgbClr val="550000">
                    <a:alpha val="526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626" name="Splat 1626"/>
            <p:cNvSpPr>
              <a:spLocks noGrp="1"/>
            </p:cNvSpPr>
            <p:nvPr/>
          </p:nvSpPr>
          <p:spPr>
            <a:xfrm rot="3906468">
              <a:off x="2667697" y="147940"/>
              <a:ext cx="556717" cy="349753"/>
            </a:xfrm>
            <a:prstGeom prst="ellipse">
              <a:avLst/>
            </a:prstGeom>
            <a:gradFill>
              <a:gsLst>
                <a:gs pos="0">
                  <a:srgbClr val="4B0000">
                    <a:alpha val="32075"/>
                  </a:srgbClr>
                </a:gs>
                <a:gs pos="14286">
                  <a:srgbClr val="4B0000">
                    <a:alpha val="29917"/>
                  </a:srgbClr>
                </a:gs>
                <a:gs pos="28571">
                  <a:srgbClr val="4B0000">
                    <a:alpha val="24120"/>
                  </a:srgbClr>
                </a:gs>
                <a:gs pos="42857">
                  <a:srgbClr val="4B0000">
                    <a:alpha val="16560"/>
                  </a:srgbClr>
                </a:gs>
                <a:gs pos="57143">
                  <a:srgbClr val="4B0000">
                    <a:alpha val="9545"/>
                  </a:srgbClr>
                </a:gs>
                <a:gs pos="71429">
                  <a:srgbClr val="4B0000">
                    <a:alpha val="4587"/>
                  </a:srgbClr>
                </a:gs>
                <a:gs pos="85714">
                  <a:srgbClr val="4B0000">
                    <a:alpha val="1840"/>
                  </a:srgbClr>
                </a:gs>
                <a:gs pos="100000">
                  <a:srgbClr val="4B0000">
                    <a:alpha val="618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627" name="Splat 1627"/>
            <p:cNvSpPr>
              <a:spLocks noGrp="1"/>
            </p:cNvSpPr>
            <p:nvPr/>
          </p:nvSpPr>
          <p:spPr>
            <a:xfrm rot="3961998">
              <a:off x="2261043" y="63781"/>
              <a:ext cx="734842" cy="534837"/>
            </a:xfrm>
            <a:prstGeom prst="ellipse">
              <a:avLst/>
            </a:prstGeom>
            <a:gradFill>
              <a:gsLst>
                <a:gs pos="0">
                  <a:srgbClr val="1F0000">
                    <a:alpha val="10515"/>
                  </a:srgbClr>
                </a:gs>
                <a:gs pos="14286">
                  <a:srgbClr val="1F0000">
                    <a:alpha val="9707"/>
                  </a:srgbClr>
                </a:gs>
                <a:gs pos="28571">
                  <a:srgbClr val="1F0000">
                    <a:alpha val="7622"/>
                  </a:srgbClr>
                </a:gs>
                <a:gs pos="42857">
                  <a:srgbClr val="1F0000">
                    <a:alpha val="5067"/>
                  </a:srgbClr>
                </a:gs>
                <a:gs pos="57143">
                  <a:srgbClr val="1F0000">
                    <a:alpha val="2840"/>
                  </a:srgbClr>
                </a:gs>
                <a:gs pos="71429">
                  <a:srgbClr val="1F0000">
                    <a:alpha val="1340"/>
                  </a:srgbClr>
                </a:gs>
                <a:gs pos="85714">
                  <a:srgbClr val="1F0000">
                    <a:alpha val="532"/>
                  </a:srgbClr>
                </a:gs>
                <a:gs pos="100000">
                  <a:srgbClr val="1F0000">
                    <a:alpha val="178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628" name="Splat 1628"/>
            <p:cNvSpPr>
              <a:spLocks noGrp="1"/>
            </p:cNvSpPr>
            <p:nvPr/>
          </p:nvSpPr>
          <p:spPr>
            <a:xfrm rot="6133665">
              <a:off x="2044808" y="29199"/>
              <a:ext cx="817544" cy="574412"/>
            </a:xfrm>
            <a:prstGeom prst="ellipse">
              <a:avLst/>
            </a:prstGeom>
            <a:gradFill>
              <a:gsLst>
                <a:gs pos="0">
                  <a:srgbClr val="A57500">
                    <a:alpha val="28759"/>
                  </a:srgbClr>
                </a:gs>
                <a:gs pos="14286">
                  <a:srgbClr val="A57500">
                    <a:alpha val="26778"/>
                  </a:srgbClr>
                </a:gs>
                <a:gs pos="28571">
                  <a:srgbClr val="A57500">
                    <a:alpha val="21494"/>
                  </a:srgbClr>
                </a:gs>
                <a:gs pos="42857">
                  <a:srgbClr val="A57500">
                    <a:alpha val="14677"/>
                  </a:srgbClr>
                </a:gs>
                <a:gs pos="57143">
                  <a:srgbClr val="A57500">
                    <a:alpha val="8420"/>
                  </a:srgbClr>
                </a:gs>
                <a:gs pos="71429">
                  <a:srgbClr val="A57500">
                    <a:alpha val="4033"/>
                  </a:srgbClr>
                </a:gs>
                <a:gs pos="85714">
                  <a:srgbClr val="A57500">
                    <a:alpha val="1615"/>
                  </a:srgbClr>
                </a:gs>
                <a:gs pos="100000">
                  <a:srgbClr val="A57500">
                    <a:alpha val="542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629" name="Splat 1629"/>
            <p:cNvSpPr>
              <a:spLocks noGrp="1"/>
            </p:cNvSpPr>
            <p:nvPr/>
          </p:nvSpPr>
          <p:spPr>
            <a:xfrm rot="4397446">
              <a:off x="1996337" y="183294"/>
              <a:ext cx="635557" cy="274017"/>
            </a:xfrm>
            <a:prstGeom prst="ellipse">
              <a:avLst/>
            </a:prstGeom>
            <a:gradFill>
              <a:gsLst>
                <a:gs pos="0">
                  <a:srgbClr val="7C5600">
                    <a:alpha val="32968"/>
                  </a:srgbClr>
                </a:gs>
                <a:gs pos="14286">
                  <a:srgbClr val="7C5600">
                    <a:alpha val="30764"/>
                  </a:srgbClr>
                </a:gs>
                <a:gs pos="28571">
                  <a:srgbClr val="7C5600">
                    <a:alpha val="24833"/>
                  </a:srgbClr>
                </a:gs>
                <a:gs pos="42857">
                  <a:srgbClr val="7C5600">
                    <a:alpha val="17075"/>
                  </a:srgbClr>
                </a:gs>
                <a:gs pos="57143">
                  <a:srgbClr val="7C5600">
                    <a:alpha val="9855"/>
                  </a:srgbClr>
                </a:gs>
                <a:gs pos="71429">
                  <a:srgbClr val="7C5600">
                    <a:alpha val="4740"/>
                  </a:srgbClr>
                </a:gs>
                <a:gs pos="85714">
                  <a:srgbClr val="7C5600">
                    <a:alpha val="1902"/>
                  </a:srgbClr>
                </a:gs>
                <a:gs pos="100000">
                  <a:srgbClr val="7C5600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630" name="Splat 1630"/>
            <p:cNvSpPr>
              <a:spLocks noGrp="1"/>
            </p:cNvSpPr>
            <p:nvPr/>
          </p:nvSpPr>
          <p:spPr>
            <a:xfrm rot="5959883">
              <a:off x="1627052" y="72651"/>
              <a:ext cx="528086" cy="322744"/>
            </a:xfrm>
            <a:prstGeom prst="ellipse">
              <a:avLst/>
            </a:prstGeom>
            <a:gradFill>
              <a:gsLst>
                <a:gs pos="0">
                  <a:srgbClr val="9C7300">
                    <a:alpha val="32968"/>
                  </a:srgbClr>
                </a:gs>
                <a:gs pos="14286">
                  <a:srgbClr val="9C7300">
                    <a:alpha val="30764"/>
                  </a:srgbClr>
                </a:gs>
                <a:gs pos="28571">
                  <a:srgbClr val="9C7300">
                    <a:alpha val="24833"/>
                  </a:srgbClr>
                </a:gs>
                <a:gs pos="42857">
                  <a:srgbClr val="9C7300">
                    <a:alpha val="17075"/>
                  </a:srgbClr>
                </a:gs>
                <a:gs pos="57143">
                  <a:srgbClr val="9C7300">
                    <a:alpha val="9855"/>
                  </a:srgbClr>
                </a:gs>
                <a:gs pos="71429">
                  <a:srgbClr val="9C7300">
                    <a:alpha val="4740"/>
                  </a:srgbClr>
                </a:gs>
                <a:gs pos="85714">
                  <a:srgbClr val="9C7300">
                    <a:alpha val="1902"/>
                  </a:srgbClr>
                </a:gs>
                <a:gs pos="100000">
                  <a:srgbClr val="9C7300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631" name="Splat 1631"/>
            <p:cNvSpPr>
              <a:spLocks noGrp="1"/>
            </p:cNvSpPr>
            <p:nvPr/>
          </p:nvSpPr>
          <p:spPr>
            <a:xfrm rot="8431869">
              <a:off x="1437451" y="-14038"/>
              <a:ext cx="707867" cy="521236"/>
            </a:xfrm>
            <a:prstGeom prst="ellipse">
              <a:avLst/>
            </a:prstGeom>
            <a:gradFill>
              <a:gsLst>
                <a:gs pos="0">
                  <a:srgbClr val="160000">
                    <a:alpha val="15887"/>
                  </a:srgbClr>
                </a:gs>
                <a:gs pos="14286">
                  <a:srgbClr val="160000">
                    <a:alpha val="14702"/>
                  </a:srgbClr>
                </a:gs>
                <a:gs pos="28571">
                  <a:srgbClr val="160000">
                    <a:alpha val="11615"/>
                  </a:srgbClr>
                </a:gs>
                <a:gs pos="42857">
                  <a:srgbClr val="160000">
                    <a:alpha val="7779"/>
                  </a:srgbClr>
                </a:gs>
                <a:gs pos="57143">
                  <a:srgbClr val="160000">
                    <a:alpha val="4388"/>
                  </a:srgbClr>
                </a:gs>
                <a:gs pos="71429">
                  <a:srgbClr val="160000">
                    <a:alpha val="2079"/>
                  </a:srgbClr>
                </a:gs>
                <a:gs pos="85714">
                  <a:srgbClr val="160000">
                    <a:alpha val="827"/>
                  </a:srgbClr>
                </a:gs>
                <a:gs pos="100000">
                  <a:srgbClr val="160000">
                    <a:alpha val="277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632" name="Splat 1632"/>
            <p:cNvSpPr>
              <a:spLocks noGrp="1"/>
            </p:cNvSpPr>
            <p:nvPr/>
          </p:nvSpPr>
          <p:spPr>
            <a:xfrm rot="3172625">
              <a:off x="1133047" y="48417"/>
              <a:ext cx="767618" cy="540692"/>
            </a:xfrm>
            <a:prstGeom prst="ellipse">
              <a:avLst/>
            </a:prstGeom>
            <a:gradFill>
              <a:gsLst>
                <a:gs pos="0">
                  <a:srgbClr val="390000">
                    <a:alpha val="22819"/>
                  </a:srgbClr>
                </a:gs>
                <a:gs pos="14286">
                  <a:srgbClr val="390000">
                    <a:alpha val="21185"/>
                  </a:srgbClr>
                </a:gs>
                <a:gs pos="28571">
                  <a:srgbClr val="390000">
                    <a:alpha val="16877"/>
                  </a:srgbClr>
                </a:gs>
                <a:gs pos="42857">
                  <a:srgbClr val="390000">
                    <a:alpha val="11418"/>
                  </a:srgbClr>
                </a:gs>
                <a:gs pos="57143">
                  <a:srgbClr val="390000">
                    <a:alpha val="6498"/>
                  </a:srgbClr>
                </a:gs>
                <a:gs pos="71429">
                  <a:srgbClr val="390000">
                    <a:alpha val="3096"/>
                  </a:srgbClr>
                </a:gs>
                <a:gs pos="85714">
                  <a:srgbClr val="390000">
                    <a:alpha val="1236"/>
                  </a:srgbClr>
                </a:gs>
                <a:gs pos="100000">
                  <a:srgbClr val="390000">
                    <a:alpha val="415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633" name="Splat 1633"/>
            <p:cNvSpPr>
              <a:spLocks noGrp="1"/>
            </p:cNvSpPr>
            <p:nvPr/>
          </p:nvSpPr>
          <p:spPr>
            <a:xfrm rot="4391625">
              <a:off x="951866" y="118035"/>
              <a:ext cx="741125" cy="384021"/>
            </a:xfrm>
            <a:prstGeom prst="ellipse">
              <a:avLst/>
            </a:prstGeom>
            <a:gradFill>
              <a:gsLst>
                <a:gs pos="0">
                  <a:srgbClr val="855800">
                    <a:alpha val="32968"/>
                  </a:srgbClr>
                </a:gs>
                <a:gs pos="14286">
                  <a:srgbClr val="855800">
                    <a:alpha val="30764"/>
                  </a:srgbClr>
                </a:gs>
                <a:gs pos="28571">
                  <a:srgbClr val="855800">
                    <a:alpha val="24833"/>
                  </a:srgbClr>
                </a:gs>
                <a:gs pos="42857">
                  <a:srgbClr val="855800">
                    <a:alpha val="17075"/>
                  </a:srgbClr>
                </a:gs>
                <a:gs pos="57143">
                  <a:srgbClr val="855800">
                    <a:alpha val="9855"/>
                  </a:srgbClr>
                </a:gs>
                <a:gs pos="71429">
                  <a:srgbClr val="855800">
                    <a:alpha val="4740"/>
                  </a:srgbClr>
                </a:gs>
                <a:gs pos="85714">
                  <a:srgbClr val="855800">
                    <a:alpha val="1902"/>
                  </a:srgbClr>
                </a:gs>
                <a:gs pos="100000">
                  <a:srgbClr val="855800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634" name="Splat 1634"/>
            <p:cNvSpPr>
              <a:spLocks noGrp="1"/>
            </p:cNvSpPr>
            <p:nvPr/>
          </p:nvSpPr>
          <p:spPr>
            <a:xfrm rot="8832791">
              <a:off x="642760" y="-12772"/>
              <a:ext cx="786960" cy="563434"/>
            </a:xfrm>
            <a:prstGeom prst="ellipse">
              <a:avLst/>
            </a:prstGeom>
            <a:gradFill>
              <a:gsLst>
                <a:gs pos="0">
                  <a:srgbClr val="FFBD00">
                    <a:alpha val="12582"/>
                  </a:srgbClr>
                </a:gs>
                <a:gs pos="14286">
                  <a:srgbClr val="FFBD00">
                    <a:alpha val="11626"/>
                  </a:srgbClr>
                </a:gs>
                <a:gs pos="28571">
                  <a:srgbClr val="FFBD00">
                    <a:alpha val="9150"/>
                  </a:srgbClr>
                </a:gs>
                <a:gs pos="42857">
                  <a:srgbClr val="FFBD00">
                    <a:alpha val="6100"/>
                  </a:srgbClr>
                </a:gs>
                <a:gs pos="57143">
                  <a:srgbClr val="FFBD00">
                    <a:alpha val="3428"/>
                  </a:srgbClr>
                </a:gs>
                <a:gs pos="71429">
                  <a:srgbClr val="FFBD00">
                    <a:alpha val="1619"/>
                  </a:srgbClr>
                </a:gs>
                <a:gs pos="85714">
                  <a:srgbClr val="FFBD00">
                    <a:alpha val="643"/>
                  </a:srgbClr>
                </a:gs>
                <a:gs pos="100000">
                  <a:srgbClr val="FFBD00">
                    <a:alpha val="215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635" name="Splat 1635"/>
            <p:cNvSpPr>
              <a:spLocks noGrp="1"/>
            </p:cNvSpPr>
            <p:nvPr/>
          </p:nvSpPr>
          <p:spPr>
            <a:xfrm rot="9027578">
              <a:off x="605000" y="217819"/>
              <a:ext cx="755340" cy="372724"/>
            </a:xfrm>
            <a:prstGeom prst="ellipse">
              <a:avLst/>
            </a:prstGeom>
            <a:gradFill>
              <a:gsLst>
                <a:gs pos="0">
                  <a:srgbClr val="704D00">
                    <a:alpha val="31253"/>
                  </a:srgbClr>
                </a:gs>
                <a:gs pos="14286">
                  <a:srgbClr val="704D00">
                    <a:alpha val="29137"/>
                  </a:srgbClr>
                </a:gs>
                <a:gs pos="28571">
                  <a:srgbClr val="704D00">
                    <a:alpha val="23465"/>
                  </a:srgbClr>
                </a:gs>
                <a:gs pos="42857">
                  <a:srgbClr val="704D00">
                    <a:alpha val="16089"/>
                  </a:srgbClr>
                </a:gs>
                <a:gs pos="57143">
                  <a:srgbClr val="704D00">
                    <a:alpha val="9262"/>
                  </a:srgbClr>
                </a:gs>
                <a:gs pos="71429">
                  <a:srgbClr val="704D00">
                    <a:alpha val="4448"/>
                  </a:srgbClr>
                </a:gs>
                <a:gs pos="85714">
                  <a:srgbClr val="704D00">
                    <a:alpha val="1783"/>
                  </a:srgbClr>
                </a:gs>
                <a:gs pos="100000">
                  <a:srgbClr val="704D00">
                    <a:alpha val="59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636" name="Splat 1636"/>
            <p:cNvSpPr>
              <a:spLocks noGrp="1"/>
            </p:cNvSpPr>
            <p:nvPr/>
          </p:nvSpPr>
          <p:spPr>
            <a:xfrm rot="6414319">
              <a:off x="348322" y="-8489"/>
              <a:ext cx="710753" cy="528162"/>
            </a:xfrm>
            <a:prstGeom prst="ellipse">
              <a:avLst/>
            </a:prstGeom>
            <a:gradFill>
              <a:gsLst>
                <a:gs pos="0">
                  <a:srgbClr val="610000">
                    <a:alpha val="15596"/>
                  </a:srgbClr>
                </a:gs>
                <a:gs pos="14286">
                  <a:srgbClr val="610000">
                    <a:alpha val="14431"/>
                  </a:srgbClr>
                </a:gs>
                <a:gs pos="28571">
                  <a:srgbClr val="610000">
                    <a:alpha val="11397"/>
                  </a:srgbClr>
                </a:gs>
                <a:gs pos="42857">
                  <a:srgbClr val="610000">
                    <a:alpha val="7630"/>
                  </a:srgbClr>
                </a:gs>
                <a:gs pos="57143">
                  <a:srgbClr val="610000">
                    <a:alpha val="4303"/>
                  </a:srgbClr>
                </a:gs>
                <a:gs pos="71429">
                  <a:srgbClr val="610000">
                    <a:alpha val="2038"/>
                  </a:srgbClr>
                </a:gs>
                <a:gs pos="85714">
                  <a:srgbClr val="610000">
                    <a:alpha val="811"/>
                  </a:srgbClr>
                </a:gs>
                <a:gs pos="100000">
                  <a:srgbClr val="610000">
                    <a:alpha val="272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637" name="Splat 1637"/>
            <p:cNvSpPr>
              <a:spLocks noGrp="1"/>
            </p:cNvSpPr>
            <p:nvPr/>
          </p:nvSpPr>
          <p:spPr>
            <a:xfrm rot="7601363">
              <a:off x="159660" y="130995"/>
              <a:ext cx="847009" cy="350155"/>
            </a:xfrm>
            <a:prstGeom prst="ellipse">
              <a:avLst/>
            </a:prstGeom>
            <a:gradFill>
              <a:gsLst>
                <a:gs pos="0">
                  <a:srgbClr val="350000">
                    <a:alpha val="23828"/>
                  </a:srgbClr>
                </a:gs>
                <a:gs pos="14286">
                  <a:srgbClr val="350000">
                    <a:alpha val="22133"/>
                  </a:srgbClr>
                </a:gs>
                <a:gs pos="28571">
                  <a:srgbClr val="350000">
                    <a:alpha val="17654"/>
                  </a:srgbClr>
                </a:gs>
                <a:gs pos="42857">
                  <a:srgbClr val="350000">
                    <a:alpha val="11962"/>
                  </a:srgbClr>
                </a:gs>
                <a:gs pos="57143">
                  <a:srgbClr val="350000">
                    <a:alpha val="6816"/>
                  </a:srgbClr>
                </a:gs>
                <a:gs pos="71429">
                  <a:srgbClr val="350000">
                    <a:alpha val="3251"/>
                  </a:srgbClr>
                </a:gs>
                <a:gs pos="85714">
                  <a:srgbClr val="350000">
                    <a:alpha val="1298"/>
                  </a:srgbClr>
                </a:gs>
                <a:gs pos="100000">
                  <a:srgbClr val="350000">
                    <a:alpha val="436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638" name="Splat 1638"/>
            <p:cNvSpPr>
              <a:spLocks noGrp="1"/>
            </p:cNvSpPr>
            <p:nvPr/>
          </p:nvSpPr>
          <p:spPr>
            <a:xfrm rot="4591645">
              <a:off x="-102189" y="130088"/>
              <a:ext cx="803328" cy="264979"/>
            </a:xfrm>
            <a:prstGeom prst="ellipse">
              <a:avLst/>
            </a:prstGeom>
            <a:gradFill>
              <a:gsLst>
                <a:gs pos="0">
                  <a:srgbClr val="5E0000">
                    <a:alpha val="26661"/>
                  </a:srgbClr>
                </a:gs>
                <a:gs pos="14286">
                  <a:srgbClr val="5E0000">
                    <a:alpha val="24799"/>
                  </a:srgbClr>
                </a:gs>
                <a:gs pos="28571">
                  <a:srgbClr val="5E0000">
                    <a:alpha val="19851"/>
                  </a:srgbClr>
                </a:gs>
                <a:gs pos="42857">
                  <a:srgbClr val="5E0000">
                    <a:alpha val="13511"/>
                  </a:srgbClr>
                </a:gs>
                <a:gs pos="57143">
                  <a:srgbClr val="5E0000">
                    <a:alpha val="7728"/>
                  </a:srgbClr>
                </a:gs>
                <a:gs pos="71429">
                  <a:srgbClr val="5E0000">
                    <a:alpha val="3695"/>
                  </a:srgbClr>
                </a:gs>
                <a:gs pos="85714">
                  <a:srgbClr val="5E0000">
                    <a:alpha val="1478"/>
                  </a:srgbClr>
                </a:gs>
                <a:gs pos="100000">
                  <a:srgbClr val="5E0000">
                    <a:alpha val="496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639" name="Splat 1639"/>
            <p:cNvSpPr>
              <a:spLocks noGrp="1"/>
            </p:cNvSpPr>
            <p:nvPr/>
          </p:nvSpPr>
          <p:spPr>
            <a:xfrm rot="5679546">
              <a:off x="-322424" y="215757"/>
              <a:ext cx="723020" cy="424847"/>
            </a:xfrm>
            <a:prstGeom prst="ellipse">
              <a:avLst/>
            </a:prstGeom>
            <a:gradFill>
              <a:gsLst>
                <a:gs pos="0">
                  <a:srgbClr val="916100">
                    <a:alpha val="32327"/>
                  </a:srgbClr>
                </a:gs>
                <a:gs pos="14286">
                  <a:srgbClr val="916100">
                    <a:alpha val="30156"/>
                  </a:srgbClr>
                </a:gs>
                <a:gs pos="28571">
                  <a:srgbClr val="916100">
                    <a:alpha val="24321"/>
                  </a:srgbClr>
                </a:gs>
                <a:gs pos="42857">
                  <a:srgbClr val="916100">
                    <a:alpha val="16705"/>
                  </a:srgbClr>
                </a:gs>
                <a:gs pos="57143">
                  <a:srgbClr val="916100">
                    <a:alpha val="9632"/>
                  </a:srgbClr>
                </a:gs>
                <a:gs pos="71429">
                  <a:srgbClr val="916100">
                    <a:alpha val="4630"/>
                  </a:srgbClr>
                </a:gs>
                <a:gs pos="85714">
                  <a:srgbClr val="916100">
                    <a:alpha val="1857"/>
                  </a:srgbClr>
                </a:gs>
                <a:gs pos="100000">
                  <a:srgbClr val="916100">
                    <a:alpha val="624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640" name="Splat 1640"/>
            <p:cNvSpPr>
              <a:spLocks noGrp="1"/>
            </p:cNvSpPr>
            <p:nvPr/>
          </p:nvSpPr>
          <p:spPr>
            <a:xfrm rot="-9075827">
              <a:off x="3230010" y="-10664"/>
              <a:ext cx="658874" cy="331766"/>
            </a:xfrm>
            <a:prstGeom prst="ellipse">
              <a:avLst/>
            </a:prstGeom>
            <a:gradFill>
              <a:gsLst>
                <a:gs pos="0">
                  <a:srgbClr val="FCFFF8">
                    <a:alpha val="25868"/>
                  </a:srgbClr>
                </a:gs>
                <a:gs pos="14286">
                  <a:srgbClr val="FCFFF8">
                    <a:alpha val="24051"/>
                  </a:srgbClr>
                </a:gs>
                <a:gs pos="28571">
                  <a:srgbClr val="FCFFF8">
                    <a:alpha val="19234"/>
                  </a:srgbClr>
                </a:gs>
                <a:gs pos="42857">
                  <a:srgbClr val="FCFFF8">
                    <a:alpha val="13074"/>
                  </a:srgbClr>
                </a:gs>
                <a:gs pos="57143">
                  <a:srgbClr val="FCFFF8">
                    <a:alpha val="7470"/>
                  </a:srgbClr>
                </a:gs>
                <a:gs pos="71429">
                  <a:srgbClr val="FCFFF8">
                    <a:alpha val="3569"/>
                  </a:srgbClr>
                </a:gs>
                <a:gs pos="85714">
                  <a:srgbClr val="FCFFF8">
                    <a:alpha val="1427"/>
                  </a:srgbClr>
                </a:gs>
                <a:gs pos="100000">
                  <a:srgbClr val="FCFFF8">
                    <a:alpha val="47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641" name="Splat 1641"/>
            <p:cNvSpPr>
              <a:spLocks noGrp="1"/>
            </p:cNvSpPr>
            <p:nvPr/>
          </p:nvSpPr>
          <p:spPr>
            <a:xfrm rot="-10212714">
              <a:off x="3000262" y="-89879"/>
              <a:ext cx="347604" cy="252827"/>
            </a:xfrm>
            <a:prstGeom prst="ellipse">
              <a:avLst/>
            </a:prstGeom>
            <a:gradFill>
              <a:gsLst>
                <a:gs pos="0">
                  <a:srgbClr val="FBFEF6">
                    <a:alpha val="32968"/>
                  </a:srgbClr>
                </a:gs>
                <a:gs pos="14286">
                  <a:srgbClr val="FBFEF6">
                    <a:alpha val="30764"/>
                  </a:srgbClr>
                </a:gs>
                <a:gs pos="28571">
                  <a:srgbClr val="FBFEF6">
                    <a:alpha val="24833"/>
                  </a:srgbClr>
                </a:gs>
                <a:gs pos="42857">
                  <a:srgbClr val="FBFEF6">
                    <a:alpha val="17075"/>
                  </a:srgbClr>
                </a:gs>
                <a:gs pos="57143">
                  <a:srgbClr val="FBFEF6">
                    <a:alpha val="9855"/>
                  </a:srgbClr>
                </a:gs>
                <a:gs pos="71429">
                  <a:srgbClr val="FBFEF6">
                    <a:alpha val="4740"/>
                  </a:srgbClr>
                </a:gs>
                <a:gs pos="85714">
                  <a:srgbClr val="FBFEF6">
                    <a:alpha val="1902"/>
                  </a:srgbClr>
                </a:gs>
                <a:gs pos="100000">
                  <a:srgbClr val="FBFEF6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642" name="Splat 1642"/>
            <p:cNvSpPr>
              <a:spLocks noGrp="1"/>
            </p:cNvSpPr>
            <p:nvPr/>
          </p:nvSpPr>
          <p:spPr>
            <a:xfrm rot="3583612">
              <a:off x="2503719" y="-45648"/>
              <a:ext cx="871632" cy="250419"/>
            </a:xfrm>
            <a:prstGeom prst="ellipse">
              <a:avLst/>
            </a:prstGeom>
            <a:gradFill>
              <a:gsLst>
                <a:gs pos="0">
                  <a:srgbClr val="6A3500">
                    <a:alpha val="32968"/>
                  </a:srgbClr>
                </a:gs>
                <a:gs pos="14286">
                  <a:srgbClr val="6A3500">
                    <a:alpha val="30764"/>
                  </a:srgbClr>
                </a:gs>
                <a:gs pos="28571">
                  <a:srgbClr val="6A3500">
                    <a:alpha val="24833"/>
                  </a:srgbClr>
                </a:gs>
                <a:gs pos="42857">
                  <a:srgbClr val="6A3500">
                    <a:alpha val="17075"/>
                  </a:srgbClr>
                </a:gs>
                <a:gs pos="57143">
                  <a:srgbClr val="6A3500">
                    <a:alpha val="9855"/>
                  </a:srgbClr>
                </a:gs>
                <a:gs pos="71429">
                  <a:srgbClr val="6A3500">
                    <a:alpha val="4740"/>
                  </a:srgbClr>
                </a:gs>
                <a:gs pos="85714">
                  <a:srgbClr val="6A3500">
                    <a:alpha val="1902"/>
                  </a:srgbClr>
                </a:gs>
                <a:gs pos="100000">
                  <a:srgbClr val="6A3500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643" name="Splat 1643"/>
            <p:cNvSpPr>
              <a:spLocks noGrp="1"/>
            </p:cNvSpPr>
            <p:nvPr/>
          </p:nvSpPr>
          <p:spPr>
            <a:xfrm rot="5102705">
              <a:off x="2359889" y="-96799"/>
              <a:ext cx="869119" cy="365584"/>
            </a:xfrm>
            <a:prstGeom prst="ellipse">
              <a:avLst/>
            </a:prstGeom>
            <a:gradFill>
              <a:gsLst>
                <a:gs pos="0">
                  <a:srgbClr val="8A5700">
                    <a:alpha val="32968"/>
                  </a:srgbClr>
                </a:gs>
                <a:gs pos="14286">
                  <a:srgbClr val="8A5700">
                    <a:alpha val="30764"/>
                  </a:srgbClr>
                </a:gs>
                <a:gs pos="28571">
                  <a:srgbClr val="8A5700">
                    <a:alpha val="24833"/>
                  </a:srgbClr>
                </a:gs>
                <a:gs pos="42857">
                  <a:srgbClr val="8A5700">
                    <a:alpha val="17075"/>
                  </a:srgbClr>
                </a:gs>
                <a:gs pos="57143">
                  <a:srgbClr val="8A5700">
                    <a:alpha val="9855"/>
                  </a:srgbClr>
                </a:gs>
                <a:gs pos="71429">
                  <a:srgbClr val="8A5700">
                    <a:alpha val="4740"/>
                  </a:srgbClr>
                </a:gs>
                <a:gs pos="85714">
                  <a:srgbClr val="8A5700">
                    <a:alpha val="1902"/>
                  </a:srgbClr>
                </a:gs>
                <a:gs pos="100000">
                  <a:srgbClr val="8A5700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644" name="Splat 1644"/>
            <p:cNvSpPr>
              <a:spLocks noGrp="1"/>
            </p:cNvSpPr>
            <p:nvPr/>
          </p:nvSpPr>
          <p:spPr>
            <a:xfrm rot="8454847">
              <a:off x="2112550" y="-233827"/>
              <a:ext cx="952719" cy="554634"/>
            </a:xfrm>
            <a:prstGeom prst="ellipse">
              <a:avLst/>
            </a:prstGeom>
            <a:gradFill>
              <a:gsLst>
                <a:gs pos="0">
                  <a:srgbClr val="745000">
                    <a:alpha val="32968"/>
                  </a:srgbClr>
                </a:gs>
                <a:gs pos="14286">
                  <a:srgbClr val="745000">
                    <a:alpha val="30764"/>
                  </a:srgbClr>
                </a:gs>
                <a:gs pos="28571">
                  <a:srgbClr val="745000">
                    <a:alpha val="24833"/>
                  </a:srgbClr>
                </a:gs>
                <a:gs pos="42857">
                  <a:srgbClr val="745000">
                    <a:alpha val="17075"/>
                  </a:srgbClr>
                </a:gs>
                <a:gs pos="57143">
                  <a:srgbClr val="745000">
                    <a:alpha val="9855"/>
                  </a:srgbClr>
                </a:gs>
                <a:gs pos="71429">
                  <a:srgbClr val="745000">
                    <a:alpha val="4740"/>
                  </a:srgbClr>
                </a:gs>
                <a:gs pos="85714">
                  <a:srgbClr val="745000">
                    <a:alpha val="1902"/>
                  </a:srgbClr>
                </a:gs>
                <a:gs pos="100000">
                  <a:srgbClr val="745000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645" name="Splat 1645"/>
            <p:cNvSpPr>
              <a:spLocks noGrp="1"/>
            </p:cNvSpPr>
            <p:nvPr/>
          </p:nvSpPr>
          <p:spPr>
            <a:xfrm rot="8741024">
              <a:off x="1980025" y="-144465"/>
              <a:ext cx="818693" cy="467907"/>
            </a:xfrm>
            <a:prstGeom prst="ellipse">
              <a:avLst/>
            </a:prstGeom>
            <a:gradFill>
              <a:gsLst>
                <a:gs pos="0">
                  <a:srgbClr val="C99A00">
                    <a:alpha val="10243"/>
                  </a:srgbClr>
                </a:gs>
                <a:gs pos="14286">
                  <a:srgbClr val="C99A00">
                    <a:alpha val="9455"/>
                  </a:srgbClr>
                </a:gs>
                <a:gs pos="28571">
                  <a:srgbClr val="C99A00">
                    <a:alpha val="7422"/>
                  </a:srgbClr>
                </a:gs>
                <a:gs pos="42857">
                  <a:srgbClr val="C99A00">
                    <a:alpha val="4932"/>
                  </a:srgbClr>
                </a:gs>
                <a:gs pos="57143">
                  <a:srgbClr val="C99A00">
                    <a:alpha val="2764"/>
                  </a:srgbClr>
                </a:gs>
                <a:gs pos="71429">
                  <a:srgbClr val="C99A00">
                    <a:alpha val="1303"/>
                  </a:srgbClr>
                </a:gs>
                <a:gs pos="85714">
                  <a:srgbClr val="C99A00">
                    <a:alpha val="517"/>
                  </a:srgbClr>
                </a:gs>
                <a:gs pos="100000">
                  <a:srgbClr val="C99A00">
                    <a:alpha val="173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646" name="Splat 1646"/>
            <p:cNvSpPr>
              <a:spLocks noGrp="1"/>
            </p:cNvSpPr>
            <p:nvPr/>
          </p:nvSpPr>
          <p:spPr>
            <a:xfrm rot="-8711766">
              <a:off x="1900286" y="-141281"/>
              <a:ext cx="448074" cy="317042"/>
            </a:xfrm>
            <a:prstGeom prst="ellipse">
              <a:avLst/>
            </a:prstGeom>
            <a:gradFill>
              <a:gsLst>
                <a:gs pos="0">
                  <a:srgbClr val="654500">
                    <a:alpha val="32968"/>
                  </a:srgbClr>
                </a:gs>
                <a:gs pos="14286">
                  <a:srgbClr val="654500">
                    <a:alpha val="30764"/>
                  </a:srgbClr>
                </a:gs>
                <a:gs pos="28571">
                  <a:srgbClr val="654500">
                    <a:alpha val="24833"/>
                  </a:srgbClr>
                </a:gs>
                <a:gs pos="42857">
                  <a:srgbClr val="654500">
                    <a:alpha val="17075"/>
                  </a:srgbClr>
                </a:gs>
                <a:gs pos="57143">
                  <a:srgbClr val="654500">
                    <a:alpha val="9855"/>
                  </a:srgbClr>
                </a:gs>
                <a:gs pos="71429">
                  <a:srgbClr val="654500">
                    <a:alpha val="4740"/>
                  </a:srgbClr>
                </a:gs>
                <a:gs pos="85714">
                  <a:srgbClr val="654500">
                    <a:alpha val="1902"/>
                  </a:srgbClr>
                </a:gs>
                <a:gs pos="100000">
                  <a:srgbClr val="654500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647" name="Splat 1647"/>
            <p:cNvSpPr>
              <a:spLocks noGrp="1"/>
            </p:cNvSpPr>
            <p:nvPr/>
          </p:nvSpPr>
          <p:spPr>
            <a:xfrm rot="9324819">
              <a:off x="1576924" y="-144503"/>
              <a:ext cx="637918" cy="384506"/>
            </a:xfrm>
            <a:prstGeom prst="ellipse">
              <a:avLst/>
            </a:prstGeom>
            <a:gradFill>
              <a:gsLst>
                <a:gs pos="0">
                  <a:srgbClr val="FDB900">
                    <a:alpha val="20327"/>
                  </a:srgbClr>
                </a:gs>
                <a:gs pos="14286">
                  <a:srgbClr val="FDB900">
                    <a:alpha val="18849"/>
                  </a:srgbClr>
                </a:gs>
                <a:gs pos="28571">
                  <a:srgbClr val="FDB900">
                    <a:alpha val="14970"/>
                  </a:srgbClr>
                </a:gs>
                <a:gs pos="42857">
                  <a:srgbClr val="FDB900">
                    <a:alpha val="10091"/>
                  </a:srgbClr>
                </a:gs>
                <a:gs pos="57143">
                  <a:srgbClr val="FDB900">
                    <a:alpha val="5724"/>
                  </a:srgbClr>
                </a:gs>
                <a:gs pos="71429">
                  <a:srgbClr val="FDB900">
                    <a:alpha val="2721"/>
                  </a:srgbClr>
                </a:gs>
                <a:gs pos="85714">
                  <a:srgbClr val="FDB900">
                    <a:alpha val="1085"/>
                  </a:srgbClr>
                </a:gs>
                <a:gs pos="100000">
                  <a:srgbClr val="FDB900">
                    <a:alpha val="364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648" name="Splat 1648"/>
            <p:cNvSpPr>
              <a:spLocks noGrp="1"/>
            </p:cNvSpPr>
            <p:nvPr/>
          </p:nvSpPr>
          <p:spPr>
            <a:xfrm rot="8612046">
              <a:off x="1353459" y="-313876"/>
              <a:ext cx="834364" cy="683147"/>
            </a:xfrm>
            <a:prstGeom prst="ellipse">
              <a:avLst/>
            </a:prstGeom>
            <a:gradFill>
              <a:gsLst>
                <a:gs pos="0">
                  <a:srgbClr val="270000">
                    <a:alpha val="29090"/>
                  </a:srgbClr>
                </a:gs>
                <a:gs pos="14286">
                  <a:srgbClr val="270000">
                    <a:alpha val="27091"/>
                  </a:srgbClr>
                </a:gs>
                <a:gs pos="28571">
                  <a:srgbClr val="270000">
                    <a:alpha val="21755"/>
                  </a:srgbClr>
                </a:gs>
                <a:gs pos="42857">
                  <a:srgbClr val="270000">
                    <a:alpha val="14863"/>
                  </a:srgbClr>
                </a:gs>
                <a:gs pos="57143">
                  <a:srgbClr val="270000">
                    <a:alpha val="8530"/>
                  </a:srgbClr>
                </a:gs>
                <a:gs pos="71429">
                  <a:srgbClr val="270000">
                    <a:alpha val="4088"/>
                  </a:srgbClr>
                </a:gs>
                <a:gs pos="85714">
                  <a:srgbClr val="270000">
                    <a:alpha val="1637"/>
                  </a:srgbClr>
                </a:gs>
                <a:gs pos="100000">
                  <a:srgbClr val="270000">
                    <a:alpha val="550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649" name="Splat 1649"/>
            <p:cNvSpPr>
              <a:spLocks noGrp="1"/>
            </p:cNvSpPr>
            <p:nvPr/>
          </p:nvSpPr>
          <p:spPr>
            <a:xfrm rot="3535359">
              <a:off x="1174408" y="-169222"/>
              <a:ext cx="786134" cy="414828"/>
            </a:xfrm>
            <a:prstGeom prst="ellipse">
              <a:avLst/>
            </a:prstGeom>
            <a:gradFill>
              <a:gsLst>
                <a:gs pos="0">
                  <a:srgbClr val="440000">
                    <a:alpha val="32968"/>
                  </a:srgbClr>
                </a:gs>
                <a:gs pos="14286">
                  <a:srgbClr val="440000">
                    <a:alpha val="30764"/>
                  </a:srgbClr>
                </a:gs>
                <a:gs pos="28571">
                  <a:srgbClr val="440000">
                    <a:alpha val="24833"/>
                  </a:srgbClr>
                </a:gs>
                <a:gs pos="42857">
                  <a:srgbClr val="440000">
                    <a:alpha val="17075"/>
                  </a:srgbClr>
                </a:gs>
                <a:gs pos="57143">
                  <a:srgbClr val="440000">
                    <a:alpha val="9855"/>
                  </a:srgbClr>
                </a:gs>
                <a:gs pos="71429">
                  <a:srgbClr val="440000">
                    <a:alpha val="4740"/>
                  </a:srgbClr>
                </a:gs>
                <a:gs pos="85714">
                  <a:srgbClr val="440000">
                    <a:alpha val="1902"/>
                  </a:srgbClr>
                </a:gs>
                <a:gs pos="100000">
                  <a:srgbClr val="440000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650" name="Splat 1650"/>
            <p:cNvSpPr>
              <a:spLocks noGrp="1"/>
            </p:cNvSpPr>
            <p:nvPr/>
          </p:nvSpPr>
          <p:spPr>
            <a:xfrm rot="2988025">
              <a:off x="940472" y="-262775"/>
              <a:ext cx="763357" cy="621369"/>
            </a:xfrm>
            <a:prstGeom prst="ellipse">
              <a:avLst/>
            </a:prstGeom>
            <a:gradFill>
              <a:gsLst>
                <a:gs pos="0">
                  <a:srgbClr val="4A0000">
                    <a:alpha val="32968"/>
                  </a:srgbClr>
                </a:gs>
                <a:gs pos="14286">
                  <a:srgbClr val="4A0000">
                    <a:alpha val="30764"/>
                  </a:srgbClr>
                </a:gs>
                <a:gs pos="28571">
                  <a:srgbClr val="4A0000">
                    <a:alpha val="24833"/>
                  </a:srgbClr>
                </a:gs>
                <a:gs pos="42857">
                  <a:srgbClr val="4A0000">
                    <a:alpha val="17075"/>
                  </a:srgbClr>
                </a:gs>
                <a:gs pos="57143">
                  <a:srgbClr val="4A0000">
                    <a:alpha val="9855"/>
                  </a:srgbClr>
                </a:gs>
                <a:gs pos="71429">
                  <a:srgbClr val="4A0000">
                    <a:alpha val="4740"/>
                  </a:srgbClr>
                </a:gs>
                <a:gs pos="85714">
                  <a:srgbClr val="4A0000">
                    <a:alpha val="1902"/>
                  </a:srgbClr>
                </a:gs>
                <a:gs pos="100000">
                  <a:srgbClr val="4A0000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651" name="Splat 1651"/>
            <p:cNvSpPr>
              <a:spLocks noGrp="1"/>
            </p:cNvSpPr>
            <p:nvPr/>
          </p:nvSpPr>
          <p:spPr>
            <a:xfrm rot="-8965426">
              <a:off x="1003165" y="-125353"/>
              <a:ext cx="421576" cy="313295"/>
            </a:xfrm>
            <a:prstGeom prst="ellipse">
              <a:avLst/>
            </a:prstGeom>
            <a:gradFill>
              <a:gsLst>
                <a:gs pos="0">
                  <a:srgbClr val="560200">
                    <a:alpha val="32968"/>
                  </a:srgbClr>
                </a:gs>
                <a:gs pos="14286">
                  <a:srgbClr val="560200">
                    <a:alpha val="30764"/>
                  </a:srgbClr>
                </a:gs>
                <a:gs pos="28571">
                  <a:srgbClr val="560200">
                    <a:alpha val="24833"/>
                  </a:srgbClr>
                </a:gs>
                <a:gs pos="42857">
                  <a:srgbClr val="560200">
                    <a:alpha val="17075"/>
                  </a:srgbClr>
                </a:gs>
                <a:gs pos="57143">
                  <a:srgbClr val="560200">
                    <a:alpha val="9855"/>
                  </a:srgbClr>
                </a:gs>
                <a:gs pos="71429">
                  <a:srgbClr val="560200">
                    <a:alpha val="4740"/>
                  </a:srgbClr>
                </a:gs>
                <a:gs pos="85714">
                  <a:srgbClr val="560200">
                    <a:alpha val="1902"/>
                  </a:srgbClr>
                </a:gs>
                <a:gs pos="100000">
                  <a:srgbClr val="560200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652" name="Splat 1652"/>
            <p:cNvSpPr>
              <a:spLocks noGrp="1"/>
            </p:cNvSpPr>
            <p:nvPr/>
          </p:nvSpPr>
          <p:spPr>
            <a:xfrm rot="6576492">
              <a:off x="547005" y="81103"/>
              <a:ext cx="722157" cy="260024"/>
            </a:xfrm>
            <a:prstGeom prst="ellipse">
              <a:avLst/>
            </a:prstGeom>
            <a:gradFill>
              <a:gsLst>
                <a:gs pos="0">
                  <a:srgbClr val="714100">
                    <a:alpha val="32968"/>
                  </a:srgbClr>
                </a:gs>
                <a:gs pos="14286">
                  <a:srgbClr val="714100">
                    <a:alpha val="30764"/>
                  </a:srgbClr>
                </a:gs>
                <a:gs pos="28571">
                  <a:srgbClr val="714100">
                    <a:alpha val="24833"/>
                  </a:srgbClr>
                </a:gs>
                <a:gs pos="42857">
                  <a:srgbClr val="714100">
                    <a:alpha val="17075"/>
                  </a:srgbClr>
                </a:gs>
                <a:gs pos="57143">
                  <a:srgbClr val="714100">
                    <a:alpha val="9855"/>
                  </a:srgbClr>
                </a:gs>
                <a:gs pos="71429">
                  <a:srgbClr val="714100">
                    <a:alpha val="4740"/>
                  </a:srgbClr>
                </a:gs>
                <a:gs pos="85714">
                  <a:srgbClr val="714100">
                    <a:alpha val="1902"/>
                  </a:srgbClr>
                </a:gs>
                <a:gs pos="100000">
                  <a:srgbClr val="714100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653" name="Splat 1653"/>
            <p:cNvSpPr>
              <a:spLocks noGrp="1"/>
            </p:cNvSpPr>
            <p:nvPr/>
          </p:nvSpPr>
          <p:spPr>
            <a:xfrm rot="10213493">
              <a:off x="389314" y="2564"/>
              <a:ext cx="590679" cy="298897"/>
            </a:xfrm>
            <a:prstGeom prst="ellipse">
              <a:avLst/>
            </a:prstGeom>
            <a:gradFill>
              <a:gsLst>
                <a:gs pos="0">
                  <a:srgbClr val="3F0000">
                    <a:alpha val="32968"/>
                  </a:srgbClr>
                </a:gs>
                <a:gs pos="14286">
                  <a:srgbClr val="3F0000">
                    <a:alpha val="30764"/>
                  </a:srgbClr>
                </a:gs>
                <a:gs pos="28571">
                  <a:srgbClr val="3F0000">
                    <a:alpha val="24833"/>
                  </a:srgbClr>
                </a:gs>
                <a:gs pos="42857">
                  <a:srgbClr val="3F0000">
                    <a:alpha val="17075"/>
                  </a:srgbClr>
                </a:gs>
                <a:gs pos="57143">
                  <a:srgbClr val="3F0000">
                    <a:alpha val="9855"/>
                  </a:srgbClr>
                </a:gs>
                <a:gs pos="71429">
                  <a:srgbClr val="3F0000">
                    <a:alpha val="4740"/>
                  </a:srgbClr>
                </a:gs>
                <a:gs pos="85714">
                  <a:srgbClr val="3F0000">
                    <a:alpha val="1902"/>
                  </a:srgbClr>
                </a:gs>
                <a:gs pos="100000">
                  <a:srgbClr val="3F0000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654" name="Splat 1654"/>
            <p:cNvSpPr>
              <a:spLocks noGrp="1"/>
            </p:cNvSpPr>
            <p:nvPr/>
          </p:nvSpPr>
          <p:spPr>
            <a:xfrm rot="6467528">
              <a:off x="-214887" y="-114830"/>
              <a:ext cx="870361" cy="337059"/>
            </a:xfrm>
            <a:prstGeom prst="ellipse">
              <a:avLst/>
            </a:prstGeom>
            <a:gradFill>
              <a:gsLst>
                <a:gs pos="0">
                  <a:srgbClr val="000000">
                    <a:alpha val="32968"/>
                  </a:srgbClr>
                </a:gs>
                <a:gs pos="14286">
                  <a:srgbClr val="000000">
                    <a:alpha val="30764"/>
                  </a:srgbClr>
                </a:gs>
                <a:gs pos="28571">
                  <a:srgbClr val="000000">
                    <a:alpha val="24833"/>
                  </a:srgbClr>
                </a:gs>
                <a:gs pos="42857">
                  <a:srgbClr val="000000">
                    <a:alpha val="17075"/>
                  </a:srgbClr>
                </a:gs>
                <a:gs pos="57143">
                  <a:srgbClr val="000000">
                    <a:alpha val="9855"/>
                  </a:srgbClr>
                </a:gs>
                <a:gs pos="71429">
                  <a:srgbClr val="000000">
                    <a:alpha val="4740"/>
                  </a:srgbClr>
                </a:gs>
                <a:gs pos="85714">
                  <a:srgbClr val="000000">
                    <a:alpha val="1902"/>
                  </a:srgbClr>
                </a:gs>
                <a:gs pos="100000">
                  <a:srgbClr val="000000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655" name="Splat 1655"/>
            <p:cNvSpPr>
              <a:spLocks noGrp="1"/>
            </p:cNvSpPr>
            <p:nvPr/>
          </p:nvSpPr>
          <p:spPr>
            <a:xfrm rot="4973532">
              <a:off x="-280695" y="-268618"/>
              <a:ext cx="774183" cy="590267"/>
            </a:xfrm>
            <a:prstGeom prst="ellipse">
              <a:avLst/>
            </a:prstGeom>
            <a:gradFill>
              <a:gsLst>
                <a:gs pos="0">
                  <a:srgbClr val="784B00">
                    <a:alpha val="32968"/>
                  </a:srgbClr>
                </a:gs>
                <a:gs pos="14286">
                  <a:srgbClr val="784B00">
                    <a:alpha val="30764"/>
                  </a:srgbClr>
                </a:gs>
                <a:gs pos="28571">
                  <a:srgbClr val="784B00">
                    <a:alpha val="24833"/>
                  </a:srgbClr>
                </a:gs>
                <a:gs pos="42857">
                  <a:srgbClr val="784B00">
                    <a:alpha val="17075"/>
                  </a:srgbClr>
                </a:gs>
                <a:gs pos="57143">
                  <a:srgbClr val="784B00">
                    <a:alpha val="9855"/>
                  </a:srgbClr>
                </a:gs>
                <a:gs pos="71429">
                  <a:srgbClr val="784B00">
                    <a:alpha val="4740"/>
                  </a:srgbClr>
                </a:gs>
                <a:gs pos="85714">
                  <a:srgbClr val="784B00">
                    <a:alpha val="1902"/>
                  </a:srgbClr>
                </a:gs>
                <a:gs pos="100000">
                  <a:srgbClr val="784B00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</p:grpSp>
    </p:spTree>
  </p:cSld>
  <p:clrMapOvr>
    <a:masterClrMapping/>
  </p:clrMapOvr>
</p:sld>
</file>

<file path=ppt/theme/theme1.xml><?xml version="1.0" encoding="utf-8"?>
<a:theme xmlns:a="http://schemas.openxmlformats.org/drawingml/2006/main" name="SplatThis Theme">
  <a:themeElements>
    <a:clrScheme name="SplatThis">
      <a:dk1>
        <a:sysClr val="windowText" lastClr="000000"/>
      </a:dk1>
      <a:lt1>
        <a:sysClr val="window" lastClr="FFFFFF"/>
      </a:lt1>
      <a:dk2>
        <a:srgbClr val="1F1F1F"/>
      </a:dk2>
      <a:lt2>
        <a:srgbClr val="F2F2F2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SplatThis">
      <a:majorFont>
        <a:latin typeface="Calibri"/>
        <a:ea typeface=""/>
        <a:cs typeface=""/>
      </a:majorFont>
      <a:minorFont>
        <a:latin typeface="Calibri"/>
        <a:ea typeface=""/>
        <a:cs typeface=""/>
      </a:minorFont>
    </a:fontScheme>
    <a:fmtScheme name="SplatThis"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9525" cap="flat" cmpd="sng" algn="ctr">
          <a:solidFill>
            <a:schemeClr val="phClr"/>
          </a:solidFill>
        </a:ln>
        <a:ln w="19050" cap="flat" cmpd="sng" algn="ctr">
          <a:solidFill>
            <a:schemeClr val="phClr"/>
          </a:solidFill>
        </a:ln>
        <a:ln w="38100" cap="flat" cmpd="sng" algn="ctr">
          <a:solidFill>
            <a:schemeClr val="phClr"/>
          </a:solidFill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Application>SplatThis</Application>
  <Slides>1</Slides>
  <PresentationFormat>Custom</PresentationFormat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SplatThis Export</dc:title>
  <dc:creator>SplatThis</dc:creator>
  <cp:lastModifiedBy>SplatThis</cp:lastModifiedBy>
  <dcterms:created xsi:type="dcterms:W3CDTF">2026-08-02T19:03:10Z</dcterms:created>
  <dcterms:modified xsi:type="dcterms:W3CDTF">2026-08-02T19:03:10Z</dcterms:modified>
</cp:coreProperties>
</file>